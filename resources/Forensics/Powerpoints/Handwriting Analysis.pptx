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/>
    <p:restoredTop sz="94617"/>
  </p:normalViewPr>
  <p:slideViewPr>
    <p:cSldViewPr snapToGrid="0" snapToObjects="1">
      <p:cViewPr>
        <p:scale>
          <a:sx n="77" d="100"/>
          <a:sy n="77" d="100"/>
        </p:scale>
        <p:origin x="144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5CF02-69A6-6947-89C2-EA1A311BDFC9}" type="datetimeFigureOut">
              <a:rPr lang="en-US" smtClean="0"/>
              <a:t>1/4/18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B92E4-8B9D-7F42-AA3C-C84A25F9C8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68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/>
              <a:t>1/4/18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/>
              <a:t>1/4/18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/>
              <a:t>1/4/18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Handwriting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41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HANDWRITING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Forensic analysts use handwriting analysis in the event that a handwritten note is left behind (purposefully or accidentally) at a crime scene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880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HANDWRITING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Forensic analysts use handwriting analysis in the event that a handwritten note is left behind (purposefully or accidentally) at a crime scene</a:t>
            </a:r>
          </a:p>
          <a:p>
            <a:r>
              <a:rPr lang="en-US" dirty="0" smtClean="0"/>
              <a:t>Analysts looks at every last detail to match the writing to a suspect</a:t>
            </a:r>
          </a:p>
          <a:p>
            <a:pPr lvl="1"/>
            <a:r>
              <a:rPr lang="en-US" dirty="0" smtClean="0"/>
              <a:t>Letter formation, size, slope, pen pressure, pen lifts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01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HANDWRITING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Forensic analysts use handwriting analysis in the event that a handwritten note is left behind (purposefully or accidentally) at a crime scene</a:t>
            </a:r>
          </a:p>
          <a:p>
            <a:r>
              <a:rPr lang="en-US" dirty="0" smtClean="0"/>
              <a:t>Analysts looks at every last detail to match the writing to a suspect</a:t>
            </a:r>
          </a:p>
          <a:p>
            <a:pPr lvl="1"/>
            <a:r>
              <a:rPr lang="en-US" dirty="0" smtClean="0"/>
              <a:t>Letter formation, size, slope, </a:t>
            </a:r>
            <a:r>
              <a:rPr lang="en-US" smtClean="0"/>
              <a:t>pen pressure, pen lifts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857" y="4083973"/>
            <a:ext cx="1500711" cy="24224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582" y="4083973"/>
            <a:ext cx="1500711" cy="2422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4695" y="5110540"/>
            <a:ext cx="1419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Example 1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654730" y="5054136"/>
            <a:ext cx="693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vs.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692110" y="4879707"/>
            <a:ext cx="3012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makes these letters distinct?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622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HANDWRITING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Forensic analysts use handwriting analysis in the event that a handwritten note is left behind (purposefully or accidentally) at a crime scene</a:t>
            </a:r>
          </a:p>
          <a:p>
            <a:r>
              <a:rPr lang="en-US" dirty="0" smtClean="0"/>
              <a:t>Analysts looks at every last detail to match the writing to a suspect</a:t>
            </a:r>
          </a:p>
          <a:p>
            <a:pPr lvl="1"/>
            <a:r>
              <a:rPr lang="en-US" dirty="0" smtClean="0"/>
              <a:t>Letter formation, size, slope, </a:t>
            </a:r>
            <a:r>
              <a:rPr lang="en-US" smtClean="0"/>
              <a:t>pen pressure, pen lifts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857" y="4387889"/>
            <a:ext cx="1500711" cy="18146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582" y="4283678"/>
            <a:ext cx="1500711" cy="2023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4695" y="5110540"/>
            <a:ext cx="1419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654730" y="5054136"/>
            <a:ext cx="693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vs.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692110" y="4879707"/>
            <a:ext cx="3012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makes these numbers distinct?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664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HANDWRITING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Size: </a:t>
            </a:r>
            <a:r>
              <a:rPr lang="en-US" dirty="0" smtClean="0"/>
              <a:t>height and width of letters and words</a:t>
            </a:r>
          </a:p>
          <a:p>
            <a:r>
              <a:rPr lang="en-US" b="1" dirty="0" smtClean="0"/>
              <a:t>Spacing:</a:t>
            </a:r>
            <a:r>
              <a:rPr lang="en-US" dirty="0" smtClean="0"/>
              <a:t> space between letters and words</a:t>
            </a:r>
          </a:p>
          <a:p>
            <a:r>
              <a:rPr lang="en-US" b="1" dirty="0" smtClean="0"/>
              <a:t>Slope: </a:t>
            </a:r>
            <a:r>
              <a:rPr lang="en-US" dirty="0" smtClean="0"/>
              <a:t>letters and words are straight or slanted either left or right</a:t>
            </a:r>
          </a:p>
          <a:p>
            <a:r>
              <a:rPr lang="en-US" b="1" dirty="0" smtClean="0"/>
              <a:t>Pressure: </a:t>
            </a:r>
            <a:r>
              <a:rPr lang="en-US" dirty="0" smtClean="0"/>
              <a:t>writing is light, implying little pressure was used, or vice versa</a:t>
            </a:r>
            <a:endParaRPr lang="en-US" b="1" dirty="0" smtClean="0"/>
          </a:p>
          <a:p>
            <a:r>
              <a:rPr lang="en-US" b="1" dirty="0" smtClean="0"/>
              <a:t>Capitalization: </a:t>
            </a:r>
            <a:r>
              <a:rPr lang="en-US" dirty="0" smtClean="0"/>
              <a:t>capitalization is used appropriately or not</a:t>
            </a:r>
          </a:p>
          <a:p>
            <a:r>
              <a:rPr lang="en-US" b="1" dirty="0" smtClean="0"/>
              <a:t>Punctuation: </a:t>
            </a:r>
            <a:r>
              <a:rPr lang="en-US" dirty="0" smtClean="0"/>
              <a:t>punctuation is used appropriately or not</a:t>
            </a:r>
          </a:p>
          <a:p>
            <a:r>
              <a:rPr lang="en-US" b="1" dirty="0" smtClean="0"/>
              <a:t>Embellishments: </a:t>
            </a:r>
            <a:r>
              <a:rPr lang="en-US" dirty="0" smtClean="0"/>
              <a:t>letters incorporate fancy symbols or pictures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3055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162</TotalTime>
  <Words>271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Century Gothic</vt:lpstr>
      <vt:lpstr>Wingdings 3</vt:lpstr>
      <vt:lpstr>Arial</vt:lpstr>
      <vt:lpstr>Ion</vt:lpstr>
      <vt:lpstr>Handwriting Analysis</vt:lpstr>
      <vt:lpstr>HANDWRITING ANALYSIS</vt:lpstr>
      <vt:lpstr>HANDWRITING ANALYSIS</vt:lpstr>
      <vt:lpstr>HANDWRITING ANALYSIS</vt:lpstr>
      <vt:lpstr>HANDWRITING ANALYSIS</vt:lpstr>
      <vt:lpstr>HANDWRITING CHARACTERISTICS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Forensic Evidence</dc:title>
  <dc:creator>Nandi Devan</dc:creator>
  <cp:lastModifiedBy>Mm Nandi Devan</cp:lastModifiedBy>
  <cp:revision>46</cp:revision>
  <dcterms:created xsi:type="dcterms:W3CDTF">2017-11-08T03:21:56Z</dcterms:created>
  <dcterms:modified xsi:type="dcterms:W3CDTF">2018-01-04T20:44:24Z</dcterms:modified>
</cp:coreProperties>
</file>