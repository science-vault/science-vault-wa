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1" r:id="rId3"/>
    <p:sldId id="263" r:id="rId4"/>
    <p:sldId id="258" r:id="rId5"/>
    <p:sldId id="264" r:id="rId6"/>
    <p:sldId id="267" r:id="rId7"/>
    <p:sldId id="259" r:id="rId8"/>
    <p:sldId id="262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E00"/>
    <a:srgbClr val="DE7400"/>
    <a:srgbClr val="4E863A"/>
    <a:srgbClr val="6BA4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0"/>
  </p:normalViewPr>
  <p:slideViewPr>
    <p:cSldViewPr>
      <p:cViewPr varScale="1">
        <p:scale>
          <a:sx n="112" d="100"/>
          <a:sy n="112" d="100"/>
        </p:scale>
        <p:origin x="16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6" d="100"/>
          <a:sy n="56" d="100"/>
        </p:scale>
        <p:origin x="-287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990B0-5BEE-466B-853C-9608DB6BC8FB}" type="datetimeFigureOut">
              <a:rPr lang="en-US" smtClean="0"/>
              <a:t>8/15/19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88CF-D49B-46CE-9D2C-173C289C5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29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B8DFF-3B96-41A0-9B28-6E55A2E48E01}" type="datetimeFigureOut">
              <a:rPr lang="en-US" smtClean="0"/>
              <a:t>8/15/19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AC6CA-E053-4EC7-B801-A64BBB984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7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5600" y="4495800"/>
            <a:ext cx="5867400" cy="762000"/>
          </a:xfrm>
        </p:spPr>
        <p:txBody>
          <a:bodyPr>
            <a:noAutofit/>
          </a:bodyPr>
          <a:lstStyle>
            <a:lvl1pPr algn="ctr">
              <a:defRPr sz="4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Your Master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000" y="5257800"/>
            <a:ext cx="4827608" cy="381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130"/>
            <a:ext cx="8229600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443835"/>
            <a:ext cx="8229600" cy="526176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48130"/>
            <a:ext cx="8229600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48965" y="1443835"/>
            <a:ext cx="8229600" cy="526176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900" y="4949825"/>
            <a:ext cx="6400800" cy="688975"/>
          </a:xfrm>
        </p:spPr>
        <p:txBody>
          <a:bodyPr anchor="t"/>
          <a:lstStyle>
            <a:lvl1pPr algn="ctr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8900" y="4495800"/>
            <a:ext cx="6400800" cy="444500"/>
          </a:xfrm>
        </p:spPr>
        <p:txBody>
          <a:bodyPr anchor="b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130"/>
            <a:ext cx="8229600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91355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21217"/>
            <a:ext cx="4040188" cy="379858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91355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21217"/>
            <a:ext cx="4041775" cy="379858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Microsoft New Tai Lue" pitchFamily="34" charset="0"/>
          <a:ea typeface="Microsoft Himalaya" pitchFamily="2" charset="0"/>
          <a:cs typeface="Microsoft New Tai Lue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Microsoft New Tai Lue" pitchFamily="34" charset="0"/>
          <a:ea typeface="+mn-ea"/>
          <a:cs typeface="Microsoft New Tai Lue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bg1"/>
          </a:solidFill>
          <a:latin typeface="Microsoft New Tai Lue" pitchFamily="34" charset="0"/>
          <a:ea typeface="+mn-ea"/>
          <a:cs typeface="Microsoft New Tai Lue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Microsoft New Tai Lue" pitchFamily="34" charset="0"/>
          <a:ea typeface="+mn-ea"/>
          <a:cs typeface="Microsoft New Tai Lue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Microsoft New Tai Lue" pitchFamily="34" charset="0"/>
          <a:ea typeface="+mn-ea"/>
          <a:cs typeface="Microsoft New Tai Lue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bg1"/>
          </a:solidFill>
          <a:latin typeface="Microsoft New Tai Lue" pitchFamily="34" charset="0"/>
          <a:ea typeface="+mn-ea"/>
          <a:cs typeface="Microsoft New Tai Lue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hyperlink" Target="https://youtu.be/2396CpLCoaU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ppttemplate.net/?utm_source=ppt&amp;utm_medium=logo&amp;utm_term=ppt&amp;utm_content=NNNN&amp;utm_campaign=ppt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ppttemplate.net/?utm_source=ppt&amp;utm_medium=logo&amp;utm_term=ppt&amp;utm_content=NNNN&amp;utm_campaign=pp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ppttemplate.net/?utm_source=ppt&amp;utm_medium=logo&amp;utm_term=ppt&amp;utm_content=NNNN&amp;utm_campaign=pp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4800600"/>
            <a:ext cx="5867400" cy="762000"/>
          </a:xfrm>
        </p:spPr>
        <p:txBody>
          <a:bodyPr/>
          <a:lstStyle/>
          <a:p>
            <a:r>
              <a:rPr lang="en-US" dirty="0"/>
              <a:t>Fingerprints in Forensics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34BEE097-E37D-1D47-BD29-B929BB99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209800"/>
            <a:ext cx="4583881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2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 leave fingerprints on anything we touch with a bit of pressure.</a:t>
            </a:r>
          </a:p>
          <a:p>
            <a:pPr>
              <a:lnSpc>
                <a:spcPct val="150000"/>
              </a:lnSpc>
            </a:pPr>
            <a:r>
              <a:rPr lang="en-US" dirty="0"/>
              <a:t>Formed and are visible by week 20 of pregnancy and last a lifetime, even with cuts and burns.</a:t>
            </a:r>
          </a:p>
          <a:p>
            <a:pPr>
              <a:lnSpc>
                <a:spcPct val="150000"/>
              </a:lnSpc>
            </a:pPr>
            <a:r>
              <a:rPr lang="en-US" dirty="0"/>
              <a:t>Can be defined as either “Patent” or “Latent”.</a:t>
            </a:r>
          </a:p>
          <a:p>
            <a:pPr>
              <a:lnSpc>
                <a:spcPct val="150000"/>
              </a:lnSpc>
            </a:pPr>
            <a:r>
              <a:rPr lang="en-US" dirty="0"/>
              <a:t>Used in Law Enforcement, Security Measures, Immigration and identifying remains.</a:t>
            </a:r>
          </a:p>
        </p:txBody>
      </p:sp>
    </p:spTree>
    <p:extLst>
      <p:ext uri="{BB962C8B-B14F-4D97-AF65-F5344CB8AC3E}">
        <p14:creationId xmlns:p14="http://schemas.microsoft.com/office/powerpoint/2010/main" val="411876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Fingerprints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56442" y="1295400"/>
            <a:ext cx="7625558" cy="129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Fingerprints have very detailed characteristics. </a:t>
            </a:r>
          </a:p>
          <a:p>
            <a:pPr>
              <a:lnSpc>
                <a:spcPct val="150000"/>
              </a:lnSpc>
            </a:pPr>
            <a:r>
              <a:rPr lang="en-US" dirty="0"/>
              <a:t>Can be summarised into three main types:</a:t>
            </a:r>
          </a:p>
        </p:txBody>
      </p:sp>
      <p:pic>
        <p:nvPicPr>
          <p:cNvPr id="9" name="Picture 2" descr="E:\cloud\drive\websites\ppttemplate\ppt\logo-ppttemplate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2073"/>
            <a:ext cx="1167819" cy="25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380091"/>
              </p:ext>
            </p:extLst>
          </p:nvPr>
        </p:nvGraphicFramePr>
        <p:xfrm>
          <a:off x="1828800" y="2590800"/>
          <a:ext cx="5562599" cy="24360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09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AU" sz="1200" dirty="0">
                        <a:effectLst/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AU" sz="1200" dirty="0">
                        <a:effectLst/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AU" sz="1200" dirty="0">
                        <a:effectLst/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>
                          <a:effectLst/>
                        </a:rPr>
                        <a:t>Loops</a:t>
                      </a:r>
                      <a:endParaRPr lang="en-AU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>
                          <a:solidFill>
                            <a:schemeClr val="bg1"/>
                          </a:solidFill>
                          <a:effectLst/>
                        </a:rPr>
                        <a:t>Arches</a:t>
                      </a:r>
                      <a:endParaRPr lang="en-A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>
                          <a:solidFill>
                            <a:schemeClr val="bg1"/>
                          </a:solidFill>
                          <a:effectLst/>
                        </a:rPr>
                        <a:t>Whorls</a:t>
                      </a:r>
                      <a:endParaRPr lang="en-A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057400" y="2777592"/>
            <a:ext cx="5181600" cy="1752600"/>
            <a:chOff x="2057400" y="2209799"/>
            <a:chExt cx="5181600" cy="1607186"/>
          </a:xfrm>
        </p:grpSpPr>
        <p:pic>
          <p:nvPicPr>
            <p:cNvPr id="14" name="Picture 13" descr="\\E4182S01sv001.orange.schools.internal\fsE4182S01-StaffFolders$\E4095257\Desktop\Loop.png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2209800"/>
              <a:ext cx="1438275" cy="1607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 descr="\\E4182S01sv001.orange.schools.internal\fsE4182S01-StaffFolders$\E4095257\Desktop\PlainArch.pn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2209800"/>
              <a:ext cx="1524000" cy="1607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15" descr="\\E4182S01sv001.orange.schools.internal\fsE4182S01-StaffFolders$\E4095257\Desktop\Whorl.png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209799"/>
              <a:ext cx="1524000" cy="16071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Content Placeholder 5"/>
          <p:cNvSpPr>
            <a:spLocks noGrp="1"/>
          </p:cNvSpPr>
          <p:nvPr>
            <p:ph sz="half" idx="2"/>
          </p:nvPr>
        </p:nvSpPr>
        <p:spPr>
          <a:xfrm>
            <a:off x="762000" y="5105400"/>
            <a:ext cx="8001000" cy="1143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Highly detailed means many variations and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Fingerprints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56442" y="1295400"/>
            <a:ext cx="7625558" cy="12954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What pattern is your fingerprint?</a:t>
            </a:r>
          </a:p>
        </p:txBody>
      </p:sp>
      <p:pic>
        <p:nvPicPr>
          <p:cNvPr id="9" name="Picture 2" descr="E:\cloud\drive\websites\ppttemplate\ppt\logo-ppttemplate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2073"/>
            <a:ext cx="1167819" cy="25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6188E1-F33C-074B-BD65-D9F21E643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49" y="2051051"/>
            <a:ext cx="66802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6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Fingerprints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56442" y="1295400"/>
            <a:ext cx="7625558" cy="12954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What pattern is your fingerprint?</a:t>
            </a:r>
          </a:p>
        </p:txBody>
      </p:sp>
      <p:pic>
        <p:nvPicPr>
          <p:cNvPr id="9" name="Picture 2" descr="E:\cloud\drive\websites\ppttemplate\ppt\logo-ppttemplate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2073"/>
            <a:ext cx="1167819" cy="25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87345F2-4072-EE43-A958-A69591514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2895601"/>
            <a:ext cx="9144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0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</a:t>
            </a:r>
            <a:r>
              <a:rPr lang="en-US" dirty="0" err="1"/>
              <a:t>vs</a:t>
            </a:r>
            <a:r>
              <a:rPr lang="en-US" dirty="0"/>
              <a:t> Patent Prints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Can be classed as either “Patent” or “Latent”</a:t>
            </a:r>
          </a:p>
          <a:p>
            <a:pPr>
              <a:lnSpc>
                <a:spcPct val="150000"/>
              </a:lnSpc>
            </a:pPr>
            <a:r>
              <a:rPr lang="en-US" dirty="0"/>
              <a:t>Patent are visible and formed by grease, blood dirt or paint.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Analysing</a:t>
            </a:r>
            <a:r>
              <a:rPr lang="en-US" dirty="0"/>
              <a:t> these two types will need different methods.</a:t>
            </a:r>
          </a:p>
          <a:p>
            <a:pPr>
              <a:lnSpc>
                <a:spcPct val="150000"/>
              </a:lnSpc>
            </a:pPr>
            <a:r>
              <a:rPr lang="en-US" dirty="0"/>
              <a:t>Different surfaces will also need different analysis techniques.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 Latent &amp; Patent Fingerprints</a:t>
            </a:r>
          </a:p>
        </p:txBody>
      </p:sp>
      <p:pic>
        <p:nvPicPr>
          <p:cNvPr id="3074" name="Picture 2" descr="\\E4182S01sv001.orange.schools.internal\fsE4182S01-StaffFolders$\E4095257\Desktop\downlo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192405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\\E4182S01sv001.orange.schools.internal\fsE4182S01-StaffFolders$\E4095257\Desktop\downloa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309382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\\E4182S01sv001.orange.schools.internal\fsE4182S01-StaffFolders$\E4095257\Desktop\Blood print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56209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\\E4182S01sv001.orange.schools.internal\fsE4182S01-StaffFolders$\E4095257\Desktop\dirty-ipad-e131336532074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80044"/>
            <a:ext cx="3486708" cy="232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\\E4182S01sv001.orange.schools.internal\fsE4182S01-StaffFolders$\E4095257\Desktop\downloa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7361"/>
            <a:ext cx="2600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75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Fingerprint Evidence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0591D03-218D-FC4A-8615-DD8565E43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5" y="1443835"/>
            <a:ext cx="8229600" cy="526176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Ink Pad</a:t>
            </a:r>
          </a:p>
          <a:p>
            <a:pPr>
              <a:lnSpc>
                <a:spcPct val="150000"/>
              </a:lnSpc>
            </a:pPr>
            <a:r>
              <a:rPr lang="en-US" dirty="0"/>
              <a:t>Dusting</a:t>
            </a:r>
          </a:p>
          <a:p>
            <a:pPr>
              <a:lnSpc>
                <a:spcPct val="150000"/>
              </a:lnSpc>
            </a:pPr>
            <a:r>
              <a:rPr lang="en-US" dirty="0"/>
              <a:t>Lifting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Cryoacrylate</a:t>
            </a:r>
            <a:r>
              <a:rPr lang="en-US" dirty="0"/>
              <a:t> Fuming (superglue)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*Superglue Demo*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*4s Lab Activity – Ten Card and Dusting/Lifting *</a:t>
            </a:r>
          </a:p>
        </p:txBody>
      </p:sp>
    </p:spTree>
    <p:extLst>
      <p:ext uri="{BB962C8B-B14F-4D97-AF65-F5344CB8AC3E}">
        <p14:creationId xmlns:p14="http://schemas.microsoft.com/office/powerpoint/2010/main" val="2421824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Fingerprint Evidence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0591D03-218D-FC4A-8615-DD8565E43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5" y="1443835"/>
            <a:ext cx="8229600" cy="52617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Ink Pad</a:t>
            </a:r>
          </a:p>
          <a:p>
            <a:pPr>
              <a:lnSpc>
                <a:spcPct val="150000"/>
              </a:lnSpc>
            </a:pPr>
            <a:r>
              <a:rPr lang="en-US" dirty="0"/>
              <a:t>Dusting</a:t>
            </a:r>
          </a:p>
          <a:p>
            <a:pPr>
              <a:lnSpc>
                <a:spcPct val="150000"/>
              </a:lnSpc>
            </a:pPr>
            <a:r>
              <a:rPr lang="en-US" dirty="0"/>
              <a:t>Lifting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Cryoacrylate</a:t>
            </a:r>
            <a:r>
              <a:rPr lang="en-US" dirty="0"/>
              <a:t> Fuming (superglue)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*Lab Activity*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AF7258-DB2B-694D-9E23-FF7403FD2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71"/>
            <a:ext cx="9144000" cy="681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50113"/>
      </p:ext>
    </p:extLst>
  </p:cSld>
  <p:clrMapOvr>
    <a:masterClrMapping/>
  </p:clrMapOvr>
</p:sld>
</file>

<file path=ppt/theme/theme1.xml><?xml version="1.0" encoding="utf-8"?>
<a:theme xmlns:a="http://schemas.openxmlformats.org/drawingml/2006/main" name="20414-finger-print-circle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ppttemplate</Template>
  <TotalTime>0</TotalTime>
  <Words>205</Words>
  <Application>Microsoft Macintosh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Microsoft New Tai Lue</vt:lpstr>
      <vt:lpstr>20414-finger-print-circle-1</vt:lpstr>
      <vt:lpstr>Fingerprints in Forensics</vt:lpstr>
      <vt:lpstr>Introduction</vt:lpstr>
      <vt:lpstr>Introduction</vt:lpstr>
      <vt:lpstr>Types of Fingerprints</vt:lpstr>
      <vt:lpstr>Types of Fingerprints</vt:lpstr>
      <vt:lpstr>Types of Fingerprints</vt:lpstr>
      <vt:lpstr>Latent vs Patent Prints</vt:lpstr>
      <vt:lpstr>Classify Latent &amp; Patent Fingerprints</vt:lpstr>
      <vt:lpstr>Collecting Fingerprint Evidence</vt:lpstr>
      <vt:lpstr>Collecting Fingerprint Evidence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2015-06-03T18:36:45Z</dcterms:created>
  <dcterms:modified xsi:type="dcterms:W3CDTF">2019-08-15T12:04:31Z</dcterms:modified>
</cp:coreProperties>
</file>