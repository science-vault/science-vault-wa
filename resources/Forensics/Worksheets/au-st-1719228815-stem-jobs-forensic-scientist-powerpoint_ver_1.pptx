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6858000" cx="9144000"/>
  <p:notesSz cx="6858000" cy="9144000"/>
  <p:embeddedFontLst>
    <p:embeddedFont>
      <p:font typeface="Robo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guide id="3" pos="340">
          <p15:clr>
            <a:srgbClr val="A4A3A4"/>
          </p15:clr>
        </p15:guide>
        <p15:guide id="4" orient="horz" pos="3974">
          <p15:clr>
            <a:srgbClr val="A4A3A4"/>
          </p15:clr>
        </p15:guide>
        <p15:guide id="5" pos="5420">
          <p15:clr>
            <a:srgbClr val="A4A3A4"/>
          </p15:clr>
        </p15:guide>
        <p15:guide id="6" orient="horz" pos="346">
          <p15:clr>
            <a:srgbClr val="A4A3A4"/>
          </p15:clr>
        </p15:guide>
        <p15:guide id="7" pos="476">
          <p15:clr>
            <a:srgbClr val="A4A3A4"/>
          </p15:clr>
        </p15:guide>
        <p15:guide id="8" orient="horz" pos="482">
          <p15:clr>
            <a:srgbClr val="A4A3A4"/>
          </p15:clr>
        </p15:guide>
        <p15:guide id="9" orient="horz" pos="3838">
          <p15:clr>
            <a:srgbClr val="A4A3A4"/>
          </p15:clr>
        </p15:guide>
        <p15:guide id="10" pos="5284">
          <p15:clr>
            <a:srgbClr val="A4A3A4"/>
          </p15:clr>
        </p15:guide>
      </p15:sldGuideLst>
    </p:ext>
    <p:ext uri="GoogleSlidesCustomDataVersion2">
      <go:slidesCustomData xmlns:go="http://customooxmlschemas.google.com/" r:id="rId24" roundtripDataSignature="AMtx7mj1CCyXy+LLZBrhSmXkNJbkELpF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 pos="340"/>
        <p:guide pos="3974" orient="horz"/>
        <p:guide pos="5420"/>
        <p:guide pos="346" orient="horz"/>
        <p:guide pos="476"/>
        <p:guide pos="482" orient="horz"/>
        <p:guide pos="3838" orient="horz"/>
        <p:guide pos="5284"/>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11" Type="http://schemas.openxmlformats.org/officeDocument/2006/relationships/slide" Target="slides/slide5.xml"/><Relationship Id="rId22" Type="http://schemas.openxmlformats.org/officeDocument/2006/relationships/font" Target="fonts/Roboto-italic.fntdata"/><Relationship Id="rId10" Type="http://schemas.openxmlformats.org/officeDocument/2006/relationships/slide" Target="slides/slide4.xml"/><Relationship Id="rId21" Type="http://schemas.openxmlformats.org/officeDocument/2006/relationships/font" Target="fonts/Roboto-bold.fntdata"/><Relationship Id="rId13" Type="http://schemas.openxmlformats.org/officeDocument/2006/relationships/slide" Target="slides/slide7.xml"/><Relationship Id="rId24" Type="http://customschemas.google.com/relationships/presentationmetadata" Target="metadata"/><Relationship Id="rId12" Type="http://schemas.openxmlformats.org/officeDocument/2006/relationships/slide" Target="slides/slide6.xml"/><Relationship Id="rId23" Type="http://schemas.openxmlformats.org/officeDocument/2006/relationships/font" Target="fonts/Roboto-bold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hyperlink" Target="https://www.twinkl.co.uk/" TargetMode="Externa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hyperlink" Target="https://www.twinkl.co.uk/" TargetMode="Externa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15.png"/><Relationship Id="rId6" Type="http://schemas.openxmlformats.org/officeDocument/2006/relationships/image" Target="../media/image2.png"/><Relationship Id="rId7"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mailto:twinklcares@twinkl.co.uk" TargetMode="Externa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12" name="Shape 12"/>
        <p:cNvGrpSpPr/>
        <p:nvPr/>
      </p:nvGrpSpPr>
      <p:grpSpPr>
        <a:xfrm>
          <a:off x="0" y="0"/>
          <a:ext cx="0" cy="0"/>
          <a:chOff x="0" y="0"/>
          <a:chExt cx="0" cy="0"/>
        </a:xfrm>
      </p:grpSpPr>
      <p:sp>
        <p:nvSpPr>
          <p:cNvPr id="13" name="Google Shape;13;p15">
            <a:hlinkClick r:id="rId3"/>
          </p:cNvPr>
          <p:cNvSpPr/>
          <p:nvPr/>
        </p:nvSpPr>
        <p:spPr>
          <a:xfrm>
            <a:off x="4137660" y="3152488"/>
            <a:ext cx="868680" cy="5530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16"/>
          <p:cNvSpPr/>
          <p:nvPr/>
        </p:nvSpPr>
        <p:spPr>
          <a:xfrm>
            <a:off x="457198" y="438151"/>
            <a:ext cx="8220075" cy="5957887"/>
          </a:xfrm>
          <a:prstGeom prst="roundRect">
            <a:avLst>
              <a:gd fmla="val 2649" name="adj"/>
            </a:avLst>
          </a:prstGeom>
          <a:solidFill>
            <a:schemeClr val="lt1"/>
          </a:solidFill>
          <a:ln cap="rnd"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GB" sz="1350" u="none" cap="none" strike="noStrike">
                <a:solidFill>
                  <a:schemeClr val="lt1"/>
                </a:solidFill>
                <a:latin typeface="Arial"/>
                <a:ea typeface="Arial"/>
                <a:cs typeface="Arial"/>
                <a:sym typeface="Arial"/>
              </a:rPr>
              <a:t> </a:t>
            </a:r>
            <a:endParaRPr/>
          </a:p>
        </p:txBody>
      </p:sp>
      <p:sp>
        <p:nvSpPr>
          <p:cNvPr id="16" name="Google Shape;16;p16"/>
          <p:cNvSpPr/>
          <p:nvPr>
            <p:ph type="title"/>
          </p:nvPr>
        </p:nvSpPr>
        <p:spPr>
          <a:xfrm>
            <a:off x="457198" y="438151"/>
            <a:ext cx="8220075" cy="994306"/>
          </a:xfrm>
          <a:prstGeom prst="roundRect">
            <a:avLst>
              <a:gd fmla="val 9641" name="adj"/>
            </a:avLst>
          </a:prstGeom>
          <a:noFill/>
          <a:ln>
            <a:noFill/>
          </a:ln>
        </p:spPr>
        <p:txBody>
          <a:bodyPr anchorCtr="1" anchor="ctr" bIns="252000" lIns="252000" spcFirstLastPara="1" rIns="252000" wrap="square" tIns="252000">
            <a:noAutofit/>
          </a:bodyPr>
          <a:lstStyle>
            <a:lvl1pPr lvl="0" algn="l">
              <a:lnSpc>
                <a:spcPct val="90000"/>
              </a:lnSpc>
              <a:spcBef>
                <a:spcPts val="0"/>
              </a:spcBef>
              <a:spcAft>
                <a:spcPts val="0"/>
              </a:spcAft>
              <a:buClr>
                <a:srgbClr val="1C1C1C"/>
              </a:buClr>
              <a:buSzPts val="3600"/>
              <a:buFont typeface="Arial"/>
              <a:buNone/>
              <a:defRPr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p:cSld name="End Slide">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17">
            <a:hlinkClick r:id="rId3"/>
          </p:cNvPr>
          <p:cNvSpPr/>
          <p:nvPr/>
        </p:nvSpPr>
        <p:spPr>
          <a:xfrm>
            <a:off x="4137660" y="3152488"/>
            <a:ext cx="868680" cy="5530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ims Slide">
  <p:cSld name="Aims Slide">
    <p:bg>
      <p:bgPr>
        <a:blipFill>
          <a:blip r:embed="rId2">
            <a:alphaModFix/>
          </a:blip>
          <a:stretch>
            <a:fillRect/>
          </a:stretch>
        </a:blipFill>
      </p:bgPr>
    </p:bg>
    <p:spTree>
      <p:nvGrpSpPr>
        <p:cNvPr id="19" name="Shape 19"/>
        <p:cNvGrpSpPr/>
        <p:nvPr/>
      </p:nvGrpSpPr>
      <p:grpSpPr>
        <a:xfrm>
          <a:off x="0" y="0"/>
          <a:ext cx="0" cy="0"/>
          <a:chOff x="0" y="0"/>
          <a:chExt cx="0" cy="0"/>
        </a:xfrm>
      </p:grpSpPr>
      <p:sp>
        <p:nvSpPr>
          <p:cNvPr id="20" name="Google Shape;20;p18"/>
          <p:cNvSpPr/>
          <p:nvPr/>
        </p:nvSpPr>
        <p:spPr>
          <a:xfrm>
            <a:off x="503239" y="2930434"/>
            <a:ext cx="8137524" cy="3414803"/>
          </a:xfrm>
          <a:prstGeom prst="roundRect">
            <a:avLst>
              <a:gd fmla="val 6409" name="adj"/>
            </a:avLst>
          </a:prstGeom>
          <a:solidFill>
            <a:srgbClr val="FFF9E7"/>
          </a:solidFill>
          <a:ln cap="rnd" cmpd="sng" w="25400">
            <a:solidFill>
              <a:srgbClr val="FEFBD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350">
                <a:solidFill>
                  <a:schemeClr val="lt1"/>
                </a:solidFill>
                <a:latin typeface="Arial"/>
                <a:ea typeface="Arial"/>
                <a:cs typeface="Arial"/>
                <a:sym typeface="Arial"/>
              </a:rPr>
              <a:t> </a:t>
            </a:r>
            <a:endParaRPr/>
          </a:p>
        </p:txBody>
      </p:sp>
      <p:sp>
        <p:nvSpPr>
          <p:cNvPr id="21" name="Google Shape;21;p18"/>
          <p:cNvSpPr/>
          <p:nvPr/>
        </p:nvSpPr>
        <p:spPr>
          <a:xfrm>
            <a:off x="503239" y="512763"/>
            <a:ext cx="8137524" cy="2193019"/>
          </a:xfrm>
          <a:prstGeom prst="roundRect">
            <a:avLst>
              <a:gd fmla="val 6409" name="adj"/>
            </a:avLst>
          </a:prstGeom>
          <a:solidFill>
            <a:srgbClr val="FFF9E7"/>
          </a:solidFill>
          <a:ln cap="rnd" cmpd="sng" w="25400">
            <a:solidFill>
              <a:srgbClr val="FEFBD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350">
                <a:solidFill>
                  <a:schemeClr val="lt1"/>
                </a:solidFill>
                <a:latin typeface="Arial"/>
                <a:ea typeface="Arial"/>
                <a:cs typeface="Arial"/>
                <a:sym typeface="Arial"/>
              </a:rPr>
              <a:t> </a:t>
            </a:r>
            <a:endParaRPr/>
          </a:p>
        </p:txBody>
      </p:sp>
      <p:sp>
        <p:nvSpPr>
          <p:cNvPr id="22" name="Google Shape;22;p18"/>
          <p:cNvSpPr/>
          <p:nvPr>
            <p:ph idx="1" type="body"/>
          </p:nvPr>
        </p:nvSpPr>
        <p:spPr>
          <a:xfrm>
            <a:off x="755651" y="1037017"/>
            <a:ext cx="7632699" cy="1469216"/>
          </a:xfrm>
          <a:prstGeom prst="roundRect">
            <a:avLst>
              <a:gd fmla="val 2585" name="adj"/>
            </a:avLst>
          </a:prstGeom>
          <a:noFill/>
          <a:ln>
            <a:noFill/>
          </a:ln>
        </p:spPr>
        <p:txBody>
          <a:bodyPr anchorCtr="0" anchor="t" bIns="252000" lIns="252000" spcFirstLastPara="1" rIns="252000" wrap="square" tIns="252000">
            <a:spAutoFit/>
          </a:bodyPr>
          <a:lstStyle>
            <a:lvl1pPr indent="-342900" lvl="0" marL="457200" algn="l">
              <a:lnSpc>
                <a:spcPct val="90000"/>
              </a:lnSpc>
              <a:spcBef>
                <a:spcPts val="1000"/>
              </a:spcBef>
              <a:spcAft>
                <a:spcPts val="0"/>
              </a:spcAft>
              <a:buClr>
                <a:srgbClr val="1C1C1C"/>
              </a:buClr>
              <a:buSzPts val="1800"/>
              <a:buChar char="•"/>
              <a:defRPr/>
            </a:lvl1pPr>
            <a:lvl2pPr indent="-342900" lvl="1" marL="914400" algn="l">
              <a:lnSpc>
                <a:spcPct val="90000"/>
              </a:lnSpc>
              <a:spcBef>
                <a:spcPts val="500"/>
              </a:spcBef>
              <a:spcAft>
                <a:spcPts val="0"/>
              </a:spcAft>
              <a:buClr>
                <a:srgbClr val="1C1C1C"/>
              </a:buClr>
              <a:buSzPts val="1800"/>
              <a:buChar char="•"/>
              <a:defRPr/>
            </a:lvl2pPr>
            <a:lvl3pPr indent="-342900" lvl="2" marL="1371600" algn="l">
              <a:lnSpc>
                <a:spcPct val="90000"/>
              </a:lnSpc>
              <a:spcBef>
                <a:spcPts val="500"/>
              </a:spcBef>
              <a:spcAft>
                <a:spcPts val="0"/>
              </a:spcAft>
              <a:buClr>
                <a:srgbClr val="1C1C1C"/>
              </a:buClr>
              <a:buSzPts val="1800"/>
              <a:buChar char="•"/>
              <a:defRPr/>
            </a:lvl3pPr>
            <a:lvl4pPr indent="-342900" lvl="3" marL="1828800" algn="l">
              <a:lnSpc>
                <a:spcPct val="90000"/>
              </a:lnSpc>
              <a:spcBef>
                <a:spcPts val="500"/>
              </a:spcBef>
              <a:spcAft>
                <a:spcPts val="0"/>
              </a:spcAft>
              <a:buClr>
                <a:srgbClr val="1C1C1C"/>
              </a:buClr>
              <a:buSzPts val="1800"/>
              <a:buChar char="•"/>
              <a:defRPr/>
            </a:lvl4pPr>
            <a:lvl5pPr indent="-342900" lvl="4" marL="2286000" algn="l">
              <a:lnSpc>
                <a:spcPct val="90000"/>
              </a:lnSpc>
              <a:spcBef>
                <a:spcPts val="500"/>
              </a:spcBef>
              <a:spcAft>
                <a:spcPts val="0"/>
              </a:spcAft>
              <a:buClr>
                <a:srgbClr val="1C1C1C"/>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18"/>
          <p:cNvSpPr/>
          <p:nvPr>
            <p:ph idx="2" type="body"/>
          </p:nvPr>
        </p:nvSpPr>
        <p:spPr>
          <a:xfrm>
            <a:off x="755651" y="3445623"/>
            <a:ext cx="7632699" cy="1469216"/>
          </a:xfrm>
          <a:prstGeom prst="roundRect">
            <a:avLst>
              <a:gd fmla="val 2585" name="adj"/>
            </a:avLst>
          </a:prstGeom>
          <a:noFill/>
          <a:ln>
            <a:noFill/>
          </a:ln>
        </p:spPr>
        <p:txBody>
          <a:bodyPr anchorCtr="0" anchor="t" bIns="252000" lIns="252000" spcFirstLastPara="1" rIns="252000" wrap="square" tIns="252000">
            <a:spAutoFit/>
          </a:bodyPr>
          <a:lstStyle>
            <a:lvl1pPr indent="-342900" lvl="0" marL="457200" algn="l">
              <a:lnSpc>
                <a:spcPct val="90000"/>
              </a:lnSpc>
              <a:spcBef>
                <a:spcPts val="1000"/>
              </a:spcBef>
              <a:spcAft>
                <a:spcPts val="0"/>
              </a:spcAft>
              <a:buClr>
                <a:srgbClr val="1C1C1C"/>
              </a:buClr>
              <a:buSzPts val="1800"/>
              <a:buChar char="•"/>
              <a:defRPr/>
            </a:lvl1pPr>
            <a:lvl2pPr indent="-342900" lvl="1" marL="914400" algn="l">
              <a:lnSpc>
                <a:spcPct val="90000"/>
              </a:lnSpc>
              <a:spcBef>
                <a:spcPts val="500"/>
              </a:spcBef>
              <a:spcAft>
                <a:spcPts val="0"/>
              </a:spcAft>
              <a:buClr>
                <a:srgbClr val="1C1C1C"/>
              </a:buClr>
              <a:buSzPts val="1800"/>
              <a:buChar char="•"/>
              <a:defRPr/>
            </a:lvl2pPr>
            <a:lvl3pPr indent="-342900" lvl="2" marL="1371600" algn="l">
              <a:lnSpc>
                <a:spcPct val="90000"/>
              </a:lnSpc>
              <a:spcBef>
                <a:spcPts val="500"/>
              </a:spcBef>
              <a:spcAft>
                <a:spcPts val="0"/>
              </a:spcAft>
              <a:buClr>
                <a:srgbClr val="1C1C1C"/>
              </a:buClr>
              <a:buSzPts val="1800"/>
              <a:buChar char="•"/>
              <a:defRPr/>
            </a:lvl3pPr>
            <a:lvl4pPr indent="-342900" lvl="3" marL="1828800" algn="l">
              <a:lnSpc>
                <a:spcPct val="90000"/>
              </a:lnSpc>
              <a:spcBef>
                <a:spcPts val="500"/>
              </a:spcBef>
              <a:spcAft>
                <a:spcPts val="0"/>
              </a:spcAft>
              <a:buClr>
                <a:srgbClr val="1C1C1C"/>
              </a:buClr>
              <a:buSzPts val="1800"/>
              <a:buChar char="•"/>
              <a:defRPr/>
            </a:lvl4pPr>
            <a:lvl5pPr indent="-342900" lvl="4" marL="2286000" algn="l">
              <a:lnSpc>
                <a:spcPct val="90000"/>
              </a:lnSpc>
              <a:spcBef>
                <a:spcPts val="500"/>
              </a:spcBef>
              <a:spcAft>
                <a:spcPts val="0"/>
              </a:spcAft>
              <a:buClr>
                <a:srgbClr val="1C1C1C"/>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8"/>
          <p:cNvSpPr/>
          <p:nvPr>
            <p:ph idx="3" type="body"/>
          </p:nvPr>
        </p:nvSpPr>
        <p:spPr>
          <a:xfrm>
            <a:off x="755650" y="512763"/>
            <a:ext cx="7632700" cy="503237"/>
          </a:xfrm>
          <a:prstGeom prst="roundRect">
            <a:avLst>
              <a:gd fmla="val 2585" name="adj"/>
            </a:avLst>
          </a:prstGeom>
          <a:noFill/>
          <a:ln>
            <a:noFill/>
          </a:ln>
        </p:spPr>
        <p:txBody>
          <a:bodyPr anchorCtr="0" anchor="ctr" bIns="0" lIns="0" spcFirstLastPara="1" rIns="0" wrap="square" tIns="252000">
            <a:noAutofit/>
          </a:bodyPr>
          <a:lstStyle>
            <a:lvl1pPr indent="-228600" lvl="0" marL="457200" algn="ctr">
              <a:lnSpc>
                <a:spcPct val="90000"/>
              </a:lnSpc>
              <a:spcBef>
                <a:spcPts val="1000"/>
              </a:spcBef>
              <a:spcAft>
                <a:spcPts val="0"/>
              </a:spcAft>
              <a:buClr>
                <a:srgbClr val="1C1C1C"/>
              </a:buClr>
              <a:buSzPts val="3600"/>
              <a:buNone/>
              <a:defRPr b="1" sz="3600"/>
            </a:lvl1pPr>
            <a:lvl2pPr indent="-342900" lvl="1" marL="914400" algn="l">
              <a:lnSpc>
                <a:spcPct val="90000"/>
              </a:lnSpc>
              <a:spcBef>
                <a:spcPts val="500"/>
              </a:spcBef>
              <a:spcAft>
                <a:spcPts val="0"/>
              </a:spcAft>
              <a:buClr>
                <a:srgbClr val="1C1C1C"/>
              </a:buClr>
              <a:buSzPts val="1800"/>
              <a:buChar char="•"/>
              <a:defRPr/>
            </a:lvl2pPr>
            <a:lvl3pPr indent="-342900" lvl="2" marL="1371600" algn="l">
              <a:lnSpc>
                <a:spcPct val="90000"/>
              </a:lnSpc>
              <a:spcBef>
                <a:spcPts val="500"/>
              </a:spcBef>
              <a:spcAft>
                <a:spcPts val="0"/>
              </a:spcAft>
              <a:buClr>
                <a:srgbClr val="1C1C1C"/>
              </a:buClr>
              <a:buSzPts val="1800"/>
              <a:buChar char="•"/>
              <a:defRPr/>
            </a:lvl3pPr>
            <a:lvl4pPr indent="-342900" lvl="3" marL="1828800" algn="l">
              <a:lnSpc>
                <a:spcPct val="90000"/>
              </a:lnSpc>
              <a:spcBef>
                <a:spcPts val="500"/>
              </a:spcBef>
              <a:spcAft>
                <a:spcPts val="0"/>
              </a:spcAft>
              <a:buClr>
                <a:srgbClr val="1C1C1C"/>
              </a:buClr>
              <a:buSzPts val="1800"/>
              <a:buChar char="•"/>
              <a:defRPr/>
            </a:lvl4pPr>
            <a:lvl5pPr indent="-342900" lvl="4" marL="2286000" algn="l">
              <a:lnSpc>
                <a:spcPct val="90000"/>
              </a:lnSpc>
              <a:spcBef>
                <a:spcPts val="500"/>
              </a:spcBef>
              <a:spcAft>
                <a:spcPts val="0"/>
              </a:spcAft>
              <a:buClr>
                <a:srgbClr val="1C1C1C"/>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18"/>
          <p:cNvSpPr/>
          <p:nvPr>
            <p:ph idx="4" type="body"/>
          </p:nvPr>
        </p:nvSpPr>
        <p:spPr>
          <a:xfrm>
            <a:off x="755649" y="2930434"/>
            <a:ext cx="7632700" cy="503237"/>
          </a:xfrm>
          <a:prstGeom prst="roundRect">
            <a:avLst>
              <a:gd fmla="val 2585" name="adj"/>
            </a:avLst>
          </a:prstGeom>
          <a:noFill/>
          <a:ln>
            <a:noFill/>
          </a:ln>
        </p:spPr>
        <p:txBody>
          <a:bodyPr anchorCtr="0" anchor="ctr" bIns="0" lIns="0" spcFirstLastPara="1" rIns="0" wrap="square" tIns="252000">
            <a:noAutofit/>
          </a:bodyPr>
          <a:lstStyle>
            <a:lvl1pPr indent="-228600" lvl="0" marL="457200" algn="ctr">
              <a:lnSpc>
                <a:spcPct val="90000"/>
              </a:lnSpc>
              <a:spcBef>
                <a:spcPts val="1000"/>
              </a:spcBef>
              <a:spcAft>
                <a:spcPts val="0"/>
              </a:spcAft>
              <a:buClr>
                <a:srgbClr val="1C1C1C"/>
              </a:buClr>
              <a:buSzPts val="3600"/>
              <a:buNone/>
              <a:defRPr b="1" sz="3600"/>
            </a:lvl1pPr>
            <a:lvl2pPr indent="-342900" lvl="1" marL="914400" algn="l">
              <a:lnSpc>
                <a:spcPct val="90000"/>
              </a:lnSpc>
              <a:spcBef>
                <a:spcPts val="500"/>
              </a:spcBef>
              <a:spcAft>
                <a:spcPts val="0"/>
              </a:spcAft>
              <a:buClr>
                <a:srgbClr val="1C1C1C"/>
              </a:buClr>
              <a:buSzPts val="1800"/>
              <a:buChar char="•"/>
              <a:defRPr/>
            </a:lvl2pPr>
            <a:lvl3pPr indent="-342900" lvl="2" marL="1371600" algn="l">
              <a:lnSpc>
                <a:spcPct val="90000"/>
              </a:lnSpc>
              <a:spcBef>
                <a:spcPts val="500"/>
              </a:spcBef>
              <a:spcAft>
                <a:spcPts val="0"/>
              </a:spcAft>
              <a:buClr>
                <a:srgbClr val="1C1C1C"/>
              </a:buClr>
              <a:buSzPts val="1800"/>
              <a:buChar char="•"/>
              <a:defRPr/>
            </a:lvl3pPr>
            <a:lvl4pPr indent="-342900" lvl="3" marL="1828800" algn="l">
              <a:lnSpc>
                <a:spcPct val="90000"/>
              </a:lnSpc>
              <a:spcBef>
                <a:spcPts val="500"/>
              </a:spcBef>
              <a:spcAft>
                <a:spcPts val="0"/>
              </a:spcAft>
              <a:buClr>
                <a:srgbClr val="1C1C1C"/>
              </a:buClr>
              <a:buSzPts val="1800"/>
              <a:buChar char="•"/>
              <a:defRPr/>
            </a:lvl4pPr>
            <a:lvl5pPr indent="-342900" lvl="4" marL="2286000" algn="l">
              <a:lnSpc>
                <a:spcPct val="90000"/>
              </a:lnSpc>
              <a:spcBef>
                <a:spcPts val="500"/>
              </a:spcBef>
              <a:spcAft>
                <a:spcPts val="0"/>
              </a:spcAft>
              <a:buClr>
                <a:srgbClr val="1C1C1C"/>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640">
          <p15:clr>
            <a:srgbClr val="F26B43"/>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o/Video Disclaimer">
  <p:cSld name="Audio/Video Disclaimer">
    <p:spTree>
      <p:nvGrpSpPr>
        <p:cNvPr id="27" name="Shape 27"/>
        <p:cNvGrpSpPr/>
        <p:nvPr/>
      </p:nvGrpSpPr>
      <p:grpSpPr>
        <a:xfrm>
          <a:off x="0" y="0"/>
          <a:ext cx="0" cy="0"/>
          <a:chOff x="0" y="0"/>
          <a:chExt cx="0" cy="0"/>
        </a:xfrm>
      </p:grpSpPr>
      <p:sp>
        <p:nvSpPr>
          <p:cNvPr id="28" name="Google Shape;28;p20"/>
          <p:cNvSpPr/>
          <p:nvPr/>
        </p:nvSpPr>
        <p:spPr>
          <a:xfrm>
            <a:off x="457198" y="438151"/>
            <a:ext cx="8220075" cy="5957887"/>
          </a:xfrm>
          <a:prstGeom prst="roundRect">
            <a:avLst>
              <a:gd fmla="val 2649" name="adj"/>
            </a:avLst>
          </a:prstGeom>
          <a:solidFill>
            <a:schemeClr val="lt1"/>
          </a:solidFill>
          <a:ln cap="rnd"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350">
                <a:solidFill>
                  <a:schemeClr val="lt1"/>
                </a:solidFill>
                <a:latin typeface="Arial"/>
                <a:ea typeface="Arial"/>
                <a:cs typeface="Arial"/>
                <a:sym typeface="Arial"/>
              </a:rPr>
              <a:t> </a:t>
            </a:r>
            <a:endParaRPr/>
          </a:p>
        </p:txBody>
      </p:sp>
      <p:sp>
        <p:nvSpPr>
          <p:cNvPr id="29" name="Google Shape;29;p20"/>
          <p:cNvSpPr/>
          <p:nvPr/>
        </p:nvSpPr>
        <p:spPr>
          <a:xfrm>
            <a:off x="755650" y="2209045"/>
            <a:ext cx="2382662" cy="3604671"/>
          </a:xfrm>
          <a:prstGeom prst="rect">
            <a:avLst/>
          </a:prstGeom>
          <a:solidFill>
            <a:srgbClr val="ACDD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
              <a:solidFill>
                <a:schemeClr val="lt1"/>
              </a:solidFill>
              <a:latin typeface="Calibri"/>
              <a:ea typeface="Calibri"/>
              <a:cs typeface="Calibri"/>
              <a:sym typeface="Calibri"/>
            </a:endParaRPr>
          </a:p>
        </p:txBody>
      </p:sp>
      <p:sp>
        <p:nvSpPr>
          <p:cNvPr id="30" name="Google Shape;30;p20"/>
          <p:cNvSpPr/>
          <p:nvPr/>
        </p:nvSpPr>
        <p:spPr>
          <a:xfrm>
            <a:off x="3380669" y="2209045"/>
            <a:ext cx="2382662" cy="3604671"/>
          </a:xfrm>
          <a:prstGeom prst="rect">
            <a:avLst/>
          </a:prstGeom>
          <a:solidFill>
            <a:srgbClr val="ACDD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
              <a:solidFill>
                <a:schemeClr val="lt1"/>
              </a:solidFill>
              <a:latin typeface="Calibri"/>
              <a:ea typeface="Calibri"/>
              <a:cs typeface="Calibri"/>
              <a:sym typeface="Calibri"/>
            </a:endParaRPr>
          </a:p>
        </p:txBody>
      </p:sp>
      <p:sp>
        <p:nvSpPr>
          <p:cNvPr id="31" name="Google Shape;31;p20"/>
          <p:cNvSpPr/>
          <p:nvPr/>
        </p:nvSpPr>
        <p:spPr>
          <a:xfrm>
            <a:off x="6005688" y="2209045"/>
            <a:ext cx="2382662" cy="3604671"/>
          </a:xfrm>
          <a:prstGeom prst="rect">
            <a:avLst/>
          </a:prstGeom>
          <a:solidFill>
            <a:srgbClr val="ACDD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
              <a:solidFill>
                <a:schemeClr val="lt1"/>
              </a:solidFill>
              <a:latin typeface="Calibri"/>
              <a:ea typeface="Calibri"/>
              <a:cs typeface="Calibri"/>
              <a:sym typeface="Calibri"/>
            </a:endParaRPr>
          </a:p>
        </p:txBody>
      </p:sp>
      <p:pic>
        <p:nvPicPr>
          <p:cNvPr id="32" name="Google Shape;32;p20"/>
          <p:cNvPicPr preferRelativeResize="0"/>
          <p:nvPr/>
        </p:nvPicPr>
        <p:blipFill rotWithShape="1">
          <a:blip r:embed="rId2">
            <a:alphaModFix/>
          </a:blip>
          <a:srcRect b="54654" l="14310" r="58227" t="18852"/>
          <a:stretch/>
        </p:blipFill>
        <p:spPr>
          <a:xfrm>
            <a:off x="1088144" y="2435955"/>
            <a:ext cx="1717675" cy="1150938"/>
          </a:xfrm>
          <a:prstGeom prst="rect">
            <a:avLst/>
          </a:prstGeom>
          <a:noFill/>
          <a:ln cap="flat" cmpd="sng" w="12700">
            <a:solidFill>
              <a:srgbClr val="E34192"/>
            </a:solidFill>
            <a:prstDash val="solid"/>
            <a:miter lim="800000"/>
            <a:headEnd len="sm" w="sm" type="none"/>
            <a:tailEnd len="sm" w="sm" type="none"/>
          </a:ln>
        </p:spPr>
      </p:pic>
      <p:pic>
        <p:nvPicPr>
          <p:cNvPr id="33" name="Google Shape;33;p20"/>
          <p:cNvPicPr preferRelativeResize="0"/>
          <p:nvPr/>
        </p:nvPicPr>
        <p:blipFill rotWithShape="1">
          <a:blip r:embed="rId3">
            <a:alphaModFix/>
          </a:blip>
          <a:srcRect b="11296" l="15066" r="44785" t="26003"/>
          <a:stretch/>
        </p:blipFill>
        <p:spPr>
          <a:xfrm>
            <a:off x="1088144" y="3771617"/>
            <a:ext cx="1717675" cy="1857375"/>
          </a:xfrm>
          <a:prstGeom prst="rect">
            <a:avLst/>
          </a:prstGeom>
          <a:noFill/>
          <a:ln cap="flat" cmpd="sng" w="12700">
            <a:solidFill>
              <a:srgbClr val="E34192"/>
            </a:solidFill>
            <a:prstDash val="solid"/>
            <a:miter lim="800000"/>
            <a:headEnd len="sm" w="sm" type="none"/>
            <a:tailEnd len="sm" w="sm" type="none"/>
          </a:ln>
        </p:spPr>
      </p:pic>
      <p:sp>
        <p:nvSpPr>
          <p:cNvPr id="34" name="Google Shape;34;p20"/>
          <p:cNvSpPr/>
          <p:nvPr/>
        </p:nvSpPr>
        <p:spPr>
          <a:xfrm>
            <a:off x="457200" y="6283683"/>
            <a:ext cx="8220075" cy="715963"/>
          </a:xfrm>
          <a:prstGeom prst="roundRect">
            <a:avLst>
              <a:gd fmla="val 9639" name="adj"/>
            </a:avLst>
          </a:prstGeom>
          <a:noFill/>
          <a:ln>
            <a:noFill/>
          </a:ln>
        </p:spPr>
        <p:txBody>
          <a:bodyPr anchorCtr="1" anchor="ctr" bIns="252000" lIns="252000" spcFirstLastPara="1" rIns="252000" wrap="square" tIns="252000">
            <a:noAutofit/>
          </a:bodyPr>
          <a:lstStyle/>
          <a:p>
            <a:pPr indent="0" lvl="0" marL="0" marR="0" rtl="0" algn="ctr">
              <a:lnSpc>
                <a:spcPct val="90000"/>
              </a:lnSpc>
              <a:spcBef>
                <a:spcPts val="0"/>
              </a:spcBef>
              <a:spcAft>
                <a:spcPts val="0"/>
              </a:spcAft>
              <a:buNone/>
            </a:pPr>
            <a:r>
              <a:rPr lang="en-GB" sz="1000">
                <a:solidFill>
                  <a:schemeClr val="lt1"/>
                </a:solidFill>
                <a:latin typeface="Roboto"/>
                <a:ea typeface="Roboto"/>
                <a:cs typeface="Roboto"/>
                <a:sym typeface="Roboto"/>
              </a:rPr>
              <a:t>You may wish to delete this slide before beginning the presentation.</a:t>
            </a:r>
            <a:endParaRPr/>
          </a:p>
        </p:txBody>
      </p:sp>
      <p:sp>
        <p:nvSpPr>
          <p:cNvPr id="35" name="Google Shape;35;p20"/>
          <p:cNvSpPr/>
          <p:nvPr/>
        </p:nvSpPr>
        <p:spPr>
          <a:xfrm>
            <a:off x="450762" y="5938338"/>
            <a:ext cx="8226000" cy="295275"/>
          </a:xfrm>
          <a:prstGeom prst="rect">
            <a:avLst/>
          </a:prstGeom>
          <a:solidFill>
            <a:srgbClr val="E34192"/>
          </a:solidFill>
          <a:ln cap="flat" cmpd="sng" w="12700">
            <a:solidFill>
              <a:srgbClr val="E3419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100">
                <a:solidFill>
                  <a:schemeClr val="lt1"/>
                </a:solidFill>
                <a:latin typeface="Roboto"/>
                <a:ea typeface="Roboto"/>
                <a:cs typeface="Roboto"/>
                <a:sym typeface="Roboto"/>
              </a:rPr>
              <a:t>Please note the embedded audio may not be compatible with earlier versions of PowerPoint. </a:t>
            </a:r>
            <a:endParaRPr/>
          </a:p>
        </p:txBody>
      </p:sp>
      <p:grpSp>
        <p:nvGrpSpPr>
          <p:cNvPr id="36" name="Google Shape;36;p20"/>
          <p:cNvGrpSpPr/>
          <p:nvPr/>
        </p:nvGrpSpPr>
        <p:grpSpPr>
          <a:xfrm>
            <a:off x="653175" y="1186618"/>
            <a:ext cx="2485137" cy="4640495"/>
            <a:chOff x="653175" y="1293580"/>
            <a:chExt cx="2485137" cy="4640495"/>
          </a:xfrm>
        </p:grpSpPr>
        <p:sp>
          <p:nvSpPr>
            <p:cNvPr id="37" name="Google Shape;37;p20"/>
            <p:cNvSpPr/>
            <p:nvPr/>
          </p:nvSpPr>
          <p:spPr>
            <a:xfrm>
              <a:off x="755650" y="1352601"/>
              <a:ext cx="2382662" cy="4581474"/>
            </a:xfrm>
            <a:prstGeom prst="rect">
              <a:avLst/>
            </a:prstGeom>
            <a:noFill/>
            <a:ln cap="flat" cmpd="sng" w="12700">
              <a:solidFill>
                <a:srgbClr val="18A0DB"/>
              </a:solidFill>
              <a:prstDash val="solid"/>
              <a:miter lim="800000"/>
              <a:headEnd len="sm" w="sm" type="none"/>
              <a:tailEnd len="sm" w="sm" type="none"/>
            </a:ln>
          </p:spPr>
          <p:txBody>
            <a:bodyPr anchorCtr="0" anchor="t" bIns="180000" lIns="216000" spcFirstLastPara="1" rIns="216000" wrap="square" tIns="180000">
              <a:noAutofit/>
            </a:bodyPr>
            <a:lstStyle/>
            <a:p>
              <a:pPr indent="0" lvl="0" marL="0" marR="0" rtl="0" algn="l">
                <a:spcBef>
                  <a:spcPts val="0"/>
                </a:spcBef>
                <a:spcAft>
                  <a:spcPts val="0"/>
                </a:spcAft>
                <a:buNone/>
              </a:pPr>
              <a:r>
                <a:rPr lang="en-GB" sz="1400">
                  <a:solidFill>
                    <a:schemeClr val="dk1"/>
                  </a:solidFill>
                  <a:latin typeface="Roboto"/>
                  <a:ea typeface="Roboto"/>
                  <a:cs typeface="Roboto"/>
                  <a:sym typeface="Roboto"/>
                </a:rPr>
                <a:t>Open the downloaded folder and copy all the files.</a:t>
              </a:r>
              <a:endParaRPr/>
            </a:p>
          </p:txBody>
        </p:sp>
        <p:sp>
          <p:nvSpPr>
            <p:cNvPr id="38" name="Google Shape;38;p20"/>
            <p:cNvSpPr/>
            <p:nvPr/>
          </p:nvSpPr>
          <p:spPr>
            <a:xfrm>
              <a:off x="653175" y="1293580"/>
              <a:ext cx="301052" cy="301052"/>
            </a:xfrm>
            <a:prstGeom prst="ellipse">
              <a:avLst/>
            </a:prstGeom>
            <a:solidFill>
              <a:srgbClr val="18A0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600">
                  <a:solidFill>
                    <a:schemeClr val="lt1"/>
                  </a:solidFill>
                  <a:latin typeface="Roboto"/>
                  <a:ea typeface="Roboto"/>
                  <a:cs typeface="Roboto"/>
                  <a:sym typeface="Roboto"/>
                </a:rPr>
                <a:t>1</a:t>
              </a:r>
              <a:endParaRPr/>
            </a:p>
          </p:txBody>
        </p:sp>
      </p:grpSp>
      <p:grpSp>
        <p:nvGrpSpPr>
          <p:cNvPr id="39" name="Google Shape;39;p20"/>
          <p:cNvGrpSpPr/>
          <p:nvPr/>
        </p:nvGrpSpPr>
        <p:grpSpPr>
          <a:xfrm>
            <a:off x="3278194" y="1186618"/>
            <a:ext cx="2485137" cy="4640495"/>
            <a:chOff x="653175" y="1293580"/>
            <a:chExt cx="2485137" cy="4640495"/>
          </a:xfrm>
        </p:grpSpPr>
        <p:sp>
          <p:nvSpPr>
            <p:cNvPr id="40" name="Google Shape;40;p20"/>
            <p:cNvSpPr/>
            <p:nvPr/>
          </p:nvSpPr>
          <p:spPr>
            <a:xfrm>
              <a:off x="755650" y="1352601"/>
              <a:ext cx="2382662" cy="4581474"/>
            </a:xfrm>
            <a:prstGeom prst="rect">
              <a:avLst/>
            </a:prstGeom>
            <a:noFill/>
            <a:ln cap="flat" cmpd="sng" w="12700">
              <a:solidFill>
                <a:srgbClr val="18A0DB"/>
              </a:solidFill>
              <a:prstDash val="solid"/>
              <a:miter lim="800000"/>
              <a:headEnd len="sm" w="sm" type="none"/>
              <a:tailEnd len="sm" w="sm" type="none"/>
            </a:ln>
          </p:spPr>
          <p:txBody>
            <a:bodyPr anchorCtr="0" anchor="t" bIns="180000" lIns="216000" spcFirstLastPara="1" rIns="216000" wrap="square" tIns="180000">
              <a:noAutofit/>
            </a:bodyPr>
            <a:lstStyle/>
            <a:p>
              <a:pPr indent="0" lvl="0" marL="0" marR="0" rtl="0" algn="l">
                <a:spcBef>
                  <a:spcPts val="0"/>
                </a:spcBef>
                <a:spcAft>
                  <a:spcPts val="0"/>
                </a:spcAft>
                <a:buNone/>
              </a:pPr>
              <a:r>
                <a:rPr lang="en-GB" sz="1400">
                  <a:solidFill>
                    <a:schemeClr val="dk1"/>
                  </a:solidFill>
                  <a:latin typeface="Roboto"/>
                  <a:ea typeface="Roboto"/>
                  <a:cs typeface="Roboto"/>
                  <a:sym typeface="Roboto"/>
                </a:rPr>
                <a:t>Paste the copied files into a new folder.</a:t>
              </a:r>
              <a:endParaRPr/>
            </a:p>
          </p:txBody>
        </p:sp>
        <p:sp>
          <p:nvSpPr>
            <p:cNvPr id="41" name="Google Shape;41;p20"/>
            <p:cNvSpPr/>
            <p:nvPr/>
          </p:nvSpPr>
          <p:spPr>
            <a:xfrm>
              <a:off x="653175" y="1293580"/>
              <a:ext cx="301052" cy="301052"/>
            </a:xfrm>
            <a:prstGeom prst="ellipse">
              <a:avLst/>
            </a:prstGeom>
            <a:solidFill>
              <a:srgbClr val="18A0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600">
                  <a:solidFill>
                    <a:schemeClr val="lt1"/>
                  </a:solidFill>
                  <a:latin typeface="Roboto"/>
                  <a:ea typeface="Roboto"/>
                  <a:cs typeface="Roboto"/>
                  <a:sym typeface="Roboto"/>
                </a:rPr>
                <a:t>2</a:t>
              </a:r>
              <a:endParaRPr/>
            </a:p>
          </p:txBody>
        </p:sp>
      </p:grpSp>
      <p:grpSp>
        <p:nvGrpSpPr>
          <p:cNvPr id="42" name="Google Shape;42;p20"/>
          <p:cNvGrpSpPr/>
          <p:nvPr/>
        </p:nvGrpSpPr>
        <p:grpSpPr>
          <a:xfrm>
            <a:off x="5903213" y="1186618"/>
            <a:ext cx="2485137" cy="4640495"/>
            <a:chOff x="653175" y="1293580"/>
            <a:chExt cx="2485137" cy="4640495"/>
          </a:xfrm>
        </p:grpSpPr>
        <p:sp>
          <p:nvSpPr>
            <p:cNvPr id="43" name="Google Shape;43;p20"/>
            <p:cNvSpPr/>
            <p:nvPr/>
          </p:nvSpPr>
          <p:spPr>
            <a:xfrm>
              <a:off x="755650" y="1352601"/>
              <a:ext cx="2382662" cy="4581474"/>
            </a:xfrm>
            <a:prstGeom prst="rect">
              <a:avLst/>
            </a:prstGeom>
            <a:noFill/>
            <a:ln cap="flat" cmpd="sng" w="12700">
              <a:solidFill>
                <a:srgbClr val="18A0DB"/>
              </a:solidFill>
              <a:prstDash val="solid"/>
              <a:miter lim="800000"/>
              <a:headEnd len="sm" w="sm" type="none"/>
              <a:tailEnd len="sm" w="sm" type="none"/>
            </a:ln>
          </p:spPr>
          <p:txBody>
            <a:bodyPr anchorCtr="0" anchor="t" bIns="180000" lIns="216000" spcFirstLastPara="1" rIns="216000" wrap="square" tIns="180000">
              <a:noAutofit/>
            </a:bodyPr>
            <a:lstStyle/>
            <a:p>
              <a:pPr indent="0" lvl="0" marL="0" marR="0" rtl="0" algn="l">
                <a:spcBef>
                  <a:spcPts val="0"/>
                </a:spcBef>
                <a:spcAft>
                  <a:spcPts val="0"/>
                </a:spcAft>
                <a:buNone/>
              </a:pPr>
              <a:r>
                <a:rPr lang="en-GB" sz="1400">
                  <a:solidFill>
                    <a:schemeClr val="dk1"/>
                  </a:solidFill>
                  <a:latin typeface="Roboto"/>
                  <a:ea typeface="Roboto"/>
                  <a:cs typeface="Roboto"/>
                  <a:sym typeface="Roboto"/>
                </a:rPr>
                <a:t>To use the PowerPoint, enable editing and put into slide show mode.</a:t>
              </a:r>
              <a:endParaRPr/>
            </a:p>
          </p:txBody>
        </p:sp>
        <p:sp>
          <p:nvSpPr>
            <p:cNvPr id="44" name="Google Shape;44;p20"/>
            <p:cNvSpPr/>
            <p:nvPr/>
          </p:nvSpPr>
          <p:spPr>
            <a:xfrm>
              <a:off x="653175" y="1293580"/>
              <a:ext cx="301052" cy="301052"/>
            </a:xfrm>
            <a:prstGeom prst="ellipse">
              <a:avLst/>
            </a:prstGeom>
            <a:solidFill>
              <a:srgbClr val="18A0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600">
                  <a:solidFill>
                    <a:schemeClr val="lt1"/>
                  </a:solidFill>
                  <a:latin typeface="Roboto"/>
                  <a:ea typeface="Roboto"/>
                  <a:cs typeface="Roboto"/>
                  <a:sym typeface="Roboto"/>
                </a:rPr>
                <a:t>3</a:t>
              </a:r>
              <a:endParaRPr/>
            </a:p>
          </p:txBody>
        </p:sp>
      </p:grpSp>
      <p:pic>
        <p:nvPicPr>
          <p:cNvPr id="45" name="Google Shape;45;p20"/>
          <p:cNvPicPr preferRelativeResize="0"/>
          <p:nvPr/>
        </p:nvPicPr>
        <p:blipFill rotWithShape="1">
          <a:blip r:embed="rId4">
            <a:alphaModFix/>
          </a:blip>
          <a:srcRect b="25307" l="14085" r="52493" t="17912"/>
          <a:stretch/>
        </p:blipFill>
        <p:spPr>
          <a:xfrm>
            <a:off x="3720306" y="2435955"/>
            <a:ext cx="1703388" cy="2003425"/>
          </a:xfrm>
          <a:prstGeom prst="rect">
            <a:avLst/>
          </a:prstGeom>
          <a:noFill/>
          <a:ln cap="flat" cmpd="sng" w="12700">
            <a:solidFill>
              <a:srgbClr val="E34192"/>
            </a:solidFill>
            <a:prstDash val="solid"/>
            <a:miter lim="800000"/>
            <a:headEnd len="sm" w="sm" type="none"/>
            <a:tailEnd len="sm" w="sm" type="none"/>
          </a:ln>
        </p:spPr>
      </p:pic>
      <p:pic>
        <p:nvPicPr>
          <p:cNvPr id="46" name="Google Shape;46;p20"/>
          <p:cNvPicPr preferRelativeResize="0"/>
          <p:nvPr/>
        </p:nvPicPr>
        <p:blipFill rotWithShape="1">
          <a:blip r:embed="rId5">
            <a:alphaModFix/>
          </a:blip>
          <a:srcRect b="0" l="0" r="0" t="65628"/>
          <a:stretch/>
        </p:blipFill>
        <p:spPr>
          <a:xfrm>
            <a:off x="6114362" y="3710564"/>
            <a:ext cx="2165314" cy="1601754"/>
          </a:xfrm>
          <a:prstGeom prst="rect">
            <a:avLst/>
          </a:prstGeom>
          <a:noFill/>
          <a:ln cap="flat" cmpd="sng" w="12700">
            <a:solidFill>
              <a:srgbClr val="E34192"/>
            </a:solidFill>
            <a:prstDash val="solid"/>
            <a:miter lim="800000"/>
            <a:headEnd len="sm" w="sm" type="none"/>
            <a:tailEnd len="sm" w="sm" type="none"/>
          </a:ln>
        </p:spPr>
      </p:pic>
      <p:pic>
        <p:nvPicPr>
          <p:cNvPr id="47" name="Google Shape;47;p20"/>
          <p:cNvPicPr preferRelativeResize="0"/>
          <p:nvPr/>
        </p:nvPicPr>
        <p:blipFill rotWithShape="1">
          <a:blip r:embed="rId6">
            <a:alphaModFix/>
          </a:blip>
          <a:srcRect b="0" l="0" r="0" t="0"/>
          <a:stretch/>
        </p:blipFill>
        <p:spPr>
          <a:xfrm>
            <a:off x="6114344" y="2435955"/>
            <a:ext cx="2165350" cy="225425"/>
          </a:xfrm>
          <a:prstGeom prst="rect">
            <a:avLst/>
          </a:prstGeom>
          <a:noFill/>
          <a:ln cap="flat" cmpd="sng" w="12700">
            <a:solidFill>
              <a:srgbClr val="E34192"/>
            </a:solidFill>
            <a:prstDash val="solid"/>
            <a:miter lim="800000"/>
            <a:headEnd len="sm" w="sm" type="none"/>
            <a:tailEnd len="sm" w="sm" type="none"/>
          </a:ln>
        </p:spPr>
      </p:pic>
      <p:grpSp>
        <p:nvGrpSpPr>
          <p:cNvPr id="48" name="Google Shape;48;p20"/>
          <p:cNvGrpSpPr/>
          <p:nvPr/>
        </p:nvGrpSpPr>
        <p:grpSpPr>
          <a:xfrm>
            <a:off x="6114362" y="2862122"/>
            <a:ext cx="2165350" cy="690207"/>
            <a:chOff x="6137101" y="2837944"/>
            <a:chExt cx="2165350" cy="690207"/>
          </a:xfrm>
        </p:grpSpPr>
        <p:grpSp>
          <p:nvGrpSpPr>
            <p:cNvPr id="49" name="Google Shape;49;p20"/>
            <p:cNvGrpSpPr/>
            <p:nvPr/>
          </p:nvGrpSpPr>
          <p:grpSpPr>
            <a:xfrm>
              <a:off x="6137101" y="2837944"/>
              <a:ext cx="2165350" cy="647700"/>
              <a:chOff x="6164808" y="2589878"/>
              <a:chExt cx="2165459" cy="647296"/>
            </a:xfrm>
          </p:grpSpPr>
          <p:pic>
            <p:nvPicPr>
              <p:cNvPr id="50" name="Google Shape;50;p20"/>
              <p:cNvPicPr preferRelativeResize="0"/>
              <p:nvPr/>
            </p:nvPicPr>
            <p:blipFill rotWithShape="1">
              <a:blip r:embed="rId7">
                <a:alphaModFix/>
              </a:blip>
              <a:srcRect b="0" l="0" r="0" t="60687"/>
              <a:stretch/>
            </p:blipFill>
            <p:spPr>
              <a:xfrm>
                <a:off x="6164808" y="2589878"/>
                <a:ext cx="2165459" cy="647296"/>
              </a:xfrm>
              <a:prstGeom prst="rect">
                <a:avLst/>
              </a:prstGeom>
              <a:noFill/>
              <a:ln cap="flat" cmpd="sng" w="12700">
                <a:solidFill>
                  <a:srgbClr val="E34192"/>
                </a:solidFill>
                <a:prstDash val="solid"/>
                <a:miter lim="800000"/>
                <a:headEnd len="sm" w="sm" type="none"/>
                <a:tailEnd len="sm" w="sm" type="none"/>
              </a:ln>
            </p:spPr>
          </p:pic>
          <p:cxnSp>
            <p:nvCxnSpPr>
              <p:cNvPr id="51" name="Google Shape;51;p20"/>
              <p:cNvCxnSpPr/>
              <p:nvPr/>
            </p:nvCxnSpPr>
            <p:spPr>
              <a:xfrm flipH="1">
                <a:off x="7949742" y="2768837"/>
                <a:ext cx="79379" cy="287158"/>
              </a:xfrm>
              <a:prstGeom prst="straightConnector1">
                <a:avLst/>
              </a:prstGeom>
              <a:noFill/>
              <a:ln cap="flat" cmpd="sng" w="19050">
                <a:solidFill>
                  <a:srgbClr val="18A0DB"/>
                </a:solidFill>
                <a:prstDash val="solid"/>
                <a:miter lim="800000"/>
                <a:headEnd len="sm" w="sm" type="none"/>
                <a:tailEnd len="med" w="med" type="triangle"/>
              </a:ln>
            </p:spPr>
          </p:cxnSp>
        </p:grpSp>
        <p:sp>
          <p:nvSpPr>
            <p:cNvPr id="52" name="Google Shape;52;p20"/>
            <p:cNvSpPr/>
            <p:nvPr/>
          </p:nvSpPr>
          <p:spPr>
            <a:xfrm>
              <a:off x="7790917" y="3317748"/>
              <a:ext cx="210403" cy="210403"/>
            </a:xfrm>
            <a:prstGeom prst="ellipse">
              <a:avLst/>
            </a:prstGeom>
            <a:noFill/>
            <a:ln cap="flat" cmpd="sng" w="19050">
              <a:solidFill>
                <a:srgbClr val="18A0D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53" name="Google Shape;53;p20"/>
          <p:cNvSpPr txBox="1"/>
          <p:nvPr/>
        </p:nvSpPr>
        <p:spPr>
          <a:xfrm>
            <a:off x="755650" y="668014"/>
            <a:ext cx="76327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800">
                <a:solidFill>
                  <a:srgbClr val="E34192"/>
                </a:solidFill>
                <a:latin typeface="Roboto"/>
                <a:ea typeface="Roboto"/>
                <a:cs typeface="Roboto"/>
                <a:sym typeface="Roboto"/>
              </a:rPr>
              <a:t>Guidance for Video/Audio in PowerPoints</a:t>
            </a:r>
            <a:endParaRPr b="1" sz="2800">
              <a:solidFill>
                <a:srgbClr val="E34192"/>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dvance Copy">
  <p:cSld name="Advance Copy">
    <p:spTree>
      <p:nvGrpSpPr>
        <p:cNvPr id="54" name="Shape 54"/>
        <p:cNvGrpSpPr/>
        <p:nvPr/>
      </p:nvGrpSpPr>
      <p:grpSpPr>
        <a:xfrm>
          <a:off x="0" y="0"/>
          <a:ext cx="0" cy="0"/>
          <a:chOff x="0" y="0"/>
          <a:chExt cx="0" cy="0"/>
        </a:xfrm>
      </p:grpSpPr>
      <p:sp>
        <p:nvSpPr>
          <p:cNvPr id="55" name="Google Shape;55;p21"/>
          <p:cNvSpPr/>
          <p:nvPr/>
        </p:nvSpPr>
        <p:spPr>
          <a:xfrm>
            <a:off x="457198" y="438151"/>
            <a:ext cx="8220075" cy="5957887"/>
          </a:xfrm>
          <a:prstGeom prst="roundRect">
            <a:avLst>
              <a:gd fmla="val 2649" name="adj"/>
            </a:avLst>
          </a:prstGeom>
          <a:solidFill>
            <a:schemeClr val="lt1"/>
          </a:solidFill>
          <a:ln cap="rnd"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350">
                <a:solidFill>
                  <a:schemeClr val="lt1"/>
                </a:solidFill>
                <a:latin typeface="Arial"/>
                <a:ea typeface="Arial"/>
                <a:cs typeface="Arial"/>
                <a:sym typeface="Arial"/>
              </a:rPr>
              <a:t> </a:t>
            </a:r>
            <a:endParaRPr/>
          </a:p>
        </p:txBody>
      </p:sp>
      <p:sp>
        <p:nvSpPr>
          <p:cNvPr id="56" name="Google Shape;56;p21"/>
          <p:cNvSpPr/>
          <p:nvPr/>
        </p:nvSpPr>
        <p:spPr>
          <a:xfrm>
            <a:off x="457200" y="6283683"/>
            <a:ext cx="8220075" cy="715963"/>
          </a:xfrm>
          <a:prstGeom prst="roundRect">
            <a:avLst>
              <a:gd fmla="val 9639" name="adj"/>
            </a:avLst>
          </a:prstGeom>
          <a:noFill/>
          <a:ln>
            <a:noFill/>
          </a:ln>
        </p:spPr>
        <p:txBody>
          <a:bodyPr anchorCtr="1" anchor="ctr" bIns="252000" lIns="252000" spcFirstLastPara="1" rIns="252000" wrap="square" tIns="252000">
            <a:noAutofit/>
          </a:bodyPr>
          <a:lstStyle/>
          <a:p>
            <a:pPr indent="0" lvl="0" marL="0" marR="0" rtl="0" algn="ctr">
              <a:lnSpc>
                <a:spcPct val="90000"/>
              </a:lnSpc>
              <a:spcBef>
                <a:spcPts val="0"/>
              </a:spcBef>
              <a:spcAft>
                <a:spcPts val="0"/>
              </a:spcAft>
              <a:buNone/>
            </a:pPr>
            <a:r>
              <a:rPr lang="en-GB" sz="1000">
                <a:solidFill>
                  <a:schemeClr val="lt1"/>
                </a:solidFill>
                <a:latin typeface="Roboto"/>
                <a:ea typeface="Roboto"/>
                <a:cs typeface="Roboto"/>
                <a:sym typeface="Roboto"/>
              </a:rPr>
              <a:t>You may wish to delete this slide before beginning the presentation.</a:t>
            </a:r>
            <a:endParaRPr/>
          </a:p>
        </p:txBody>
      </p:sp>
      <p:sp>
        <p:nvSpPr>
          <p:cNvPr id="57" name="Google Shape;57;p21"/>
          <p:cNvSpPr/>
          <p:nvPr/>
        </p:nvSpPr>
        <p:spPr>
          <a:xfrm>
            <a:off x="755649" y="1716190"/>
            <a:ext cx="7632700" cy="1236438"/>
          </a:xfrm>
          <a:prstGeom prst="rect">
            <a:avLst/>
          </a:prstGeom>
          <a:noFill/>
          <a:ln cap="flat" cmpd="sng" w="19050">
            <a:solidFill>
              <a:srgbClr val="18A0DB"/>
            </a:solidFill>
            <a:prstDash val="solid"/>
            <a:round/>
            <a:headEnd len="sm" w="sm" type="none"/>
            <a:tailEnd len="sm" w="sm" type="none"/>
          </a:ln>
        </p:spPr>
        <p:txBody>
          <a:bodyPr anchorCtr="0" anchor="t" bIns="216000" lIns="216000" spcFirstLastPara="1" rIns="216000" wrap="square" tIns="216000">
            <a:spAutoFit/>
          </a:bodyPr>
          <a:lstStyle/>
          <a:p>
            <a:pPr indent="0" lvl="0" marL="0" marR="0" rtl="0" algn="ctr">
              <a:spcBef>
                <a:spcPts val="0"/>
              </a:spcBef>
              <a:spcAft>
                <a:spcPts val="0"/>
              </a:spcAft>
              <a:buNone/>
            </a:pPr>
            <a:r>
              <a:rPr lang="en-GB" sz="1400">
                <a:solidFill>
                  <a:schemeClr val="dk1"/>
                </a:solidFill>
                <a:latin typeface="Roboto"/>
                <a:ea typeface="Roboto"/>
                <a:cs typeface="Roboto"/>
                <a:sym typeface="Roboto"/>
              </a:rPr>
              <a:t>This is an </a:t>
            </a:r>
            <a:r>
              <a:rPr b="1" lang="en-GB" sz="1400">
                <a:solidFill>
                  <a:schemeClr val="dk1"/>
                </a:solidFill>
                <a:latin typeface="Roboto"/>
                <a:ea typeface="Roboto"/>
                <a:cs typeface="Roboto"/>
                <a:sym typeface="Roboto"/>
              </a:rPr>
              <a:t>exclusive, advance copy!</a:t>
            </a:r>
            <a:endParaRPr/>
          </a:p>
          <a:p>
            <a:pPr indent="0" lvl="0" marL="0" marR="0" rtl="0" algn="ctr">
              <a:spcBef>
                <a:spcPts val="600"/>
              </a:spcBef>
              <a:spcAft>
                <a:spcPts val="0"/>
              </a:spcAft>
              <a:buNone/>
            </a:pPr>
            <a:r>
              <a:rPr lang="en-GB" sz="1400">
                <a:solidFill>
                  <a:schemeClr val="dk1"/>
                </a:solidFill>
                <a:latin typeface="Roboto"/>
                <a:ea typeface="Roboto"/>
                <a:cs typeface="Roboto"/>
                <a:sym typeface="Roboto"/>
              </a:rPr>
              <a:t>Let us know what you think by emailing </a:t>
            </a:r>
            <a:r>
              <a:rPr b="1" lang="en-GB" sz="1400" u="sng">
                <a:solidFill>
                  <a:schemeClr val="dk1"/>
                </a:solidFill>
                <a:latin typeface="Roboto"/>
                <a:ea typeface="Roboto"/>
                <a:cs typeface="Roboto"/>
                <a:sym typeface="Roboto"/>
                <a:hlinkClick r:id="rId2">
                  <a:extLst>
                    <a:ext uri="{A12FA001-AC4F-418D-AE19-62706E023703}">
                      <ahyp:hlinkClr val="tx"/>
                    </a:ext>
                  </a:extLst>
                </a:hlinkClick>
              </a:rPr>
              <a:t>twinklcares@twinkl.co.uk</a:t>
            </a:r>
            <a:endParaRPr b="1" sz="1400" u="sng">
              <a:solidFill>
                <a:schemeClr val="dk1"/>
              </a:solidFill>
              <a:latin typeface="Roboto"/>
              <a:ea typeface="Roboto"/>
              <a:cs typeface="Roboto"/>
              <a:sym typeface="Roboto"/>
            </a:endParaRPr>
          </a:p>
          <a:p>
            <a:pPr indent="0" lvl="0" marL="0" marR="0" rtl="0" algn="ctr">
              <a:spcBef>
                <a:spcPts val="600"/>
              </a:spcBef>
              <a:spcAft>
                <a:spcPts val="0"/>
              </a:spcAft>
              <a:buNone/>
            </a:pPr>
            <a:r>
              <a:rPr lang="en-GB" sz="1400">
                <a:solidFill>
                  <a:schemeClr val="dk1"/>
                </a:solidFill>
                <a:latin typeface="Roboto"/>
                <a:ea typeface="Roboto"/>
                <a:cs typeface="Roboto"/>
                <a:sym typeface="Roboto"/>
              </a:rPr>
              <a:t>with the reference ‘</a:t>
            </a:r>
            <a:r>
              <a:rPr b="1" lang="en-GB" sz="1400">
                <a:solidFill>
                  <a:schemeClr val="dk1"/>
                </a:solidFill>
                <a:latin typeface="Roboto"/>
                <a:ea typeface="Roboto"/>
                <a:cs typeface="Roboto"/>
                <a:sym typeface="Roboto"/>
              </a:rPr>
              <a:t>CODE</a:t>
            </a:r>
            <a:r>
              <a:rPr lang="en-GB" sz="1400">
                <a:solidFill>
                  <a:schemeClr val="dk1"/>
                </a:solidFill>
                <a:latin typeface="Roboto"/>
                <a:ea typeface="Roboto"/>
                <a:cs typeface="Roboto"/>
                <a:sym typeface="Roboto"/>
              </a:rPr>
              <a:t>’.</a:t>
            </a:r>
            <a:endParaRPr/>
          </a:p>
        </p:txBody>
      </p:sp>
      <p:sp>
        <p:nvSpPr>
          <p:cNvPr id="58" name="Google Shape;58;p21"/>
          <p:cNvSpPr/>
          <p:nvPr/>
        </p:nvSpPr>
        <p:spPr>
          <a:xfrm>
            <a:off x="743836" y="1163960"/>
            <a:ext cx="7644513"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chemeClr val="dk1"/>
                </a:solidFill>
                <a:latin typeface="Roboto"/>
                <a:ea typeface="Roboto"/>
                <a:cs typeface="Roboto"/>
                <a:sym typeface="Roboto"/>
              </a:rPr>
              <a:t>We hope you find the information on our website and resources useful. </a:t>
            </a:r>
            <a:endParaRPr sz="1400">
              <a:solidFill>
                <a:schemeClr val="dk1"/>
              </a:solidFill>
              <a:latin typeface="Calibri"/>
              <a:ea typeface="Calibri"/>
              <a:cs typeface="Calibri"/>
              <a:sym typeface="Calibri"/>
            </a:endParaRPr>
          </a:p>
        </p:txBody>
      </p:sp>
      <p:sp>
        <p:nvSpPr>
          <p:cNvPr id="59" name="Google Shape;59;p21"/>
          <p:cNvSpPr txBox="1"/>
          <p:nvPr/>
        </p:nvSpPr>
        <p:spPr>
          <a:xfrm>
            <a:off x="755650" y="668014"/>
            <a:ext cx="76327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800">
                <a:solidFill>
                  <a:srgbClr val="E34192"/>
                </a:solidFill>
                <a:latin typeface="Roboto"/>
                <a:ea typeface="Roboto"/>
                <a:cs typeface="Roboto"/>
                <a:sym typeface="Roboto"/>
              </a:rPr>
              <a:t>Advance Copy</a:t>
            </a:r>
            <a:endParaRPr b="1" sz="2800">
              <a:solidFill>
                <a:srgbClr val="E34192"/>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imation Disclaimer">
  <p:cSld name="Animation Disclaimer">
    <p:spTree>
      <p:nvGrpSpPr>
        <p:cNvPr id="60" name="Shape 60"/>
        <p:cNvGrpSpPr/>
        <p:nvPr/>
      </p:nvGrpSpPr>
      <p:grpSpPr>
        <a:xfrm>
          <a:off x="0" y="0"/>
          <a:ext cx="0" cy="0"/>
          <a:chOff x="0" y="0"/>
          <a:chExt cx="0" cy="0"/>
        </a:xfrm>
      </p:grpSpPr>
      <p:sp>
        <p:nvSpPr>
          <p:cNvPr id="61" name="Google Shape;61;p22"/>
          <p:cNvSpPr/>
          <p:nvPr/>
        </p:nvSpPr>
        <p:spPr>
          <a:xfrm>
            <a:off x="457198" y="438151"/>
            <a:ext cx="8220075" cy="5957887"/>
          </a:xfrm>
          <a:prstGeom prst="roundRect">
            <a:avLst>
              <a:gd fmla="val 2649" name="adj"/>
            </a:avLst>
          </a:prstGeom>
          <a:solidFill>
            <a:schemeClr val="lt1"/>
          </a:solidFill>
          <a:ln cap="rnd"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350">
                <a:solidFill>
                  <a:schemeClr val="lt1"/>
                </a:solidFill>
                <a:latin typeface="Arial"/>
                <a:ea typeface="Arial"/>
                <a:cs typeface="Arial"/>
                <a:sym typeface="Arial"/>
              </a:rPr>
              <a:t> </a:t>
            </a:r>
            <a:endParaRPr/>
          </a:p>
        </p:txBody>
      </p:sp>
      <p:sp>
        <p:nvSpPr>
          <p:cNvPr id="62" name="Google Shape;62;p22"/>
          <p:cNvSpPr/>
          <p:nvPr/>
        </p:nvSpPr>
        <p:spPr>
          <a:xfrm>
            <a:off x="457200" y="6283683"/>
            <a:ext cx="8220075" cy="715963"/>
          </a:xfrm>
          <a:prstGeom prst="roundRect">
            <a:avLst>
              <a:gd fmla="val 9639" name="adj"/>
            </a:avLst>
          </a:prstGeom>
          <a:noFill/>
          <a:ln>
            <a:noFill/>
          </a:ln>
        </p:spPr>
        <p:txBody>
          <a:bodyPr anchorCtr="1" anchor="ctr" bIns="252000" lIns="252000" spcFirstLastPara="1" rIns="252000" wrap="square" tIns="252000">
            <a:noAutofit/>
          </a:bodyPr>
          <a:lstStyle/>
          <a:p>
            <a:pPr indent="0" lvl="0" marL="0" marR="0" rtl="0" algn="ctr">
              <a:lnSpc>
                <a:spcPct val="90000"/>
              </a:lnSpc>
              <a:spcBef>
                <a:spcPts val="0"/>
              </a:spcBef>
              <a:spcAft>
                <a:spcPts val="0"/>
              </a:spcAft>
              <a:buNone/>
            </a:pPr>
            <a:r>
              <a:rPr lang="en-GB" sz="1000">
                <a:solidFill>
                  <a:schemeClr val="lt1"/>
                </a:solidFill>
                <a:latin typeface="Roboto"/>
                <a:ea typeface="Roboto"/>
                <a:cs typeface="Roboto"/>
                <a:sym typeface="Roboto"/>
              </a:rPr>
              <a:t>You may wish to delete this slide before beginning the presentation.</a:t>
            </a:r>
            <a:endParaRPr/>
          </a:p>
        </p:txBody>
      </p:sp>
      <p:grpSp>
        <p:nvGrpSpPr>
          <p:cNvPr id="63" name="Google Shape;63;p22"/>
          <p:cNvGrpSpPr/>
          <p:nvPr/>
        </p:nvGrpSpPr>
        <p:grpSpPr>
          <a:xfrm>
            <a:off x="743835" y="1681195"/>
            <a:ext cx="7644513" cy="1787397"/>
            <a:chOff x="743837" y="1344834"/>
            <a:chExt cx="7644513" cy="1787397"/>
          </a:xfrm>
        </p:grpSpPr>
        <p:sp>
          <p:nvSpPr>
            <p:cNvPr id="64" name="Google Shape;64;p22"/>
            <p:cNvSpPr/>
            <p:nvPr/>
          </p:nvSpPr>
          <p:spPr>
            <a:xfrm>
              <a:off x="743837" y="1344834"/>
              <a:ext cx="1266195" cy="273960"/>
            </a:xfrm>
            <a:prstGeom prst="rect">
              <a:avLst/>
            </a:prstGeom>
            <a:solidFill>
              <a:srgbClr val="E34192"/>
            </a:solidFill>
            <a:ln>
              <a:noFill/>
            </a:ln>
          </p:spPr>
          <p:txBody>
            <a:bodyPr anchorCtr="0" anchor="ctr" bIns="108000" lIns="108000" spcFirstLastPara="1" rIns="108000" wrap="square" tIns="108000">
              <a:noAutofit/>
            </a:bodyPr>
            <a:lstStyle/>
            <a:p>
              <a:pPr indent="0" lvl="0" marL="0" marR="0" rtl="0" algn="l">
                <a:spcBef>
                  <a:spcPts val="0"/>
                </a:spcBef>
                <a:spcAft>
                  <a:spcPts val="0"/>
                </a:spcAft>
                <a:buNone/>
              </a:pPr>
              <a:r>
                <a:rPr b="1" lang="en-GB" sz="1600">
                  <a:solidFill>
                    <a:schemeClr val="lt1"/>
                  </a:solidFill>
                  <a:latin typeface="Roboto"/>
                  <a:ea typeface="Roboto"/>
                  <a:cs typeface="Roboto"/>
                  <a:sym typeface="Roboto"/>
                </a:rPr>
                <a:t>Animations</a:t>
              </a:r>
              <a:endParaRPr/>
            </a:p>
          </p:txBody>
        </p:sp>
        <p:sp>
          <p:nvSpPr>
            <p:cNvPr id="65" name="Google Shape;65;p22"/>
            <p:cNvSpPr/>
            <p:nvPr/>
          </p:nvSpPr>
          <p:spPr>
            <a:xfrm>
              <a:off x="755650" y="1618794"/>
              <a:ext cx="7632700" cy="1513437"/>
            </a:xfrm>
            <a:prstGeom prst="rect">
              <a:avLst/>
            </a:prstGeom>
            <a:noFill/>
            <a:ln cap="flat" cmpd="sng" w="19050">
              <a:solidFill>
                <a:srgbClr val="18A0DB"/>
              </a:solidFill>
              <a:prstDash val="solid"/>
              <a:round/>
              <a:headEnd len="sm" w="sm" type="none"/>
              <a:tailEnd len="sm" w="sm" type="none"/>
            </a:ln>
          </p:spPr>
          <p:txBody>
            <a:bodyPr anchorCtr="0" anchor="t" bIns="216000" lIns="216000" spcFirstLastPara="1" rIns="216000" wrap="square" tIns="216000">
              <a:spAutoFit/>
            </a:bodyPr>
            <a:lstStyle/>
            <a:p>
              <a:pPr indent="0" lvl="0" marL="0" marR="0" rtl="0" algn="l">
                <a:spcBef>
                  <a:spcPts val="0"/>
                </a:spcBef>
                <a:spcAft>
                  <a:spcPts val="0"/>
                </a:spcAft>
                <a:buNone/>
              </a:pPr>
              <a:r>
                <a:rPr b="0" i="0" lang="en-GB" sz="1400">
                  <a:solidFill>
                    <a:srgbClr val="202124"/>
                  </a:solidFill>
                  <a:latin typeface="Roboto"/>
                  <a:ea typeface="Roboto"/>
                  <a:cs typeface="Roboto"/>
                  <a:sym typeface="Roboto"/>
                </a:rPr>
                <a:t>This resource has been designed with animations on each slide to make it as fun and engaging as possible. To view the content in the correct formatting, please view the slideshow in ‘</a:t>
              </a:r>
              <a:r>
                <a:rPr b="1" i="0" lang="en-GB" sz="1400">
                  <a:solidFill>
                    <a:srgbClr val="202124"/>
                  </a:solidFill>
                  <a:latin typeface="Roboto"/>
                  <a:ea typeface="Roboto"/>
                  <a:cs typeface="Roboto"/>
                  <a:sym typeface="Roboto"/>
                </a:rPr>
                <a:t>presentation mode</a:t>
              </a:r>
              <a:r>
                <a:rPr b="0" i="0" lang="en-GB" sz="1400">
                  <a:solidFill>
                    <a:srgbClr val="202124"/>
                  </a:solidFill>
                  <a:latin typeface="Roboto"/>
                  <a:ea typeface="Roboto"/>
                  <a:cs typeface="Roboto"/>
                  <a:sym typeface="Roboto"/>
                </a:rPr>
                <a:t>’. If you view the slides without selecting ‘presentation mode’, you may find that some of the text and images overlap each other or are difficult to read.</a:t>
              </a:r>
              <a:endParaRPr sz="1400">
                <a:solidFill>
                  <a:schemeClr val="dk1"/>
                </a:solidFill>
                <a:latin typeface="Roboto"/>
                <a:ea typeface="Roboto"/>
                <a:cs typeface="Roboto"/>
                <a:sym typeface="Roboto"/>
              </a:endParaRPr>
            </a:p>
          </p:txBody>
        </p:sp>
      </p:grpSp>
      <p:sp>
        <p:nvSpPr>
          <p:cNvPr id="66" name="Google Shape;66;p22"/>
          <p:cNvSpPr/>
          <p:nvPr/>
        </p:nvSpPr>
        <p:spPr>
          <a:xfrm>
            <a:off x="743836" y="1163960"/>
            <a:ext cx="7644513"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chemeClr val="dk1"/>
                </a:solidFill>
                <a:latin typeface="Roboto"/>
                <a:ea typeface="Roboto"/>
                <a:cs typeface="Roboto"/>
                <a:sym typeface="Roboto"/>
              </a:rPr>
              <a:t>We hope you find the information on our website and resources useful. </a:t>
            </a:r>
            <a:endParaRPr sz="1400">
              <a:solidFill>
                <a:schemeClr val="dk1"/>
              </a:solidFill>
              <a:latin typeface="Calibri"/>
              <a:ea typeface="Calibri"/>
              <a:cs typeface="Calibri"/>
              <a:sym typeface="Calibri"/>
            </a:endParaRPr>
          </a:p>
        </p:txBody>
      </p:sp>
      <p:sp>
        <p:nvSpPr>
          <p:cNvPr id="67" name="Google Shape;67;p22"/>
          <p:cNvSpPr txBox="1"/>
          <p:nvPr/>
        </p:nvSpPr>
        <p:spPr>
          <a:xfrm>
            <a:off x="755650" y="668014"/>
            <a:ext cx="76327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800">
                <a:solidFill>
                  <a:srgbClr val="E34192"/>
                </a:solidFill>
                <a:latin typeface="Roboto"/>
                <a:ea typeface="Roboto"/>
                <a:cs typeface="Roboto"/>
                <a:sym typeface="Roboto"/>
              </a:rPr>
              <a:t>Disclaimer/s</a:t>
            </a:r>
            <a:endParaRPr b="1" sz="2800">
              <a:solidFill>
                <a:srgbClr val="E34192"/>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ditable Resource Disclaimer">
  <p:cSld name="Editable Resource Disclaimer">
    <p:spTree>
      <p:nvGrpSpPr>
        <p:cNvPr id="68" name="Shape 68"/>
        <p:cNvGrpSpPr/>
        <p:nvPr/>
      </p:nvGrpSpPr>
      <p:grpSpPr>
        <a:xfrm>
          <a:off x="0" y="0"/>
          <a:ext cx="0" cy="0"/>
          <a:chOff x="0" y="0"/>
          <a:chExt cx="0" cy="0"/>
        </a:xfrm>
      </p:grpSpPr>
      <p:sp>
        <p:nvSpPr>
          <p:cNvPr id="69" name="Google Shape;69;p23"/>
          <p:cNvSpPr/>
          <p:nvPr/>
        </p:nvSpPr>
        <p:spPr>
          <a:xfrm>
            <a:off x="457198" y="438151"/>
            <a:ext cx="8220075" cy="5957887"/>
          </a:xfrm>
          <a:prstGeom prst="roundRect">
            <a:avLst>
              <a:gd fmla="val 2649" name="adj"/>
            </a:avLst>
          </a:prstGeom>
          <a:solidFill>
            <a:schemeClr val="lt1"/>
          </a:solidFill>
          <a:ln cap="rnd"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350">
                <a:solidFill>
                  <a:schemeClr val="lt1"/>
                </a:solidFill>
                <a:latin typeface="Arial"/>
                <a:ea typeface="Arial"/>
                <a:cs typeface="Arial"/>
                <a:sym typeface="Arial"/>
              </a:rPr>
              <a:t> </a:t>
            </a:r>
            <a:endParaRPr/>
          </a:p>
        </p:txBody>
      </p:sp>
      <p:sp>
        <p:nvSpPr>
          <p:cNvPr id="70" name="Google Shape;70;p23"/>
          <p:cNvSpPr/>
          <p:nvPr/>
        </p:nvSpPr>
        <p:spPr>
          <a:xfrm>
            <a:off x="457200" y="6283683"/>
            <a:ext cx="8220075" cy="715963"/>
          </a:xfrm>
          <a:prstGeom prst="roundRect">
            <a:avLst>
              <a:gd fmla="val 9639" name="adj"/>
            </a:avLst>
          </a:prstGeom>
          <a:noFill/>
          <a:ln>
            <a:noFill/>
          </a:ln>
        </p:spPr>
        <p:txBody>
          <a:bodyPr anchorCtr="1" anchor="ctr" bIns="252000" lIns="252000" spcFirstLastPara="1" rIns="252000" wrap="square" tIns="252000">
            <a:noAutofit/>
          </a:bodyPr>
          <a:lstStyle/>
          <a:p>
            <a:pPr indent="0" lvl="0" marL="0" marR="0" rtl="0" algn="ctr">
              <a:lnSpc>
                <a:spcPct val="90000"/>
              </a:lnSpc>
              <a:spcBef>
                <a:spcPts val="0"/>
              </a:spcBef>
              <a:spcAft>
                <a:spcPts val="0"/>
              </a:spcAft>
              <a:buNone/>
            </a:pPr>
            <a:r>
              <a:rPr lang="en-GB" sz="1000">
                <a:solidFill>
                  <a:schemeClr val="lt1"/>
                </a:solidFill>
                <a:latin typeface="Roboto"/>
                <a:ea typeface="Roboto"/>
                <a:cs typeface="Roboto"/>
                <a:sym typeface="Roboto"/>
              </a:rPr>
              <a:t>You may wish to delete this slide before beginning the presentation.</a:t>
            </a:r>
            <a:endParaRPr/>
          </a:p>
        </p:txBody>
      </p:sp>
      <p:grpSp>
        <p:nvGrpSpPr>
          <p:cNvPr id="71" name="Google Shape;71;p23"/>
          <p:cNvGrpSpPr/>
          <p:nvPr/>
        </p:nvGrpSpPr>
        <p:grpSpPr>
          <a:xfrm>
            <a:off x="743835" y="1681195"/>
            <a:ext cx="7644513" cy="1571953"/>
            <a:chOff x="743837" y="1344834"/>
            <a:chExt cx="7644513" cy="1571953"/>
          </a:xfrm>
        </p:grpSpPr>
        <p:sp>
          <p:nvSpPr>
            <p:cNvPr id="72" name="Google Shape;72;p23"/>
            <p:cNvSpPr/>
            <p:nvPr/>
          </p:nvSpPr>
          <p:spPr>
            <a:xfrm>
              <a:off x="743837" y="1344834"/>
              <a:ext cx="1266195" cy="273960"/>
            </a:xfrm>
            <a:prstGeom prst="rect">
              <a:avLst/>
            </a:prstGeom>
            <a:solidFill>
              <a:srgbClr val="E34192"/>
            </a:solidFill>
            <a:ln>
              <a:noFill/>
            </a:ln>
          </p:spPr>
          <p:txBody>
            <a:bodyPr anchorCtr="0" anchor="ctr" bIns="108000" lIns="108000" spcFirstLastPara="1" rIns="108000" wrap="square" tIns="108000">
              <a:noAutofit/>
            </a:bodyPr>
            <a:lstStyle/>
            <a:p>
              <a:pPr indent="0" lvl="0" marL="0" marR="0" rtl="0" algn="ctr">
                <a:spcBef>
                  <a:spcPts val="0"/>
                </a:spcBef>
                <a:spcAft>
                  <a:spcPts val="0"/>
                </a:spcAft>
                <a:buNone/>
              </a:pPr>
              <a:r>
                <a:rPr b="1" lang="en-GB" sz="1600">
                  <a:solidFill>
                    <a:schemeClr val="lt1"/>
                  </a:solidFill>
                  <a:latin typeface="Roboto"/>
                  <a:ea typeface="Roboto"/>
                  <a:cs typeface="Roboto"/>
                  <a:sym typeface="Roboto"/>
                </a:rPr>
                <a:t>Editable</a:t>
              </a:r>
              <a:endParaRPr/>
            </a:p>
          </p:txBody>
        </p:sp>
        <p:sp>
          <p:nvSpPr>
            <p:cNvPr id="73" name="Google Shape;73;p23"/>
            <p:cNvSpPr/>
            <p:nvPr/>
          </p:nvSpPr>
          <p:spPr>
            <a:xfrm>
              <a:off x="755650" y="1618794"/>
              <a:ext cx="7632700" cy="1297993"/>
            </a:xfrm>
            <a:prstGeom prst="rect">
              <a:avLst/>
            </a:prstGeom>
            <a:noFill/>
            <a:ln cap="flat" cmpd="sng" w="19050">
              <a:solidFill>
                <a:srgbClr val="18A0DB"/>
              </a:solidFill>
              <a:prstDash val="solid"/>
              <a:round/>
              <a:headEnd len="sm" w="sm" type="none"/>
              <a:tailEnd len="sm" w="sm" type="none"/>
            </a:ln>
          </p:spPr>
          <p:txBody>
            <a:bodyPr anchorCtr="0" anchor="t" bIns="216000" lIns="216000" spcFirstLastPara="1" rIns="216000" wrap="square" tIns="216000">
              <a:spAutoFit/>
            </a:bodyPr>
            <a:lstStyle/>
            <a:p>
              <a:pPr indent="0" lvl="0" marL="0" marR="0" rtl="0" algn="l">
                <a:spcBef>
                  <a:spcPts val="0"/>
                </a:spcBef>
                <a:spcAft>
                  <a:spcPts val="0"/>
                </a:spcAft>
                <a:buNone/>
              </a:pPr>
              <a:r>
                <a:rPr b="0" i="0" lang="en-GB" sz="1400">
                  <a:solidFill>
                    <a:srgbClr val="202124"/>
                  </a:solidFill>
                  <a:latin typeface="Roboto"/>
                  <a:ea typeface="Roboto"/>
                  <a:cs typeface="Roboto"/>
                  <a:sym typeface="Roboto"/>
                </a:rPr>
                <a:t>This resource is editable and can be adapted to meet the needs of different children. Twinkl cannot be held responsible for any changes made once a resource has been downloaded. Please be aware that this content may have been edited and therefore </a:t>
              </a:r>
              <a:br>
                <a:rPr b="0" i="0" lang="en-GB" sz="1400">
                  <a:solidFill>
                    <a:srgbClr val="202124"/>
                  </a:solidFill>
                  <a:latin typeface="Roboto"/>
                  <a:ea typeface="Roboto"/>
                  <a:cs typeface="Roboto"/>
                  <a:sym typeface="Roboto"/>
                </a:rPr>
              </a:br>
              <a:r>
                <a:rPr b="0" i="0" lang="en-GB" sz="1400">
                  <a:solidFill>
                    <a:srgbClr val="202124"/>
                  </a:solidFill>
                  <a:latin typeface="Roboto"/>
                  <a:ea typeface="Roboto"/>
                  <a:cs typeface="Roboto"/>
                  <a:sym typeface="Roboto"/>
                </a:rPr>
                <a:t>may no longer reflect our values.</a:t>
              </a:r>
              <a:endParaRPr sz="1400">
                <a:solidFill>
                  <a:schemeClr val="dk1"/>
                </a:solidFill>
                <a:latin typeface="Roboto"/>
                <a:ea typeface="Roboto"/>
                <a:cs typeface="Roboto"/>
                <a:sym typeface="Roboto"/>
              </a:endParaRPr>
            </a:p>
          </p:txBody>
        </p:sp>
      </p:grpSp>
      <p:sp>
        <p:nvSpPr>
          <p:cNvPr id="74" name="Google Shape;74;p23"/>
          <p:cNvSpPr/>
          <p:nvPr/>
        </p:nvSpPr>
        <p:spPr>
          <a:xfrm>
            <a:off x="743836" y="1163960"/>
            <a:ext cx="7644513"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chemeClr val="dk1"/>
                </a:solidFill>
                <a:latin typeface="Roboto"/>
                <a:ea typeface="Roboto"/>
                <a:cs typeface="Roboto"/>
                <a:sym typeface="Roboto"/>
              </a:rPr>
              <a:t>We hope you find the information on our website and resources useful. </a:t>
            </a:r>
            <a:endParaRPr sz="1400">
              <a:solidFill>
                <a:schemeClr val="dk1"/>
              </a:solidFill>
              <a:latin typeface="Calibri"/>
              <a:ea typeface="Calibri"/>
              <a:cs typeface="Calibri"/>
              <a:sym typeface="Calibri"/>
            </a:endParaRPr>
          </a:p>
        </p:txBody>
      </p:sp>
      <p:sp>
        <p:nvSpPr>
          <p:cNvPr id="75" name="Google Shape;75;p23"/>
          <p:cNvSpPr txBox="1"/>
          <p:nvPr/>
        </p:nvSpPr>
        <p:spPr>
          <a:xfrm>
            <a:off x="755650" y="668014"/>
            <a:ext cx="76327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800">
                <a:solidFill>
                  <a:srgbClr val="E34192"/>
                </a:solidFill>
                <a:latin typeface="Roboto"/>
                <a:ea typeface="Roboto"/>
                <a:cs typeface="Roboto"/>
                <a:sym typeface="Roboto"/>
              </a:rPr>
              <a:t>Disclaimer/s</a:t>
            </a:r>
            <a:endParaRPr b="1" sz="2800">
              <a:solidFill>
                <a:srgbClr val="E34192"/>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imation and Editable Resource Disclaimer">
  <p:cSld name="Animation and Editable Resource Disclaimer">
    <p:spTree>
      <p:nvGrpSpPr>
        <p:cNvPr id="76" name="Shape 76"/>
        <p:cNvGrpSpPr/>
        <p:nvPr/>
      </p:nvGrpSpPr>
      <p:grpSpPr>
        <a:xfrm>
          <a:off x="0" y="0"/>
          <a:ext cx="0" cy="0"/>
          <a:chOff x="0" y="0"/>
          <a:chExt cx="0" cy="0"/>
        </a:xfrm>
      </p:grpSpPr>
      <p:sp>
        <p:nvSpPr>
          <p:cNvPr id="77" name="Google Shape;77;p24"/>
          <p:cNvSpPr/>
          <p:nvPr/>
        </p:nvSpPr>
        <p:spPr>
          <a:xfrm>
            <a:off x="457198" y="438151"/>
            <a:ext cx="8220075" cy="5957887"/>
          </a:xfrm>
          <a:prstGeom prst="roundRect">
            <a:avLst>
              <a:gd fmla="val 2649" name="adj"/>
            </a:avLst>
          </a:prstGeom>
          <a:solidFill>
            <a:schemeClr val="lt1"/>
          </a:solidFill>
          <a:ln cap="rnd"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350">
                <a:solidFill>
                  <a:schemeClr val="lt1"/>
                </a:solidFill>
                <a:latin typeface="Arial"/>
                <a:ea typeface="Arial"/>
                <a:cs typeface="Arial"/>
                <a:sym typeface="Arial"/>
              </a:rPr>
              <a:t> </a:t>
            </a:r>
            <a:endParaRPr/>
          </a:p>
        </p:txBody>
      </p:sp>
      <p:sp>
        <p:nvSpPr>
          <p:cNvPr id="78" name="Google Shape;78;p24"/>
          <p:cNvSpPr/>
          <p:nvPr/>
        </p:nvSpPr>
        <p:spPr>
          <a:xfrm>
            <a:off x="457200" y="6283683"/>
            <a:ext cx="8220075" cy="715963"/>
          </a:xfrm>
          <a:prstGeom prst="roundRect">
            <a:avLst>
              <a:gd fmla="val 9639" name="adj"/>
            </a:avLst>
          </a:prstGeom>
          <a:noFill/>
          <a:ln>
            <a:noFill/>
          </a:ln>
        </p:spPr>
        <p:txBody>
          <a:bodyPr anchorCtr="1" anchor="ctr" bIns="252000" lIns="252000" spcFirstLastPara="1" rIns="252000" wrap="square" tIns="252000">
            <a:noAutofit/>
          </a:bodyPr>
          <a:lstStyle/>
          <a:p>
            <a:pPr indent="0" lvl="0" marL="0" marR="0" rtl="0" algn="ctr">
              <a:lnSpc>
                <a:spcPct val="90000"/>
              </a:lnSpc>
              <a:spcBef>
                <a:spcPts val="0"/>
              </a:spcBef>
              <a:spcAft>
                <a:spcPts val="0"/>
              </a:spcAft>
              <a:buNone/>
            </a:pPr>
            <a:r>
              <a:rPr lang="en-GB" sz="1000">
                <a:solidFill>
                  <a:schemeClr val="lt1"/>
                </a:solidFill>
                <a:latin typeface="Roboto"/>
                <a:ea typeface="Roboto"/>
                <a:cs typeface="Roboto"/>
                <a:sym typeface="Roboto"/>
              </a:rPr>
              <a:t>You may wish to delete this slide before beginning the presentation.</a:t>
            </a:r>
            <a:endParaRPr/>
          </a:p>
        </p:txBody>
      </p:sp>
      <p:grpSp>
        <p:nvGrpSpPr>
          <p:cNvPr id="79" name="Google Shape;79;p24"/>
          <p:cNvGrpSpPr/>
          <p:nvPr/>
        </p:nvGrpSpPr>
        <p:grpSpPr>
          <a:xfrm>
            <a:off x="743835" y="3604852"/>
            <a:ext cx="7644513" cy="1571953"/>
            <a:chOff x="743837" y="1344834"/>
            <a:chExt cx="7644513" cy="1571953"/>
          </a:xfrm>
        </p:grpSpPr>
        <p:sp>
          <p:nvSpPr>
            <p:cNvPr id="80" name="Google Shape;80;p24"/>
            <p:cNvSpPr/>
            <p:nvPr/>
          </p:nvSpPr>
          <p:spPr>
            <a:xfrm>
              <a:off x="743837" y="1344834"/>
              <a:ext cx="1266195" cy="273960"/>
            </a:xfrm>
            <a:prstGeom prst="rect">
              <a:avLst/>
            </a:prstGeom>
            <a:solidFill>
              <a:srgbClr val="E34192"/>
            </a:solidFill>
            <a:ln>
              <a:noFill/>
            </a:ln>
          </p:spPr>
          <p:txBody>
            <a:bodyPr anchorCtr="0" anchor="ctr" bIns="108000" lIns="108000" spcFirstLastPara="1" rIns="108000" wrap="square" tIns="108000">
              <a:noAutofit/>
            </a:bodyPr>
            <a:lstStyle/>
            <a:p>
              <a:pPr indent="0" lvl="0" marL="0" marR="0" rtl="0" algn="ctr">
                <a:spcBef>
                  <a:spcPts val="0"/>
                </a:spcBef>
                <a:spcAft>
                  <a:spcPts val="0"/>
                </a:spcAft>
                <a:buNone/>
              </a:pPr>
              <a:r>
                <a:rPr b="1" lang="en-GB" sz="1600">
                  <a:solidFill>
                    <a:schemeClr val="lt1"/>
                  </a:solidFill>
                  <a:latin typeface="Roboto"/>
                  <a:ea typeface="Roboto"/>
                  <a:cs typeface="Roboto"/>
                  <a:sym typeface="Roboto"/>
                </a:rPr>
                <a:t>Editable</a:t>
              </a:r>
              <a:endParaRPr/>
            </a:p>
          </p:txBody>
        </p:sp>
        <p:sp>
          <p:nvSpPr>
            <p:cNvPr id="81" name="Google Shape;81;p24"/>
            <p:cNvSpPr/>
            <p:nvPr/>
          </p:nvSpPr>
          <p:spPr>
            <a:xfrm>
              <a:off x="755650" y="1618794"/>
              <a:ext cx="7632700" cy="1297993"/>
            </a:xfrm>
            <a:prstGeom prst="rect">
              <a:avLst/>
            </a:prstGeom>
            <a:noFill/>
            <a:ln cap="flat" cmpd="sng" w="19050">
              <a:solidFill>
                <a:srgbClr val="18A0DB"/>
              </a:solidFill>
              <a:prstDash val="solid"/>
              <a:round/>
              <a:headEnd len="sm" w="sm" type="none"/>
              <a:tailEnd len="sm" w="sm" type="none"/>
            </a:ln>
          </p:spPr>
          <p:txBody>
            <a:bodyPr anchorCtr="0" anchor="t" bIns="216000" lIns="216000" spcFirstLastPara="1" rIns="216000" wrap="square" tIns="216000">
              <a:spAutoFit/>
            </a:bodyPr>
            <a:lstStyle/>
            <a:p>
              <a:pPr indent="0" lvl="0" marL="0" marR="0" rtl="0" algn="l">
                <a:spcBef>
                  <a:spcPts val="0"/>
                </a:spcBef>
                <a:spcAft>
                  <a:spcPts val="0"/>
                </a:spcAft>
                <a:buNone/>
              </a:pPr>
              <a:r>
                <a:rPr b="0" i="0" lang="en-GB" sz="1400">
                  <a:solidFill>
                    <a:srgbClr val="202124"/>
                  </a:solidFill>
                  <a:latin typeface="Roboto"/>
                  <a:ea typeface="Roboto"/>
                  <a:cs typeface="Roboto"/>
                  <a:sym typeface="Roboto"/>
                </a:rPr>
                <a:t>This resource is editable and can be adapted to meet the needs of different children. Twinkl cannot be held responsible for any changes made once a resource has been downloaded. Please be aware that this content may have been edited and therefore </a:t>
              </a:r>
              <a:br>
                <a:rPr b="0" i="0" lang="en-GB" sz="1400">
                  <a:solidFill>
                    <a:srgbClr val="202124"/>
                  </a:solidFill>
                  <a:latin typeface="Roboto"/>
                  <a:ea typeface="Roboto"/>
                  <a:cs typeface="Roboto"/>
                  <a:sym typeface="Roboto"/>
                </a:rPr>
              </a:br>
              <a:r>
                <a:rPr b="0" i="0" lang="en-GB" sz="1400">
                  <a:solidFill>
                    <a:srgbClr val="202124"/>
                  </a:solidFill>
                  <a:latin typeface="Roboto"/>
                  <a:ea typeface="Roboto"/>
                  <a:cs typeface="Roboto"/>
                  <a:sym typeface="Roboto"/>
                </a:rPr>
                <a:t>may no longer reflect our values.</a:t>
              </a:r>
              <a:endParaRPr sz="1400">
                <a:solidFill>
                  <a:schemeClr val="dk1"/>
                </a:solidFill>
                <a:latin typeface="Roboto"/>
                <a:ea typeface="Roboto"/>
                <a:cs typeface="Roboto"/>
                <a:sym typeface="Roboto"/>
              </a:endParaRPr>
            </a:p>
          </p:txBody>
        </p:sp>
      </p:grpSp>
      <p:sp>
        <p:nvSpPr>
          <p:cNvPr id="82" name="Google Shape;82;p24"/>
          <p:cNvSpPr/>
          <p:nvPr/>
        </p:nvSpPr>
        <p:spPr>
          <a:xfrm>
            <a:off x="743836" y="1163960"/>
            <a:ext cx="7644513"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chemeClr val="dk1"/>
                </a:solidFill>
                <a:latin typeface="Roboto"/>
                <a:ea typeface="Roboto"/>
                <a:cs typeface="Roboto"/>
                <a:sym typeface="Roboto"/>
              </a:rPr>
              <a:t>We hope you find the information on our website and resources useful. </a:t>
            </a:r>
            <a:endParaRPr sz="1400">
              <a:solidFill>
                <a:schemeClr val="dk1"/>
              </a:solidFill>
              <a:latin typeface="Calibri"/>
              <a:ea typeface="Calibri"/>
              <a:cs typeface="Calibri"/>
              <a:sym typeface="Calibri"/>
            </a:endParaRPr>
          </a:p>
        </p:txBody>
      </p:sp>
      <p:sp>
        <p:nvSpPr>
          <p:cNvPr id="83" name="Google Shape;83;p24"/>
          <p:cNvSpPr txBox="1"/>
          <p:nvPr/>
        </p:nvSpPr>
        <p:spPr>
          <a:xfrm>
            <a:off x="755650" y="668014"/>
            <a:ext cx="76327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800">
                <a:solidFill>
                  <a:srgbClr val="E34192"/>
                </a:solidFill>
                <a:latin typeface="Roboto"/>
                <a:ea typeface="Roboto"/>
                <a:cs typeface="Roboto"/>
                <a:sym typeface="Roboto"/>
              </a:rPr>
              <a:t>Disclaimer/s</a:t>
            </a:r>
            <a:endParaRPr b="1" sz="2800">
              <a:solidFill>
                <a:srgbClr val="E34192"/>
              </a:solidFill>
              <a:latin typeface="Calibri"/>
              <a:ea typeface="Calibri"/>
              <a:cs typeface="Calibri"/>
              <a:sym typeface="Calibri"/>
            </a:endParaRPr>
          </a:p>
        </p:txBody>
      </p:sp>
      <p:sp>
        <p:nvSpPr>
          <p:cNvPr id="84" name="Google Shape;84;p24"/>
          <p:cNvSpPr/>
          <p:nvPr/>
        </p:nvSpPr>
        <p:spPr>
          <a:xfrm>
            <a:off x="743835" y="1681195"/>
            <a:ext cx="1266195" cy="273960"/>
          </a:xfrm>
          <a:prstGeom prst="rect">
            <a:avLst/>
          </a:prstGeom>
          <a:solidFill>
            <a:srgbClr val="E34192"/>
          </a:solidFill>
          <a:ln>
            <a:noFill/>
          </a:ln>
        </p:spPr>
        <p:txBody>
          <a:bodyPr anchorCtr="0" anchor="ctr" bIns="108000" lIns="108000" spcFirstLastPara="1" rIns="108000" wrap="square" tIns="108000">
            <a:noAutofit/>
          </a:bodyPr>
          <a:lstStyle/>
          <a:p>
            <a:pPr indent="0" lvl="0" marL="0" marR="0" rtl="0" algn="l">
              <a:spcBef>
                <a:spcPts val="0"/>
              </a:spcBef>
              <a:spcAft>
                <a:spcPts val="0"/>
              </a:spcAft>
              <a:buNone/>
            </a:pPr>
            <a:r>
              <a:rPr b="1" lang="en-GB" sz="1600">
                <a:solidFill>
                  <a:schemeClr val="lt1"/>
                </a:solidFill>
                <a:latin typeface="Roboto"/>
                <a:ea typeface="Roboto"/>
                <a:cs typeface="Roboto"/>
                <a:sym typeface="Roboto"/>
              </a:rPr>
              <a:t>Animations</a:t>
            </a:r>
            <a:endParaRPr/>
          </a:p>
        </p:txBody>
      </p:sp>
      <p:sp>
        <p:nvSpPr>
          <p:cNvPr id="85" name="Google Shape;85;p24"/>
          <p:cNvSpPr/>
          <p:nvPr/>
        </p:nvSpPr>
        <p:spPr>
          <a:xfrm>
            <a:off x="755648" y="1955155"/>
            <a:ext cx="7632700" cy="1513437"/>
          </a:xfrm>
          <a:prstGeom prst="rect">
            <a:avLst/>
          </a:prstGeom>
          <a:noFill/>
          <a:ln cap="flat" cmpd="sng" w="19050">
            <a:solidFill>
              <a:srgbClr val="18A0DB"/>
            </a:solidFill>
            <a:prstDash val="solid"/>
            <a:round/>
            <a:headEnd len="sm" w="sm" type="none"/>
            <a:tailEnd len="sm" w="sm" type="none"/>
          </a:ln>
        </p:spPr>
        <p:txBody>
          <a:bodyPr anchorCtr="0" anchor="t" bIns="216000" lIns="216000" spcFirstLastPara="1" rIns="216000" wrap="square" tIns="216000">
            <a:spAutoFit/>
          </a:bodyPr>
          <a:lstStyle/>
          <a:p>
            <a:pPr indent="0" lvl="0" marL="0" marR="0" rtl="0" algn="l">
              <a:spcBef>
                <a:spcPts val="0"/>
              </a:spcBef>
              <a:spcAft>
                <a:spcPts val="0"/>
              </a:spcAft>
              <a:buNone/>
            </a:pPr>
            <a:r>
              <a:rPr b="0" i="0" lang="en-GB" sz="1400">
                <a:solidFill>
                  <a:srgbClr val="202124"/>
                </a:solidFill>
                <a:latin typeface="Roboto"/>
                <a:ea typeface="Roboto"/>
                <a:cs typeface="Roboto"/>
                <a:sym typeface="Roboto"/>
              </a:rPr>
              <a:t>This resource has been designed with animations on each slide to make it as fun and engaging as possible. To view the content in the correct formatting, please view the slideshow in ‘</a:t>
            </a:r>
            <a:r>
              <a:rPr b="1" i="0" lang="en-GB" sz="1400">
                <a:solidFill>
                  <a:srgbClr val="202124"/>
                </a:solidFill>
                <a:latin typeface="Roboto"/>
                <a:ea typeface="Roboto"/>
                <a:cs typeface="Roboto"/>
                <a:sym typeface="Roboto"/>
              </a:rPr>
              <a:t>presentation mode</a:t>
            </a:r>
            <a:r>
              <a:rPr b="0" i="0" lang="en-GB" sz="1400">
                <a:solidFill>
                  <a:srgbClr val="202124"/>
                </a:solidFill>
                <a:latin typeface="Roboto"/>
                <a:ea typeface="Roboto"/>
                <a:cs typeface="Roboto"/>
                <a:sym typeface="Roboto"/>
              </a:rPr>
              <a:t>’. If you view the slides without selecting ‘presentation mode’, you may find that some of the text and images overlap each other or are difficult to read.</a:t>
            </a:r>
            <a:endParaRPr sz="1400">
              <a:solidFill>
                <a:schemeClr val="dk1"/>
              </a:solidFill>
              <a:latin typeface="Roboto"/>
              <a:ea typeface="Roboto"/>
              <a:cs typeface="Roboto"/>
              <a:sym typeface="Robo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ternal Websites Disclaimer">
  <p:cSld name="External Websites Disclaimer">
    <p:spTree>
      <p:nvGrpSpPr>
        <p:cNvPr id="86" name="Shape 86"/>
        <p:cNvGrpSpPr/>
        <p:nvPr/>
      </p:nvGrpSpPr>
      <p:grpSpPr>
        <a:xfrm>
          <a:off x="0" y="0"/>
          <a:ext cx="0" cy="0"/>
          <a:chOff x="0" y="0"/>
          <a:chExt cx="0" cy="0"/>
        </a:xfrm>
      </p:grpSpPr>
      <p:sp>
        <p:nvSpPr>
          <p:cNvPr id="87" name="Google Shape;87;p25"/>
          <p:cNvSpPr/>
          <p:nvPr/>
        </p:nvSpPr>
        <p:spPr>
          <a:xfrm>
            <a:off x="457198" y="438151"/>
            <a:ext cx="8220075" cy="5957887"/>
          </a:xfrm>
          <a:prstGeom prst="roundRect">
            <a:avLst>
              <a:gd fmla="val 2649" name="adj"/>
            </a:avLst>
          </a:prstGeom>
          <a:solidFill>
            <a:schemeClr val="lt1"/>
          </a:solidFill>
          <a:ln cap="rnd"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350">
                <a:solidFill>
                  <a:schemeClr val="lt1"/>
                </a:solidFill>
                <a:latin typeface="Arial"/>
                <a:ea typeface="Arial"/>
                <a:cs typeface="Arial"/>
                <a:sym typeface="Arial"/>
              </a:rPr>
              <a:t> </a:t>
            </a:r>
            <a:endParaRPr/>
          </a:p>
        </p:txBody>
      </p:sp>
      <p:sp>
        <p:nvSpPr>
          <p:cNvPr id="88" name="Google Shape;88;p25"/>
          <p:cNvSpPr/>
          <p:nvPr/>
        </p:nvSpPr>
        <p:spPr>
          <a:xfrm>
            <a:off x="457200" y="6283683"/>
            <a:ext cx="8220075" cy="715963"/>
          </a:xfrm>
          <a:prstGeom prst="roundRect">
            <a:avLst>
              <a:gd fmla="val 9639" name="adj"/>
            </a:avLst>
          </a:prstGeom>
          <a:noFill/>
          <a:ln>
            <a:noFill/>
          </a:ln>
        </p:spPr>
        <p:txBody>
          <a:bodyPr anchorCtr="1" anchor="ctr" bIns="252000" lIns="252000" spcFirstLastPara="1" rIns="252000" wrap="square" tIns="252000">
            <a:noAutofit/>
          </a:bodyPr>
          <a:lstStyle/>
          <a:p>
            <a:pPr indent="0" lvl="0" marL="0" marR="0" rtl="0" algn="ctr">
              <a:lnSpc>
                <a:spcPct val="90000"/>
              </a:lnSpc>
              <a:spcBef>
                <a:spcPts val="0"/>
              </a:spcBef>
              <a:spcAft>
                <a:spcPts val="0"/>
              </a:spcAft>
              <a:buNone/>
            </a:pPr>
            <a:r>
              <a:rPr lang="en-GB" sz="1000">
                <a:solidFill>
                  <a:schemeClr val="lt1"/>
                </a:solidFill>
                <a:latin typeface="Roboto"/>
                <a:ea typeface="Roboto"/>
                <a:cs typeface="Roboto"/>
                <a:sym typeface="Roboto"/>
              </a:rPr>
              <a:t>You may wish to delete this slide before beginning the presentation.</a:t>
            </a:r>
            <a:endParaRPr/>
          </a:p>
        </p:txBody>
      </p:sp>
      <p:sp>
        <p:nvSpPr>
          <p:cNvPr id="89" name="Google Shape;89;p25"/>
          <p:cNvSpPr/>
          <p:nvPr/>
        </p:nvSpPr>
        <p:spPr>
          <a:xfrm>
            <a:off x="743836" y="1163960"/>
            <a:ext cx="7644513"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chemeClr val="dk1"/>
                </a:solidFill>
                <a:latin typeface="Roboto"/>
                <a:ea typeface="Roboto"/>
                <a:cs typeface="Roboto"/>
                <a:sym typeface="Roboto"/>
              </a:rPr>
              <a:t>We hope you find the information on our website and resources useful. </a:t>
            </a:r>
            <a:endParaRPr sz="1400">
              <a:solidFill>
                <a:schemeClr val="dk1"/>
              </a:solidFill>
              <a:latin typeface="Calibri"/>
              <a:ea typeface="Calibri"/>
              <a:cs typeface="Calibri"/>
              <a:sym typeface="Calibri"/>
            </a:endParaRPr>
          </a:p>
        </p:txBody>
      </p:sp>
      <p:grpSp>
        <p:nvGrpSpPr>
          <p:cNvPr id="90" name="Google Shape;90;p25"/>
          <p:cNvGrpSpPr/>
          <p:nvPr/>
        </p:nvGrpSpPr>
        <p:grpSpPr>
          <a:xfrm>
            <a:off x="743837" y="1681195"/>
            <a:ext cx="7644513" cy="2002840"/>
            <a:chOff x="743837" y="1344834"/>
            <a:chExt cx="7644513" cy="2002840"/>
          </a:xfrm>
        </p:grpSpPr>
        <p:sp>
          <p:nvSpPr>
            <p:cNvPr id="91" name="Google Shape;91;p25"/>
            <p:cNvSpPr/>
            <p:nvPr/>
          </p:nvSpPr>
          <p:spPr>
            <a:xfrm>
              <a:off x="743837" y="1344834"/>
              <a:ext cx="2703717" cy="273960"/>
            </a:xfrm>
            <a:prstGeom prst="rect">
              <a:avLst/>
            </a:prstGeom>
            <a:solidFill>
              <a:srgbClr val="E34192"/>
            </a:solidFill>
            <a:ln>
              <a:noFill/>
            </a:ln>
          </p:spPr>
          <p:txBody>
            <a:bodyPr anchorCtr="0" anchor="ctr" bIns="108000" lIns="108000" spcFirstLastPara="1" rIns="108000" wrap="square" tIns="108000">
              <a:noAutofit/>
            </a:bodyPr>
            <a:lstStyle/>
            <a:p>
              <a:pPr indent="0" lvl="0" marL="0" marR="0" rtl="0" algn="l">
                <a:spcBef>
                  <a:spcPts val="0"/>
                </a:spcBef>
                <a:spcAft>
                  <a:spcPts val="0"/>
                </a:spcAft>
                <a:buNone/>
              </a:pPr>
              <a:r>
                <a:rPr b="1" lang="en-GB" sz="1600">
                  <a:solidFill>
                    <a:schemeClr val="lt1"/>
                  </a:solidFill>
                  <a:latin typeface="Roboto"/>
                  <a:ea typeface="Roboto"/>
                  <a:cs typeface="Roboto"/>
                  <a:sym typeface="Roboto"/>
                </a:rPr>
                <a:t>Links to External Websites</a:t>
              </a:r>
              <a:endParaRPr/>
            </a:p>
          </p:txBody>
        </p:sp>
        <p:sp>
          <p:nvSpPr>
            <p:cNvPr id="92" name="Google Shape;92;p25"/>
            <p:cNvSpPr/>
            <p:nvPr/>
          </p:nvSpPr>
          <p:spPr>
            <a:xfrm>
              <a:off x="755650" y="1618794"/>
              <a:ext cx="7632700" cy="1728880"/>
            </a:xfrm>
            <a:prstGeom prst="rect">
              <a:avLst/>
            </a:prstGeom>
            <a:solidFill>
              <a:schemeClr val="lt1"/>
            </a:solidFill>
            <a:ln cap="flat" cmpd="sng" w="19050">
              <a:solidFill>
                <a:srgbClr val="18A0DB"/>
              </a:solidFill>
              <a:prstDash val="solid"/>
              <a:round/>
              <a:headEnd len="sm" w="sm" type="none"/>
              <a:tailEnd len="sm" w="sm" type="none"/>
            </a:ln>
          </p:spPr>
          <p:txBody>
            <a:bodyPr anchorCtr="0" anchor="t" bIns="216000" lIns="216000" spcFirstLastPara="1" rIns="216000" wrap="square" tIns="216000">
              <a:spAutoFit/>
            </a:bodyPr>
            <a:lstStyle/>
            <a:p>
              <a:pPr indent="0" lvl="0" marL="0" marR="0" rtl="0" algn="l">
                <a:spcBef>
                  <a:spcPts val="0"/>
                </a:spcBef>
                <a:spcAft>
                  <a:spcPts val="0"/>
                </a:spcAft>
                <a:buNone/>
              </a:pPr>
              <a:r>
                <a:rPr lang="en-GB" sz="1400">
                  <a:solidFill>
                    <a:schemeClr val="dk1"/>
                  </a:solidFill>
                  <a:latin typeface="Roboto"/>
                  <a:ea typeface="Roboto"/>
                  <a:cs typeface="Roboto"/>
                  <a:sym typeface="Roboto"/>
                </a:rPr>
                <a:t>This resource contains links to external websites. Please be aware that the inclusion of any link in this resource should not be taken as an endorsement of any kind by Twinkl of the linked website or any association with its operators. You should also be aware that we have no control over the availability of the linked pages. If the link is not working, please let us know by contacting TwinklCares and we will try to fix it although we can assume no responsibility if this is the case. We are not responsible for the content of external sites.</a:t>
              </a:r>
              <a:endParaRPr/>
            </a:p>
          </p:txBody>
        </p:sp>
      </p:grpSp>
      <p:sp>
        <p:nvSpPr>
          <p:cNvPr id="93" name="Google Shape;93;p25"/>
          <p:cNvSpPr txBox="1"/>
          <p:nvPr/>
        </p:nvSpPr>
        <p:spPr>
          <a:xfrm>
            <a:off x="755650" y="668014"/>
            <a:ext cx="76327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800">
                <a:solidFill>
                  <a:srgbClr val="E34192"/>
                </a:solidFill>
                <a:latin typeface="Roboto"/>
                <a:ea typeface="Roboto"/>
                <a:cs typeface="Roboto"/>
                <a:sym typeface="Roboto"/>
              </a:rPr>
              <a:t>Disclaimer/s</a:t>
            </a:r>
            <a:endParaRPr b="1" sz="2800">
              <a:solidFill>
                <a:srgbClr val="E34192"/>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ternal Video Websites Disclaimer">
  <p:cSld name="External Video Websites Disclaimer">
    <p:spTree>
      <p:nvGrpSpPr>
        <p:cNvPr id="94" name="Shape 94"/>
        <p:cNvGrpSpPr/>
        <p:nvPr/>
      </p:nvGrpSpPr>
      <p:grpSpPr>
        <a:xfrm>
          <a:off x="0" y="0"/>
          <a:ext cx="0" cy="0"/>
          <a:chOff x="0" y="0"/>
          <a:chExt cx="0" cy="0"/>
        </a:xfrm>
      </p:grpSpPr>
      <p:sp>
        <p:nvSpPr>
          <p:cNvPr id="95" name="Google Shape;95;p26"/>
          <p:cNvSpPr/>
          <p:nvPr/>
        </p:nvSpPr>
        <p:spPr>
          <a:xfrm>
            <a:off x="457198" y="438151"/>
            <a:ext cx="8220075" cy="5957887"/>
          </a:xfrm>
          <a:prstGeom prst="roundRect">
            <a:avLst>
              <a:gd fmla="val 2649" name="adj"/>
            </a:avLst>
          </a:prstGeom>
          <a:solidFill>
            <a:schemeClr val="lt1"/>
          </a:solidFill>
          <a:ln cap="rnd"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350">
                <a:solidFill>
                  <a:schemeClr val="lt1"/>
                </a:solidFill>
                <a:latin typeface="Arial"/>
                <a:ea typeface="Arial"/>
                <a:cs typeface="Arial"/>
                <a:sym typeface="Arial"/>
              </a:rPr>
              <a:t> </a:t>
            </a:r>
            <a:endParaRPr/>
          </a:p>
        </p:txBody>
      </p:sp>
      <p:sp>
        <p:nvSpPr>
          <p:cNvPr id="96" name="Google Shape;96;p26"/>
          <p:cNvSpPr/>
          <p:nvPr/>
        </p:nvSpPr>
        <p:spPr>
          <a:xfrm>
            <a:off x="457200" y="6283683"/>
            <a:ext cx="8220075" cy="715963"/>
          </a:xfrm>
          <a:prstGeom prst="roundRect">
            <a:avLst>
              <a:gd fmla="val 9639" name="adj"/>
            </a:avLst>
          </a:prstGeom>
          <a:noFill/>
          <a:ln>
            <a:noFill/>
          </a:ln>
        </p:spPr>
        <p:txBody>
          <a:bodyPr anchorCtr="1" anchor="ctr" bIns="252000" lIns="252000" spcFirstLastPara="1" rIns="252000" wrap="square" tIns="252000">
            <a:noAutofit/>
          </a:bodyPr>
          <a:lstStyle/>
          <a:p>
            <a:pPr indent="0" lvl="0" marL="0" marR="0" rtl="0" algn="ctr">
              <a:lnSpc>
                <a:spcPct val="90000"/>
              </a:lnSpc>
              <a:spcBef>
                <a:spcPts val="0"/>
              </a:spcBef>
              <a:spcAft>
                <a:spcPts val="0"/>
              </a:spcAft>
              <a:buNone/>
            </a:pPr>
            <a:r>
              <a:rPr lang="en-GB" sz="1000">
                <a:solidFill>
                  <a:schemeClr val="lt1"/>
                </a:solidFill>
                <a:latin typeface="Roboto"/>
                <a:ea typeface="Roboto"/>
                <a:cs typeface="Roboto"/>
                <a:sym typeface="Roboto"/>
              </a:rPr>
              <a:t>You may wish to delete this slide before beginning the presentation.</a:t>
            </a:r>
            <a:endParaRPr/>
          </a:p>
        </p:txBody>
      </p:sp>
      <p:sp>
        <p:nvSpPr>
          <p:cNvPr id="97" name="Google Shape;97;p26"/>
          <p:cNvSpPr/>
          <p:nvPr/>
        </p:nvSpPr>
        <p:spPr>
          <a:xfrm>
            <a:off x="743836" y="1163960"/>
            <a:ext cx="7644513"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chemeClr val="dk1"/>
                </a:solidFill>
                <a:latin typeface="Roboto"/>
                <a:ea typeface="Roboto"/>
                <a:cs typeface="Roboto"/>
                <a:sym typeface="Roboto"/>
              </a:rPr>
              <a:t>We hope you find the information on our website and resources useful. </a:t>
            </a:r>
            <a:endParaRPr sz="1400">
              <a:solidFill>
                <a:schemeClr val="dk1"/>
              </a:solidFill>
              <a:latin typeface="Calibri"/>
              <a:ea typeface="Calibri"/>
              <a:cs typeface="Calibri"/>
              <a:sym typeface="Calibri"/>
            </a:endParaRPr>
          </a:p>
        </p:txBody>
      </p:sp>
      <p:grpSp>
        <p:nvGrpSpPr>
          <p:cNvPr id="98" name="Google Shape;98;p26"/>
          <p:cNvGrpSpPr/>
          <p:nvPr/>
        </p:nvGrpSpPr>
        <p:grpSpPr>
          <a:xfrm>
            <a:off x="733079" y="1681195"/>
            <a:ext cx="7643458" cy="2649171"/>
            <a:chOff x="744892" y="3707365"/>
            <a:chExt cx="7643458" cy="2649171"/>
          </a:xfrm>
        </p:grpSpPr>
        <p:sp>
          <p:nvSpPr>
            <p:cNvPr id="99" name="Google Shape;99;p26"/>
            <p:cNvSpPr/>
            <p:nvPr/>
          </p:nvSpPr>
          <p:spPr>
            <a:xfrm>
              <a:off x="744892" y="3707365"/>
              <a:ext cx="3214972" cy="273960"/>
            </a:xfrm>
            <a:prstGeom prst="rect">
              <a:avLst/>
            </a:prstGeom>
            <a:solidFill>
              <a:srgbClr val="E34192"/>
            </a:solidFill>
            <a:ln>
              <a:noFill/>
            </a:ln>
          </p:spPr>
          <p:txBody>
            <a:bodyPr anchorCtr="0" anchor="ctr" bIns="108000" lIns="108000" spcFirstLastPara="1" rIns="108000" wrap="square" tIns="108000">
              <a:noAutofit/>
            </a:bodyPr>
            <a:lstStyle/>
            <a:p>
              <a:pPr indent="0" lvl="0" marL="0" marR="0" rtl="0" algn="l">
                <a:spcBef>
                  <a:spcPts val="0"/>
                </a:spcBef>
                <a:spcAft>
                  <a:spcPts val="0"/>
                </a:spcAft>
                <a:buNone/>
              </a:pPr>
              <a:r>
                <a:rPr b="1" lang="en-GB" sz="1600">
                  <a:solidFill>
                    <a:schemeClr val="lt1"/>
                  </a:solidFill>
                  <a:latin typeface="Roboto"/>
                  <a:ea typeface="Roboto"/>
                  <a:cs typeface="Roboto"/>
                  <a:sym typeface="Roboto"/>
                </a:rPr>
                <a:t>Links to External Video Websites</a:t>
              </a:r>
              <a:endParaRPr/>
            </a:p>
          </p:txBody>
        </p:sp>
        <p:sp>
          <p:nvSpPr>
            <p:cNvPr id="100" name="Google Shape;100;p26"/>
            <p:cNvSpPr/>
            <p:nvPr/>
          </p:nvSpPr>
          <p:spPr>
            <a:xfrm>
              <a:off x="755650" y="3981325"/>
              <a:ext cx="7632700" cy="2375211"/>
            </a:xfrm>
            <a:prstGeom prst="rect">
              <a:avLst/>
            </a:prstGeom>
            <a:solidFill>
              <a:schemeClr val="lt1"/>
            </a:solidFill>
            <a:ln cap="flat" cmpd="sng" w="19050">
              <a:solidFill>
                <a:srgbClr val="18A0DB"/>
              </a:solidFill>
              <a:prstDash val="solid"/>
              <a:round/>
              <a:headEnd len="sm" w="sm" type="none"/>
              <a:tailEnd len="sm" w="sm" type="none"/>
            </a:ln>
          </p:spPr>
          <p:txBody>
            <a:bodyPr anchorCtr="0" anchor="t" bIns="216000" lIns="216000" spcFirstLastPara="1" rIns="216000" wrap="square" tIns="216000">
              <a:spAutoFit/>
            </a:bodyPr>
            <a:lstStyle/>
            <a:p>
              <a:pPr indent="0" lvl="0" marL="0" marR="0" rtl="0" algn="l">
                <a:spcBef>
                  <a:spcPts val="0"/>
                </a:spcBef>
                <a:spcAft>
                  <a:spcPts val="0"/>
                </a:spcAft>
                <a:buNone/>
              </a:pPr>
              <a:r>
                <a:rPr lang="en-GB" sz="1400">
                  <a:solidFill>
                    <a:schemeClr val="dk1"/>
                  </a:solidFill>
                  <a:latin typeface="Roboto"/>
                  <a:ea typeface="Roboto"/>
                  <a:cs typeface="Roboto"/>
                  <a:sym typeface="Roboto"/>
                </a:rPr>
                <a:t>This resource contains links to external video websites. These websites often have autoplay features meaning that other videos will play after the video you are watching finishes. You should disable this feature before using the video in any classroom or similar setting. Twinkl assumes no responsibility for the contents of linked websites. The inclusion of any link in this resource should not be taken as an endorsement of any kind by Twinkl of the linked website or any association with its operators. We have no control over the availability of the linked pages. If the link is not working, please let us know by contacting TwinklCares and we will try to fix it, although we can assume no responsibility if this is </a:t>
              </a:r>
              <a:br>
                <a:rPr lang="en-GB" sz="1400">
                  <a:solidFill>
                    <a:schemeClr val="dk1"/>
                  </a:solidFill>
                  <a:latin typeface="Roboto"/>
                  <a:ea typeface="Roboto"/>
                  <a:cs typeface="Roboto"/>
                  <a:sym typeface="Roboto"/>
                </a:rPr>
              </a:br>
              <a:r>
                <a:rPr lang="en-GB" sz="1400">
                  <a:solidFill>
                    <a:schemeClr val="dk1"/>
                  </a:solidFill>
                  <a:latin typeface="Roboto"/>
                  <a:ea typeface="Roboto"/>
                  <a:cs typeface="Roboto"/>
                  <a:sym typeface="Roboto"/>
                </a:rPr>
                <a:t>the case.</a:t>
              </a:r>
              <a:endParaRPr/>
            </a:p>
          </p:txBody>
        </p:sp>
      </p:grpSp>
      <p:sp>
        <p:nvSpPr>
          <p:cNvPr id="101" name="Google Shape;101;p26"/>
          <p:cNvSpPr txBox="1"/>
          <p:nvPr/>
        </p:nvSpPr>
        <p:spPr>
          <a:xfrm>
            <a:off x="755650" y="668014"/>
            <a:ext cx="76327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800">
                <a:solidFill>
                  <a:srgbClr val="E34192"/>
                </a:solidFill>
                <a:latin typeface="Roboto"/>
                <a:ea typeface="Roboto"/>
                <a:cs typeface="Roboto"/>
                <a:sym typeface="Roboto"/>
              </a:rPr>
              <a:t>Disclaimer/s</a:t>
            </a:r>
            <a:endParaRPr b="1" sz="2800">
              <a:solidFill>
                <a:srgbClr val="E34192"/>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laimers Editable">
  <p:cSld name="Disclaimers Editable">
    <p:spTree>
      <p:nvGrpSpPr>
        <p:cNvPr id="102" name="Shape 102"/>
        <p:cNvGrpSpPr/>
        <p:nvPr/>
      </p:nvGrpSpPr>
      <p:grpSpPr>
        <a:xfrm>
          <a:off x="0" y="0"/>
          <a:ext cx="0" cy="0"/>
          <a:chOff x="0" y="0"/>
          <a:chExt cx="0" cy="0"/>
        </a:xfrm>
      </p:grpSpPr>
      <p:sp>
        <p:nvSpPr>
          <p:cNvPr id="103" name="Google Shape;103;p27"/>
          <p:cNvSpPr/>
          <p:nvPr/>
        </p:nvSpPr>
        <p:spPr>
          <a:xfrm>
            <a:off x="457198" y="438151"/>
            <a:ext cx="8220075" cy="5957887"/>
          </a:xfrm>
          <a:prstGeom prst="roundRect">
            <a:avLst>
              <a:gd fmla="val 2649" name="adj"/>
            </a:avLst>
          </a:prstGeom>
          <a:solidFill>
            <a:schemeClr val="lt1"/>
          </a:solidFill>
          <a:ln cap="rnd"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350">
                <a:solidFill>
                  <a:schemeClr val="lt1"/>
                </a:solidFill>
                <a:latin typeface="Arial"/>
                <a:ea typeface="Arial"/>
                <a:cs typeface="Arial"/>
                <a:sym typeface="Arial"/>
              </a:rPr>
              <a:t> </a:t>
            </a:r>
            <a:endParaRPr/>
          </a:p>
        </p:txBody>
      </p:sp>
      <p:sp>
        <p:nvSpPr>
          <p:cNvPr id="104" name="Google Shape;104;p27"/>
          <p:cNvSpPr/>
          <p:nvPr/>
        </p:nvSpPr>
        <p:spPr>
          <a:xfrm>
            <a:off x="457200" y="6283683"/>
            <a:ext cx="8220075" cy="715963"/>
          </a:xfrm>
          <a:prstGeom prst="roundRect">
            <a:avLst>
              <a:gd fmla="val 9639" name="adj"/>
            </a:avLst>
          </a:prstGeom>
          <a:noFill/>
          <a:ln>
            <a:noFill/>
          </a:ln>
        </p:spPr>
        <p:txBody>
          <a:bodyPr anchorCtr="1" anchor="ctr" bIns="252000" lIns="252000" spcFirstLastPara="1" rIns="252000" wrap="square" tIns="252000">
            <a:noAutofit/>
          </a:bodyPr>
          <a:lstStyle/>
          <a:p>
            <a:pPr indent="0" lvl="0" marL="0" marR="0" rtl="0" algn="ctr">
              <a:lnSpc>
                <a:spcPct val="90000"/>
              </a:lnSpc>
              <a:spcBef>
                <a:spcPts val="0"/>
              </a:spcBef>
              <a:spcAft>
                <a:spcPts val="0"/>
              </a:spcAft>
              <a:buNone/>
            </a:pPr>
            <a:r>
              <a:rPr lang="en-GB" sz="1000">
                <a:solidFill>
                  <a:schemeClr val="lt1"/>
                </a:solidFill>
                <a:latin typeface="Roboto"/>
                <a:ea typeface="Roboto"/>
                <a:cs typeface="Roboto"/>
                <a:sym typeface="Roboto"/>
              </a:rPr>
              <a:t>You may wish to delete this slide before beginning the presentation.</a:t>
            </a:r>
            <a:endParaRPr/>
          </a:p>
        </p:txBody>
      </p:sp>
      <p:sp>
        <p:nvSpPr>
          <p:cNvPr id="105" name="Google Shape;105;p27"/>
          <p:cNvSpPr/>
          <p:nvPr/>
        </p:nvSpPr>
        <p:spPr>
          <a:xfrm>
            <a:off x="743836" y="1163960"/>
            <a:ext cx="7644513"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chemeClr val="dk1"/>
                </a:solidFill>
                <a:latin typeface="Roboto"/>
                <a:ea typeface="Roboto"/>
                <a:cs typeface="Roboto"/>
                <a:sym typeface="Roboto"/>
              </a:rPr>
              <a:t>We hope you find the information on our website and resources useful. </a:t>
            </a:r>
            <a:endParaRPr sz="1400">
              <a:solidFill>
                <a:schemeClr val="dk1"/>
              </a:solidFill>
              <a:latin typeface="Calibri"/>
              <a:ea typeface="Calibri"/>
              <a:cs typeface="Calibri"/>
              <a:sym typeface="Calibri"/>
            </a:endParaRPr>
          </a:p>
        </p:txBody>
      </p:sp>
      <p:grpSp>
        <p:nvGrpSpPr>
          <p:cNvPr id="106" name="Google Shape;106;p27"/>
          <p:cNvGrpSpPr/>
          <p:nvPr/>
        </p:nvGrpSpPr>
        <p:grpSpPr>
          <a:xfrm>
            <a:off x="733079" y="3957995"/>
            <a:ext cx="7643458" cy="2002840"/>
            <a:chOff x="744892" y="3707365"/>
            <a:chExt cx="7643458" cy="2002840"/>
          </a:xfrm>
        </p:grpSpPr>
        <p:sp>
          <p:nvSpPr>
            <p:cNvPr id="107" name="Google Shape;107;p27"/>
            <p:cNvSpPr/>
            <p:nvPr/>
          </p:nvSpPr>
          <p:spPr>
            <a:xfrm>
              <a:off x="744892" y="3707365"/>
              <a:ext cx="1741673" cy="273960"/>
            </a:xfrm>
            <a:prstGeom prst="rect">
              <a:avLst/>
            </a:prstGeom>
            <a:solidFill>
              <a:srgbClr val="E34192"/>
            </a:solidFill>
            <a:ln>
              <a:noFill/>
            </a:ln>
          </p:spPr>
          <p:txBody>
            <a:bodyPr anchorCtr="0" anchor="ctr" bIns="108000" lIns="108000" spcFirstLastPara="1" rIns="108000" wrap="square" tIns="108000">
              <a:noAutofit/>
            </a:bodyPr>
            <a:lstStyle/>
            <a:p>
              <a:pPr indent="0" lvl="0" marL="0" marR="0" rtl="0" algn="l">
                <a:spcBef>
                  <a:spcPts val="0"/>
                </a:spcBef>
                <a:spcAft>
                  <a:spcPts val="0"/>
                </a:spcAft>
                <a:buNone/>
              </a:pPr>
              <a:r>
                <a:rPr b="1" lang="en-GB" sz="1600">
                  <a:solidFill>
                    <a:schemeClr val="lt1"/>
                  </a:solidFill>
                  <a:latin typeface="Roboto"/>
                  <a:ea typeface="Roboto"/>
                  <a:cs typeface="Roboto"/>
                  <a:sym typeface="Roboto"/>
                </a:rPr>
                <a:t>Insert Text Here</a:t>
              </a:r>
              <a:endParaRPr/>
            </a:p>
          </p:txBody>
        </p:sp>
        <p:sp>
          <p:nvSpPr>
            <p:cNvPr id="108" name="Google Shape;108;p27"/>
            <p:cNvSpPr/>
            <p:nvPr/>
          </p:nvSpPr>
          <p:spPr>
            <a:xfrm>
              <a:off x="755650" y="3981325"/>
              <a:ext cx="7632700" cy="1728880"/>
            </a:xfrm>
            <a:prstGeom prst="rect">
              <a:avLst/>
            </a:prstGeom>
            <a:solidFill>
              <a:schemeClr val="lt1"/>
            </a:solidFill>
            <a:ln cap="flat" cmpd="sng" w="19050">
              <a:solidFill>
                <a:srgbClr val="18A0DB"/>
              </a:solidFill>
              <a:prstDash val="solid"/>
              <a:round/>
              <a:headEnd len="sm" w="sm" type="none"/>
              <a:tailEnd len="sm" w="sm" type="none"/>
            </a:ln>
          </p:spPr>
          <p:txBody>
            <a:bodyPr anchorCtr="0" anchor="t" bIns="216000" lIns="216000" spcFirstLastPara="1" rIns="216000" wrap="square" tIns="216000">
              <a:spAutoFit/>
            </a:bodyPr>
            <a:lstStyle/>
            <a:p>
              <a:pPr indent="0" lvl="0" marL="0" marR="0" rtl="0" algn="l">
                <a:spcBef>
                  <a:spcPts val="0"/>
                </a:spcBef>
                <a:spcAft>
                  <a:spcPts val="0"/>
                </a:spcAft>
                <a:buNone/>
              </a:pPr>
              <a:r>
                <a:rPr lang="en-GB" sz="1400">
                  <a:solidFill>
                    <a:schemeClr val="dk1"/>
                  </a:solidFill>
                  <a:latin typeface="Roboto"/>
                  <a:ea typeface="Roboto"/>
                  <a:cs typeface="Roboto"/>
                  <a:sym typeface="Roboto"/>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p>
          </p:txBody>
        </p:sp>
      </p:grpSp>
      <p:sp>
        <p:nvSpPr>
          <p:cNvPr id="109" name="Google Shape;109;p27"/>
          <p:cNvSpPr txBox="1"/>
          <p:nvPr/>
        </p:nvSpPr>
        <p:spPr>
          <a:xfrm>
            <a:off x="755650" y="668014"/>
            <a:ext cx="76327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800">
                <a:solidFill>
                  <a:srgbClr val="E34192"/>
                </a:solidFill>
                <a:latin typeface="Roboto"/>
                <a:ea typeface="Roboto"/>
                <a:cs typeface="Roboto"/>
                <a:sym typeface="Roboto"/>
              </a:rPr>
              <a:t>Disclaimer/s</a:t>
            </a:r>
            <a:endParaRPr b="1" sz="2800">
              <a:solidFill>
                <a:srgbClr val="E34192"/>
              </a:solidFill>
              <a:latin typeface="Calibri"/>
              <a:ea typeface="Calibri"/>
              <a:cs typeface="Calibri"/>
              <a:sym typeface="Calibri"/>
            </a:endParaRPr>
          </a:p>
        </p:txBody>
      </p:sp>
      <p:grpSp>
        <p:nvGrpSpPr>
          <p:cNvPr id="110" name="Google Shape;110;p27"/>
          <p:cNvGrpSpPr/>
          <p:nvPr/>
        </p:nvGrpSpPr>
        <p:grpSpPr>
          <a:xfrm>
            <a:off x="735818" y="1678482"/>
            <a:ext cx="7643458" cy="2002840"/>
            <a:chOff x="744892" y="3707365"/>
            <a:chExt cx="7643458" cy="2002840"/>
          </a:xfrm>
        </p:grpSpPr>
        <p:sp>
          <p:nvSpPr>
            <p:cNvPr id="111" name="Google Shape;111;p27"/>
            <p:cNvSpPr/>
            <p:nvPr/>
          </p:nvSpPr>
          <p:spPr>
            <a:xfrm>
              <a:off x="744892" y="3707365"/>
              <a:ext cx="1741673" cy="273960"/>
            </a:xfrm>
            <a:prstGeom prst="rect">
              <a:avLst/>
            </a:prstGeom>
            <a:solidFill>
              <a:srgbClr val="E34192"/>
            </a:solidFill>
            <a:ln>
              <a:noFill/>
            </a:ln>
          </p:spPr>
          <p:txBody>
            <a:bodyPr anchorCtr="0" anchor="ctr" bIns="108000" lIns="108000" spcFirstLastPara="1" rIns="108000" wrap="square" tIns="108000">
              <a:noAutofit/>
            </a:bodyPr>
            <a:lstStyle/>
            <a:p>
              <a:pPr indent="0" lvl="0" marL="0" marR="0" rtl="0" algn="l">
                <a:spcBef>
                  <a:spcPts val="0"/>
                </a:spcBef>
                <a:spcAft>
                  <a:spcPts val="0"/>
                </a:spcAft>
                <a:buNone/>
              </a:pPr>
              <a:r>
                <a:rPr b="1" lang="en-GB" sz="1600">
                  <a:solidFill>
                    <a:schemeClr val="lt1"/>
                  </a:solidFill>
                  <a:latin typeface="Roboto"/>
                  <a:ea typeface="Roboto"/>
                  <a:cs typeface="Roboto"/>
                  <a:sym typeface="Roboto"/>
                </a:rPr>
                <a:t>Insert Text Here</a:t>
              </a:r>
              <a:endParaRPr/>
            </a:p>
          </p:txBody>
        </p:sp>
        <p:sp>
          <p:nvSpPr>
            <p:cNvPr id="112" name="Google Shape;112;p27"/>
            <p:cNvSpPr/>
            <p:nvPr/>
          </p:nvSpPr>
          <p:spPr>
            <a:xfrm>
              <a:off x="755650" y="3981325"/>
              <a:ext cx="7632700" cy="1728880"/>
            </a:xfrm>
            <a:prstGeom prst="rect">
              <a:avLst/>
            </a:prstGeom>
            <a:solidFill>
              <a:schemeClr val="lt1"/>
            </a:solidFill>
            <a:ln cap="flat" cmpd="sng" w="19050">
              <a:solidFill>
                <a:srgbClr val="18A0DB"/>
              </a:solidFill>
              <a:prstDash val="solid"/>
              <a:round/>
              <a:headEnd len="sm" w="sm" type="none"/>
              <a:tailEnd len="sm" w="sm" type="none"/>
            </a:ln>
          </p:spPr>
          <p:txBody>
            <a:bodyPr anchorCtr="0" anchor="t" bIns="216000" lIns="216000" spcFirstLastPara="1" rIns="216000" wrap="square" tIns="216000">
              <a:spAutoFit/>
            </a:bodyPr>
            <a:lstStyle/>
            <a:p>
              <a:pPr indent="0" lvl="0" marL="0" marR="0" rtl="0" algn="l">
                <a:spcBef>
                  <a:spcPts val="0"/>
                </a:spcBef>
                <a:spcAft>
                  <a:spcPts val="0"/>
                </a:spcAft>
                <a:buNone/>
              </a:pPr>
              <a:r>
                <a:rPr lang="en-GB" sz="1400">
                  <a:solidFill>
                    <a:schemeClr val="dk1"/>
                  </a:solidFill>
                  <a:latin typeface="Roboto"/>
                  <a:ea typeface="Roboto"/>
                  <a:cs typeface="Roboto"/>
                  <a:sym typeface="Roboto"/>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10" Type="http://schemas.openxmlformats.org/officeDocument/2006/relationships/theme" Target="../theme/theme1.xml"/><Relationship Id="rId9" Type="http://schemas.openxmlformats.org/officeDocument/2006/relationships/slideLayout" Target="../slideLayouts/slideLayout12.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Relationship Id="rId8"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4"/>
          <p:cNvSpPr/>
          <p:nvPr>
            <p:ph type="title"/>
          </p:nvPr>
        </p:nvSpPr>
        <p:spPr>
          <a:xfrm>
            <a:off x="489745" y="695325"/>
            <a:ext cx="8164510" cy="1150938"/>
          </a:xfrm>
          <a:prstGeom prst="roundRect">
            <a:avLst>
              <a:gd fmla="val 9641" name="adj"/>
            </a:avLst>
          </a:prstGeom>
          <a:noFill/>
          <a:ln>
            <a:noFill/>
          </a:ln>
        </p:spPr>
        <p:txBody>
          <a:bodyPr anchorCtr="1" anchor="ctr" bIns="252000" lIns="252000" spcFirstLastPara="1" rIns="252000" wrap="square" tIns="252000">
            <a:normAutofit/>
          </a:bodyPr>
          <a:lstStyle>
            <a:lvl1pPr lvl="0" marR="0" rtl="0" algn="l">
              <a:lnSpc>
                <a:spcPct val="90000"/>
              </a:lnSpc>
              <a:spcBef>
                <a:spcPts val="0"/>
              </a:spcBef>
              <a:spcAft>
                <a:spcPts val="0"/>
              </a:spcAft>
              <a:buClr>
                <a:srgbClr val="1C1C1C"/>
              </a:buClr>
              <a:buSzPts val="3600"/>
              <a:buFont typeface="Arial"/>
              <a:buNone/>
              <a:defRPr b="1" i="0" sz="3600" u="none" cap="none" strike="noStrike">
                <a:solidFill>
                  <a:srgbClr val="1C1C1C"/>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4"/>
          <p:cNvSpPr/>
          <p:nvPr>
            <p:ph idx="1" type="body"/>
          </p:nvPr>
        </p:nvSpPr>
        <p:spPr>
          <a:xfrm>
            <a:off x="489745" y="1957386"/>
            <a:ext cx="8164510" cy="4387851"/>
          </a:xfrm>
          <a:prstGeom prst="roundRect">
            <a:avLst>
              <a:gd fmla="val 2585" name="adj"/>
            </a:avLst>
          </a:prstGeom>
          <a:noFill/>
          <a:ln>
            <a:noFill/>
          </a:ln>
        </p:spPr>
        <p:txBody>
          <a:bodyPr anchorCtr="0" anchor="t" bIns="252000" lIns="252000" spcFirstLastPara="1" rIns="252000" wrap="square" tIns="252000">
            <a:normAutofit/>
          </a:bodyPr>
          <a:lstStyle>
            <a:lvl1pPr indent="-342900" lvl="0" marL="457200" marR="0" rtl="0" algn="l">
              <a:lnSpc>
                <a:spcPct val="90000"/>
              </a:lnSpc>
              <a:spcBef>
                <a:spcPts val="1000"/>
              </a:spcBef>
              <a:spcAft>
                <a:spcPts val="0"/>
              </a:spcAft>
              <a:buClr>
                <a:srgbClr val="1C1C1C"/>
              </a:buClr>
              <a:buSzPts val="1800"/>
              <a:buFont typeface="Arial"/>
              <a:buChar char="•"/>
              <a:defRPr b="0" i="0" sz="1800" u="none" cap="none" strike="noStrike">
                <a:solidFill>
                  <a:srgbClr val="1C1C1C"/>
                </a:solidFill>
                <a:latin typeface="Arial"/>
                <a:ea typeface="Arial"/>
                <a:cs typeface="Arial"/>
                <a:sym typeface="Arial"/>
              </a:defRPr>
            </a:lvl1pPr>
            <a:lvl2pPr indent="-330200" lvl="1" marL="914400" marR="0" rtl="0" algn="l">
              <a:lnSpc>
                <a:spcPct val="90000"/>
              </a:lnSpc>
              <a:spcBef>
                <a:spcPts val="500"/>
              </a:spcBef>
              <a:spcAft>
                <a:spcPts val="0"/>
              </a:spcAft>
              <a:buClr>
                <a:srgbClr val="1C1C1C"/>
              </a:buClr>
              <a:buSzPts val="1600"/>
              <a:buFont typeface="Arial"/>
              <a:buChar char="•"/>
              <a:defRPr b="0" i="0" sz="1600" u="none" cap="none" strike="noStrike">
                <a:solidFill>
                  <a:srgbClr val="1C1C1C"/>
                </a:solidFill>
                <a:latin typeface="Arial"/>
                <a:ea typeface="Arial"/>
                <a:cs typeface="Arial"/>
                <a:sym typeface="Arial"/>
              </a:defRPr>
            </a:lvl2pPr>
            <a:lvl3pPr indent="-317500" lvl="2" marL="1371600" marR="0" rtl="0" algn="l">
              <a:lnSpc>
                <a:spcPct val="90000"/>
              </a:lnSpc>
              <a:spcBef>
                <a:spcPts val="500"/>
              </a:spcBef>
              <a:spcAft>
                <a:spcPts val="0"/>
              </a:spcAft>
              <a:buClr>
                <a:srgbClr val="1C1C1C"/>
              </a:buClr>
              <a:buSzPts val="1400"/>
              <a:buFont typeface="Arial"/>
              <a:buChar char="•"/>
              <a:defRPr b="0" i="0" sz="1400" u="none" cap="none" strike="noStrike">
                <a:solidFill>
                  <a:srgbClr val="1C1C1C"/>
                </a:solidFill>
                <a:latin typeface="Arial"/>
                <a:ea typeface="Arial"/>
                <a:cs typeface="Arial"/>
                <a:sym typeface="Arial"/>
              </a:defRPr>
            </a:lvl3pPr>
            <a:lvl4pPr indent="-317500" lvl="3" marL="1828800" marR="0" rtl="0" algn="l">
              <a:lnSpc>
                <a:spcPct val="90000"/>
              </a:lnSpc>
              <a:spcBef>
                <a:spcPts val="500"/>
              </a:spcBef>
              <a:spcAft>
                <a:spcPts val="0"/>
              </a:spcAft>
              <a:buClr>
                <a:srgbClr val="1C1C1C"/>
              </a:buClr>
              <a:buSzPts val="1400"/>
              <a:buFont typeface="Arial"/>
              <a:buChar char="•"/>
              <a:defRPr b="0" i="0" sz="1400" u="none" cap="none" strike="noStrike">
                <a:solidFill>
                  <a:srgbClr val="1C1C1C"/>
                </a:solidFill>
                <a:latin typeface="Arial"/>
                <a:ea typeface="Arial"/>
                <a:cs typeface="Arial"/>
                <a:sym typeface="Arial"/>
              </a:defRPr>
            </a:lvl4pPr>
            <a:lvl5pPr indent="-317500" lvl="4" marL="2286000" marR="0" rtl="0" algn="l">
              <a:lnSpc>
                <a:spcPct val="90000"/>
              </a:lnSpc>
              <a:spcBef>
                <a:spcPts val="500"/>
              </a:spcBef>
              <a:spcAft>
                <a:spcPts val="0"/>
              </a:spcAft>
              <a:buClr>
                <a:srgbClr val="1C1C1C"/>
              </a:buClr>
              <a:buSzPts val="1400"/>
              <a:buFont typeface="Arial"/>
              <a:buChar char="•"/>
              <a:defRPr b="0" i="0" sz="1400" u="none" cap="none" strike="noStrike">
                <a:solidFill>
                  <a:srgbClr val="1C1C1C"/>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288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6" name="Shape 26"/>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www.twinkl.com.au/resources/australian-resources-5---6/australian-curriculum-aligned-resources-5-6-australia/stem-5-6-australia"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8.png"/><Relationship Id="rId4" Type="http://schemas.openxmlformats.org/officeDocument/2006/relationships/image" Target="../media/image12.png"/><Relationship Id="rId5"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8.png"/><Relationship Id="rId4" Type="http://schemas.openxmlformats.org/officeDocument/2006/relationships/image" Target="../media/image5.jpg"/><Relationship Id="rId5" Type="http://schemas.openxmlformats.org/officeDocument/2006/relationships/image" Target="../media/image2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8.png"/><Relationship Id="rId4" Type="http://schemas.openxmlformats.org/officeDocument/2006/relationships/image" Target="../media/image5.jpg"/><Relationship Id="rId5" Type="http://schemas.openxmlformats.org/officeDocument/2006/relationships/image" Target="../media/image2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8.png"/><Relationship Id="rId4" Type="http://schemas.openxmlformats.org/officeDocument/2006/relationships/image" Target="../media/image5.jpg"/><Relationship Id="rId5" Type="http://schemas.openxmlformats.org/officeDocument/2006/relationships/image" Target="../media/image1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8.png"/><Relationship Id="rId4" Type="http://schemas.openxmlformats.org/officeDocument/2006/relationships/image" Target="../media/image5.jpg"/><Relationship Id="rId5" Type="http://schemas.openxmlformats.org/officeDocument/2006/relationships/image" Target="../media/image2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8.png"/><Relationship Id="rId4" Type="http://schemas.openxmlformats.org/officeDocument/2006/relationships/image" Target="../media/image5.jpg"/><Relationship Id="rId5" Type="http://schemas.openxmlformats.org/officeDocument/2006/relationships/image" Target="../media/image2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8.png"/><Relationship Id="rId4" Type="http://schemas.openxmlformats.org/officeDocument/2006/relationships/image" Target="../media/image5.jpg"/><Relationship Id="rId5" Type="http://schemas.openxmlformats.org/officeDocument/2006/relationships/image" Target="../media/image2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8.png"/><Relationship Id="rId4" Type="http://schemas.openxmlformats.org/officeDocument/2006/relationships/image" Target="../media/image5.jpg"/><Relationship Id="rId5" Type="http://schemas.openxmlformats.org/officeDocument/2006/relationships/image" Target="../media/image1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8.png"/><Relationship Id="rId4" Type="http://schemas.openxmlformats.org/officeDocument/2006/relationships/image" Target="../media/image1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8.png"/><Relationship Id="rId4" Type="http://schemas.openxmlformats.org/officeDocument/2006/relationships/image" Target="../media/image5.jpg"/><Relationship Id="rId5" Type="http://schemas.openxmlformats.org/officeDocument/2006/relationships/image" Target="../media/image2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8.png"/><Relationship Id="rId4" Type="http://schemas.openxmlformats.org/officeDocument/2006/relationships/image" Target="../media/image25.png"/><Relationship Id="rId5"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www.twinkl.com.au/resources/australian-resources-5---6/australian-curriculum-aligned-resources-5-6-australia/stem-5-6-australia"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
            <a:hlinkClick r:id="rId3"/>
          </p:cNvPr>
          <p:cNvSpPr/>
          <p:nvPr/>
        </p:nvSpPr>
        <p:spPr>
          <a:xfrm>
            <a:off x="7143750" y="-200025"/>
            <a:ext cx="2228850" cy="734377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descr="A blue square with black border&#10;&#10;Description automatically generated" id="122" name="Google Shape;122;p2"/>
          <p:cNvPicPr preferRelativeResize="0"/>
          <p:nvPr/>
        </p:nvPicPr>
        <p:blipFill rotWithShape="1">
          <a:blip r:embed="rId3">
            <a:alphaModFix/>
          </a:blip>
          <a:srcRect b="0" l="0" r="0" t="0"/>
          <a:stretch/>
        </p:blipFill>
        <p:spPr>
          <a:xfrm>
            <a:off x="441700" y="403380"/>
            <a:ext cx="7624484" cy="1388638"/>
          </a:xfrm>
          <a:prstGeom prst="rect">
            <a:avLst/>
          </a:prstGeom>
          <a:noFill/>
          <a:ln>
            <a:noFill/>
          </a:ln>
        </p:spPr>
      </p:pic>
      <p:sp>
        <p:nvSpPr>
          <p:cNvPr id="123" name="Google Shape;123;p2"/>
          <p:cNvSpPr/>
          <p:nvPr/>
        </p:nvSpPr>
        <p:spPr>
          <a:xfrm>
            <a:off x="441699" y="734174"/>
            <a:ext cx="7624483" cy="763516"/>
          </a:xfrm>
          <a:prstGeom prst="roundRect">
            <a:avLst>
              <a:gd fmla="val 0" name="adj"/>
            </a:avLst>
          </a:prstGeom>
          <a:noFill/>
          <a:ln>
            <a:noFill/>
          </a:ln>
        </p:spPr>
        <p:txBody>
          <a:bodyPr anchorCtr="1" anchor="ctr" bIns="252000" lIns="252000" spcFirstLastPara="1" rIns="252000" wrap="square" tIns="252000">
            <a:noAutofit/>
          </a:bodyPr>
          <a:lstStyle/>
          <a:p>
            <a:pPr indent="0" lvl="0" marL="0" marR="0" rtl="0" algn="l">
              <a:lnSpc>
                <a:spcPct val="90000"/>
              </a:lnSpc>
              <a:spcBef>
                <a:spcPts val="0"/>
              </a:spcBef>
              <a:spcAft>
                <a:spcPts val="0"/>
              </a:spcAft>
              <a:buClr>
                <a:schemeClr val="lt1"/>
              </a:buClr>
              <a:buSzPts val="3600"/>
              <a:buFont typeface="Arial"/>
              <a:buNone/>
            </a:pPr>
            <a:r>
              <a:rPr b="1" i="0" lang="en-GB" sz="3600" u="none" cap="none" strike="noStrike">
                <a:solidFill>
                  <a:schemeClr val="lt1"/>
                </a:solidFill>
                <a:latin typeface="Arial"/>
                <a:ea typeface="Arial"/>
                <a:cs typeface="Arial"/>
                <a:sym typeface="Arial"/>
              </a:rPr>
              <a:t>What is Forensic Science?</a:t>
            </a:r>
            <a:endParaRPr/>
          </a:p>
        </p:txBody>
      </p:sp>
      <p:sp>
        <p:nvSpPr>
          <p:cNvPr id="124" name="Google Shape;124;p2"/>
          <p:cNvSpPr/>
          <p:nvPr/>
        </p:nvSpPr>
        <p:spPr>
          <a:xfrm>
            <a:off x="830210" y="2250618"/>
            <a:ext cx="4467931" cy="33239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GB" sz="1800" u="none" cap="none" strike="noStrike">
                <a:solidFill>
                  <a:schemeClr val="dk1"/>
                </a:solidFill>
                <a:latin typeface="Arial"/>
                <a:ea typeface="Arial"/>
                <a:cs typeface="Arial"/>
                <a:sym typeface="Arial"/>
              </a:rPr>
              <a:t>Forensic Science is the application of scientific methods and techniques to investigate crimes and analyse evidence. </a:t>
            </a:r>
            <a:endParaRPr/>
          </a:p>
          <a:p>
            <a:pPr indent="0" lvl="0" marL="0" marR="0" rtl="0" algn="l">
              <a:spcBef>
                <a:spcPts val="0"/>
              </a:spcBef>
              <a:spcAft>
                <a:spcPts val="0"/>
              </a:spcAft>
              <a:buNone/>
            </a:pPr>
            <a:br>
              <a:rPr lang="en-GB" sz="1800">
                <a:solidFill>
                  <a:schemeClr val="dk1"/>
                </a:solidFill>
                <a:latin typeface="Arial"/>
                <a:ea typeface="Arial"/>
                <a:cs typeface="Arial"/>
                <a:sym typeface="Arial"/>
              </a:rPr>
            </a:br>
            <a:r>
              <a:rPr lang="en-GB" sz="1800">
                <a:solidFill>
                  <a:schemeClr val="dk1"/>
                </a:solidFill>
                <a:latin typeface="Arial"/>
                <a:ea typeface="Arial"/>
                <a:cs typeface="Arial"/>
                <a:sym typeface="Arial"/>
              </a:rPr>
              <a:t>This field combines knowledge from various scientific disciplines, including biology, chemistry, physics and mathematics, to help solve legal cases. </a:t>
            </a:r>
            <a:endParaRPr/>
          </a:p>
          <a:p>
            <a:pPr indent="0" lvl="0" marL="0" marR="0" rtl="0" algn="l">
              <a:spcBef>
                <a:spcPts val="0"/>
              </a:spcBef>
              <a:spcAft>
                <a:spcPts val="0"/>
              </a:spcAft>
              <a:buNone/>
            </a:pPr>
            <a:br>
              <a:rPr lang="en-GB" sz="1800">
                <a:solidFill>
                  <a:schemeClr val="dk1"/>
                </a:solidFill>
                <a:latin typeface="Arial"/>
                <a:ea typeface="Arial"/>
                <a:cs typeface="Arial"/>
                <a:sym typeface="Arial"/>
              </a:rPr>
            </a:br>
            <a:r>
              <a:rPr lang="en-GB" sz="1800">
                <a:solidFill>
                  <a:schemeClr val="dk1"/>
                </a:solidFill>
                <a:latin typeface="Arial"/>
                <a:ea typeface="Arial"/>
                <a:cs typeface="Arial"/>
                <a:sym typeface="Arial"/>
              </a:rPr>
              <a:t>Forensic scientists play a crucial role in the criminal justice system by providing objective evidence that can be used in court.</a:t>
            </a:r>
            <a:endParaRPr/>
          </a:p>
        </p:txBody>
      </p:sp>
      <p:pic>
        <p:nvPicPr>
          <p:cNvPr descr="A hexagon with blue dots&#10;&#10;Description automatically generated" id="125" name="Google Shape;125;p2"/>
          <p:cNvPicPr preferRelativeResize="0"/>
          <p:nvPr/>
        </p:nvPicPr>
        <p:blipFill rotWithShape="1">
          <a:blip r:embed="rId4">
            <a:alphaModFix/>
          </a:blip>
          <a:srcRect b="0" l="0" r="0" t="0"/>
          <a:stretch/>
        </p:blipFill>
        <p:spPr>
          <a:xfrm rot="10800000">
            <a:off x="5483235" y="2250619"/>
            <a:ext cx="2847510" cy="3323986"/>
          </a:xfrm>
          <a:prstGeom prst="rect">
            <a:avLst/>
          </a:prstGeom>
          <a:noFill/>
          <a:ln>
            <a:noFill/>
          </a:ln>
        </p:spPr>
      </p:pic>
      <p:pic>
        <p:nvPicPr>
          <p:cNvPr descr="A magnifying glass on a fingerprint&#10;&#10;Description automatically generated" id="126" name="Google Shape;126;p2"/>
          <p:cNvPicPr preferRelativeResize="0"/>
          <p:nvPr/>
        </p:nvPicPr>
        <p:blipFill rotWithShape="1">
          <a:blip r:embed="rId5">
            <a:alphaModFix/>
          </a:blip>
          <a:srcRect b="0" l="0" r="0" t="0"/>
          <a:stretch/>
        </p:blipFill>
        <p:spPr>
          <a:xfrm>
            <a:off x="5599129" y="1956291"/>
            <a:ext cx="2362985" cy="3550024"/>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124">
                                            <p:txEl>
                                              <p:pRg end="0" st="0"/>
                                            </p:txEl>
                                          </p:spTgt>
                                        </p:tgtEl>
                                        <p:attrNameLst>
                                          <p:attrName>style.visibility</p:attrName>
                                        </p:attrNameLst>
                                      </p:cBhvr>
                                      <p:to>
                                        <p:strVal val="visible"/>
                                      </p:to>
                                    </p:set>
                                    <p:animEffect filter="fade" transition="in">
                                      <p:cBhvr>
                                        <p:cTn dur="500"/>
                                        <p:tgtEl>
                                          <p:spTgt spid="124">
                                            <p:txEl>
                                              <p:pRg end="0" st="0"/>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124">
                                            <p:txEl>
                                              <p:pRg end="1" st="1"/>
                                            </p:txEl>
                                          </p:spTgt>
                                        </p:tgtEl>
                                        <p:attrNameLst>
                                          <p:attrName>style.visibility</p:attrName>
                                        </p:attrNameLst>
                                      </p:cBhvr>
                                      <p:to>
                                        <p:strVal val="visible"/>
                                      </p:to>
                                    </p:set>
                                    <p:animEffect filter="fade" transition="in">
                                      <p:cBhvr>
                                        <p:cTn dur="500"/>
                                        <p:tgtEl>
                                          <p:spTgt spid="124">
                                            <p:txEl>
                                              <p:pRg end="1" st="1"/>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124">
                                            <p:txEl>
                                              <p:pRg end="2" st="2"/>
                                            </p:txEl>
                                          </p:spTgt>
                                        </p:tgtEl>
                                        <p:attrNameLst>
                                          <p:attrName>style.visibility</p:attrName>
                                        </p:attrNameLst>
                                      </p:cBhvr>
                                      <p:to>
                                        <p:strVal val="visible"/>
                                      </p:to>
                                    </p:set>
                                    <p:animEffect filter="fade" transition="in">
                                      <p:cBhvr>
                                        <p:cTn dur="500"/>
                                        <p:tgtEl>
                                          <p:spTgt spid="124">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3"/>
          <p:cNvSpPr/>
          <p:nvPr/>
        </p:nvSpPr>
        <p:spPr>
          <a:xfrm>
            <a:off x="482040" y="1976718"/>
            <a:ext cx="7317254" cy="990897"/>
          </a:xfrm>
          <a:prstGeom prst="snip1Rect">
            <a:avLst>
              <a:gd fmla="val 50000" name="adj"/>
            </a:avLst>
          </a:prstGeom>
          <a:solidFill>
            <a:schemeClr val="lt1"/>
          </a:solidFill>
          <a:ln cap="flat" cmpd="sng" w="98425">
            <a:solidFill>
              <a:srgbClr val="33446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A blue square with black border&#10;&#10;Description automatically generated" id="132" name="Google Shape;132;p3"/>
          <p:cNvPicPr preferRelativeResize="0"/>
          <p:nvPr/>
        </p:nvPicPr>
        <p:blipFill rotWithShape="1">
          <a:blip r:embed="rId3">
            <a:alphaModFix/>
          </a:blip>
          <a:srcRect b="0" l="0" r="0" t="0"/>
          <a:stretch/>
        </p:blipFill>
        <p:spPr>
          <a:xfrm>
            <a:off x="441699" y="403380"/>
            <a:ext cx="7976159" cy="1388638"/>
          </a:xfrm>
          <a:prstGeom prst="rect">
            <a:avLst/>
          </a:prstGeom>
          <a:noFill/>
          <a:ln>
            <a:noFill/>
          </a:ln>
        </p:spPr>
      </p:pic>
      <p:sp>
        <p:nvSpPr>
          <p:cNvPr id="133" name="Google Shape;133;p3"/>
          <p:cNvSpPr/>
          <p:nvPr/>
        </p:nvSpPr>
        <p:spPr>
          <a:xfrm>
            <a:off x="441699" y="734174"/>
            <a:ext cx="7624483" cy="763516"/>
          </a:xfrm>
          <a:prstGeom prst="roundRect">
            <a:avLst>
              <a:gd fmla="val 0" name="adj"/>
            </a:avLst>
          </a:prstGeom>
          <a:noFill/>
          <a:ln>
            <a:noFill/>
          </a:ln>
        </p:spPr>
        <p:txBody>
          <a:bodyPr anchorCtr="1" anchor="ctr" bIns="252000" lIns="252000" spcFirstLastPara="1" rIns="252000" wrap="square" tIns="252000">
            <a:noAutofit/>
          </a:bodyPr>
          <a:lstStyle/>
          <a:p>
            <a:pPr indent="0" lvl="0" marL="0" marR="0" rtl="0" algn="l">
              <a:lnSpc>
                <a:spcPct val="90000"/>
              </a:lnSpc>
              <a:spcBef>
                <a:spcPts val="0"/>
              </a:spcBef>
              <a:spcAft>
                <a:spcPts val="0"/>
              </a:spcAft>
              <a:buClr>
                <a:schemeClr val="lt1"/>
              </a:buClr>
              <a:buSzPts val="3600"/>
              <a:buFont typeface="Arial"/>
              <a:buNone/>
            </a:pPr>
            <a:r>
              <a:rPr b="1" lang="en-GB" sz="3600">
                <a:solidFill>
                  <a:schemeClr val="lt1"/>
                </a:solidFill>
                <a:latin typeface="Arial"/>
                <a:ea typeface="Arial"/>
                <a:cs typeface="Arial"/>
                <a:sym typeface="Arial"/>
              </a:rPr>
              <a:t>What Do Forensic Scientists Do?</a:t>
            </a:r>
            <a:endParaRPr/>
          </a:p>
        </p:txBody>
      </p:sp>
      <p:sp>
        <p:nvSpPr>
          <p:cNvPr id="134" name="Google Shape;134;p3"/>
          <p:cNvSpPr/>
          <p:nvPr/>
        </p:nvSpPr>
        <p:spPr>
          <a:xfrm>
            <a:off x="776422" y="3240243"/>
            <a:ext cx="4104861" cy="2769989"/>
          </a:xfrm>
          <a:prstGeom prst="rect">
            <a:avLst/>
          </a:prstGeom>
          <a:noFill/>
          <a:ln>
            <a:noFill/>
          </a:ln>
        </p:spPr>
        <p:txBody>
          <a:bodyPr anchorCtr="0" anchor="t" bIns="0" lIns="0" spcFirstLastPara="1" rIns="0" wrap="square" tIns="0">
            <a:spAutoFit/>
          </a:bodyPr>
          <a:lstStyle/>
          <a:p>
            <a:pPr indent="-285750" lvl="0" marL="285750" marR="0" rtl="0" algn="l">
              <a:spcBef>
                <a:spcPts val="0"/>
              </a:spcBef>
              <a:spcAft>
                <a:spcPts val="0"/>
              </a:spcAft>
              <a:buClr>
                <a:schemeClr val="dk1"/>
              </a:buClr>
              <a:buSzPts val="1800"/>
              <a:buFont typeface="Arial"/>
              <a:buChar char="•"/>
            </a:pPr>
            <a:r>
              <a:rPr lang="en-GB" sz="1800">
                <a:solidFill>
                  <a:schemeClr val="dk1"/>
                </a:solidFill>
                <a:latin typeface="Arial"/>
                <a:ea typeface="Arial"/>
                <a:cs typeface="Arial"/>
                <a:sym typeface="Arial"/>
              </a:rPr>
              <a:t>Analysing DNA samples to identify suspects or victims.</a:t>
            </a:r>
            <a:endParaRPr/>
          </a:p>
          <a:p>
            <a:pPr indent="-285750" lvl="0" marL="285750" marR="0" rtl="0" algn="l">
              <a:spcBef>
                <a:spcPts val="0"/>
              </a:spcBef>
              <a:spcAft>
                <a:spcPts val="0"/>
              </a:spcAft>
              <a:buClr>
                <a:schemeClr val="dk1"/>
              </a:buClr>
              <a:buSzPts val="1800"/>
              <a:buFont typeface="Arial"/>
              <a:buChar char="•"/>
            </a:pPr>
            <a:r>
              <a:rPr lang="en-GB" sz="1800">
                <a:solidFill>
                  <a:schemeClr val="dk1"/>
                </a:solidFill>
                <a:latin typeface="Arial"/>
                <a:ea typeface="Arial"/>
                <a:cs typeface="Arial"/>
                <a:sym typeface="Arial"/>
              </a:rPr>
              <a:t>Examining fingerprints to match them with individuals.</a:t>
            </a:r>
            <a:endParaRPr/>
          </a:p>
          <a:p>
            <a:pPr indent="-285750" lvl="0" marL="285750" marR="0" rtl="0" algn="l">
              <a:spcBef>
                <a:spcPts val="0"/>
              </a:spcBef>
              <a:spcAft>
                <a:spcPts val="0"/>
              </a:spcAft>
              <a:buClr>
                <a:schemeClr val="dk1"/>
              </a:buClr>
              <a:buSzPts val="1800"/>
              <a:buFont typeface="Arial"/>
              <a:buChar char="•"/>
            </a:pPr>
            <a:r>
              <a:rPr lang="en-GB" sz="1800">
                <a:solidFill>
                  <a:schemeClr val="dk1"/>
                </a:solidFill>
                <a:latin typeface="Arial"/>
                <a:ea typeface="Arial"/>
                <a:cs typeface="Arial"/>
                <a:sym typeface="Arial"/>
              </a:rPr>
              <a:t>Testing substances to determine the presence of drugs or toxins.</a:t>
            </a:r>
            <a:endParaRPr/>
          </a:p>
          <a:p>
            <a:pPr indent="-285750" lvl="0" marL="285750" marR="0" rtl="0" algn="l">
              <a:spcBef>
                <a:spcPts val="0"/>
              </a:spcBef>
              <a:spcAft>
                <a:spcPts val="0"/>
              </a:spcAft>
              <a:buClr>
                <a:schemeClr val="dk1"/>
              </a:buClr>
              <a:buSzPts val="1800"/>
              <a:buFont typeface="Arial"/>
              <a:buChar char="•"/>
            </a:pPr>
            <a:r>
              <a:rPr lang="en-GB" sz="1800">
                <a:solidFill>
                  <a:schemeClr val="dk1"/>
                </a:solidFill>
                <a:latin typeface="Arial"/>
                <a:ea typeface="Arial"/>
                <a:cs typeface="Arial"/>
                <a:sym typeface="Arial"/>
              </a:rPr>
              <a:t>Studying blood spatter patterns to understand the events of a crime.</a:t>
            </a:r>
            <a:endParaRPr/>
          </a:p>
          <a:p>
            <a:pPr indent="-285750" lvl="0" marL="285750" marR="0" rtl="0" algn="l">
              <a:spcBef>
                <a:spcPts val="0"/>
              </a:spcBef>
              <a:spcAft>
                <a:spcPts val="0"/>
              </a:spcAft>
              <a:buClr>
                <a:schemeClr val="dk1"/>
              </a:buClr>
              <a:buSzPts val="1800"/>
              <a:buFont typeface="Arial"/>
              <a:buChar char="•"/>
            </a:pPr>
            <a:r>
              <a:rPr lang="en-GB" sz="1800">
                <a:solidFill>
                  <a:schemeClr val="dk1"/>
                </a:solidFill>
                <a:latin typeface="Arial"/>
                <a:ea typeface="Arial"/>
                <a:cs typeface="Arial"/>
                <a:sym typeface="Arial"/>
              </a:rPr>
              <a:t>Using digital forensics to recover and examine data from electronic devices.</a:t>
            </a:r>
            <a:endParaRPr/>
          </a:p>
        </p:txBody>
      </p:sp>
      <p:sp>
        <p:nvSpPr>
          <p:cNvPr id="135" name="Google Shape;135;p3"/>
          <p:cNvSpPr/>
          <p:nvPr/>
        </p:nvSpPr>
        <p:spPr>
          <a:xfrm>
            <a:off x="771404" y="2188399"/>
            <a:ext cx="6167278"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Forensic scientists collect, preserve and analyse physical evidence from crime scenes. Their work includes:</a:t>
            </a:r>
            <a:endParaRPr/>
          </a:p>
        </p:txBody>
      </p:sp>
      <p:grpSp>
        <p:nvGrpSpPr>
          <p:cNvPr id="136" name="Google Shape;136;p3"/>
          <p:cNvGrpSpPr/>
          <p:nvPr/>
        </p:nvGrpSpPr>
        <p:grpSpPr>
          <a:xfrm>
            <a:off x="5055296" y="3332154"/>
            <a:ext cx="6021772" cy="3524712"/>
            <a:chOff x="3881646" y="678282"/>
            <a:chExt cx="6021772" cy="3524712"/>
          </a:xfrm>
        </p:grpSpPr>
        <p:pic>
          <p:nvPicPr>
            <p:cNvPr descr="A tornado over a field&#10;&#10;Description automatically generated" id="137" name="Google Shape;137;p3"/>
            <p:cNvPicPr preferRelativeResize="0"/>
            <p:nvPr/>
          </p:nvPicPr>
          <p:blipFill rotWithShape="1">
            <a:blip r:embed="rId4">
              <a:alphaModFix amt="0"/>
            </a:blip>
            <a:srcRect b="0" l="0" r="0" t="0"/>
            <a:stretch/>
          </p:blipFill>
          <p:spPr>
            <a:xfrm>
              <a:off x="3881646" y="1371828"/>
              <a:ext cx="6021772" cy="2831166"/>
            </a:xfrm>
            <a:prstGeom prst="parallelogram">
              <a:avLst>
                <a:gd fmla="val 11108" name="adj"/>
              </a:avLst>
            </a:prstGeom>
            <a:noFill/>
            <a:ln cap="flat" cmpd="sng" w="107950">
              <a:solidFill>
                <a:srgbClr val="47B1E5"/>
              </a:solidFill>
              <a:prstDash val="solid"/>
              <a:miter lim="800000"/>
              <a:headEnd len="sm" w="sm" type="none"/>
              <a:tailEnd len="sm" w="sm" type="none"/>
            </a:ln>
          </p:spPr>
        </p:pic>
        <p:pic>
          <p:nvPicPr>
            <p:cNvPr id="138" name="Google Shape;138;p3"/>
            <p:cNvPicPr preferRelativeResize="0"/>
            <p:nvPr/>
          </p:nvPicPr>
          <p:blipFill rotWithShape="1">
            <a:blip r:embed="rId5">
              <a:alphaModFix/>
            </a:blip>
            <a:srcRect b="7424" l="0" r="0" t="7425"/>
            <a:stretch/>
          </p:blipFill>
          <p:spPr>
            <a:xfrm>
              <a:off x="4052121" y="678282"/>
              <a:ext cx="5521458" cy="3088566"/>
            </a:xfrm>
            <a:prstGeom prst="parallelogram">
              <a:avLst>
                <a:gd fmla="val 11108" name="adj"/>
              </a:avLst>
            </a:prstGeom>
            <a:noFill/>
            <a:ln>
              <a:noFill/>
            </a:ln>
          </p:spPr>
        </p:pic>
      </p:gr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35">
                                            <p:txEl>
                                              <p:pRg end="0" st="0"/>
                                            </p:txEl>
                                          </p:spTgt>
                                        </p:tgtEl>
                                        <p:attrNameLst>
                                          <p:attrName>style.visibility</p:attrName>
                                        </p:attrNameLst>
                                      </p:cBhvr>
                                      <p:to>
                                        <p:strVal val="visible"/>
                                      </p:to>
                                    </p:set>
                                    <p:animEffect filter="fade" transition="in">
                                      <p:cBhvr>
                                        <p:cTn dur="500"/>
                                        <p:tgtEl>
                                          <p:spTgt spid="135">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500"/>
                                        <p:tgtEl>
                                          <p:spTgt spid="131"/>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134">
                                            <p:txEl>
                                              <p:pRg end="0" st="0"/>
                                            </p:txEl>
                                          </p:spTgt>
                                        </p:tgtEl>
                                        <p:attrNameLst>
                                          <p:attrName>style.visibility</p:attrName>
                                        </p:attrNameLst>
                                      </p:cBhvr>
                                      <p:to>
                                        <p:strVal val="visible"/>
                                      </p:to>
                                    </p:set>
                                    <p:animEffect filter="fade" transition="in">
                                      <p:cBhvr>
                                        <p:cTn dur="500"/>
                                        <p:tgtEl>
                                          <p:spTgt spid="134">
                                            <p:txEl>
                                              <p:pRg end="0" st="0"/>
                                            </p:txEl>
                                          </p:spTgt>
                                        </p:tgtEl>
                                      </p:cBhvr>
                                    </p:animEffect>
                                  </p:childTnLst>
                                </p:cTn>
                              </p:par>
                            </p:childTnLst>
                          </p:cTn>
                        </p:par>
                        <p:par>
                          <p:cTn fill="hold">
                            <p:stCondLst>
                              <p:cond delay="1000"/>
                            </p:stCondLst>
                            <p:childTnLst>
                              <p:par>
                                <p:cTn fill="hold" nodeType="afterEffect" presetClass="entr" presetID="10" presetSubtype="0">
                                  <p:stCondLst>
                                    <p:cond delay="500"/>
                                  </p:stCondLst>
                                  <p:childTnLst>
                                    <p:set>
                                      <p:cBhvr>
                                        <p:cTn dur="1" fill="hold">
                                          <p:stCondLst>
                                            <p:cond delay="0"/>
                                          </p:stCondLst>
                                        </p:cTn>
                                        <p:tgtEl>
                                          <p:spTgt spid="134">
                                            <p:txEl>
                                              <p:pRg end="1" st="1"/>
                                            </p:txEl>
                                          </p:spTgt>
                                        </p:tgtEl>
                                        <p:attrNameLst>
                                          <p:attrName>style.visibility</p:attrName>
                                        </p:attrNameLst>
                                      </p:cBhvr>
                                      <p:to>
                                        <p:strVal val="visible"/>
                                      </p:to>
                                    </p:set>
                                    <p:animEffect filter="fade" transition="in">
                                      <p:cBhvr>
                                        <p:cTn dur="500"/>
                                        <p:tgtEl>
                                          <p:spTgt spid="134">
                                            <p:txEl>
                                              <p:pRg end="1" st="1"/>
                                            </p:txEl>
                                          </p:spTgt>
                                        </p:tgtEl>
                                      </p:cBhvr>
                                    </p:animEffect>
                                  </p:childTnLst>
                                </p:cTn>
                              </p:par>
                            </p:childTnLst>
                          </p:cTn>
                        </p:par>
                        <p:par>
                          <p:cTn fill="hold">
                            <p:stCondLst>
                              <p:cond delay="1500"/>
                            </p:stCondLst>
                            <p:childTnLst>
                              <p:par>
                                <p:cTn fill="hold" nodeType="afterEffect" presetClass="entr" presetID="10" presetSubtype="0">
                                  <p:stCondLst>
                                    <p:cond delay="500"/>
                                  </p:stCondLst>
                                  <p:childTnLst>
                                    <p:set>
                                      <p:cBhvr>
                                        <p:cTn dur="1" fill="hold">
                                          <p:stCondLst>
                                            <p:cond delay="0"/>
                                          </p:stCondLst>
                                        </p:cTn>
                                        <p:tgtEl>
                                          <p:spTgt spid="134">
                                            <p:txEl>
                                              <p:pRg end="2" st="2"/>
                                            </p:txEl>
                                          </p:spTgt>
                                        </p:tgtEl>
                                        <p:attrNameLst>
                                          <p:attrName>style.visibility</p:attrName>
                                        </p:attrNameLst>
                                      </p:cBhvr>
                                      <p:to>
                                        <p:strVal val="visible"/>
                                      </p:to>
                                    </p:set>
                                    <p:animEffect filter="fade" transition="in">
                                      <p:cBhvr>
                                        <p:cTn dur="500"/>
                                        <p:tgtEl>
                                          <p:spTgt spid="134">
                                            <p:txEl>
                                              <p:pRg end="2" st="2"/>
                                            </p:txEl>
                                          </p:spTgt>
                                        </p:tgtEl>
                                      </p:cBhvr>
                                    </p:animEffect>
                                  </p:childTnLst>
                                </p:cTn>
                              </p:par>
                            </p:childTnLst>
                          </p:cTn>
                        </p:par>
                        <p:par>
                          <p:cTn fill="hold">
                            <p:stCondLst>
                              <p:cond delay="2000"/>
                            </p:stCondLst>
                            <p:childTnLst>
                              <p:par>
                                <p:cTn fill="hold" nodeType="afterEffect" presetClass="entr" presetID="10" presetSubtype="0">
                                  <p:stCondLst>
                                    <p:cond delay="500"/>
                                  </p:stCondLst>
                                  <p:childTnLst>
                                    <p:set>
                                      <p:cBhvr>
                                        <p:cTn dur="1" fill="hold">
                                          <p:stCondLst>
                                            <p:cond delay="0"/>
                                          </p:stCondLst>
                                        </p:cTn>
                                        <p:tgtEl>
                                          <p:spTgt spid="134">
                                            <p:txEl>
                                              <p:pRg end="3" st="3"/>
                                            </p:txEl>
                                          </p:spTgt>
                                        </p:tgtEl>
                                        <p:attrNameLst>
                                          <p:attrName>style.visibility</p:attrName>
                                        </p:attrNameLst>
                                      </p:cBhvr>
                                      <p:to>
                                        <p:strVal val="visible"/>
                                      </p:to>
                                    </p:set>
                                    <p:animEffect filter="fade" transition="in">
                                      <p:cBhvr>
                                        <p:cTn dur="500"/>
                                        <p:tgtEl>
                                          <p:spTgt spid="134">
                                            <p:txEl>
                                              <p:pRg end="3" st="3"/>
                                            </p:txEl>
                                          </p:spTgt>
                                        </p:tgtEl>
                                      </p:cBhvr>
                                    </p:animEffect>
                                  </p:childTnLst>
                                </p:cTn>
                              </p:par>
                            </p:childTnLst>
                          </p:cTn>
                        </p:par>
                        <p:par>
                          <p:cTn fill="hold">
                            <p:stCondLst>
                              <p:cond delay="2500"/>
                            </p:stCondLst>
                            <p:childTnLst>
                              <p:par>
                                <p:cTn fill="hold" nodeType="afterEffect" presetClass="entr" presetID="10" presetSubtype="0">
                                  <p:stCondLst>
                                    <p:cond delay="500"/>
                                  </p:stCondLst>
                                  <p:childTnLst>
                                    <p:set>
                                      <p:cBhvr>
                                        <p:cTn dur="1" fill="hold">
                                          <p:stCondLst>
                                            <p:cond delay="0"/>
                                          </p:stCondLst>
                                        </p:cTn>
                                        <p:tgtEl>
                                          <p:spTgt spid="134">
                                            <p:txEl>
                                              <p:pRg end="4" st="4"/>
                                            </p:txEl>
                                          </p:spTgt>
                                        </p:tgtEl>
                                        <p:attrNameLst>
                                          <p:attrName>style.visibility</p:attrName>
                                        </p:attrNameLst>
                                      </p:cBhvr>
                                      <p:to>
                                        <p:strVal val="visible"/>
                                      </p:to>
                                    </p:set>
                                    <p:animEffect filter="fade" transition="in">
                                      <p:cBhvr>
                                        <p:cTn dur="500"/>
                                        <p:tgtEl>
                                          <p:spTgt spid="134">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4"/>
          <p:cNvSpPr/>
          <p:nvPr/>
        </p:nvSpPr>
        <p:spPr>
          <a:xfrm>
            <a:off x="482040" y="1976718"/>
            <a:ext cx="7317254" cy="990897"/>
          </a:xfrm>
          <a:prstGeom prst="snip1Rect">
            <a:avLst>
              <a:gd fmla="val 50000" name="adj"/>
            </a:avLst>
          </a:prstGeom>
          <a:solidFill>
            <a:schemeClr val="lt1"/>
          </a:solidFill>
          <a:ln cap="flat" cmpd="sng" w="98425">
            <a:solidFill>
              <a:srgbClr val="33446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A blue square with black border&#10;&#10;Description automatically generated" id="144" name="Google Shape;144;p4"/>
          <p:cNvPicPr preferRelativeResize="0"/>
          <p:nvPr/>
        </p:nvPicPr>
        <p:blipFill rotWithShape="1">
          <a:blip r:embed="rId3">
            <a:alphaModFix/>
          </a:blip>
          <a:srcRect b="0" l="0" r="0" t="0"/>
          <a:stretch/>
        </p:blipFill>
        <p:spPr>
          <a:xfrm>
            <a:off x="441699" y="403380"/>
            <a:ext cx="8260602" cy="1388638"/>
          </a:xfrm>
          <a:prstGeom prst="rect">
            <a:avLst/>
          </a:prstGeom>
          <a:noFill/>
          <a:ln>
            <a:noFill/>
          </a:ln>
        </p:spPr>
      </p:pic>
      <p:sp>
        <p:nvSpPr>
          <p:cNvPr id="145" name="Google Shape;145;p4"/>
          <p:cNvSpPr/>
          <p:nvPr/>
        </p:nvSpPr>
        <p:spPr>
          <a:xfrm>
            <a:off x="441699" y="734174"/>
            <a:ext cx="7976159" cy="763516"/>
          </a:xfrm>
          <a:prstGeom prst="roundRect">
            <a:avLst>
              <a:gd fmla="val 0" name="adj"/>
            </a:avLst>
          </a:prstGeom>
          <a:noFill/>
          <a:ln>
            <a:noFill/>
          </a:ln>
        </p:spPr>
        <p:txBody>
          <a:bodyPr anchorCtr="1" anchor="ctr" bIns="252000" lIns="252000" spcFirstLastPara="1" rIns="252000" wrap="square" tIns="252000">
            <a:noAutofit/>
          </a:bodyPr>
          <a:lstStyle/>
          <a:p>
            <a:pPr indent="0" lvl="0" marL="0" marR="0" rtl="0" algn="l">
              <a:lnSpc>
                <a:spcPct val="90000"/>
              </a:lnSpc>
              <a:spcBef>
                <a:spcPts val="0"/>
              </a:spcBef>
              <a:spcAft>
                <a:spcPts val="0"/>
              </a:spcAft>
              <a:buClr>
                <a:schemeClr val="lt1"/>
              </a:buClr>
              <a:buSzPts val="3600"/>
              <a:buFont typeface="Arial"/>
              <a:buNone/>
            </a:pPr>
            <a:r>
              <a:rPr b="1" lang="en-GB" sz="3600">
                <a:solidFill>
                  <a:schemeClr val="lt1"/>
                </a:solidFill>
                <a:latin typeface="Arial"/>
                <a:ea typeface="Arial"/>
                <a:cs typeface="Arial"/>
                <a:sym typeface="Arial"/>
              </a:rPr>
              <a:t>Why is Forensic Science Important?</a:t>
            </a:r>
            <a:endParaRPr/>
          </a:p>
        </p:txBody>
      </p:sp>
      <p:sp>
        <p:nvSpPr>
          <p:cNvPr id="146" name="Google Shape;146;p4"/>
          <p:cNvSpPr/>
          <p:nvPr/>
        </p:nvSpPr>
        <p:spPr>
          <a:xfrm>
            <a:off x="789869" y="3240243"/>
            <a:ext cx="3895247" cy="2769989"/>
          </a:xfrm>
          <a:prstGeom prst="rect">
            <a:avLst/>
          </a:prstGeom>
          <a:noFill/>
          <a:ln>
            <a:noFill/>
          </a:ln>
        </p:spPr>
        <p:txBody>
          <a:bodyPr anchorCtr="0" anchor="t" bIns="0" lIns="0" spcFirstLastPara="1" rIns="0" wrap="square" tIns="0">
            <a:spAutoFit/>
          </a:bodyPr>
          <a:lstStyle/>
          <a:p>
            <a:pPr indent="-285750" lvl="0" marL="285750" marR="0" rtl="0" algn="l">
              <a:spcBef>
                <a:spcPts val="0"/>
              </a:spcBef>
              <a:spcAft>
                <a:spcPts val="0"/>
              </a:spcAft>
              <a:buClr>
                <a:schemeClr val="dk1"/>
              </a:buClr>
              <a:buSzPts val="1800"/>
              <a:buFont typeface="Arial"/>
              <a:buChar char="•"/>
            </a:pPr>
            <a:r>
              <a:rPr lang="en-GB" sz="1800">
                <a:solidFill>
                  <a:schemeClr val="dk1"/>
                </a:solidFill>
                <a:latin typeface="Arial"/>
                <a:ea typeface="Arial"/>
                <a:cs typeface="Arial"/>
                <a:sym typeface="Arial"/>
              </a:rPr>
              <a:t>help law enforcement agencies solve crimes.</a:t>
            </a:r>
            <a:endParaRPr/>
          </a:p>
          <a:p>
            <a:pPr indent="-285750" lvl="0" marL="285750" marR="0" rtl="0" algn="l">
              <a:spcBef>
                <a:spcPts val="0"/>
              </a:spcBef>
              <a:spcAft>
                <a:spcPts val="0"/>
              </a:spcAft>
              <a:buClr>
                <a:schemeClr val="dk1"/>
              </a:buClr>
              <a:buSzPts val="1800"/>
              <a:buFont typeface="Arial"/>
              <a:buChar char="•"/>
            </a:pPr>
            <a:r>
              <a:rPr lang="en-GB" sz="1800">
                <a:solidFill>
                  <a:schemeClr val="dk1"/>
                </a:solidFill>
                <a:latin typeface="Arial"/>
                <a:ea typeface="Arial"/>
                <a:cs typeface="Arial"/>
                <a:sym typeface="Arial"/>
              </a:rPr>
              <a:t>protect the innocent and ensure justice is served.</a:t>
            </a:r>
            <a:endParaRPr/>
          </a:p>
          <a:p>
            <a:pPr indent="-285750" lvl="0" marL="285750" marR="0" rtl="0" algn="l">
              <a:spcBef>
                <a:spcPts val="0"/>
              </a:spcBef>
              <a:spcAft>
                <a:spcPts val="0"/>
              </a:spcAft>
              <a:buClr>
                <a:schemeClr val="dk1"/>
              </a:buClr>
              <a:buSzPts val="1800"/>
              <a:buFont typeface="Arial"/>
              <a:buChar char="•"/>
            </a:pPr>
            <a:r>
              <a:rPr lang="en-GB" sz="1800">
                <a:solidFill>
                  <a:schemeClr val="dk1"/>
                </a:solidFill>
                <a:latin typeface="Arial"/>
                <a:ea typeface="Arial"/>
                <a:cs typeface="Arial"/>
                <a:sym typeface="Arial"/>
              </a:rPr>
              <a:t>provide crucial information in legal cases, aiding judges and juries in making informed decisions.</a:t>
            </a:r>
            <a:endParaRPr/>
          </a:p>
          <a:p>
            <a:pPr indent="-285750" lvl="0" marL="285750" marR="0" rtl="0" algn="l">
              <a:spcBef>
                <a:spcPts val="0"/>
              </a:spcBef>
              <a:spcAft>
                <a:spcPts val="0"/>
              </a:spcAft>
              <a:buClr>
                <a:schemeClr val="dk1"/>
              </a:buClr>
              <a:buSzPts val="1800"/>
              <a:buFont typeface="Arial"/>
              <a:buChar char="•"/>
            </a:pPr>
            <a:r>
              <a:rPr lang="en-GB" sz="1800">
                <a:solidFill>
                  <a:schemeClr val="dk1"/>
                </a:solidFill>
                <a:latin typeface="Arial"/>
                <a:ea typeface="Arial"/>
                <a:cs typeface="Arial"/>
                <a:sym typeface="Arial"/>
              </a:rPr>
              <a:t>support public safety by identifying and understanding criminal behaviour.</a:t>
            </a:r>
            <a:endParaRPr/>
          </a:p>
        </p:txBody>
      </p:sp>
      <p:sp>
        <p:nvSpPr>
          <p:cNvPr id="147" name="Google Shape;147;p4"/>
          <p:cNvSpPr/>
          <p:nvPr/>
        </p:nvSpPr>
        <p:spPr>
          <a:xfrm>
            <a:off x="771404" y="2188399"/>
            <a:ext cx="6167278"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Forensic science is important because it provides objective, scientific evidence that can:</a:t>
            </a:r>
            <a:endParaRPr/>
          </a:p>
        </p:txBody>
      </p:sp>
      <p:grpSp>
        <p:nvGrpSpPr>
          <p:cNvPr id="148" name="Google Shape;148;p4"/>
          <p:cNvGrpSpPr/>
          <p:nvPr/>
        </p:nvGrpSpPr>
        <p:grpSpPr>
          <a:xfrm>
            <a:off x="4826697" y="3332154"/>
            <a:ext cx="6021772" cy="3524711"/>
            <a:chOff x="3881646" y="678282"/>
            <a:chExt cx="6021772" cy="3524711"/>
          </a:xfrm>
        </p:grpSpPr>
        <p:pic>
          <p:nvPicPr>
            <p:cNvPr descr="A tornado over a field&#10;&#10;Description automatically generated" id="149" name="Google Shape;149;p4"/>
            <p:cNvPicPr preferRelativeResize="0"/>
            <p:nvPr/>
          </p:nvPicPr>
          <p:blipFill rotWithShape="1">
            <a:blip r:embed="rId4">
              <a:alphaModFix amt="0"/>
            </a:blip>
            <a:srcRect b="0" l="0" r="0" t="0"/>
            <a:stretch/>
          </p:blipFill>
          <p:spPr>
            <a:xfrm>
              <a:off x="3881646" y="1371827"/>
              <a:ext cx="6021772" cy="2831166"/>
            </a:xfrm>
            <a:prstGeom prst="parallelogram">
              <a:avLst>
                <a:gd fmla="val 11108" name="adj"/>
              </a:avLst>
            </a:prstGeom>
            <a:noFill/>
            <a:ln cap="flat" cmpd="sng" w="107950">
              <a:solidFill>
                <a:srgbClr val="47B1E5"/>
              </a:solidFill>
              <a:prstDash val="solid"/>
              <a:miter lim="800000"/>
              <a:headEnd len="sm" w="sm" type="none"/>
              <a:tailEnd len="sm" w="sm" type="none"/>
            </a:ln>
          </p:spPr>
        </p:pic>
        <p:pic>
          <p:nvPicPr>
            <p:cNvPr id="150" name="Google Shape;150;p4"/>
            <p:cNvPicPr preferRelativeResize="0"/>
            <p:nvPr/>
          </p:nvPicPr>
          <p:blipFill rotWithShape="1">
            <a:blip r:embed="rId5">
              <a:alphaModFix/>
            </a:blip>
            <a:srcRect b="8099" l="7700" r="-7700" t="8098"/>
            <a:stretch/>
          </p:blipFill>
          <p:spPr>
            <a:xfrm>
              <a:off x="4052121" y="678282"/>
              <a:ext cx="5521458" cy="3088566"/>
            </a:xfrm>
            <a:prstGeom prst="parallelogram">
              <a:avLst>
                <a:gd fmla="val 11108" name="adj"/>
              </a:avLst>
            </a:prstGeom>
            <a:noFill/>
            <a:ln>
              <a:noFill/>
            </a:ln>
          </p:spPr>
        </p:pic>
      </p:gr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7">
                                            <p:txEl>
                                              <p:pRg end="0" st="0"/>
                                            </p:txEl>
                                          </p:spTgt>
                                        </p:tgtEl>
                                        <p:attrNameLst>
                                          <p:attrName>style.visibility</p:attrName>
                                        </p:attrNameLst>
                                      </p:cBhvr>
                                      <p:to>
                                        <p:strVal val="visible"/>
                                      </p:to>
                                    </p:set>
                                    <p:animEffect filter="fade" transition="in">
                                      <p:cBhvr>
                                        <p:cTn dur="500"/>
                                        <p:tgtEl>
                                          <p:spTgt spid="147">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500"/>
                                        <p:tgtEl>
                                          <p:spTgt spid="143"/>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146">
                                            <p:txEl>
                                              <p:pRg end="0" st="0"/>
                                            </p:txEl>
                                          </p:spTgt>
                                        </p:tgtEl>
                                        <p:attrNameLst>
                                          <p:attrName>style.visibility</p:attrName>
                                        </p:attrNameLst>
                                      </p:cBhvr>
                                      <p:to>
                                        <p:strVal val="visible"/>
                                      </p:to>
                                    </p:set>
                                    <p:animEffect filter="fade" transition="in">
                                      <p:cBhvr>
                                        <p:cTn dur="500"/>
                                        <p:tgtEl>
                                          <p:spTgt spid="146">
                                            <p:txEl>
                                              <p:pRg end="0" st="0"/>
                                            </p:txEl>
                                          </p:spTgt>
                                        </p:tgtEl>
                                      </p:cBhvr>
                                    </p:animEffect>
                                  </p:childTnLst>
                                </p:cTn>
                              </p:par>
                            </p:childTnLst>
                          </p:cTn>
                        </p:par>
                        <p:par>
                          <p:cTn fill="hold">
                            <p:stCondLst>
                              <p:cond delay="1000"/>
                            </p:stCondLst>
                            <p:childTnLst>
                              <p:par>
                                <p:cTn fill="hold" nodeType="afterEffect" presetClass="entr" presetID="10" presetSubtype="0">
                                  <p:stCondLst>
                                    <p:cond delay="500"/>
                                  </p:stCondLst>
                                  <p:childTnLst>
                                    <p:set>
                                      <p:cBhvr>
                                        <p:cTn dur="1" fill="hold">
                                          <p:stCondLst>
                                            <p:cond delay="0"/>
                                          </p:stCondLst>
                                        </p:cTn>
                                        <p:tgtEl>
                                          <p:spTgt spid="146">
                                            <p:txEl>
                                              <p:pRg end="1" st="1"/>
                                            </p:txEl>
                                          </p:spTgt>
                                        </p:tgtEl>
                                        <p:attrNameLst>
                                          <p:attrName>style.visibility</p:attrName>
                                        </p:attrNameLst>
                                      </p:cBhvr>
                                      <p:to>
                                        <p:strVal val="visible"/>
                                      </p:to>
                                    </p:set>
                                    <p:animEffect filter="fade" transition="in">
                                      <p:cBhvr>
                                        <p:cTn dur="500"/>
                                        <p:tgtEl>
                                          <p:spTgt spid="146">
                                            <p:txEl>
                                              <p:pRg end="1" st="1"/>
                                            </p:txEl>
                                          </p:spTgt>
                                        </p:tgtEl>
                                      </p:cBhvr>
                                    </p:animEffect>
                                  </p:childTnLst>
                                </p:cTn>
                              </p:par>
                            </p:childTnLst>
                          </p:cTn>
                        </p:par>
                        <p:par>
                          <p:cTn fill="hold">
                            <p:stCondLst>
                              <p:cond delay="1500"/>
                            </p:stCondLst>
                            <p:childTnLst>
                              <p:par>
                                <p:cTn fill="hold" nodeType="afterEffect" presetClass="entr" presetID="10" presetSubtype="0">
                                  <p:stCondLst>
                                    <p:cond delay="500"/>
                                  </p:stCondLst>
                                  <p:childTnLst>
                                    <p:set>
                                      <p:cBhvr>
                                        <p:cTn dur="1" fill="hold">
                                          <p:stCondLst>
                                            <p:cond delay="0"/>
                                          </p:stCondLst>
                                        </p:cTn>
                                        <p:tgtEl>
                                          <p:spTgt spid="146">
                                            <p:txEl>
                                              <p:pRg end="2" st="2"/>
                                            </p:txEl>
                                          </p:spTgt>
                                        </p:tgtEl>
                                        <p:attrNameLst>
                                          <p:attrName>style.visibility</p:attrName>
                                        </p:attrNameLst>
                                      </p:cBhvr>
                                      <p:to>
                                        <p:strVal val="visible"/>
                                      </p:to>
                                    </p:set>
                                    <p:animEffect filter="fade" transition="in">
                                      <p:cBhvr>
                                        <p:cTn dur="500"/>
                                        <p:tgtEl>
                                          <p:spTgt spid="146">
                                            <p:txEl>
                                              <p:pRg end="2" st="2"/>
                                            </p:txEl>
                                          </p:spTgt>
                                        </p:tgtEl>
                                      </p:cBhvr>
                                    </p:animEffect>
                                  </p:childTnLst>
                                </p:cTn>
                              </p:par>
                            </p:childTnLst>
                          </p:cTn>
                        </p:par>
                        <p:par>
                          <p:cTn fill="hold">
                            <p:stCondLst>
                              <p:cond delay="2000"/>
                            </p:stCondLst>
                            <p:childTnLst>
                              <p:par>
                                <p:cTn fill="hold" nodeType="afterEffect" presetClass="entr" presetID="10" presetSubtype="0">
                                  <p:stCondLst>
                                    <p:cond delay="500"/>
                                  </p:stCondLst>
                                  <p:childTnLst>
                                    <p:set>
                                      <p:cBhvr>
                                        <p:cTn dur="1" fill="hold">
                                          <p:stCondLst>
                                            <p:cond delay="0"/>
                                          </p:stCondLst>
                                        </p:cTn>
                                        <p:tgtEl>
                                          <p:spTgt spid="146">
                                            <p:txEl>
                                              <p:pRg end="3" st="3"/>
                                            </p:txEl>
                                          </p:spTgt>
                                        </p:tgtEl>
                                        <p:attrNameLst>
                                          <p:attrName>style.visibility</p:attrName>
                                        </p:attrNameLst>
                                      </p:cBhvr>
                                      <p:to>
                                        <p:strVal val="visible"/>
                                      </p:to>
                                    </p:set>
                                    <p:animEffect filter="fade" transition="in">
                                      <p:cBhvr>
                                        <p:cTn dur="500"/>
                                        <p:tgtEl>
                                          <p:spTgt spid="146">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5"/>
          <p:cNvSpPr/>
          <p:nvPr/>
        </p:nvSpPr>
        <p:spPr>
          <a:xfrm>
            <a:off x="482040" y="1976718"/>
            <a:ext cx="7317254" cy="990897"/>
          </a:xfrm>
          <a:prstGeom prst="snip1Rect">
            <a:avLst>
              <a:gd fmla="val 50000" name="adj"/>
            </a:avLst>
          </a:prstGeom>
          <a:solidFill>
            <a:schemeClr val="lt1"/>
          </a:solidFill>
          <a:ln cap="flat" cmpd="sng" w="98425">
            <a:solidFill>
              <a:srgbClr val="33446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A blue square with black border&#10;&#10;Description automatically generated" id="156" name="Google Shape;156;p5"/>
          <p:cNvPicPr preferRelativeResize="0"/>
          <p:nvPr/>
        </p:nvPicPr>
        <p:blipFill rotWithShape="1">
          <a:blip r:embed="rId3">
            <a:alphaModFix/>
          </a:blip>
          <a:srcRect b="0" l="0" r="0" t="0"/>
          <a:stretch/>
        </p:blipFill>
        <p:spPr>
          <a:xfrm>
            <a:off x="441699" y="403380"/>
            <a:ext cx="8260602" cy="1388638"/>
          </a:xfrm>
          <a:prstGeom prst="rect">
            <a:avLst/>
          </a:prstGeom>
          <a:noFill/>
          <a:ln>
            <a:noFill/>
          </a:ln>
        </p:spPr>
      </p:pic>
      <p:sp>
        <p:nvSpPr>
          <p:cNvPr id="157" name="Google Shape;157;p5"/>
          <p:cNvSpPr/>
          <p:nvPr/>
        </p:nvSpPr>
        <p:spPr>
          <a:xfrm>
            <a:off x="441699" y="734174"/>
            <a:ext cx="7976159" cy="763516"/>
          </a:xfrm>
          <a:prstGeom prst="roundRect">
            <a:avLst>
              <a:gd fmla="val 0" name="adj"/>
            </a:avLst>
          </a:prstGeom>
          <a:noFill/>
          <a:ln>
            <a:noFill/>
          </a:ln>
        </p:spPr>
        <p:txBody>
          <a:bodyPr anchorCtr="1" anchor="ctr" bIns="252000" lIns="252000" spcFirstLastPara="1" rIns="252000" wrap="square" tIns="252000">
            <a:noAutofit/>
          </a:bodyPr>
          <a:lstStyle/>
          <a:p>
            <a:pPr indent="0" lvl="0" marL="0" marR="0" rtl="0" algn="l">
              <a:lnSpc>
                <a:spcPct val="90000"/>
              </a:lnSpc>
              <a:spcBef>
                <a:spcPts val="0"/>
              </a:spcBef>
              <a:spcAft>
                <a:spcPts val="0"/>
              </a:spcAft>
              <a:buClr>
                <a:schemeClr val="lt1"/>
              </a:buClr>
              <a:buSzPts val="3600"/>
              <a:buFont typeface="Arial"/>
              <a:buNone/>
            </a:pPr>
            <a:r>
              <a:rPr b="1" lang="en-GB" sz="3600">
                <a:solidFill>
                  <a:schemeClr val="lt1"/>
                </a:solidFill>
                <a:latin typeface="Arial"/>
                <a:ea typeface="Arial"/>
                <a:cs typeface="Arial"/>
                <a:sym typeface="Arial"/>
              </a:rPr>
              <a:t>Types of Forensic Scientists</a:t>
            </a:r>
            <a:endParaRPr/>
          </a:p>
        </p:txBody>
      </p:sp>
      <p:sp>
        <p:nvSpPr>
          <p:cNvPr id="158" name="Google Shape;158;p5"/>
          <p:cNvSpPr/>
          <p:nvPr/>
        </p:nvSpPr>
        <p:spPr>
          <a:xfrm>
            <a:off x="736081" y="3240243"/>
            <a:ext cx="3895247" cy="252376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800">
                <a:solidFill>
                  <a:schemeClr val="dk1"/>
                </a:solidFill>
                <a:latin typeface="Arial"/>
                <a:ea typeface="Arial"/>
                <a:cs typeface="Arial"/>
                <a:sym typeface="Arial"/>
              </a:rPr>
              <a:t>Forensic Pathologist:</a:t>
            </a:r>
            <a:r>
              <a:rPr lang="en-GB" sz="1800">
                <a:solidFill>
                  <a:schemeClr val="dk1"/>
                </a:solidFill>
                <a:latin typeface="Arial"/>
                <a:ea typeface="Arial"/>
                <a:cs typeface="Arial"/>
                <a:sym typeface="Arial"/>
              </a:rPr>
              <a:t> </a:t>
            </a:r>
            <a:endParaRPr/>
          </a:p>
          <a:p>
            <a:pPr indent="0" lvl="0" marL="0" marR="0" rtl="0" algn="l">
              <a:spcBef>
                <a:spcPts val="1200"/>
              </a:spcBef>
              <a:spcAft>
                <a:spcPts val="0"/>
              </a:spcAft>
              <a:buNone/>
            </a:pPr>
            <a:r>
              <a:rPr lang="en-GB" sz="1800">
                <a:solidFill>
                  <a:schemeClr val="dk1"/>
                </a:solidFill>
                <a:latin typeface="Arial"/>
                <a:ea typeface="Arial"/>
                <a:cs typeface="Arial"/>
                <a:sym typeface="Arial"/>
              </a:rPr>
              <a:t>Examines bodies to determine the cause and manner of death.</a:t>
            </a:r>
            <a:endParaRPr/>
          </a:p>
          <a:p>
            <a:pPr indent="0" lvl="0" marL="0" marR="0" rtl="0" algn="l">
              <a:spcBef>
                <a:spcPts val="0"/>
              </a:spcBef>
              <a:spcAft>
                <a:spcPts val="0"/>
              </a:spcAft>
              <a:buNone/>
            </a:pPr>
            <a:br>
              <a:rPr lang="en-GB" sz="1800">
                <a:solidFill>
                  <a:schemeClr val="dk1"/>
                </a:solidFill>
                <a:latin typeface="Arial"/>
                <a:ea typeface="Arial"/>
                <a:cs typeface="Arial"/>
                <a:sym typeface="Arial"/>
              </a:rPr>
            </a:br>
            <a:r>
              <a:rPr b="1" lang="en-GB" sz="1800">
                <a:solidFill>
                  <a:schemeClr val="dk1"/>
                </a:solidFill>
                <a:latin typeface="Arial"/>
                <a:ea typeface="Arial"/>
                <a:cs typeface="Arial"/>
                <a:sym typeface="Arial"/>
              </a:rPr>
              <a:t>Forensic Anthropologist:</a:t>
            </a:r>
            <a:r>
              <a:rPr lang="en-GB" sz="1800">
                <a:solidFill>
                  <a:schemeClr val="dk1"/>
                </a:solidFill>
                <a:latin typeface="Arial"/>
                <a:ea typeface="Arial"/>
                <a:cs typeface="Arial"/>
                <a:sym typeface="Arial"/>
              </a:rPr>
              <a:t> </a:t>
            </a:r>
            <a:endParaRPr/>
          </a:p>
          <a:p>
            <a:pPr indent="0" lvl="0" marL="0" marR="0" rtl="0" algn="l">
              <a:spcBef>
                <a:spcPts val="1200"/>
              </a:spcBef>
              <a:spcAft>
                <a:spcPts val="0"/>
              </a:spcAft>
              <a:buNone/>
            </a:pPr>
            <a:r>
              <a:rPr lang="en-GB" sz="1800">
                <a:solidFill>
                  <a:schemeClr val="dk1"/>
                </a:solidFill>
                <a:latin typeface="Arial"/>
                <a:ea typeface="Arial"/>
                <a:cs typeface="Arial"/>
                <a:sym typeface="Arial"/>
              </a:rPr>
              <a:t>Analyses skeletal remains to identify individuals and assess how they died.</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9" name="Google Shape;159;p5"/>
          <p:cNvSpPr/>
          <p:nvPr/>
        </p:nvSpPr>
        <p:spPr>
          <a:xfrm>
            <a:off x="771404" y="2188399"/>
            <a:ext cx="6167278"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Forensic science is a diverse field with various specialisations, including:</a:t>
            </a:r>
            <a:endParaRPr/>
          </a:p>
        </p:txBody>
      </p:sp>
      <p:grpSp>
        <p:nvGrpSpPr>
          <p:cNvPr id="160" name="Google Shape;160;p5"/>
          <p:cNvGrpSpPr/>
          <p:nvPr/>
        </p:nvGrpSpPr>
        <p:grpSpPr>
          <a:xfrm>
            <a:off x="4826697" y="3332154"/>
            <a:ext cx="6021772" cy="3524713"/>
            <a:chOff x="3881646" y="678282"/>
            <a:chExt cx="6021772" cy="3524713"/>
          </a:xfrm>
        </p:grpSpPr>
        <p:pic>
          <p:nvPicPr>
            <p:cNvPr descr="A tornado over a field&#10;&#10;Description automatically generated" id="161" name="Google Shape;161;p5"/>
            <p:cNvPicPr preferRelativeResize="0"/>
            <p:nvPr/>
          </p:nvPicPr>
          <p:blipFill rotWithShape="1">
            <a:blip r:embed="rId4">
              <a:alphaModFix amt="0"/>
            </a:blip>
            <a:srcRect b="0" l="0" r="0" t="0"/>
            <a:stretch/>
          </p:blipFill>
          <p:spPr>
            <a:xfrm>
              <a:off x="3881646" y="1371829"/>
              <a:ext cx="6021772" cy="2831166"/>
            </a:xfrm>
            <a:prstGeom prst="parallelogram">
              <a:avLst>
                <a:gd fmla="val 11108" name="adj"/>
              </a:avLst>
            </a:prstGeom>
            <a:noFill/>
            <a:ln cap="flat" cmpd="sng" w="107950">
              <a:solidFill>
                <a:srgbClr val="47B1E5"/>
              </a:solidFill>
              <a:prstDash val="solid"/>
              <a:miter lim="800000"/>
              <a:headEnd len="sm" w="sm" type="none"/>
              <a:tailEnd len="sm" w="sm" type="none"/>
            </a:ln>
          </p:spPr>
        </p:pic>
        <p:pic>
          <p:nvPicPr>
            <p:cNvPr id="162" name="Google Shape;162;p5"/>
            <p:cNvPicPr preferRelativeResize="0"/>
            <p:nvPr/>
          </p:nvPicPr>
          <p:blipFill rotWithShape="1">
            <a:blip r:embed="rId5">
              <a:alphaModFix/>
            </a:blip>
            <a:srcRect b="1441" l="0" r="-4765" t="6205"/>
            <a:stretch/>
          </p:blipFill>
          <p:spPr>
            <a:xfrm>
              <a:off x="4052121" y="678282"/>
              <a:ext cx="5521458" cy="3088566"/>
            </a:xfrm>
            <a:prstGeom prst="parallelogram">
              <a:avLst>
                <a:gd fmla="val 11108" name="adj"/>
              </a:avLst>
            </a:prstGeom>
            <a:noFill/>
            <a:ln>
              <a:noFill/>
            </a:ln>
          </p:spPr>
        </p:pic>
      </p:grpSp>
      <p:cxnSp>
        <p:nvCxnSpPr>
          <p:cNvPr id="163" name="Google Shape;163;p5"/>
          <p:cNvCxnSpPr/>
          <p:nvPr/>
        </p:nvCxnSpPr>
        <p:spPr>
          <a:xfrm>
            <a:off x="736081" y="3603812"/>
            <a:ext cx="3741790" cy="0"/>
          </a:xfrm>
          <a:prstGeom prst="straightConnector1">
            <a:avLst/>
          </a:prstGeom>
          <a:noFill/>
          <a:ln cap="rnd" cmpd="sng" w="38100">
            <a:solidFill>
              <a:srgbClr val="20315E"/>
            </a:solidFill>
            <a:prstDash val="dot"/>
            <a:miter lim="800000"/>
            <a:headEnd len="sm" w="sm" type="none"/>
            <a:tailEnd len="sm" w="sm" type="none"/>
          </a:ln>
        </p:spPr>
      </p:cxnSp>
      <p:cxnSp>
        <p:nvCxnSpPr>
          <p:cNvPr id="164" name="Google Shape;164;p5"/>
          <p:cNvCxnSpPr/>
          <p:nvPr/>
        </p:nvCxnSpPr>
        <p:spPr>
          <a:xfrm>
            <a:off x="736081" y="4854388"/>
            <a:ext cx="3741790" cy="0"/>
          </a:xfrm>
          <a:prstGeom prst="straightConnector1">
            <a:avLst/>
          </a:prstGeom>
          <a:noFill/>
          <a:ln cap="rnd" cmpd="sng" w="38100">
            <a:solidFill>
              <a:srgbClr val="20315E"/>
            </a:solidFill>
            <a:prstDash val="dot"/>
            <a:miter lim="800000"/>
            <a:headEnd len="sm" w="sm" type="none"/>
            <a:tailEnd len="sm" w="sm" type="none"/>
          </a:ln>
        </p:spPr>
      </p:cxn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9">
                                            <p:txEl>
                                              <p:pRg end="0" st="0"/>
                                            </p:txEl>
                                          </p:spTgt>
                                        </p:tgtEl>
                                        <p:attrNameLst>
                                          <p:attrName>style.visibility</p:attrName>
                                        </p:attrNameLst>
                                      </p:cBhvr>
                                      <p:to>
                                        <p:strVal val="visible"/>
                                      </p:to>
                                    </p:set>
                                    <p:animEffect filter="fade" transition="in">
                                      <p:cBhvr>
                                        <p:cTn dur="500"/>
                                        <p:tgtEl>
                                          <p:spTgt spid="159">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500"/>
                                        <p:tgtEl>
                                          <p:spTgt spid="155"/>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158">
                                            <p:txEl>
                                              <p:pRg end="0" st="0"/>
                                            </p:txEl>
                                          </p:spTgt>
                                        </p:tgtEl>
                                        <p:attrNameLst>
                                          <p:attrName>style.visibility</p:attrName>
                                        </p:attrNameLst>
                                      </p:cBhvr>
                                      <p:to>
                                        <p:strVal val="visible"/>
                                      </p:to>
                                    </p:set>
                                    <p:animEffect filter="fade" transition="in">
                                      <p:cBhvr>
                                        <p:cTn dur="500"/>
                                        <p:tgtEl>
                                          <p:spTgt spid="158">
                                            <p:txEl>
                                              <p:pRg end="0" st="0"/>
                                            </p:txEl>
                                          </p:spTgt>
                                        </p:tgtEl>
                                      </p:cBhvr>
                                    </p:animEffect>
                                  </p:childTnLst>
                                </p:cTn>
                              </p:par>
                            </p:childTnLst>
                          </p:cTn>
                        </p:par>
                        <p:par>
                          <p:cTn fill="hold">
                            <p:stCondLst>
                              <p:cond delay="1000"/>
                            </p:stCondLst>
                            <p:childTnLst>
                              <p:par>
                                <p:cTn fill="hold" nodeType="afterEffect" presetClass="entr" presetID="10" presetSubtype="0">
                                  <p:stCondLst>
                                    <p:cond delay="500"/>
                                  </p:stCondLst>
                                  <p:childTnLst>
                                    <p:set>
                                      <p:cBhvr>
                                        <p:cTn dur="1" fill="hold">
                                          <p:stCondLst>
                                            <p:cond delay="0"/>
                                          </p:stCondLst>
                                        </p:cTn>
                                        <p:tgtEl>
                                          <p:spTgt spid="158">
                                            <p:txEl>
                                              <p:pRg end="1" st="1"/>
                                            </p:txEl>
                                          </p:spTgt>
                                        </p:tgtEl>
                                        <p:attrNameLst>
                                          <p:attrName>style.visibility</p:attrName>
                                        </p:attrNameLst>
                                      </p:cBhvr>
                                      <p:to>
                                        <p:strVal val="visible"/>
                                      </p:to>
                                    </p:set>
                                    <p:animEffect filter="fade" transition="in">
                                      <p:cBhvr>
                                        <p:cTn dur="500"/>
                                        <p:tgtEl>
                                          <p:spTgt spid="158">
                                            <p:txEl>
                                              <p:pRg end="1" st="1"/>
                                            </p:txEl>
                                          </p:spTgt>
                                        </p:tgtEl>
                                      </p:cBhvr>
                                    </p:animEffect>
                                  </p:childTnLst>
                                </p:cTn>
                              </p:par>
                            </p:childTnLst>
                          </p:cTn>
                        </p:par>
                        <p:par>
                          <p:cTn fill="hold">
                            <p:stCondLst>
                              <p:cond delay="1500"/>
                            </p:stCondLst>
                            <p:childTnLst>
                              <p:par>
                                <p:cTn fill="hold" nodeType="afterEffect" presetClass="entr" presetID="10" presetSubtype="0">
                                  <p:stCondLst>
                                    <p:cond delay="500"/>
                                  </p:stCondLst>
                                  <p:childTnLst>
                                    <p:set>
                                      <p:cBhvr>
                                        <p:cTn dur="1" fill="hold">
                                          <p:stCondLst>
                                            <p:cond delay="0"/>
                                          </p:stCondLst>
                                        </p:cTn>
                                        <p:tgtEl>
                                          <p:spTgt spid="158">
                                            <p:txEl>
                                              <p:pRg end="2" st="2"/>
                                            </p:txEl>
                                          </p:spTgt>
                                        </p:tgtEl>
                                        <p:attrNameLst>
                                          <p:attrName>style.visibility</p:attrName>
                                        </p:attrNameLst>
                                      </p:cBhvr>
                                      <p:to>
                                        <p:strVal val="visible"/>
                                      </p:to>
                                    </p:set>
                                    <p:animEffect filter="fade" transition="in">
                                      <p:cBhvr>
                                        <p:cTn dur="500"/>
                                        <p:tgtEl>
                                          <p:spTgt spid="158">
                                            <p:txEl>
                                              <p:pRg end="2" st="2"/>
                                            </p:txEl>
                                          </p:spTgt>
                                        </p:tgtEl>
                                      </p:cBhvr>
                                    </p:animEffect>
                                  </p:childTnLst>
                                </p:cTn>
                              </p:par>
                            </p:childTnLst>
                          </p:cTn>
                        </p:par>
                        <p:par>
                          <p:cTn fill="hold">
                            <p:stCondLst>
                              <p:cond delay="2000"/>
                            </p:stCondLst>
                            <p:childTnLst>
                              <p:par>
                                <p:cTn fill="hold" nodeType="afterEffect" presetClass="entr" presetID="10" presetSubtype="0">
                                  <p:stCondLst>
                                    <p:cond delay="500"/>
                                  </p:stCondLst>
                                  <p:childTnLst>
                                    <p:set>
                                      <p:cBhvr>
                                        <p:cTn dur="1" fill="hold">
                                          <p:stCondLst>
                                            <p:cond delay="0"/>
                                          </p:stCondLst>
                                        </p:cTn>
                                        <p:tgtEl>
                                          <p:spTgt spid="158">
                                            <p:txEl>
                                              <p:pRg end="3" st="3"/>
                                            </p:txEl>
                                          </p:spTgt>
                                        </p:tgtEl>
                                        <p:attrNameLst>
                                          <p:attrName>style.visibility</p:attrName>
                                        </p:attrNameLst>
                                      </p:cBhvr>
                                      <p:to>
                                        <p:strVal val="visible"/>
                                      </p:to>
                                    </p:set>
                                    <p:animEffect filter="fade" transition="in">
                                      <p:cBhvr>
                                        <p:cTn dur="500"/>
                                        <p:tgtEl>
                                          <p:spTgt spid="158">
                                            <p:txEl>
                                              <p:pRg end="3" st="3"/>
                                            </p:txEl>
                                          </p:spTgt>
                                        </p:tgtEl>
                                      </p:cBhvr>
                                    </p:animEffect>
                                  </p:childTnLst>
                                </p:cTn>
                              </p:par>
                            </p:childTnLst>
                          </p:cTn>
                        </p:par>
                        <p:par>
                          <p:cTn fill="hold">
                            <p:stCondLst>
                              <p:cond delay="2500"/>
                            </p:stCondLst>
                            <p:childTnLst>
                              <p:par>
                                <p:cTn fill="hold" nodeType="afterEffect" presetClass="entr" presetID="10" presetSubtype="0">
                                  <p:stCondLst>
                                    <p:cond delay="500"/>
                                  </p:stCondLst>
                                  <p:childTnLst>
                                    <p:set>
                                      <p:cBhvr>
                                        <p:cTn dur="1" fill="hold">
                                          <p:stCondLst>
                                            <p:cond delay="0"/>
                                          </p:stCondLst>
                                        </p:cTn>
                                        <p:tgtEl>
                                          <p:spTgt spid="158">
                                            <p:txEl>
                                              <p:pRg end="4" st="4"/>
                                            </p:txEl>
                                          </p:spTgt>
                                        </p:tgtEl>
                                        <p:attrNameLst>
                                          <p:attrName>style.visibility</p:attrName>
                                        </p:attrNameLst>
                                      </p:cBhvr>
                                      <p:to>
                                        <p:strVal val="visible"/>
                                      </p:to>
                                    </p:set>
                                    <p:animEffect filter="fade" transition="in">
                                      <p:cBhvr>
                                        <p:cTn dur="500"/>
                                        <p:tgtEl>
                                          <p:spTgt spid="158">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descr="A blue square with black border&#10;&#10;Description automatically generated" id="169" name="Google Shape;169;p6"/>
          <p:cNvPicPr preferRelativeResize="0"/>
          <p:nvPr/>
        </p:nvPicPr>
        <p:blipFill rotWithShape="1">
          <a:blip r:embed="rId3">
            <a:alphaModFix/>
          </a:blip>
          <a:srcRect b="0" l="0" r="0" t="0"/>
          <a:stretch/>
        </p:blipFill>
        <p:spPr>
          <a:xfrm>
            <a:off x="441699" y="403380"/>
            <a:ext cx="8260602" cy="1388638"/>
          </a:xfrm>
          <a:prstGeom prst="rect">
            <a:avLst/>
          </a:prstGeom>
          <a:noFill/>
          <a:ln>
            <a:noFill/>
          </a:ln>
        </p:spPr>
      </p:pic>
      <p:sp>
        <p:nvSpPr>
          <p:cNvPr id="170" name="Google Shape;170;p6"/>
          <p:cNvSpPr/>
          <p:nvPr/>
        </p:nvSpPr>
        <p:spPr>
          <a:xfrm>
            <a:off x="441699" y="734174"/>
            <a:ext cx="7976159" cy="763516"/>
          </a:xfrm>
          <a:prstGeom prst="roundRect">
            <a:avLst>
              <a:gd fmla="val 0" name="adj"/>
            </a:avLst>
          </a:prstGeom>
          <a:noFill/>
          <a:ln>
            <a:noFill/>
          </a:ln>
        </p:spPr>
        <p:txBody>
          <a:bodyPr anchorCtr="1" anchor="ctr" bIns="252000" lIns="252000" spcFirstLastPara="1" rIns="252000" wrap="square" tIns="252000">
            <a:noAutofit/>
          </a:bodyPr>
          <a:lstStyle/>
          <a:p>
            <a:pPr indent="0" lvl="0" marL="0" marR="0" rtl="0" algn="l">
              <a:lnSpc>
                <a:spcPct val="90000"/>
              </a:lnSpc>
              <a:spcBef>
                <a:spcPts val="0"/>
              </a:spcBef>
              <a:spcAft>
                <a:spcPts val="0"/>
              </a:spcAft>
              <a:buClr>
                <a:schemeClr val="lt1"/>
              </a:buClr>
              <a:buSzPts val="3600"/>
              <a:buFont typeface="Arial"/>
              <a:buNone/>
            </a:pPr>
            <a:r>
              <a:rPr b="1" lang="en-GB" sz="3600">
                <a:solidFill>
                  <a:schemeClr val="lt1"/>
                </a:solidFill>
                <a:latin typeface="Arial"/>
                <a:ea typeface="Arial"/>
                <a:cs typeface="Arial"/>
                <a:sym typeface="Arial"/>
              </a:rPr>
              <a:t>Types of Forensic Scientists</a:t>
            </a:r>
            <a:endParaRPr/>
          </a:p>
        </p:txBody>
      </p:sp>
      <p:sp>
        <p:nvSpPr>
          <p:cNvPr id="171" name="Google Shape;171;p6"/>
          <p:cNvSpPr/>
          <p:nvPr/>
        </p:nvSpPr>
        <p:spPr>
          <a:xfrm>
            <a:off x="736082" y="2122812"/>
            <a:ext cx="3250132" cy="335476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800">
                <a:solidFill>
                  <a:schemeClr val="dk1"/>
                </a:solidFill>
                <a:latin typeface="Arial"/>
                <a:ea typeface="Arial"/>
                <a:cs typeface="Arial"/>
                <a:sym typeface="Arial"/>
              </a:rPr>
              <a:t>Forensic Odontologist:</a:t>
            </a:r>
            <a:r>
              <a:rPr lang="en-GB" sz="1800">
                <a:solidFill>
                  <a:schemeClr val="dk1"/>
                </a:solidFill>
                <a:latin typeface="Arial"/>
                <a:ea typeface="Arial"/>
                <a:cs typeface="Arial"/>
                <a:sym typeface="Arial"/>
              </a:rPr>
              <a:t> </a:t>
            </a:r>
            <a:endParaRPr/>
          </a:p>
          <a:p>
            <a:pPr indent="0" lvl="0" marL="0" marR="0" rtl="0" algn="l">
              <a:spcBef>
                <a:spcPts val="1200"/>
              </a:spcBef>
              <a:spcAft>
                <a:spcPts val="0"/>
              </a:spcAft>
              <a:buNone/>
            </a:pPr>
            <a:r>
              <a:rPr lang="en-GB" sz="1800">
                <a:solidFill>
                  <a:schemeClr val="dk1"/>
                </a:solidFill>
                <a:latin typeface="Arial"/>
                <a:ea typeface="Arial"/>
                <a:cs typeface="Arial"/>
                <a:sym typeface="Arial"/>
              </a:rPr>
              <a:t>Uses dental records to identify human remains and analyse bite marks.</a:t>
            </a:r>
            <a:endParaRPr/>
          </a:p>
          <a:p>
            <a:pPr indent="0" lvl="0" marL="0" marR="0" rtl="0" algn="l">
              <a:spcBef>
                <a:spcPts val="0"/>
              </a:spcBef>
              <a:spcAft>
                <a:spcPts val="0"/>
              </a:spcAft>
              <a:buNone/>
            </a:pPr>
            <a:br>
              <a:rPr lang="en-GB" sz="1800">
                <a:solidFill>
                  <a:schemeClr val="dk1"/>
                </a:solidFill>
                <a:latin typeface="Arial"/>
                <a:ea typeface="Arial"/>
                <a:cs typeface="Arial"/>
                <a:sym typeface="Arial"/>
              </a:rPr>
            </a:br>
            <a:r>
              <a:rPr b="1" lang="en-GB" sz="1800">
                <a:solidFill>
                  <a:schemeClr val="dk1"/>
                </a:solidFill>
                <a:latin typeface="Arial"/>
                <a:ea typeface="Arial"/>
                <a:cs typeface="Arial"/>
                <a:sym typeface="Arial"/>
              </a:rPr>
              <a:t>Forensic Toxicologist:</a:t>
            </a:r>
            <a:r>
              <a:rPr lang="en-GB" sz="1800">
                <a:solidFill>
                  <a:schemeClr val="dk1"/>
                </a:solidFill>
                <a:latin typeface="Arial"/>
                <a:ea typeface="Arial"/>
                <a:cs typeface="Arial"/>
                <a:sym typeface="Arial"/>
              </a:rPr>
              <a:t> </a:t>
            </a:r>
            <a:endParaRPr/>
          </a:p>
          <a:p>
            <a:pPr indent="0" lvl="0" marL="0" marR="0" rtl="0" algn="l">
              <a:spcBef>
                <a:spcPts val="1200"/>
              </a:spcBef>
              <a:spcAft>
                <a:spcPts val="0"/>
              </a:spcAft>
              <a:buNone/>
            </a:pPr>
            <a:r>
              <a:rPr lang="en-GB" sz="1800">
                <a:solidFill>
                  <a:schemeClr val="dk1"/>
                </a:solidFill>
                <a:latin typeface="Arial"/>
                <a:ea typeface="Arial"/>
                <a:cs typeface="Arial"/>
                <a:sym typeface="Arial"/>
              </a:rPr>
              <a:t>Tests bodily fluids and tissues to detect drugs, alcohol and poisons.</a:t>
            </a:r>
            <a:endParaRPr/>
          </a:p>
          <a:p>
            <a:pPr indent="0" lvl="0" marL="0" marR="0" rtl="0" algn="l">
              <a:spcBef>
                <a:spcPts val="0"/>
              </a:spcBef>
              <a:spcAft>
                <a:spcPts val="0"/>
              </a:spcAft>
              <a:buNone/>
            </a:pPr>
            <a:br>
              <a:rPr lang="en-GB"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p:txBody>
      </p:sp>
      <p:grpSp>
        <p:nvGrpSpPr>
          <p:cNvPr id="172" name="Google Shape;172;p6"/>
          <p:cNvGrpSpPr/>
          <p:nvPr/>
        </p:nvGrpSpPr>
        <p:grpSpPr>
          <a:xfrm>
            <a:off x="4572000" y="2486381"/>
            <a:ext cx="6021772" cy="3296109"/>
            <a:chOff x="3881646" y="663994"/>
            <a:chExt cx="6021772" cy="3296109"/>
          </a:xfrm>
        </p:grpSpPr>
        <p:pic>
          <p:nvPicPr>
            <p:cNvPr descr="A tornado over a field&#10;&#10;Description automatically generated" id="173" name="Google Shape;173;p6"/>
            <p:cNvPicPr preferRelativeResize="0"/>
            <p:nvPr/>
          </p:nvPicPr>
          <p:blipFill rotWithShape="1">
            <a:blip r:embed="rId4">
              <a:alphaModFix amt="0"/>
            </a:blip>
            <a:srcRect b="0" l="0" r="0" t="0"/>
            <a:stretch/>
          </p:blipFill>
          <p:spPr>
            <a:xfrm>
              <a:off x="3881646" y="1128937"/>
              <a:ext cx="6021772" cy="2831166"/>
            </a:xfrm>
            <a:prstGeom prst="parallelogram">
              <a:avLst>
                <a:gd fmla="val 11108" name="adj"/>
              </a:avLst>
            </a:prstGeom>
            <a:noFill/>
            <a:ln cap="flat" cmpd="sng" w="107950">
              <a:solidFill>
                <a:srgbClr val="47B1E5"/>
              </a:solidFill>
              <a:prstDash val="solid"/>
              <a:miter lim="800000"/>
              <a:headEnd len="sm" w="sm" type="none"/>
              <a:tailEnd len="sm" w="sm" type="none"/>
            </a:ln>
          </p:spPr>
        </p:pic>
        <p:pic>
          <p:nvPicPr>
            <p:cNvPr id="174" name="Google Shape;174;p6"/>
            <p:cNvPicPr preferRelativeResize="0"/>
            <p:nvPr/>
          </p:nvPicPr>
          <p:blipFill rotWithShape="1">
            <a:blip r:embed="rId5">
              <a:alphaModFix/>
            </a:blip>
            <a:srcRect b="10066" l="12313" r="-12312" t="10066"/>
            <a:stretch/>
          </p:blipFill>
          <p:spPr>
            <a:xfrm>
              <a:off x="4052121" y="663994"/>
              <a:ext cx="5521458" cy="3088566"/>
            </a:xfrm>
            <a:prstGeom prst="parallelogram">
              <a:avLst>
                <a:gd fmla="val 11108" name="adj"/>
              </a:avLst>
            </a:prstGeom>
            <a:noFill/>
            <a:ln>
              <a:noFill/>
            </a:ln>
          </p:spPr>
        </p:pic>
      </p:grpSp>
      <p:cxnSp>
        <p:nvCxnSpPr>
          <p:cNvPr id="175" name="Google Shape;175;p6"/>
          <p:cNvCxnSpPr/>
          <p:nvPr/>
        </p:nvCxnSpPr>
        <p:spPr>
          <a:xfrm>
            <a:off x="736081" y="2486381"/>
            <a:ext cx="3741790" cy="0"/>
          </a:xfrm>
          <a:prstGeom prst="straightConnector1">
            <a:avLst/>
          </a:prstGeom>
          <a:noFill/>
          <a:ln cap="rnd" cmpd="sng" w="38100">
            <a:solidFill>
              <a:srgbClr val="20315E"/>
            </a:solidFill>
            <a:prstDash val="dot"/>
            <a:miter lim="800000"/>
            <a:headEnd len="sm" w="sm" type="none"/>
            <a:tailEnd len="sm" w="sm" type="none"/>
          </a:ln>
        </p:spPr>
      </p:cxnSp>
      <p:cxnSp>
        <p:nvCxnSpPr>
          <p:cNvPr id="176" name="Google Shape;176;p6"/>
          <p:cNvCxnSpPr/>
          <p:nvPr/>
        </p:nvCxnSpPr>
        <p:spPr>
          <a:xfrm>
            <a:off x="736081" y="3994131"/>
            <a:ext cx="3741790" cy="0"/>
          </a:xfrm>
          <a:prstGeom prst="straightConnector1">
            <a:avLst/>
          </a:prstGeom>
          <a:noFill/>
          <a:ln cap="rnd" cmpd="sng" w="38100">
            <a:solidFill>
              <a:srgbClr val="20315E"/>
            </a:solidFill>
            <a:prstDash val="dot"/>
            <a:miter lim="800000"/>
            <a:headEnd len="sm" w="sm" type="none"/>
            <a:tailEnd len="sm" w="sm" type="none"/>
          </a:ln>
        </p:spPr>
      </p:cxn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171">
                                            <p:txEl>
                                              <p:pRg end="0" st="0"/>
                                            </p:txEl>
                                          </p:spTgt>
                                        </p:tgtEl>
                                        <p:attrNameLst>
                                          <p:attrName>style.visibility</p:attrName>
                                        </p:attrNameLst>
                                      </p:cBhvr>
                                      <p:to>
                                        <p:strVal val="visible"/>
                                      </p:to>
                                    </p:set>
                                    <p:animEffect filter="fade" transition="in">
                                      <p:cBhvr>
                                        <p:cTn dur="500"/>
                                        <p:tgtEl>
                                          <p:spTgt spid="171">
                                            <p:txEl>
                                              <p:pRg end="0" st="0"/>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171">
                                            <p:txEl>
                                              <p:pRg end="1" st="1"/>
                                            </p:txEl>
                                          </p:spTgt>
                                        </p:tgtEl>
                                        <p:attrNameLst>
                                          <p:attrName>style.visibility</p:attrName>
                                        </p:attrNameLst>
                                      </p:cBhvr>
                                      <p:to>
                                        <p:strVal val="visible"/>
                                      </p:to>
                                    </p:set>
                                    <p:animEffect filter="fade" transition="in">
                                      <p:cBhvr>
                                        <p:cTn dur="500"/>
                                        <p:tgtEl>
                                          <p:spTgt spid="171">
                                            <p:txEl>
                                              <p:pRg end="1" st="1"/>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171">
                                            <p:txEl>
                                              <p:pRg end="2" st="2"/>
                                            </p:txEl>
                                          </p:spTgt>
                                        </p:tgtEl>
                                        <p:attrNameLst>
                                          <p:attrName>style.visibility</p:attrName>
                                        </p:attrNameLst>
                                      </p:cBhvr>
                                      <p:to>
                                        <p:strVal val="visible"/>
                                      </p:to>
                                    </p:set>
                                    <p:animEffect filter="fade" transition="in">
                                      <p:cBhvr>
                                        <p:cTn dur="500"/>
                                        <p:tgtEl>
                                          <p:spTgt spid="171">
                                            <p:txEl>
                                              <p:pRg end="2" st="2"/>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171">
                                            <p:txEl>
                                              <p:pRg end="3" st="3"/>
                                            </p:txEl>
                                          </p:spTgt>
                                        </p:tgtEl>
                                        <p:attrNameLst>
                                          <p:attrName>style.visibility</p:attrName>
                                        </p:attrNameLst>
                                      </p:cBhvr>
                                      <p:to>
                                        <p:strVal val="visible"/>
                                      </p:to>
                                    </p:set>
                                    <p:animEffect filter="fade" transition="in">
                                      <p:cBhvr>
                                        <p:cTn dur="500"/>
                                        <p:tgtEl>
                                          <p:spTgt spid="171">
                                            <p:txEl>
                                              <p:pRg end="3" st="3"/>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171">
                                            <p:txEl>
                                              <p:pRg end="4" st="4"/>
                                            </p:txEl>
                                          </p:spTgt>
                                        </p:tgtEl>
                                        <p:attrNameLst>
                                          <p:attrName>style.visibility</p:attrName>
                                        </p:attrNameLst>
                                      </p:cBhvr>
                                      <p:to>
                                        <p:strVal val="visible"/>
                                      </p:to>
                                    </p:set>
                                    <p:animEffect filter="fade" transition="in">
                                      <p:cBhvr>
                                        <p:cTn dur="500"/>
                                        <p:tgtEl>
                                          <p:spTgt spid="171">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descr="A blue square with black border&#10;&#10;Description automatically generated" id="181" name="Google Shape;181;p7"/>
          <p:cNvPicPr preferRelativeResize="0"/>
          <p:nvPr/>
        </p:nvPicPr>
        <p:blipFill rotWithShape="1">
          <a:blip r:embed="rId3">
            <a:alphaModFix/>
          </a:blip>
          <a:srcRect b="0" l="0" r="0" t="0"/>
          <a:stretch/>
        </p:blipFill>
        <p:spPr>
          <a:xfrm>
            <a:off x="441699" y="403380"/>
            <a:ext cx="8260602" cy="1388638"/>
          </a:xfrm>
          <a:prstGeom prst="rect">
            <a:avLst/>
          </a:prstGeom>
          <a:noFill/>
          <a:ln>
            <a:noFill/>
          </a:ln>
        </p:spPr>
      </p:pic>
      <p:sp>
        <p:nvSpPr>
          <p:cNvPr id="182" name="Google Shape;182;p7"/>
          <p:cNvSpPr/>
          <p:nvPr/>
        </p:nvSpPr>
        <p:spPr>
          <a:xfrm>
            <a:off x="441699" y="734174"/>
            <a:ext cx="7976159" cy="763516"/>
          </a:xfrm>
          <a:prstGeom prst="roundRect">
            <a:avLst>
              <a:gd fmla="val 0" name="adj"/>
            </a:avLst>
          </a:prstGeom>
          <a:noFill/>
          <a:ln>
            <a:noFill/>
          </a:ln>
        </p:spPr>
        <p:txBody>
          <a:bodyPr anchorCtr="1" anchor="ctr" bIns="252000" lIns="252000" spcFirstLastPara="1" rIns="252000" wrap="square" tIns="252000">
            <a:noAutofit/>
          </a:bodyPr>
          <a:lstStyle/>
          <a:p>
            <a:pPr indent="0" lvl="0" marL="0" marR="0" rtl="0" algn="l">
              <a:lnSpc>
                <a:spcPct val="90000"/>
              </a:lnSpc>
              <a:spcBef>
                <a:spcPts val="0"/>
              </a:spcBef>
              <a:spcAft>
                <a:spcPts val="0"/>
              </a:spcAft>
              <a:buClr>
                <a:schemeClr val="lt1"/>
              </a:buClr>
              <a:buSzPts val="3600"/>
              <a:buFont typeface="Arial"/>
              <a:buNone/>
            </a:pPr>
            <a:r>
              <a:rPr b="1" lang="en-GB" sz="3600">
                <a:solidFill>
                  <a:schemeClr val="lt1"/>
                </a:solidFill>
                <a:latin typeface="Arial"/>
                <a:ea typeface="Arial"/>
                <a:cs typeface="Arial"/>
                <a:sym typeface="Arial"/>
              </a:rPr>
              <a:t>Types of Forensic Scientists</a:t>
            </a:r>
            <a:endParaRPr/>
          </a:p>
        </p:txBody>
      </p:sp>
      <p:sp>
        <p:nvSpPr>
          <p:cNvPr id="183" name="Google Shape;183;p7"/>
          <p:cNvSpPr/>
          <p:nvPr/>
        </p:nvSpPr>
        <p:spPr>
          <a:xfrm>
            <a:off x="736081" y="2122812"/>
            <a:ext cx="3107257" cy="335476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800">
                <a:solidFill>
                  <a:schemeClr val="dk1"/>
                </a:solidFill>
                <a:latin typeface="Arial"/>
                <a:ea typeface="Arial"/>
                <a:cs typeface="Arial"/>
                <a:sym typeface="Arial"/>
              </a:rPr>
              <a:t>Forensic Entomologist:</a:t>
            </a:r>
            <a:endParaRPr sz="1800">
              <a:solidFill>
                <a:schemeClr val="dk1"/>
              </a:solidFill>
              <a:latin typeface="Arial"/>
              <a:ea typeface="Arial"/>
              <a:cs typeface="Arial"/>
              <a:sym typeface="Arial"/>
            </a:endParaRPr>
          </a:p>
          <a:p>
            <a:pPr indent="0" lvl="0" marL="0" marR="0" rtl="0" algn="l">
              <a:spcBef>
                <a:spcPts val="1200"/>
              </a:spcBef>
              <a:spcAft>
                <a:spcPts val="0"/>
              </a:spcAft>
              <a:buNone/>
            </a:pPr>
            <a:r>
              <a:rPr lang="en-GB" sz="1800">
                <a:solidFill>
                  <a:schemeClr val="dk1"/>
                </a:solidFill>
                <a:latin typeface="Arial"/>
                <a:ea typeface="Arial"/>
                <a:cs typeface="Arial"/>
                <a:sym typeface="Arial"/>
              </a:rPr>
              <a:t>Studies insects on decomposing bodies to estimate the time of death.</a:t>
            </a:r>
            <a:endParaRPr/>
          </a:p>
          <a:p>
            <a:pPr indent="0" lvl="0" marL="0" marR="0" rtl="0" algn="l">
              <a:spcBef>
                <a:spcPts val="0"/>
              </a:spcBef>
              <a:spcAft>
                <a:spcPts val="0"/>
              </a:spcAft>
              <a:buNone/>
            </a:pPr>
            <a:br>
              <a:rPr lang="en-GB" sz="1800">
                <a:solidFill>
                  <a:schemeClr val="dk1"/>
                </a:solidFill>
                <a:latin typeface="Arial"/>
                <a:ea typeface="Arial"/>
                <a:cs typeface="Arial"/>
                <a:sym typeface="Arial"/>
              </a:rPr>
            </a:br>
            <a:r>
              <a:rPr b="1" lang="en-GB" sz="1800">
                <a:solidFill>
                  <a:schemeClr val="dk1"/>
                </a:solidFill>
                <a:latin typeface="Arial"/>
                <a:ea typeface="Arial"/>
                <a:cs typeface="Arial"/>
                <a:sym typeface="Arial"/>
              </a:rPr>
              <a:t>Digital Forensic Scientist:</a:t>
            </a:r>
            <a:r>
              <a:rPr lang="en-GB" sz="1800">
                <a:solidFill>
                  <a:schemeClr val="dk1"/>
                </a:solidFill>
                <a:latin typeface="Arial"/>
                <a:ea typeface="Arial"/>
                <a:cs typeface="Arial"/>
                <a:sym typeface="Arial"/>
              </a:rPr>
              <a:t> </a:t>
            </a:r>
            <a:endParaRPr/>
          </a:p>
          <a:p>
            <a:pPr indent="0" lvl="0" marL="0" marR="0" rtl="0" algn="l">
              <a:spcBef>
                <a:spcPts val="1200"/>
              </a:spcBef>
              <a:spcAft>
                <a:spcPts val="0"/>
              </a:spcAft>
              <a:buNone/>
            </a:pPr>
            <a:r>
              <a:rPr lang="en-GB" sz="1800">
                <a:solidFill>
                  <a:schemeClr val="dk1"/>
                </a:solidFill>
                <a:latin typeface="Arial"/>
                <a:ea typeface="Arial"/>
                <a:cs typeface="Arial"/>
                <a:sym typeface="Arial"/>
              </a:rPr>
              <a:t>Recovers and analyses data from computers, smartphones and other electronic devices.</a:t>
            </a:r>
            <a:endParaRPr/>
          </a:p>
          <a:p>
            <a:pPr indent="0" lvl="0" marL="0" marR="0" rtl="0" algn="l">
              <a:spcBef>
                <a:spcPts val="0"/>
              </a:spcBef>
              <a:spcAft>
                <a:spcPts val="0"/>
              </a:spcAft>
              <a:buNone/>
            </a:pPr>
            <a:br>
              <a:rPr lang="en-GB"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p:txBody>
      </p:sp>
      <p:grpSp>
        <p:nvGrpSpPr>
          <p:cNvPr id="184" name="Google Shape;184;p7"/>
          <p:cNvGrpSpPr/>
          <p:nvPr/>
        </p:nvGrpSpPr>
        <p:grpSpPr>
          <a:xfrm>
            <a:off x="4572000" y="2486381"/>
            <a:ext cx="6021772" cy="3296109"/>
            <a:chOff x="3881646" y="663994"/>
            <a:chExt cx="6021772" cy="3296109"/>
          </a:xfrm>
        </p:grpSpPr>
        <p:pic>
          <p:nvPicPr>
            <p:cNvPr descr="A tornado over a field&#10;&#10;Description automatically generated" id="185" name="Google Shape;185;p7"/>
            <p:cNvPicPr preferRelativeResize="0"/>
            <p:nvPr/>
          </p:nvPicPr>
          <p:blipFill rotWithShape="1">
            <a:blip r:embed="rId4">
              <a:alphaModFix amt="0"/>
            </a:blip>
            <a:srcRect b="0" l="0" r="0" t="0"/>
            <a:stretch/>
          </p:blipFill>
          <p:spPr>
            <a:xfrm>
              <a:off x="3881646" y="1128937"/>
              <a:ext cx="6021772" cy="2831166"/>
            </a:xfrm>
            <a:prstGeom prst="parallelogram">
              <a:avLst>
                <a:gd fmla="val 11108" name="adj"/>
              </a:avLst>
            </a:prstGeom>
            <a:noFill/>
            <a:ln cap="flat" cmpd="sng" w="107950">
              <a:solidFill>
                <a:srgbClr val="47B1E5"/>
              </a:solidFill>
              <a:prstDash val="solid"/>
              <a:miter lim="800000"/>
              <a:headEnd len="sm" w="sm" type="none"/>
              <a:tailEnd len="sm" w="sm" type="none"/>
            </a:ln>
          </p:spPr>
        </p:pic>
        <p:pic>
          <p:nvPicPr>
            <p:cNvPr id="186" name="Google Shape;186;p7"/>
            <p:cNvPicPr preferRelativeResize="0"/>
            <p:nvPr/>
          </p:nvPicPr>
          <p:blipFill rotWithShape="1">
            <a:blip r:embed="rId5">
              <a:alphaModFix/>
            </a:blip>
            <a:srcRect b="17169" l="7334" r="-18035" t="8007"/>
            <a:stretch/>
          </p:blipFill>
          <p:spPr>
            <a:xfrm>
              <a:off x="4052121" y="663994"/>
              <a:ext cx="5521458" cy="3088566"/>
            </a:xfrm>
            <a:prstGeom prst="parallelogram">
              <a:avLst>
                <a:gd fmla="val 11108" name="adj"/>
              </a:avLst>
            </a:prstGeom>
            <a:noFill/>
            <a:ln>
              <a:noFill/>
            </a:ln>
          </p:spPr>
        </p:pic>
      </p:grpSp>
      <p:cxnSp>
        <p:nvCxnSpPr>
          <p:cNvPr id="187" name="Google Shape;187;p7"/>
          <p:cNvCxnSpPr/>
          <p:nvPr/>
        </p:nvCxnSpPr>
        <p:spPr>
          <a:xfrm>
            <a:off x="736081" y="2486381"/>
            <a:ext cx="3741790" cy="0"/>
          </a:xfrm>
          <a:prstGeom prst="straightConnector1">
            <a:avLst/>
          </a:prstGeom>
          <a:noFill/>
          <a:ln cap="rnd" cmpd="sng" w="38100">
            <a:solidFill>
              <a:srgbClr val="20315E"/>
            </a:solidFill>
            <a:prstDash val="dot"/>
            <a:miter lim="800000"/>
            <a:headEnd len="sm" w="sm" type="none"/>
            <a:tailEnd len="sm" w="sm" type="none"/>
          </a:ln>
        </p:spPr>
      </p:cxnSp>
      <p:cxnSp>
        <p:nvCxnSpPr>
          <p:cNvPr id="188" name="Google Shape;188;p7"/>
          <p:cNvCxnSpPr/>
          <p:nvPr/>
        </p:nvCxnSpPr>
        <p:spPr>
          <a:xfrm>
            <a:off x="736081" y="4008419"/>
            <a:ext cx="3741790" cy="0"/>
          </a:xfrm>
          <a:prstGeom prst="straightConnector1">
            <a:avLst/>
          </a:prstGeom>
          <a:noFill/>
          <a:ln cap="rnd" cmpd="sng" w="38100">
            <a:solidFill>
              <a:srgbClr val="20315E"/>
            </a:solidFill>
            <a:prstDash val="dot"/>
            <a:miter lim="800000"/>
            <a:headEnd len="sm" w="sm" type="none"/>
            <a:tailEnd len="sm" w="sm" type="none"/>
          </a:ln>
        </p:spPr>
      </p:cxn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183">
                                            <p:txEl>
                                              <p:pRg end="0" st="0"/>
                                            </p:txEl>
                                          </p:spTgt>
                                        </p:tgtEl>
                                        <p:attrNameLst>
                                          <p:attrName>style.visibility</p:attrName>
                                        </p:attrNameLst>
                                      </p:cBhvr>
                                      <p:to>
                                        <p:strVal val="visible"/>
                                      </p:to>
                                    </p:set>
                                    <p:animEffect filter="fade" transition="in">
                                      <p:cBhvr>
                                        <p:cTn dur="500"/>
                                        <p:tgtEl>
                                          <p:spTgt spid="183">
                                            <p:txEl>
                                              <p:pRg end="0" st="0"/>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183">
                                            <p:txEl>
                                              <p:pRg end="1" st="1"/>
                                            </p:txEl>
                                          </p:spTgt>
                                        </p:tgtEl>
                                        <p:attrNameLst>
                                          <p:attrName>style.visibility</p:attrName>
                                        </p:attrNameLst>
                                      </p:cBhvr>
                                      <p:to>
                                        <p:strVal val="visible"/>
                                      </p:to>
                                    </p:set>
                                    <p:animEffect filter="fade" transition="in">
                                      <p:cBhvr>
                                        <p:cTn dur="500"/>
                                        <p:tgtEl>
                                          <p:spTgt spid="183">
                                            <p:txEl>
                                              <p:pRg end="1" st="1"/>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183">
                                            <p:txEl>
                                              <p:pRg end="2" st="2"/>
                                            </p:txEl>
                                          </p:spTgt>
                                        </p:tgtEl>
                                        <p:attrNameLst>
                                          <p:attrName>style.visibility</p:attrName>
                                        </p:attrNameLst>
                                      </p:cBhvr>
                                      <p:to>
                                        <p:strVal val="visible"/>
                                      </p:to>
                                    </p:set>
                                    <p:animEffect filter="fade" transition="in">
                                      <p:cBhvr>
                                        <p:cTn dur="500"/>
                                        <p:tgtEl>
                                          <p:spTgt spid="183">
                                            <p:txEl>
                                              <p:pRg end="2" st="2"/>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183">
                                            <p:txEl>
                                              <p:pRg end="3" st="3"/>
                                            </p:txEl>
                                          </p:spTgt>
                                        </p:tgtEl>
                                        <p:attrNameLst>
                                          <p:attrName>style.visibility</p:attrName>
                                        </p:attrNameLst>
                                      </p:cBhvr>
                                      <p:to>
                                        <p:strVal val="visible"/>
                                      </p:to>
                                    </p:set>
                                    <p:animEffect filter="fade" transition="in">
                                      <p:cBhvr>
                                        <p:cTn dur="500"/>
                                        <p:tgtEl>
                                          <p:spTgt spid="183">
                                            <p:txEl>
                                              <p:pRg end="3" st="3"/>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183">
                                            <p:txEl>
                                              <p:pRg end="4" st="4"/>
                                            </p:txEl>
                                          </p:spTgt>
                                        </p:tgtEl>
                                        <p:attrNameLst>
                                          <p:attrName>style.visibility</p:attrName>
                                        </p:attrNameLst>
                                      </p:cBhvr>
                                      <p:to>
                                        <p:strVal val="visible"/>
                                      </p:to>
                                    </p:set>
                                    <p:animEffect filter="fade" transition="in">
                                      <p:cBhvr>
                                        <p:cTn dur="500"/>
                                        <p:tgtEl>
                                          <p:spTgt spid="18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8"/>
          <p:cNvSpPr/>
          <p:nvPr/>
        </p:nvSpPr>
        <p:spPr>
          <a:xfrm>
            <a:off x="482040" y="1976718"/>
            <a:ext cx="7317254" cy="990897"/>
          </a:xfrm>
          <a:prstGeom prst="snip1Rect">
            <a:avLst>
              <a:gd fmla="val 50000" name="adj"/>
            </a:avLst>
          </a:prstGeom>
          <a:solidFill>
            <a:schemeClr val="lt1"/>
          </a:solidFill>
          <a:ln cap="flat" cmpd="sng" w="98425">
            <a:solidFill>
              <a:srgbClr val="33446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A blue square with black border&#10;&#10;Description automatically generated" id="194" name="Google Shape;194;p8"/>
          <p:cNvPicPr preferRelativeResize="0"/>
          <p:nvPr/>
        </p:nvPicPr>
        <p:blipFill rotWithShape="1">
          <a:blip r:embed="rId3">
            <a:alphaModFix/>
          </a:blip>
          <a:srcRect b="0" l="0" r="0" t="0"/>
          <a:stretch/>
        </p:blipFill>
        <p:spPr>
          <a:xfrm>
            <a:off x="441699" y="403380"/>
            <a:ext cx="8260602" cy="1388638"/>
          </a:xfrm>
          <a:prstGeom prst="rect">
            <a:avLst/>
          </a:prstGeom>
          <a:noFill/>
          <a:ln>
            <a:noFill/>
          </a:ln>
        </p:spPr>
      </p:pic>
      <p:sp>
        <p:nvSpPr>
          <p:cNvPr id="195" name="Google Shape;195;p8"/>
          <p:cNvSpPr/>
          <p:nvPr/>
        </p:nvSpPr>
        <p:spPr>
          <a:xfrm>
            <a:off x="1521012" y="734174"/>
            <a:ext cx="6101976" cy="763516"/>
          </a:xfrm>
          <a:prstGeom prst="roundRect">
            <a:avLst>
              <a:gd fmla="val 0" name="adj"/>
            </a:avLst>
          </a:prstGeom>
          <a:noFill/>
          <a:ln>
            <a:noFill/>
          </a:ln>
        </p:spPr>
        <p:txBody>
          <a:bodyPr anchorCtr="1" anchor="ctr" bIns="252000" lIns="252000" spcFirstLastPara="1" rIns="252000" wrap="square" tIns="252000">
            <a:noAutofit/>
          </a:bodyPr>
          <a:lstStyle/>
          <a:p>
            <a:pPr indent="0" lvl="0" marL="0" marR="0" rtl="0" algn="ctr">
              <a:lnSpc>
                <a:spcPct val="90000"/>
              </a:lnSpc>
              <a:spcBef>
                <a:spcPts val="0"/>
              </a:spcBef>
              <a:spcAft>
                <a:spcPts val="0"/>
              </a:spcAft>
              <a:buClr>
                <a:schemeClr val="lt1"/>
              </a:buClr>
              <a:buSzPts val="3600"/>
              <a:buFont typeface="Arial"/>
              <a:buNone/>
            </a:pPr>
            <a:r>
              <a:rPr b="1" lang="en-GB" sz="3600">
                <a:solidFill>
                  <a:schemeClr val="lt1"/>
                </a:solidFill>
                <a:latin typeface="Arial"/>
                <a:ea typeface="Arial"/>
                <a:cs typeface="Arial"/>
                <a:sym typeface="Arial"/>
              </a:rPr>
              <a:t>Great Discoveries in Forensic Science</a:t>
            </a:r>
            <a:endParaRPr/>
          </a:p>
        </p:txBody>
      </p:sp>
      <p:sp>
        <p:nvSpPr>
          <p:cNvPr id="196" name="Google Shape;196;p8"/>
          <p:cNvSpPr/>
          <p:nvPr/>
        </p:nvSpPr>
        <p:spPr>
          <a:xfrm>
            <a:off x="771404" y="2330213"/>
            <a:ext cx="6167278" cy="2769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Some significant discoveries in forensic science include:</a:t>
            </a:r>
            <a:endParaRPr/>
          </a:p>
        </p:txBody>
      </p:sp>
      <p:grpSp>
        <p:nvGrpSpPr>
          <p:cNvPr id="197" name="Google Shape;197;p8"/>
          <p:cNvGrpSpPr/>
          <p:nvPr/>
        </p:nvGrpSpPr>
        <p:grpSpPr>
          <a:xfrm>
            <a:off x="4826697" y="3332154"/>
            <a:ext cx="6021772" cy="3524712"/>
            <a:chOff x="3881646" y="678282"/>
            <a:chExt cx="6021772" cy="3524712"/>
          </a:xfrm>
        </p:grpSpPr>
        <p:pic>
          <p:nvPicPr>
            <p:cNvPr descr="A tornado over a field&#10;&#10;Description automatically generated" id="198" name="Google Shape;198;p8"/>
            <p:cNvPicPr preferRelativeResize="0"/>
            <p:nvPr/>
          </p:nvPicPr>
          <p:blipFill rotWithShape="1">
            <a:blip r:embed="rId4">
              <a:alphaModFix amt="0"/>
            </a:blip>
            <a:srcRect b="0" l="0" r="0" t="0"/>
            <a:stretch/>
          </p:blipFill>
          <p:spPr>
            <a:xfrm>
              <a:off x="3881646" y="1371828"/>
              <a:ext cx="6021772" cy="2831166"/>
            </a:xfrm>
            <a:prstGeom prst="parallelogram">
              <a:avLst>
                <a:gd fmla="val 11108" name="adj"/>
              </a:avLst>
            </a:prstGeom>
            <a:noFill/>
            <a:ln cap="flat" cmpd="sng" w="107950">
              <a:solidFill>
                <a:srgbClr val="47B1E5"/>
              </a:solidFill>
              <a:prstDash val="solid"/>
              <a:miter lim="800000"/>
              <a:headEnd len="sm" w="sm" type="none"/>
              <a:tailEnd len="sm" w="sm" type="none"/>
            </a:ln>
          </p:spPr>
        </p:pic>
        <p:pic>
          <p:nvPicPr>
            <p:cNvPr id="199" name="Google Shape;199;p8"/>
            <p:cNvPicPr preferRelativeResize="0"/>
            <p:nvPr/>
          </p:nvPicPr>
          <p:blipFill rotWithShape="1">
            <a:blip r:embed="rId5">
              <a:alphaModFix/>
            </a:blip>
            <a:srcRect b="3635" l="1" r="-20676" t="2362"/>
            <a:stretch/>
          </p:blipFill>
          <p:spPr>
            <a:xfrm>
              <a:off x="4052121" y="678282"/>
              <a:ext cx="5521458" cy="3088566"/>
            </a:xfrm>
            <a:prstGeom prst="parallelogram">
              <a:avLst>
                <a:gd fmla="val 11108" name="adj"/>
              </a:avLst>
            </a:prstGeom>
            <a:noFill/>
            <a:ln>
              <a:noFill/>
            </a:ln>
          </p:spPr>
        </p:pic>
      </p:grpSp>
      <p:sp>
        <p:nvSpPr>
          <p:cNvPr id="200" name="Google Shape;200;p8"/>
          <p:cNvSpPr/>
          <p:nvPr/>
        </p:nvSpPr>
        <p:spPr>
          <a:xfrm>
            <a:off x="789869" y="3240243"/>
            <a:ext cx="3895247" cy="2769989"/>
          </a:xfrm>
          <a:prstGeom prst="rect">
            <a:avLst/>
          </a:prstGeom>
          <a:noFill/>
          <a:ln>
            <a:noFill/>
          </a:ln>
        </p:spPr>
        <p:txBody>
          <a:bodyPr anchorCtr="0" anchor="t" bIns="0" lIns="0" spcFirstLastPara="1" rIns="0" wrap="square" tIns="0">
            <a:spAutoFit/>
          </a:bodyPr>
          <a:lstStyle/>
          <a:p>
            <a:pPr indent="-285750" lvl="0" marL="285750" marR="0" rtl="0" algn="l">
              <a:spcBef>
                <a:spcPts val="0"/>
              </a:spcBef>
              <a:spcAft>
                <a:spcPts val="0"/>
              </a:spcAft>
              <a:buClr>
                <a:schemeClr val="dk1"/>
              </a:buClr>
              <a:buSzPts val="1800"/>
              <a:buFont typeface="Arial"/>
              <a:buChar char="•"/>
            </a:pPr>
            <a:r>
              <a:rPr lang="en-GB" sz="1800">
                <a:solidFill>
                  <a:schemeClr val="dk1"/>
                </a:solidFill>
                <a:latin typeface="Arial"/>
                <a:ea typeface="Arial"/>
                <a:cs typeface="Arial"/>
                <a:sym typeface="Arial"/>
              </a:rPr>
              <a:t>The development of DNA fingerprinting, which revolutionised the way crimes are solved by providing a reliable method for identifying individuals.</a:t>
            </a:r>
            <a:endParaRPr/>
          </a:p>
          <a:p>
            <a:pPr indent="-285750" lvl="0" marL="285750" marR="0" rtl="0" algn="l">
              <a:spcBef>
                <a:spcPts val="0"/>
              </a:spcBef>
              <a:spcAft>
                <a:spcPts val="0"/>
              </a:spcAft>
              <a:buClr>
                <a:schemeClr val="dk1"/>
              </a:buClr>
              <a:buSzPts val="1800"/>
              <a:buFont typeface="Arial"/>
              <a:buChar char="•"/>
            </a:pPr>
            <a:r>
              <a:rPr lang="en-GB" sz="1800">
                <a:solidFill>
                  <a:schemeClr val="dk1"/>
                </a:solidFill>
                <a:latin typeface="Arial"/>
                <a:ea typeface="Arial"/>
                <a:cs typeface="Arial"/>
                <a:sym typeface="Arial"/>
              </a:rPr>
              <a:t>Advances in fingerprint analysis, including automated fingerprint identification systems (AFIS) that have improved the speed and accuracy of matching prints.</a:t>
            </a:r>
            <a:endParaRPr/>
          </a:p>
        </p:txBody>
      </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196">
                                            <p:txEl>
                                              <p:pRg end="0" st="0"/>
                                            </p:txEl>
                                          </p:spTgt>
                                        </p:tgtEl>
                                        <p:attrNameLst>
                                          <p:attrName>style.visibility</p:attrName>
                                        </p:attrNameLst>
                                      </p:cBhvr>
                                      <p:to>
                                        <p:strVal val="visible"/>
                                      </p:to>
                                    </p:set>
                                    <p:animEffect filter="fade" transition="in">
                                      <p:cBhvr>
                                        <p:cTn dur="500"/>
                                        <p:tgtEl>
                                          <p:spTgt spid="196">
                                            <p:txEl>
                                              <p:pRg end="0" st="0"/>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193"/>
                                        </p:tgtEl>
                                        <p:attrNameLst>
                                          <p:attrName>style.visibility</p:attrName>
                                        </p:attrNameLst>
                                      </p:cBhvr>
                                      <p:to>
                                        <p:strVal val="visible"/>
                                      </p:to>
                                    </p:set>
                                    <p:animEffect filter="fade" transition="in">
                                      <p:cBhvr>
                                        <p:cTn dur="500"/>
                                        <p:tgtEl>
                                          <p:spTgt spid="193"/>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200">
                                            <p:txEl>
                                              <p:pRg end="0" st="0"/>
                                            </p:txEl>
                                          </p:spTgt>
                                        </p:tgtEl>
                                        <p:attrNameLst>
                                          <p:attrName>style.visibility</p:attrName>
                                        </p:attrNameLst>
                                      </p:cBhvr>
                                      <p:to>
                                        <p:strVal val="visible"/>
                                      </p:to>
                                    </p:set>
                                    <p:animEffect filter="fade" transition="in">
                                      <p:cBhvr>
                                        <p:cTn dur="500"/>
                                        <p:tgtEl>
                                          <p:spTgt spid="200">
                                            <p:txEl>
                                              <p:pRg end="0" st="0"/>
                                            </p:txEl>
                                          </p:spTgt>
                                        </p:tgtEl>
                                      </p:cBhvr>
                                    </p:animEffect>
                                  </p:childTnLst>
                                </p:cTn>
                              </p:par>
                            </p:childTnLst>
                          </p:cTn>
                        </p:par>
                        <p:par>
                          <p:cTn fill="hold">
                            <p:stCondLst>
                              <p:cond delay="1000"/>
                            </p:stCondLst>
                            <p:childTnLst>
                              <p:par>
                                <p:cTn fill="hold" nodeType="afterEffect" presetClass="entr" presetID="10" presetSubtype="0">
                                  <p:stCondLst>
                                    <p:cond delay="500"/>
                                  </p:stCondLst>
                                  <p:childTnLst>
                                    <p:set>
                                      <p:cBhvr>
                                        <p:cTn dur="1" fill="hold">
                                          <p:stCondLst>
                                            <p:cond delay="0"/>
                                          </p:stCondLst>
                                        </p:cTn>
                                        <p:tgtEl>
                                          <p:spTgt spid="200">
                                            <p:txEl>
                                              <p:pRg end="1" st="1"/>
                                            </p:txEl>
                                          </p:spTgt>
                                        </p:tgtEl>
                                        <p:attrNameLst>
                                          <p:attrName>style.visibility</p:attrName>
                                        </p:attrNameLst>
                                      </p:cBhvr>
                                      <p:to>
                                        <p:strVal val="visible"/>
                                      </p:to>
                                    </p:set>
                                    <p:animEffect filter="fade" transition="in">
                                      <p:cBhvr>
                                        <p:cTn dur="500"/>
                                        <p:tgtEl>
                                          <p:spTgt spid="200">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9"/>
          <p:cNvSpPr/>
          <p:nvPr/>
        </p:nvSpPr>
        <p:spPr>
          <a:xfrm>
            <a:off x="482040" y="1976718"/>
            <a:ext cx="7317254" cy="990897"/>
          </a:xfrm>
          <a:prstGeom prst="snip1Rect">
            <a:avLst>
              <a:gd fmla="val 50000" name="adj"/>
            </a:avLst>
          </a:prstGeom>
          <a:solidFill>
            <a:schemeClr val="lt1"/>
          </a:solidFill>
          <a:ln cap="flat" cmpd="sng" w="98425">
            <a:solidFill>
              <a:srgbClr val="33446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A blue square with black border&#10;&#10;Description automatically generated" id="206" name="Google Shape;206;p9"/>
          <p:cNvPicPr preferRelativeResize="0"/>
          <p:nvPr/>
        </p:nvPicPr>
        <p:blipFill rotWithShape="1">
          <a:blip r:embed="rId3">
            <a:alphaModFix/>
          </a:blip>
          <a:srcRect b="0" l="0" r="0" t="0"/>
          <a:stretch/>
        </p:blipFill>
        <p:spPr>
          <a:xfrm>
            <a:off x="441699" y="403380"/>
            <a:ext cx="8260602" cy="1388638"/>
          </a:xfrm>
          <a:prstGeom prst="rect">
            <a:avLst/>
          </a:prstGeom>
          <a:noFill/>
          <a:ln>
            <a:noFill/>
          </a:ln>
        </p:spPr>
      </p:pic>
      <p:sp>
        <p:nvSpPr>
          <p:cNvPr id="207" name="Google Shape;207;p9"/>
          <p:cNvSpPr/>
          <p:nvPr/>
        </p:nvSpPr>
        <p:spPr>
          <a:xfrm>
            <a:off x="441699" y="734174"/>
            <a:ext cx="7976159" cy="763516"/>
          </a:xfrm>
          <a:prstGeom prst="roundRect">
            <a:avLst>
              <a:gd fmla="val 0" name="adj"/>
            </a:avLst>
          </a:prstGeom>
          <a:noFill/>
          <a:ln>
            <a:noFill/>
          </a:ln>
        </p:spPr>
        <p:txBody>
          <a:bodyPr anchorCtr="1" anchor="ctr" bIns="252000" lIns="252000" spcFirstLastPara="1" rIns="252000" wrap="square" tIns="252000">
            <a:noAutofit/>
          </a:bodyPr>
          <a:lstStyle/>
          <a:p>
            <a:pPr indent="0" lvl="0" marL="0" marR="0" rtl="0" algn="ctr">
              <a:lnSpc>
                <a:spcPct val="90000"/>
              </a:lnSpc>
              <a:spcBef>
                <a:spcPts val="0"/>
              </a:spcBef>
              <a:spcAft>
                <a:spcPts val="0"/>
              </a:spcAft>
              <a:buClr>
                <a:schemeClr val="lt1"/>
              </a:buClr>
              <a:buSzPts val="3600"/>
              <a:buFont typeface="Arial"/>
              <a:buNone/>
            </a:pPr>
            <a:r>
              <a:rPr b="1" lang="en-GB" sz="3600">
                <a:solidFill>
                  <a:schemeClr val="lt1"/>
                </a:solidFill>
                <a:latin typeface="Arial"/>
                <a:ea typeface="Arial"/>
                <a:cs typeface="Arial"/>
                <a:sym typeface="Arial"/>
              </a:rPr>
              <a:t>Tools and Technology Used in Forensic Science</a:t>
            </a:r>
            <a:endParaRPr/>
          </a:p>
        </p:txBody>
      </p:sp>
      <p:sp>
        <p:nvSpPr>
          <p:cNvPr id="208" name="Google Shape;208;p9"/>
          <p:cNvSpPr/>
          <p:nvPr/>
        </p:nvSpPr>
        <p:spPr>
          <a:xfrm>
            <a:off x="736081" y="3240243"/>
            <a:ext cx="3835919" cy="252376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800">
                <a:solidFill>
                  <a:schemeClr val="dk1"/>
                </a:solidFill>
                <a:latin typeface="Arial"/>
                <a:ea typeface="Arial"/>
                <a:cs typeface="Arial"/>
                <a:sym typeface="Arial"/>
              </a:rPr>
              <a:t>Microscopes:</a:t>
            </a:r>
            <a:r>
              <a:rPr lang="en-GB" sz="1800">
                <a:solidFill>
                  <a:schemeClr val="dk1"/>
                </a:solidFill>
                <a:latin typeface="Arial"/>
                <a:ea typeface="Arial"/>
                <a:cs typeface="Arial"/>
                <a:sym typeface="Arial"/>
              </a:rPr>
              <a:t> </a:t>
            </a:r>
            <a:endParaRPr/>
          </a:p>
          <a:p>
            <a:pPr indent="0" lvl="0" marL="0" marR="0" rtl="0" algn="l">
              <a:spcBef>
                <a:spcPts val="1200"/>
              </a:spcBef>
              <a:spcAft>
                <a:spcPts val="0"/>
              </a:spcAft>
              <a:buNone/>
            </a:pPr>
            <a:r>
              <a:rPr lang="en-GB" sz="1800">
                <a:solidFill>
                  <a:schemeClr val="dk1"/>
                </a:solidFill>
                <a:latin typeface="Arial"/>
                <a:ea typeface="Arial"/>
                <a:cs typeface="Arial"/>
                <a:sym typeface="Arial"/>
              </a:rPr>
              <a:t>For examining tiny pieces of evidence like fibres, hair and bullet casings.</a:t>
            </a:r>
            <a:endParaRPr b="1" sz="1800">
              <a:solidFill>
                <a:schemeClr val="dk1"/>
              </a:solidFill>
              <a:latin typeface="Arial"/>
              <a:ea typeface="Arial"/>
              <a:cs typeface="Arial"/>
              <a:sym typeface="Arial"/>
            </a:endParaRPr>
          </a:p>
          <a:p>
            <a:pPr indent="0" lvl="0" marL="0" marR="0" rtl="0" algn="l">
              <a:spcBef>
                <a:spcPts val="0"/>
              </a:spcBef>
              <a:spcAft>
                <a:spcPts val="0"/>
              </a:spcAft>
              <a:buNone/>
            </a:pPr>
            <a:br>
              <a:rPr lang="en-GB" sz="1800">
                <a:solidFill>
                  <a:schemeClr val="dk1"/>
                </a:solidFill>
                <a:latin typeface="Arial"/>
                <a:ea typeface="Arial"/>
                <a:cs typeface="Arial"/>
                <a:sym typeface="Arial"/>
              </a:rPr>
            </a:br>
            <a:r>
              <a:rPr b="1" lang="en-GB" sz="1800">
                <a:solidFill>
                  <a:schemeClr val="dk1"/>
                </a:solidFill>
                <a:latin typeface="Arial"/>
                <a:ea typeface="Arial"/>
                <a:cs typeface="Arial"/>
                <a:sym typeface="Arial"/>
              </a:rPr>
              <a:t>DNA Sequencers:</a:t>
            </a:r>
            <a:r>
              <a:rPr lang="en-GB" sz="1800">
                <a:solidFill>
                  <a:schemeClr val="dk1"/>
                </a:solidFill>
                <a:latin typeface="Arial"/>
                <a:ea typeface="Arial"/>
                <a:cs typeface="Arial"/>
                <a:sym typeface="Arial"/>
              </a:rPr>
              <a:t> </a:t>
            </a:r>
            <a:endParaRPr/>
          </a:p>
          <a:p>
            <a:pPr indent="0" lvl="0" marL="0" marR="0" rtl="0" algn="l">
              <a:spcBef>
                <a:spcPts val="1200"/>
              </a:spcBef>
              <a:spcAft>
                <a:spcPts val="0"/>
              </a:spcAft>
              <a:buNone/>
            </a:pPr>
            <a:r>
              <a:rPr lang="en-GB" sz="1800">
                <a:solidFill>
                  <a:schemeClr val="dk1"/>
                </a:solidFill>
                <a:latin typeface="Arial"/>
                <a:ea typeface="Arial"/>
                <a:cs typeface="Arial"/>
                <a:sym typeface="Arial"/>
              </a:rPr>
              <a:t>To analyse genetic material from samples like blood, saliva and skin cells.</a:t>
            </a:r>
            <a:endParaRPr b="1" sz="1800">
              <a:solidFill>
                <a:schemeClr val="dk1"/>
              </a:solidFill>
              <a:latin typeface="Arial"/>
              <a:ea typeface="Arial"/>
              <a:cs typeface="Arial"/>
              <a:sym typeface="Arial"/>
            </a:endParaRPr>
          </a:p>
        </p:txBody>
      </p:sp>
      <p:sp>
        <p:nvSpPr>
          <p:cNvPr id="209" name="Google Shape;209;p9"/>
          <p:cNvSpPr/>
          <p:nvPr/>
        </p:nvSpPr>
        <p:spPr>
          <a:xfrm>
            <a:off x="771404" y="2188399"/>
            <a:ext cx="6167278"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Forensic scientists use a variety of tools and technologies, such as:</a:t>
            </a:r>
            <a:endParaRPr/>
          </a:p>
        </p:txBody>
      </p:sp>
      <p:grpSp>
        <p:nvGrpSpPr>
          <p:cNvPr id="210" name="Google Shape;210;p9"/>
          <p:cNvGrpSpPr/>
          <p:nvPr/>
        </p:nvGrpSpPr>
        <p:grpSpPr>
          <a:xfrm>
            <a:off x="4826697" y="3332154"/>
            <a:ext cx="6021772" cy="3524717"/>
            <a:chOff x="3881646" y="678282"/>
            <a:chExt cx="6021772" cy="3524717"/>
          </a:xfrm>
        </p:grpSpPr>
        <p:pic>
          <p:nvPicPr>
            <p:cNvPr descr="A tornado over a field&#10;&#10;Description automatically generated" id="211" name="Google Shape;211;p9"/>
            <p:cNvPicPr preferRelativeResize="0"/>
            <p:nvPr/>
          </p:nvPicPr>
          <p:blipFill rotWithShape="1">
            <a:blip r:embed="rId4">
              <a:alphaModFix amt="0"/>
            </a:blip>
            <a:srcRect b="0" l="0" r="0" t="0"/>
            <a:stretch/>
          </p:blipFill>
          <p:spPr>
            <a:xfrm>
              <a:off x="3881646" y="1371833"/>
              <a:ext cx="6021772" cy="2831166"/>
            </a:xfrm>
            <a:prstGeom prst="parallelogram">
              <a:avLst>
                <a:gd fmla="val 11108" name="adj"/>
              </a:avLst>
            </a:prstGeom>
            <a:noFill/>
            <a:ln cap="flat" cmpd="sng" w="107950">
              <a:solidFill>
                <a:srgbClr val="47B1E5"/>
              </a:solidFill>
              <a:prstDash val="solid"/>
              <a:miter lim="800000"/>
              <a:headEnd len="sm" w="sm" type="none"/>
              <a:tailEnd len="sm" w="sm" type="none"/>
            </a:ln>
          </p:spPr>
        </p:pic>
        <p:pic>
          <p:nvPicPr>
            <p:cNvPr id="212" name="Google Shape;212;p9"/>
            <p:cNvPicPr preferRelativeResize="0"/>
            <p:nvPr/>
          </p:nvPicPr>
          <p:blipFill rotWithShape="1">
            <a:blip r:embed="rId5">
              <a:alphaModFix/>
            </a:blip>
            <a:srcRect b="1498" l="-1" r="-14336" t="2416"/>
            <a:stretch/>
          </p:blipFill>
          <p:spPr>
            <a:xfrm>
              <a:off x="4052121" y="678282"/>
              <a:ext cx="5521458" cy="3088566"/>
            </a:xfrm>
            <a:prstGeom prst="parallelogram">
              <a:avLst>
                <a:gd fmla="val 11108" name="adj"/>
              </a:avLst>
            </a:prstGeom>
            <a:noFill/>
            <a:ln>
              <a:noFill/>
            </a:ln>
          </p:spPr>
        </p:pic>
      </p:grpSp>
      <p:cxnSp>
        <p:nvCxnSpPr>
          <p:cNvPr id="213" name="Google Shape;213;p9"/>
          <p:cNvCxnSpPr/>
          <p:nvPr/>
        </p:nvCxnSpPr>
        <p:spPr>
          <a:xfrm>
            <a:off x="736081" y="3603812"/>
            <a:ext cx="3741790" cy="0"/>
          </a:xfrm>
          <a:prstGeom prst="straightConnector1">
            <a:avLst/>
          </a:prstGeom>
          <a:noFill/>
          <a:ln cap="rnd" cmpd="sng" w="38100">
            <a:solidFill>
              <a:srgbClr val="20315E"/>
            </a:solidFill>
            <a:prstDash val="dot"/>
            <a:miter lim="800000"/>
            <a:headEnd len="sm" w="sm" type="none"/>
            <a:tailEnd len="sm" w="sm" type="none"/>
          </a:ln>
        </p:spPr>
      </p:cxnSp>
      <p:cxnSp>
        <p:nvCxnSpPr>
          <p:cNvPr id="214" name="Google Shape;214;p9"/>
          <p:cNvCxnSpPr/>
          <p:nvPr/>
        </p:nvCxnSpPr>
        <p:spPr>
          <a:xfrm>
            <a:off x="736081" y="4854388"/>
            <a:ext cx="3741790" cy="0"/>
          </a:xfrm>
          <a:prstGeom prst="straightConnector1">
            <a:avLst/>
          </a:prstGeom>
          <a:noFill/>
          <a:ln cap="rnd" cmpd="sng" w="38100">
            <a:solidFill>
              <a:srgbClr val="20315E"/>
            </a:solidFill>
            <a:prstDash val="dot"/>
            <a:miter lim="800000"/>
            <a:headEnd len="sm" w="sm" type="none"/>
            <a:tailEnd len="sm" w="sm" type="none"/>
          </a:ln>
        </p:spPr>
      </p:cxn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09">
                                            <p:txEl>
                                              <p:pRg end="0" st="0"/>
                                            </p:txEl>
                                          </p:spTgt>
                                        </p:tgtEl>
                                        <p:attrNameLst>
                                          <p:attrName>style.visibility</p:attrName>
                                        </p:attrNameLst>
                                      </p:cBhvr>
                                      <p:to>
                                        <p:strVal val="visible"/>
                                      </p:to>
                                    </p:set>
                                    <p:animEffect filter="fade" transition="in">
                                      <p:cBhvr>
                                        <p:cTn dur="500"/>
                                        <p:tgtEl>
                                          <p:spTgt spid="209">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500"/>
                                        <p:tgtEl>
                                          <p:spTgt spid="205"/>
                                        </p:tgtEl>
                                      </p:cBhvr>
                                    </p:animEffect>
                                  </p:childTnLst>
                                </p:cTn>
                              </p:par>
                            </p:childTnLst>
                          </p:cTn>
                        </p:par>
                        <p:par>
                          <p:cTn fill="hold">
                            <p:stCondLst>
                              <p:cond delay="500"/>
                            </p:stCondLst>
                            <p:childTnLst>
                              <p:par>
                                <p:cTn fill="hold" nodeType="afterEffect" presetClass="entr" presetID="10" presetSubtype="0">
                                  <p:stCondLst>
                                    <p:cond delay="1000"/>
                                  </p:stCondLst>
                                  <p:childTnLst>
                                    <p:set>
                                      <p:cBhvr>
                                        <p:cTn dur="1" fill="hold">
                                          <p:stCondLst>
                                            <p:cond delay="0"/>
                                          </p:stCondLst>
                                        </p:cTn>
                                        <p:tgtEl>
                                          <p:spTgt spid="208">
                                            <p:txEl>
                                              <p:pRg end="0" st="0"/>
                                            </p:txEl>
                                          </p:spTgt>
                                        </p:tgtEl>
                                        <p:attrNameLst>
                                          <p:attrName>style.visibility</p:attrName>
                                        </p:attrNameLst>
                                      </p:cBhvr>
                                      <p:to>
                                        <p:strVal val="visible"/>
                                      </p:to>
                                    </p:set>
                                    <p:animEffect filter="fade" transition="in">
                                      <p:cBhvr>
                                        <p:cTn dur="500"/>
                                        <p:tgtEl>
                                          <p:spTgt spid="208">
                                            <p:txEl>
                                              <p:pRg end="0" st="0"/>
                                            </p:txEl>
                                          </p:spTgt>
                                        </p:tgtEl>
                                      </p:cBhvr>
                                    </p:animEffect>
                                  </p:childTnLst>
                                </p:cTn>
                              </p:par>
                            </p:childTnLst>
                          </p:cTn>
                        </p:par>
                        <p:par>
                          <p:cTn fill="hold">
                            <p:stCondLst>
                              <p:cond delay="1000"/>
                            </p:stCondLst>
                            <p:childTnLst>
                              <p:par>
                                <p:cTn fill="hold" nodeType="afterEffect" presetClass="entr" presetID="10" presetSubtype="0">
                                  <p:stCondLst>
                                    <p:cond delay="1000"/>
                                  </p:stCondLst>
                                  <p:childTnLst>
                                    <p:set>
                                      <p:cBhvr>
                                        <p:cTn dur="1" fill="hold">
                                          <p:stCondLst>
                                            <p:cond delay="0"/>
                                          </p:stCondLst>
                                        </p:cTn>
                                        <p:tgtEl>
                                          <p:spTgt spid="208">
                                            <p:txEl>
                                              <p:pRg end="1" st="1"/>
                                            </p:txEl>
                                          </p:spTgt>
                                        </p:tgtEl>
                                        <p:attrNameLst>
                                          <p:attrName>style.visibility</p:attrName>
                                        </p:attrNameLst>
                                      </p:cBhvr>
                                      <p:to>
                                        <p:strVal val="visible"/>
                                      </p:to>
                                    </p:set>
                                    <p:animEffect filter="fade" transition="in">
                                      <p:cBhvr>
                                        <p:cTn dur="500"/>
                                        <p:tgtEl>
                                          <p:spTgt spid="208">
                                            <p:txEl>
                                              <p:pRg end="1" st="1"/>
                                            </p:txEl>
                                          </p:spTgt>
                                        </p:tgtEl>
                                      </p:cBhvr>
                                    </p:animEffect>
                                  </p:childTnLst>
                                </p:cTn>
                              </p:par>
                            </p:childTnLst>
                          </p:cTn>
                        </p:par>
                        <p:par>
                          <p:cTn fill="hold">
                            <p:stCondLst>
                              <p:cond delay="1500"/>
                            </p:stCondLst>
                            <p:childTnLst>
                              <p:par>
                                <p:cTn fill="hold" nodeType="afterEffect" presetClass="entr" presetID="10" presetSubtype="0">
                                  <p:stCondLst>
                                    <p:cond delay="1000"/>
                                  </p:stCondLst>
                                  <p:childTnLst>
                                    <p:set>
                                      <p:cBhvr>
                                        <p:cTn dur="1" fill="hold">
                                          <p:stCondLst>
                                            <p:cond delay="0"/>
                                          </p:stCondLst>
                                        </p:cTn>
                                        <p:tgtEl>
                                          <p:spTgt spid="208">
                                            <p:txEl>
                                              <p:pRg end="2" st="2"/>
                                            </p:txEl>
                                          </p:spTgt>
                                        </p:tgtEl>
                                        <p:attrNameLst>
                                          <p:attrName>style.visibility</p:attrName>
                                        </p:attrNameLst>
                                      </p:cBhvr>
                                      <p:to>
                                        <p:strVal val="visible"/>
                                      </p:to>
                                    </p:set>
                                    <p:animEffect filter="fade" transition="in">
                                      <p:cBhvr>
                                        <p:cTn dur="500"/>
                                        <p:tgtEl>
                                          <p:spTgt spid="208">
                                            <p:txEl>
                                              <p:pRg end="2" st="2"/>
                                            </p:txEl>
                                          </p:spTgt>
                                        </p:tgtEl>
                                      </p:cBhvr>
                                    </p:animEffect>
                                  </p:childTnLst>
                                </p:cTn>
                              </p:par>
                            </p:childTnLst>
                          </p:cTn>
                        </p:par>
                        <p:par>
                          <p:cTn fill="hold">
                            <p:stCondLst>
                              <p:cond delay="2000"/>
                            </p:stCondLst>
                            <p:childTnLst>
                              <p:par>
                                <p:cTn fill="hold" nodeType="afterEffect" presetClass="entr" presetID="10" presetSubtype="0">
                                  <p:stCondLst>
                                    <p:cond delay="1000"/>
                                  </p:stCondLst>
                                  <p:childTnLst>
                                    <p:set>
                                      <p:cBhvr>
                                        <p:cTn dur="1" fill="hold">
                                          <p:stCondLst>
                                            <p:cond delay="0"/>
                                          </p:stCondLst>
                                        </p:cTn>
                                        <p:tgtEl>
                                          <p:spTgt spid="208">
                                            <p:txEl>
                                              <p:pRg end="3" st="3"/>
                                            </p:txEl>
                                          </p:spTgt>
                                        </p:tgtEl>
                                        <p:attrNameLst>
                                          <p:attrName>style.visibility</p:attrName>
                                        </p:attrNameLst>
                                      </p:cBhvr>
                                      <p:to>
                                        <p:strVal val="visible"/>
                                      </p:to>
                                    </p:set>
                                    <p:animEffect filter="fade" transition="in">
                                      <p:cBhvr>
                                        <p:cTn dur="500"/>
                                        <p:tgtEl>
                                          <p:spTgt spid="208">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descr="A blue square with black border&#10;&#10;Description automatically generated" id="219" name="Google Shape;219;p10"/>
          <p:cNvPicPr preferRelativeResize="0"/>
          <p:nvPr/>
        </p:nvPicPr>
        <p:blipFill rotWithShape="1">
          <a:blip r:embed="rId3">
            <a:alphaModFix/>
          </a:blip>
          <a:srcRect b="0" l="0" r="0" t="0"/>
          <a:stretch/>
        </p:blipFill>
        <p:spPr>
          <a:xfrm>
            <a:off x="441699" y="403380"/>
            <a:ext cx="8260602" cy="1388638"/>
          </a:xfrm>
          <a:prstGeom prst="rect">
            <a:avLst/>
          </a:prstGeom>
          <a:noFill/>
          <a:ln>
            <a:noFill/>
          </a:ln>
        </p:spPr>
      </p:pic>
      <p:sp>
        <p:nvSpPr>
          <p:cNvPr id="220" name="Google Shape;220;p10"/>
          <p:cNvSpPr/>
          <p:nvPr/>
        </p:nvSpPr>
        <p:spPr>
          <a:xfrm>
            <a:off x="736082" y="2122812"/>
            <a:ext cx="2207143" cy="36317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800">
                <a:solidFill>
                  <a:schemeClr val="dk1"/>
                </a:solidFill>
                <a:latin typeface="Arial"/>
                <a:ea typeface="Arial"/>
                <a:cs typeface="Arial"/>
                <a:sym typeface="Arial"/>
              </a:rPr>
              <a:t>Spectrometers:</a:t>
            </a:r>
            <a:r>
              <a:rPr lang="en-GB" sz="1800">
                <a:solidFill>
                  <a:schemeClr val="dk1"/>
                </a:solidFill>
                <a:latin typeface="Arial"/>
                <a:ea typeface="Arial"/>
                <a:cs typeface="Arial"/>
                <a:sym typeface="Arial"/>
              </a:rPr>
              <a:t> </a:t>
            </a:r>
            <a:endParaRPr/>
          </a:p>
          <a:p>
            <a:pPr indent="0" lvl="0" marL="0" marR="0" rtl="0" algn="l">
              <a:spcBef>
                <a:spcPts val="1200"/>
              </a:spcBef>
              <a:spcAft>
                <a:spcPts val="0"/>
              </a:spcAft>
              <a:buNone/>
            </a:pPr>
            <a:r>
              <a:rPr lang="en-GB" sz="1800">
                <a:solidFill>
                  <a:schemeClr val="dk1"/>
                </a:solidFill>
                <a:latin typeface="Arial"/>
                <a:ea typeface="Arial"/>
                <a:cs typeface="Arial"/>
                <a:sym typeface="Arial"/>
              </a:rPr>
              <a:t>For identifying chemical substances and analysing unknown materials.</a:t>
            </a:r>
            <a:endParaRPr/>
          </a:p>
          <a:p>
            <a:pPr indent="0" lvl="0" marL="0" marR="0" rtl="0" algn="l">
              <a:spcBef>
                <a:spcPts val="0"/>
              </a:spcBef>
              <a:spcAft>
                <a:spcPts val="0"/>
              </a:spcAft>
              <a:buNone/>
            </a:pPr>
            <a:br>
              <a:rPr lang="en-GB" sz="1800">
                <a:solidFill>
                  <a:schemeClr val="dk1"/>
                </a:solidFill>
                <a:latin typeface="Arial"/>
                <a:ea typeface="Arial"/>
                <a:cs typeface="Arial"/>
                <a:sym typeface="Arial"/>
              </a:rPr>
            </a:br>
            <a:r>
              <a:rPr b="1" lang="en-GB" sz="1800">
                <a:solidFill>
                  <a:schemeClr val="dk1"/>
                </a:solidFill>
                <a:latin typeface="Arial"/>
                <a:ea typeface="Arial"/>
                <a:cs typeface="Arial"/>
                <a:sym typeface="Arial"/>
              </a:rPr>
              <a:t>Cameras and Imaging Devices:</a:t>
            </a:r>
            <a:r>
              <a:rPr lang="en-GB" sz="1800">
                <a:solidFill>
                  <a:schemeClr val="dk1"/>
                </a:solidFill>
                <a:latin typeface="Arial"/>
                <a:ea typeface="Arial"/>
                <a:cs typeface="Arial"/>
                <a:sym typeface="Arial"/>
              </a:rPr>
              <a:t> </a:t>
            </a:r>
            <a:endParaRPr/>
          </a:p>
          <a:p>
            <a:pPr indent="0" lvl="0" marL="0" marR="0" rtl="0" algn="l">
              <a:spcBef>
                <a:spcPts val="1200"/>
              </a:spcBef>
              <a:spcAft>
                <a:spcPts val="0"/>
              </a:spcAft>
              <a:buNone/>
            </a:pPr>
            <a:r>
              <a:rPr lang="en-GB" sz="1800">
                <a:solidFill>
                  <a:schemeClr val="dk1"/>
                </a:solidFill>
                <a:latin typeface="Arial"/>
                <a:ea typeface="Arial"/>
                <a:cs typeface="Arial"/>
                <a:sym typeface="Arial"/>
              </a:rPr>
              <a:t>To document crime scenes and evidence.</a:t>
            </a:r>
            <a:endParaRPr/>
          </a:p>
          <a:p>
            <a:pPr indent="0" lvl="0" marL="0" marR="0" rtl="0" algn="l">
              <a:spcBef>
                <a:spcPts val="0"/>
              </a:spcBef>
              <a:spcAft>
                <a:spcPts val="0"/>
              </a:spcAft>
              <a:buNone/>
            </a:pPr>
            <a:br>
              <a:rPr lang="en-GB"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p:txBody>
      </p:sp>
      <p:pic>
        <p:nvPicPr>
          <p:cNvPr id="221" name="Google Shape;221;p10"/>
          <p:cNvPicPr preferRelativeResize="0"/>
          <p:nvPr/>
        </p:nvPicPr>
        <p:blipFill rotWithShape="1">
          <a:blip r:embed="rId4">
            <a:alphaModFix/>
          </a:blip>
          <a:srcRect b="41874" l="1291" r="-45102" t="4646"/>
          <a:stretch/>
        </p:blipFill>
        <p:spPr>
          <a:xfrm>
            <a:off x="3214688" y="2025789"/>
            <a:ext cx="8638588" cy="4832211"/>
          </a:xfrm>
          <a:prstGeom prst="parallelogram">
            <a:avLst>
              <a:gd fmla="val 14656" name="adj"/>
            </a:avLst>
          </a:prstGeom>
          <a:noFill/>
          <a:ln>
            <a:noFill/>
          </a:ln>
        </p:spPr>
      </p:pic>
      <p:cxnSp>
        <p:nvCxnSpPr>
          <p:cNvPr id="222" name="Google Shape;222;p10"/>
          <p:cNvCxnSpPr/>
          <p:nvPr/>
        </p:nvCxnSpPr>
        <p:spPr>
          <a:xfrm>
            <a:off x="736081" y="4551349"/>
            <a:ext cx="2478607" cy="0"/>
          </a:xfrm>
          <a:prstGeom prst="straightConnector1">
            <a:avLst/>
          </a:prstGeom>
          <a:noFill/>
          <a:ln cap="rnd" cmpd="sng" w="38100">
            <a:solidFill>
              <a:srgbClr val="20315E"/>
            </a:solidFill>
            <a:prstDash val="dot"/>
            <a:miter lim="800000"/>
            <a:headEnd len="sm" w="sm" type="none"/>
            <a:tailEnd len="sm" w="sm" type="none"/>
          </a:ln>
        </p:spPr>
      </p:cxnSp>
      <p:sp>
        <p:nvSpPr>
          <p:cNvPr id="223" name="Google Shape;223;p10"/>
          <p:cNvSpPr/>
          <p:nvPr/>
        </p:nvSpPr>
        <p:spPr>
          <a:xfrm>
            <a:off x="441699" y="734174"/>
            <a:ext cx="7976159" cy="763516"/>
          </a:xfrm>
          <a:prstGeom prst="roundRect">
            <a:avLst>
              <a:gd fmla="val 0" name="adj"/>
            </a:avLst>
          </a:prstGeom>
          <a:noFill/>
          <a:ln>
            <a:noFill/>
          </a:ln>
        </p:spPr>
        <p:txBody>
          <a:bodyPr anchorCtr="1" anchor="ctr" bIns="252000" lIns="252000" spcFirstLastPara="1" rIns="252000" wrap="square" tIns="252000">
            <a:noAutofit/>
          </a:bodyPr>
          <a:lstStyle/>
          <a:p>
            <a:pPr indent="0" lvl="0" marL="0" marR="0" rtl="0" algn="ctr">
              <a:lnSpc>
                <a:spcPct val="90000"/>
              </a:lnSpc>
              <a:spcBef>
                <a:spcPts val="0"/>
              </a:spcBef>
              <a:spcAft>
                <a:spcPts val="0"/>
              </a:spcAft>
              <a:buClr>
                <a:schemeClr val="lt1"/>
              </a:buClr>
              <a:buSzPts val="3600"/>
              <a:buFont typeface="Arial"/>
              <a:buNone/>
            </a:pPr>
            <a:r>
              <a:rPr b="1" lang="en-GB" sz="3600">
                <a:solidFill>
                  <a:schemeClr val="lt1"/>
                </a:solidFill>
                <a:latin typeface="Arial"/>
                <a:ea typeface="Arial"/>
                <a:cs typeface="Arial"/>
                <a:sym typeface="Arial"/>
              </a:rPr>
              <a:t>Tools and Technology Used in Forensic Science</a:t>
            </a:r>
            <a:endParaRPr/>
          </a:p>
        </p:txBody>
      </p:sp>
      <p:cxnSp>
        <p:nvCxnSpPr>
          <p:cNvPr id="224" name="Google Shape;224;p10"/>
          <p:cNvCxnSpPr/>
          <p:nvPr/>
        </p:nvCxnSpPr>
        <p:spPr>
          <a:xfrm>
            <a:off x="736081" y="2479661"/>
            <a:ext cx="2478607" cy="0"/>
          </a:xfrm>
          <a:prstGeom prst="straightConnector1">
            <a:avLst/>
          </a:prstGeom>
          <a:noFill/>
          <a:ln cap="rnd" cmpd="sng" w="38100">
            <a:solidFill>
              <a:srgbClr val="20315E"/>
            </a:solidFill>
            <a:prstDash val="dot"/>
            <a:miter lim="800000"/>
            <a:headEnd len="sm" w="sm" type="none"/>
            <a:tailEnd len="sm" w="sm" type="none"/>
          </a:ln>
        </p:spPr>
      </p:cxn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220">
                                            <p:txEl>
                                              <p:pRg end="0" st="0"/>
                                            </p:txEl>
                                          </p:spTgt>
                                        </p:tgtEl>
                                        <p:attrNameLst>
                                          <p:attrName>style.visibility</p:attrName>
                                        </p:attrNameLst>
                                      </p:cBhvr>
                                      <p:to>
                                        <p:strVal val="visible"/>
                                      </p:to>
                                    </p:set>
                                    <p:animEffect filter="fade" transition="in">
                                      <p:cBhvr>
                                        <p:cTn dur="500"/>
                                        <p:tgtEl>
                                          <p:spTgt spid="220">
                                            <p:txEl>
                                              <p:pRg end="0" st="0"/>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220">
                                            <p:txEl>
                                              <p:pRg end="1" st="1"/>
                                            </p:txEl>
                                          </p:spTgt>
                                        </p:tgtEl>
                                        <p:attrNameLst>
                                          <p:attrName>style.visibility</p:attrName>
                                        </p:attrNameLst>
                                      </p:cBhvr>
                                      <p:to>
                                        <p:strVal val="visible"/>
                                      </p:to>
                                    </p:set>
                                    <p:animEffect filter="fade" transition="in">
                                      <p:cBhvr>
                                        <p:cTn dur="500"/>
                                        <p:tgtEl>
                                          <p:spTgt spid="220">
                                            <p:txEl>
                                              <p:pRg end="1" st="1"/>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220">
                                            <p:txEl>
                                              <p:pRg end="2" st="2"/>
                                            </p:txEl>
                                          </p:spTgt>
                                        </p:tgtEl>
                                        <p:attrNameLst>
                                          <p:attrName>style.visibility</p:attrName>
                                        </p:attrNameLst>
                                      </p:cBhvr>
                                      <p:to>
                                        <p:strVal val="visible"/>
                                      </p:to>
                                    </p:set>
                                    <p:animEffect filter="fade" transition="in">
                                      <p:cBhvr>
                                        <p:cTn dur="500"/>
                                        <p:tgtEl>
                                          <p:spTgt spid="220">
                                            <p:txEl>
                                              <p:pRg end="2" st="2"/>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220">
                                            <p:txEl>
                                              <p:pRg end="3" st="3"/>
                                            </p:txEl>
                                          </p:spTgt>
                                        </p:tgtEl>
                                        <p:attrNameLst>
                                          <p:attrName>style.visibility</p:attrName>
                                        </p:attrNameLst>
                                      </p:cBhvr>
                                      <p:to>
                                        <p:strVal val="visible"/>
                                      </p:to>
                                    </p:set>
                                    <p:animEffect filter="fade" transition="in">
                                      <p:cBhvr>
                                        <p:cTn dur="500"/>
                                        <p:tgtEl>
                                          <p:spTgt spid="220">
                                            <p:txEl>
                                              <p:pRg end="3" st="3"/>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220">
                                            <p:txEl>
                                              <p:pRg end="4" st="4"/>
                                            </p:txEl>
                                          </p:spTgt>
                                        </p:tgtEl>
                                        <p:attrNameLst>
                                          <p:attrName>style.visibility</p:attrName>
                                        </p:attrNameLst>
                                      </p:cBhvr>
                                      <p:to>
                                        <p:strVal val="visible"/>
                                      </p:to>
                                    </p:set>
                                    <p:animEffect filter="fade" transition="in">
                                      <p:cBhvr>
                                        <p:cTn dur="500"/>
                                        <p:tgtEl>
                                          <p:spTgt spid="220">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1"/>
          <p:cNvSpPr/>
          <p:nvPr/>
        </p:nvSpPr>
        <p:spPr>
          <a:xfrm>
            <a:off x="482040" y="1976718"/>
            <a:ext cx="5147235" cy="697035"/>
          </a:xfrm>
          <a:prstGeom prst="snip1Rect">
            <a:avLst>
              <a:gd fmla="val 50000" name="adj"/>
            </a:avLst>
          </a:prstGeom>
          <a:solidFill>
            <a:schemeClr val="lt1"/>
          </a:solidFill>
          <a:ln cap="flat" cmpd="sng" w="98425">
            <a:solidFill>
              <a:srgbClr val="33446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A blue square with black border&#10;&#10;Description automatically generated" id="230" name="Google Shape;230;p11"/>
          <p:cNvPicPr preferRelativeResize="0"/>
          <p:nvPr/>
        </p:nvPicPr>
        <p:blipFill rotWithShape="1">
          <a:blip r:embed="rId3">
            <a:alphaModFix/>
          </a:blip>
          <a:srcRect b="0" l="0" r="0" t="0"/>
          <a:stretch/>
        </p:blipFill>
        <p:spPr>
          <a:xfrm>
            <a:off x="441699" y="403380"/>
            <a:ext cx="8260602" cy="1388638"/>
          </a:xfrm>
          <a:prstGeom prst="rect">
            <a:avLst/>
          </a:prstGeom>
          <a:noFill/>
          <a:ln>
            <a:noFill/>
          </a:ln>
        </p:spPr>
      </p:pic>
      <p:sp>
        <p:nvSpPr>
          <p:cNvPr id="231" name="Google Shape;231;p11"/>
          <p:cNvSpPr/>
          <p:nvPr/>
        </p:nvSpPr>
        <p:spPr>
          <a:xfrm>
            <a:off x="1369733" y="734174"/>
            <a:ext cx="6216276" cy="763516"/>
          </a:xfrm>
          <a:prstGeom prst="roundRect">
            <a:avLst>
              <a:gd fmla="val 0" name="adj"/>
            </a:avLst>
          </a:prstGeom>
          <a:noFill/>
          <a:ln>
            <a:noFill/>
          </a:ln>
        </p:spPr>
        <p:txBody>
          <a:bodyPr anchorCtr="1" anchor="ctr" bIns="252000" lIns="252000" spcFirstLastPara="1" rIns="252000" wrap="square" tIns="252000">
            <a:noAutofit/>
          </a:bodyPr>
          <a:lstStyle/>
          <a:p>
            <a:pPr indent="0" lvl="0" marL="0" marR="0" rtl="0" algn="ctr">
              <a:lnSpc>
                <a:spcPct val="90000"/>
              </a:lnSpc>
              <a:spcBef>
                <a:spcPts val="0"/>
              </a:spcBef>
              <a:spcAft>
                <a:spcPts val="0"/>
              </a:spcAft>
              <a:buClr>
                <a:schemeClr val="lt1"/>
              </a:buClr>
              <a:buSzPts val="3600"/>
              <a:buFont typeface="Arial"/>
              <a:buNone/>
            </a:pPr>
            <a:r>
              <a:rPr b="1" lang="en-GB" sz="3600">
                <a:solidFill>
                  <a:schemeClr val="lt1"/>
                </a:solidFill>
                <a:latin typeface="Arial"/>
                <a:ea typeface="Arial"/>
                <a:cs typeface="Arial"/>
                <a:sym typeface="Arial"/>
              </a:rPr>
              <a:t>How is STEM Used in Forensic Science?</a:t>
            </a:r>
            <a:endParaRPr/>
          </a:p>
        </p:txBody>
      </p:sp>
      <p:sp>
        <p:nvSpPr>
          <p:cNvPr id="232" name="Google Shape;232;p11"/>
          <p:cNvSpPr/>
          <p:nvPr/>
        </p:nvSpPr>
        <p:spPr>
          <a:xfrm>
            <a:off x="736081" y="2890194"/>
            <a:ext cx="4736032" cy="3046988"/>
          </a:xfrm>
          <a:prstGeom prst="rect">
            <a:avLst/>
          </a:prstGeom>
          <a:noFill/>
          <a:ln>
            <a:noFill/>
          </a:ln>
        </p:spPr>
        <p:txBody>
          <a:bodyPr anchorCtr="0" anchor="t" bIns="0" lIns="0" spcFirstLastPara="1" rIns="0" wrap="square" tIns="0">
            <a:spAutoFit/>
          </a:bodyPr>
          <a:lstStyle/>
          <a:p>
            <a:pPr indent="-285750" lvl="0" marL="285750" marR="0" rtl="0" algn="l">
              <a:spcBef>
                <a:spcPts val="0"/>
              </a:spcBef>
              <a:spcAft>
                <a:spcPts val="0"/>
              </a:spcAft>
              <a:buClr>
                <a:schemeClr val="dk1"/>
              </a:buClr>
              <a:buSzPts val="1800"/>
              <a:buFont typeface="Arial"/>
              <a:buChar char="•"/>
            </a:pPr>
            <a:r>
              <a:rPr b="1" lang="en-GB" sz="1800">
                <a:solidFill>
                  <a:schemeClr val="dk1"/>
                </a:solidFill>
                <a:latin typeface="Arial"/>
                <a:ea typeface="Arial"/>
                <a:cs typeface="Arial"/>
                <a:sym typeface="Arial"/>
              </a:rPr>
              <a:t>Science:</a:t>
            </a:r>
            <a:r>
              <a:rPr lang="en-GB" sz="1800">
                <a:solidFill>
                  <a:schemeClr val="dk1"/>
                </a:solidFill>
                <a:latin typeface="Arial"/>
                <a:ea typeface="Arial"/>
                <a:cs typeface="Arial"/>
                <a:sym typeface="Arial"/>
              </a:rPr>
              <a:t> Forensic scientists use biology, chemistry and physics to analyse evidence. </a:t>
            </a:r>
            <a:endParaRPr b="1"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b="1" lang="en-GB" sz="1800">
                <a:solidFill>
                  <a:schemeClr val="dk1"/>
                </a:solidFill>
                <a:latin typeface="Arial"/>
                <a:ea typeface="Arial"/>
                <a:cs typeface="Arial"/>
                <a:sym typeface="Arial"/>
              </a:rPr>
              <a:t>Technology:</a:t>
            </a:r>
            <a:r>
              <a:rPr lang="en-GB" sz="1800">
                <a:solidFill>
                  <a:schemeClr val="dk1"/>
                </a:solidFill>
                <a:latin typeface="Arial"/>
                <a:ea typeface="Arial"/>
                <a:cs typeface="Arial"/>
                <a:sym typeface="Arial"/>
              </a:rPr>
              <a:t> Advances in technology improve forensic techniques and allow for more precise analysis.</a:t>
            </a:r>
            <a:endParaRPr b="1"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b="1" lang="en-GB" sz="1800">
                <a:solidFill>
                  <a:schemeClr val="dk1"/>
                </a:solidFill>
                <a:latin typeface="Arial"/>
                <a:ea typeface="Arial"/>
                <a:cs typeface="Arial"/>
                <a:sym typeface="Arial"/>
              </a:rPr>
              <a:t>Engineering:</a:t>
            </a:r>
            <a:r>
              <a:rPr lang="en-GB" sz="1800">
                <a:solidFill>
                  <a:schemeClr val="dk1"/>
                </a:solidFill>
                <a:latin typeface="Arial"/>
                <a:ea typeface="Arial"/>
                <a:cs typeface="Arial"/>
                <a:sym typeface="Arial"/>
              </a:rPr>
              <a:t> Engineering principles are applied in developing new forensic tools and equipment.</a:t>
            </a:r>
            <a:endParaRPr b="1"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b="1" lang="en-GB" sz="1800">
                <a:solidFill>
                  <a:schemeClr val="dk1"/>
                </a:solidFill>
                <a:latin typeface="Arial"/>
                <a:ea typeface="Arial"/>
                <a:cs typeface="Arial"/>
                <a:sym typeface="Arial"/>
              </a:rPr>
              <a:t>Mathematics:</a:t>
            </a:r>
            <a:r>
              <a:rPr lang="en-GB" sz="1800">
                <a:solidFill>
                  <a:schemeClr val="dk1"/>
                </a:solidFill>
                <a:latin typeface="Arial"/>
                <a:ea typeface="Arial"/>
                <a:cs typeface="Arial"/>
                <a:sym typeface="Arial"/>
              </a:rPr>
              <a:t> Statistical analysis and probability help interpret data and provide reliable results in court.</a:t>
            </a:r>
            <a:endParaRPr b="1" sz="1800">
              <a:solidFill>
                <a:schemeClr val="dk1"/>
              </a:solidFill>
              <a:latin typeface="Arial"/>
              <a:ea typeface="Arial"/>
              <a:cs typeface="Arial"/>
              <a:sym typeface="Arial"/>
            </a:endParaRPr>
          </a:p>
        </p:txBody>
      </p:sp>
      <p:sp>
        <p:nvSpPr>
          <p:cNvPr id="233" name="Google Shape;233;p11"/>
          <p:cNvSpPr/>
          <p:nvPr/>
        </p:nvSpPr>
        <p:spPr>
          <a:xfrm>
            <a:off x="771404" y="2188399"/>
            <a:ext cx="6167278" cy="2769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STEM is integral to forensic science:</a:t>
            </a:r>
            <a:endParaRPr/>
          </a:p>
        </p:txBody>
      </p:sp>
      <p:grpSp>
        <p:nvGrpSpPr>
          <p:cNvPr id="234" name="Google Shape;234;p11"/>
          <p:cNvGrpSpPr/>
          <p:nvPr/>
        </p:nvGrpSpPr>
        <p:grpSpPr>
          <a:xfrm>
            <a:off x="5634263" y="2593990"/>
            <a:ext cx="6021772" cy="3224669"/>
            <a:chOff x="3824494" y="792586"/>
            <a:chExt cx="6021772" cy="3224669"/>
          </a:xfrm>
        </p:grpSpPr>
        <p:pic>
          <p:nvPicPr>
            <p:cNvPr descr="A tornado over a field&#10;&#10;Description automatically generated" id="235" name="Google Shape;235;p11"/>
            <p:cNvPicPr preferRelativeResize="0"/>
            <p:nvPr/>
          </p:nvPicPr>
          <p:blipFill rotWithShape="1">
            <a:blip r:embed="rId4">
              <a:alphaModFix amt="0"/>
            </a:blip>
            <a:srcRect b="0" l="0" r="0" t="0"/>
            <a:stretch/>
          </p:blipFill>
          <p:spPr>
            <a:xfrm>
              <a:off x="3824494" y="1186089"/>
              <a:ext cx="6021772" cy="2831166"/>
            </a:xfrm>
            <a:prstGeom prst="parallelogram">
              <a:avLst>
                <a:gd fmla="val 11108" name="adj"/>
              </a:avLst>
            </a:prstGeom>
            <a:noFill/>
            <a:ln cap="flat" cmpd="sng" w="107950">
              <a:solidFill>
                <a:srgbClr val="47B1E5"/>
              </a:solidFill>
              <a:prstDash val="solid"/>
              <a:miter lim="800000"/>
              <a:headEnd len="sm" w="sm" type="none"/>
              <a:tailEnd len="sm" w="sm" type="none"/>
            </a:ln>
          </p:spPr>
        </p:pic>
        <p:pic>
          <p:nvPicPr>
            <p:cNvPr id="236" name="Google Shape;236;p11"/>
            <p:cNvPicPr preferRelativeResize="0"/>
            <p:nvPr/>
          </p:nvPicPr>
          <p:blipFill rotWithShape="1">
            <a:blip r:embed="rId5">
              <a:alphaModFix/>
            </a:blip>
            <a:srcRect b="294" l="7006" r="-19847" t="-1"/>
            <a:stretch/>
          </p:blipFill>
          <p:spPr>
            <a:xfrm>
              <a:off x="3966393" y="792586"/>
              <a:ext cx="5521458" cy="3088566"/>
            </a:xfrm>
            <a:prstGeom prst="parallelogram">
              <a:avLst>
                <a:gd fmla="val 11108" name="adj"/>
              </a:avLst>
            </a:prstGeom>
            <a:noFill/>
            <a:ln>
              <a:noFill/>
            </a:ln>
          </p:spPr>
        </p:pic>
      </p:gr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3">
                                            <p:txEl>
                                              <p:pRg end="0" st="0"/>
                                            </p:txEl>
                                          </p:spTgt>
                                        </p:tgtEl>
                                        <p:attrNameLst>
                                          <p:attrName>style.visibility</p:attrName>
                                        </p:attrNameLst>
                                      </p:cBhvr>
                                      <p:to>
                                        <p:strVal val="visible"/>
                                      </p:to>
                                    </p:set>
                                    <p:animEffect filter="fade" transition="in">
                                      <p:cBhvr>
                                        <p:cTn dur="500"/>
                                        <p:tgtEl>
                                          <p:spTgt spid="233">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500"/>
                                        <p:tgtEl>
                                          <p:spTgt spid="229"/>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232">
                                            <p:txEl>
                                              <p:pRg end="0" st="0"/>
                                            </p:txEl>
                                          </p:spTgt>
                                        </p:tgtEl>
                                        <p:attrNameLst>
                                          <p:attrName>style.visibility</p:attrName>
                                        </p:attrNameLst>
                                      </p:cBhvr>
                                      <p:to>
                                        <p:strVal val="visible"/>
                                      </p:to>
                                    </p:set>
                                    <p:animEffect filter="fade" transition="in">
                                      <p:cBhvr>
                                        <p:cTn dur="500"/>
                                        <p:tgtEl>
                                          <p:spTgt spid="232">
                                            <p:txEl>
                                              <p:pRg end="0" st="0"/>
                                            </p:txEl>
                                          </p:spTgt>
                                        </p:tgtEl>
                                      </p:cBhvr>
                                    </p:animEffect>
                                  </p:childTnLst>
                                </p:cTn>
                              </p:par>
                            </p:childTnLst>
                          </p:cTn>
                        </p:par>
                        <p:par>
                          <p:cTn fill="hold">
                            <p:stCondLst>
                              <p:cond delay="1000"/>
                            </p:stCondLst>
                            <p:childTnLst>
                              <p:par>
                                <p:cTn fill="hold" nodeType="afterEffect" presetClass="entr" presetID="10" presetSubtype="0">
                                  <p:stCondLst>
                                    <p:cond delay="500"/>
                                  </p:stCondLst>
                                  <p:childTnLst>
                                    <p:set>
                                      <p:cBhvr>
                                        <p:cTn dur="1" fill="hold">
                                          <p:stCondLst>
                                            <p:cond delay="0"/>
                                          </p:stCondLst>
                                        </p:cTn>
                                        <p:tgtEl>
                                          <p:spTgt spid="232">
                                            <p:txEl>
                                              <p:pRg end="1" st="1"/>
                                            </p:txEl>
                                          </p:spTgt>
                                        </p:tgtEl>
                                        <p:attrNameLst>
                                          <p:attrName>style.visibility</p:attrName>
                                        </p:attrNameLst>
                                      </p:cBhvr>
                                      <p:to>
                                        <p:strVal val="visible"/>
                                      </p:to>
                                    </p:set>
                                    <p:animEffect filter="fade" transition="in">
                                      <p:cBhvr>
                                        <p:cTn dur="500"/>
                                        <p:tgtEl>
                                          <p:spTgt spid="232">
                                            <p:txEl>
                                              <p:pRg end="1" st="1"/>
                                            </p:txEl>
                                          </p:spTgt>
                                        </p:tgtEl>
                                      </p:cBhvr>
                                    </p:animEffect>
                                  </p:childTnLst>
                                </p:cTn>
                              </p:par>
                            </p:childTnLst>
                          </p:cTn>
                        </p:par>
                        <p:par>
                          <p:cTn fill="hold">
                            <p:stCondLst>
                              <p:cond delay="1500"/>
                            </p:stCondLst>
                            <p:childTnLst>
                              <p:par>
                                <p:cTn fill="hold" nodeType="afterEffect" presetClass="entr" presetID="10" presetSubtype="0">
                                  <p:stCondLst>
                                    <p:cond delay="500"/>
                                  </p:stCondLst>
                                  <p:childTnLst>
                                    <p:set>
                                      <p:cBhvr>
                                        <p:cTn dur="1" fill="hold">
                                          <p:stCondLst>
                                            <p:cond delay="0"/>
                                          </p:stCondLst>
                                        </p:cTn>
                                        <p:tgtEl>
                                          <p:spTgt spid="232">
                                            <p:txEl>
                                              <p:pRg end="2" st="2"/>
                                            </p:txEl>
                                          </p:spTgt>
                                        </p:tgtEl>
                                        <p:attrNameLst>
                                          <p:attrName>style.visibility</p:attrName>
                                        </p:attrNameLst>
                                      </p:cBhvr>
                                      <p:to>
                                        <p:strVal val="visible"/>
                                      </p:to>
                                    </p:set>
                                    <p:animEffect filter="fade" transition="in">
                                      <p:cBhvr>
                                        <p:cTn dur="500"/>
                                        <p:tgtEl>
                                          <p:spTgt spid="232">
                                            <p:txEl>
                                              <p:pRg end="2" st="2"/>
                                            </p:txEl>
                                          </p:spTgt>
                                        </p:tgtEl>
                                      </p:cBhvr>
                                    </p:animEffect>
                                  </p:childTnLst>
                                </p:cTn>
                              </p:par>
                            </p:childTnLst>
                          </p:cTn>
                        </p:par>
                        <p:par>
                          <p:cTn fill="hold">
                            <p:stCondLst>
                              <p:cond delay="2000"/>
                            </p:stCondLst>
                            <p:childTnLst>
                              <p:par>
                                <p:cTn fill="hold" nodeType="afterEffect" presetClass="entr" presetID="10" presetSubtype="0">
                                  <p:stCondLst>
                                    <p:cond delay="500"/>
                                  </p:stCondLst>
                                  <p:childTnLst>
                                    <p:set>
                                      <p:cBhvr>
                                        <p:cTn dur="1" fill="hold">
                                          <p:stCondLst>
                                            <p:cond delay="0"/>
                                          </p:stCondLst>
                                        </p:cTn>
                                        <p:tgtEl>
                                          <p:spTgt spid="232">
                                            <p:txEl>
                                              <p:pRg end="3" st="3"/>
                                            </p:txEl>
                                          </p:spTgt>
                                        </p:tgtEl>
                                        <p:attrNameLst>
                                          <p:attrName>style.visibility</p:attrName>
                                        </p:attrNameLst>
                                      </p:cBhvr>
                                      <p:to>
                                        <p:strVal val="visible"/>
                                      </p:to>
                                    </p:set>
                                    <p:animEffect filter="fade" transition="in">
                                      <p:cBhvr>
                                        <p:cTn dur="500"/>
                                        <p:tgtEl>
                                          <p:spTgt spid="232">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pic>
        <p:nvPicPr>
          <p:cNvPr descr="A blue square with black border&#10;&#10;Description automatically generated" id="242" name="Google Shape;242;p12"/>
          <p:cNvPicPr preferRelativeResize="0"/>
          <p:nvPr/>
        </p:nvPicPr>
        <p:blipFill rotWithShape="1">
          <a:blip r:embed="rId3">
            <a:alphaModFix/>
          </a:blip>
          <a:srcRect b="0" l="0" r="0" t="0"/>
          <a:stretch/>
        </p:blipFill>
        <p:spPr>
          <a:xfrm>
            <a:off x="441700" y="893880"/>
            <a:ext cx="7624484" cy="1388638"/>
          </a:xfrm>
          <a:prstGeom prst="rect">
            <a:avLst/>
          </a:prstGeom>
          <a:noFill/>
          <a:ln>
            <a:noFill/>
          </a:ln>
        </p:spPr>
      </p:pic>
      <p:sp>
        <p:nvSpPr>
          <p:cNvPr id="243" name="Google Shape;243;p12"/>
          <p:cNvSpPr/>
          <p:nvPr/>
        </p:nvSpPr>
        <p:spPr>
          <a:xfrm>
            <a:off x="504834" y="780971"/>
            <a:ext cx="2741183" cy="1676970"/>
          </a:xfrm>
          <a:prstGeom prst="roundRect">
            <a:avLst>
              <a:gd fmla="val 0" name="adj"/>
            </a:avLst>
          </a:prstGeom>
          <a:noFill/>
          <a:ln>
            <a:noFill/>
          </a:ln>
        </p:spPr>
        <p:txBody>
          <a:bodyPr anchorCtr="1" anchor="ctr" bIns="0" lIns="0" spcFirstLastPara="1" rIns="0" wrap="square" tIns="0">
            <a:noAutofit/>
          </a:bodyPr>
          <a:lstStyle/>
          <a:p>
            <a:pPr indent="0" lvl="0" marL="0" marR="0" rtl="0" algn="l">
              <a:lnSpc>
                <a:spcPct val="90000"/>
              </a:lnSpc>
              <a:spcBef>
                <a:spcPts val="0"/>
              </a:spcBef>
              <a:spcAft>
                <a:spcPts val="0"/>
              </a:spcAft>
              <a:buClr>
                <a:schemeClr val="lt1"/>
              </a:buClr>
              <a:buSzPts val="3600"/>
              <a:buFont typeface="Arial"/>
              <a:buNone/>
            </a:pPr>
            <a:r>
              <a:rPr b="1" lang="en-GB" sz="3600">
                <a:solidFill>
                  <a:schemeClr val="lt1"/>
                </a:solidFill>
                <a:latin typeface="Arial"/>
                <a:ea typeface="Arial"/>
                <a:cs typeface="Arial"/>
                <a:sym typeface="Arial"/>
              </a:rPr>
              <a:t>Discussion</a:t>
            </a:r>
            <a:endParaRPr/>
          </a:p>
        </p:txBody>
      </p:sp>
      <p:sp>
        <p:nvSpPr>
          <p:cNvPr id="244" name="Google Shape;244;p12"/>
          <p:cNvSpPr txBox="1"/>
          <p:nvPr/>
        </p:nvSpPr>
        <p:spPr>
          <a:xfrm>
            <a:off x="752174" y="2570850"/>
            <a:ext cx="7462677" cy="3139321"/>
          </a:xfrm>
          <a:prstGeom prst="rect">
            <a:avLst/>
          </a:prstGeom>
          <a:noFill/>
          <a:ln>
            <a:noFill/>
          </a:ln>
        </p:spPr>
        <p:txBody>
          <a:bodyPr anchorCtr="0" anchor="t" bIns="45700" lIns="0" spcFirstLastPara="1" rIns="91425" wrap="square" tIns="45700">
            <a:spAutoFit/>
          </a:bodyPr>
          <a:lstStyle/>
          <a:p>
            <a:pPr indent="-269875" lvl="0" marL="269875" marR="0" rtl="0" algn="l">
              <a:spcBef>
                <a:spcPts val="0"/>
              </a:spcBef>
              <a:spcAft>
                <a:spcPts val="0"/>
              </a:spcAft>
              <a:buClr>
                <a:schemeClr val="dk1"/>
              </a:buClr>
              <a:buSzPts val="1800"/>
              <a:buFont typeface="Arial"/>
              <a:buAutoNum type="arabicPeriod"/>
            </a:pPr>
            <a:r>
              <a:rPr lang="en-GB" sz="1800">
                <a:solidFill>
                  <a:schemeClr val="dk1"/>
                </a:solidFill>
                <a:latin typeface="Arial"/>
                <a:ea typeface="Arial"/>
                <a:cs typeface="Arial"/>
                <a:sym typeface="Arial"/>
              </a:rPr>
              <a:t>Can you explain what forensic science is in your own words?</a:t>
            </a:r>
            <a:endParaRPr/>
          </a:p>
          <a:p>
            <a:pPr indent="-269875" lvl="0" marL="269875" marR="0" rtl="0" algn="l">
              <a:spcBef>
                <a:spcPts val="0"/>
              </a:spcBef>
              <a:spcAft>
                <a:spcPts val="0"/>
              </a:spcAft>
              <a:buClr>
                <a:schemeClr val="dk1"/>
              </a:buClr>
              <a:buSzPts val="1800"/>
              <a:buFont typeface="Arial"/>
              <a:buAutoNum type="arabicPeriod"/>
            </a:pPr>
            <a:r>
              <a:rPr lang="en-GB" sz="1800">
                <a:solidFill>
                  <a:schemeClr val="dk1"/>
                </a:solidFill>
                <a:latin typeface="Arial"/>
                <a:ea typeface="Arial"/>
                <a:cs typeface="Arial"/>
                <a:sym typeface="Arial"/>
              </a:rPr>
              <a:t>Why do you think forensic science is important for solving crimes and ensuring justice?</a:t>
            </a:r>
            <a:endParaRPr/>
          </a:p>
          <a:p>
            <a:pPr indent="-269875" lvl="0" marL="269875" marR="0" rtl="0" algn="l">
              <a:spcBef>
                <a:spcPts val="0"/>
              </a:spcBef>
              <a:spcAft>
                <a:spcPts val="0"/>
              </a:spcAft>
              <a:buClr>
                <a:schemeClr val="dk1"/>
              </a:buClr>
              <a:buSzPts val="1800"/>
              <a:buFont typeface="Arial"/>
              <a:buAutoNum type="arabicPeriod"/>
            </a:pPr>
            <a:r>
              <a:rPr lang="en-GB" sz="1800">
                <a:solidFill>
                  <a:schemeClr val="dk1"/>
                </a:solidFill>
                <a:latin typeface="Arial"/>
                <a:ea typeface="Arial"/>
                <a:cs typeface="Arial"/>
                <a:sym typeface="Arial"/>
              </a:rPr>
              <a:t>Which type of forensic scientist do you find most interesting and why?</a:t>
            </a:r>
            <a:endParaRPr/>
          </a:p>
          <a:p>
            <a:pPr indent="-269875" lvl="0" marL="269875" marR="0" rtl="0" algn="l">
              <a:spcBef>
                <a:spcPts val="0"/>
              </a:spcBef>
              <a:spcAft>
                <a:spcPts val="0"/>
              </a:spcAft>
              <a:buClr>
                <a:schemeClr val="dk1"/>
              </a:buClr>
              <a:buSzPts val="1800"/>
              <a:buFont typeface="Arial"/>
              <a:buAutoNum type="arabicPeriod"/>
            </a:pPr>
            <a:r>
              <a:rPr lang="en-GB" sz="1800">
                <a:solidFill>
                  <a:schemeClr val="dk1"/>
                </a:solidFill>
                <a:latin typeface="Arial"/>
                <a:ea typeface="Arial"/>
                <a:cs typeface="Arial"/>
                <a:sym typeface="Arial"/>
              </a:rPr>
              <a:t>How do you think science and technology work together in forensic science?</a:t>
            </a:r>
            <a:endParaRPr/>
          </a:p>
          <a:p>
            <a:pPr indent="-269875" lvl="0" marL="269875" marR="0" rtl="0" algn="l">
              <a:spcBef>
                <a:spcPts val="0"/>
              </a:spcBef>
              <a:spcAft>
                <a:spcPts val="0"/>
              </a:spcAft>
              <a:buClr>
                <a:schemeClr val="dk1"/>
              </a:buClr>
              <a:buSzPts val="1800"/>
              <a:buFont typeface="Arial"/>
              <a:buAutoNum type="arabicPeriod"/>
            </a:pPr>
            <a:r>
              <a:rPr lang="en-GB" sz="1800">
                <a:solidFill>
                  <a:schemeClr val="dk1"/>
                </a:solidFill>
                <a:latin typeface="Arial"/>
                <a:ea typeface="Arial"/>
                <a:cs typeface="Arial"/>
                <a:sym typeface="Arial"/>
              </a:rPr>
              <a:t>How can forensic science help in everyday situations, not just in solving crimes?</a:t>
            </a:r>
            <a:endParaRPr/>
          </a:p>
          <a:p>
            <a:pPr indent="-269875" lvl="0" marL="269875" marR="0" rtl="0" algn="l">
              <a:spcBef>
                <a:spcPts val="0"/>
              </a:spcBef>
              <a:spcAft>
                <a:spcPts val="0"/>
              </a:spcAft>
              <a:buClr>
                <a:schemeClr val="dk1"/>
              </a:buClr>
              <a:buSzPts val="1800"/>
              <a:buFont typeface="Arial"/>
              <a:buAutoNum type="arabicPeriod"/>
            </a:pPr>
            <a:r>
              <a:rPr lang="en-GB" sz="1800">
                <a:solidFill>
                  <a:schemeClr val="dk1"/>
                </a:solidFill>
                <a:latin typeface="Arial"/>
                <a:ea typeface="Arial"/>
                <a:cs typeface="Arial"/>
                <a:sym typeface="Arial"/>
              </a:rPr>
              <a:t>After learning about forensic science, would you consider a career as a forensic scientist? Why or why not?</a:t>
            </a:r>
            <a:endParaRPr/>
          </a:p>
        </p:txBody>
      </p:sp>
      <p:pic>
        <p:nvPicPr>
          <p:cNvPr descr="A person holding a shoe&#10;&#10;Description automatically generated" id="245" name="Google Shape;245;p12"/>
          <p:cNvPicPr preferRelativeResize="0"/>
          <p:nvPr/>
        </p:nvPicPr>
        <p:blipFill rotWithShape="1">
          <a:blip r:embed="rId4">
            <a:alphaModFix/>
          </a:blip>
          <a:srcRect b="0" l="0" r="0" t="0"/>
          <a:stretch/>
        </p:blipFill>
        <p:spPr>
          <a:xfrm>
            <a:off x="4253942" y="144751"/>
            <a:ext cx="1792007" cy="2137768"/>
          </a:xfrm>
          <a:prstGeom prst="rect">
            <a:avLst/>
          </a:prstGeom>
          <a:noFill/>
          <a:ln>
            <a:noFill/>
          </a:ln>
        </p:spPr>
      </p:pic>
      <p:pic>
        <p:nvPicPr>
          <p:cNvPr descr="A person looking through a microscope&#10;&#10;Description automatically generated" id="246" name="Google Shape;246;p12"/>
          <p:cNvPicPr preferRelativeResize="0"/>
          <p:nvPr/>
        </p:nvPicPr>
        <p:blipFill rotWithShape="1">
          <a:blip r:embed="rId5">
            <a:alphaModFix/>
          </a:blip>
          <a:srcRect b="0" l="0" r="0" t="0"/>
          <a:stretch/>
        </p:blipFill>
        <p:spPr>
          <a:xfrm>
            <a:off x="6274177" y="878496"/>
            <a:ext cx="1792007" cy="140402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3"/>
          <p:cNvSpPr/>
          <p:nvPr/>
        </p:nvSpPr>
        <p:spPr>
          <a:xfrm>
            <a:off x="1" y="695249"/>
            <a:ext cx="4572000" cy="1676970"/>
          </a:xfrm>
          <a:prstGeom prst="roundRect">
            <a:avLst>
              <a:gd fmla="val 0" name="adj"/>
            </a:avLst>
          </a:prstGeom>
          <a:noFill/>
          <a:ln>
            <a:noFill/>
          </a:ln>
        </p:spPr>
        <p:txBody>
          <a:bodyPr anchorCtr="1" anchor="ctr" bIns="0" lIns="0" spcFirstLastPara="1" rIns="0" wrap="square" tIns="0">
            <a:noAutofit/>
          </a:bodyPr>
          <a:lstStyle/>
          <a:p>
            <a:pPr indent="0" lvl="0" marL="0" marR="0" rtl="0" algn="l">
              <a:lnSpc>
                <a:spcPct val="90000"/>
              </a:lnSpc>
              <a:spcBef>
                <a:spcPts val="0"/>
              </a:spcBef>
              <a:spcAft>
                <a:spcPts val="0"/>
              </a:spcAft>
              <a:buClr>
                <a:srgbClr val="33446D"/>
              </a:buClr>
              <a:buSzPts val="6600"/>
              <a:buFont typeface="Arial"/>
              <a:buNone/>
            </a:pPr>
            <a:r>
              <a:rPr b="1" lang="en-GB" sz="6600">
                <a:solidFill>
                  <a:srgbClr val="33446D"/>
                </a:solidFill>
                <a:latin typeface="Arial"/>
                <a:ea typeface="Arial"/>
                <a:cs typeface="Arial"/>
                <a:sym typeface="Arial"/>
              </a:rPr>
              <a:t>GOOD </a:t>
            </a:r>
            <a:endParaRPr/>
          </a:p>
          <a:p>
            <a:pPr indent="0" lvl="0" marL="0" marR="0" rtl="0" algn="l">
              <a:lnSpc>
                <a:spcPct val="90000"/>
              </a:lnSpc>
              <a:spcBef>
                <a:spcPts val="0"/>
              </a:spcBef>
              <a:spcAft>
                <a:spcPts val="0"/>
              </a:spcAft>
              <a:buClr>
                <a:srgbClr val="33446D"/>
              </a:buClr>
              <a:buSzPts val="6600"/>
              <a:buFont typeface="Arial"/>
              <a:buNone/>
            </a:pPr>
            <a:r>
              <a:rPr b="1" lang="en-GB" sz="6600">
                <a:solidFill>
                  <a:srgbClr val="33446D"/>
                </a:solidFill>
                <a:latin typeface="Arial"/>
                <a:ea typeface="Arial"/>
                <a:cs typeface="Arial"/>
                <a:sym typeface="Arial"/>
              </a:rPr>
              <a:t>LUCK!</a:t>
            </a:r>
            <a:endParaRPr/>
          </a:p>
        </p:txBody>
      </p:sp>
      <p:sp>
        <p:nvSpPr>
          <p:cNvPr id="252" name="Google Shape;252;p13">
            <a:hlinkClick r:id="rId3"/>
          </p:cNvPr>
          <p:cNvSpPr/>
          <p:nvPr/>
        </p:nvSpPr>
        <p:spPr>
          <a:xfrm>
            <a:off x="7143750" y="-200025"/>
            <a:ext cx="2228850" cy="734377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Disclaimers/Guidan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lide Layouts">
  <a:themeElements>
    <a:clrScheme name="Twinkl Template">
      <a:dk1>
        <a:srgbClr val="1C1C1C"/>
      </a:dk1>
      <a:lt1>
        <a:srgbClr val="FFFFFF"/>
      </a:lt1>
      <a:dk2>
        <a:srgbClr val="4A4A4A"/>
      </a:dk2>
      <a:lt2>
        <a:srgbClr val="F4F2F2"/>
      </a:lt2>
      <a:accent1>
        <a:srgbClr val="E34192"/>
      </a:accent1>
      <a:accent2>
        <a:srgbClr val="EB8634"/>
      </a:accent2>
      <a:accent3>
        <a:srgbClr val="E6C734"/>
      </a:accent3>
      <a:accent4>
        <a:srgbClr val="79AD42"/>
      </a:accent4>
      <a:accent5>
        <a:srgbClr val="23A7F9"/>
      </a:accent5>
      <a:accent6>
        <a:srgbClr val="954EBE"/>
      </a:accent6>
      <a:hlink>
        <a:srgbClr val="23A7F9"/>
      </a:hlink>
      <a:folHlink>
        <a:srgbClr val="75707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2024-06-26T14:36:10Z</dcterms:created>
  <dc:creator>Tina Wilson</dc:creator>
</cp:coreProperties>
</file>