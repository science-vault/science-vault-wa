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1"/>
    <p:sldMasterId id="2147483672" r:id="rId2"/>
  </p:sldMasterIdLst>
  <p:notesMasterIdLst>
    <p:notesMasterId r:id="rId12"/>
  </p:notesMasterIdLst>
  <p:handoutMasterIdLst>
    <p:handoutMasterId r:id="rId13"/>
  </p:handoutMasterIdLst>
  <p:sldIdLst>
    <p:sldId id="272" r:id="rId3"/>
    <p:sldId id="268" r:id="rId4"/>
    <p:sldId id="273" r:id="rId5"/>
    <p:sldId id="274" r:id="rId6"/>
    <p:sldId id="275" r:id="rId7"/>
    <p:sldId id="276" r:id="rId8"/>
    <p:sldId id="277" r:id="rId9"/>
    <p:sldId id="278" r:id="rId10"/>
    <p:sldId id="270" r:id="rId11"/>
  </p:sldIdLst>
  <p:sldSz cx="9144000" cy="6858000" type="screen4x3"/>
  <p:notesSz cx="6858000" cy="9144000"/>
  <p:embeddedFontLst>
    <p:embeddedFont>
      <p:font typeface="Roboto" panose="02000000000000000000" pitchFamily="2" charset="0"/>
      <p:regular r:id="rId14"/>
      <p:bold r:id="rId15"/>
      <p:italic r:id="rId16"/>
      <p:boldItalic r:id="rId17"/>
    </p:embeddedFont>
    <p:embeddedFont>
      <p:font typeface="Twinkl" panose="02000000000000000000" pitchFamily="2" charset="77"/>
      <p:regular r:id="rId18"/>
      <p:bold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4" userDrawn="1">
          <p15:clr>
            <a:srgbClr val="A4A3A4"/>
          </p15:clr>
        </p15:guide>
        <p15:guide id="2" pos="2880" userDrawn="1">
          <p15:clr>
            <a:srgbClr val="A4A3A4"/>
          </p15:clr>
        </p15:guide>
        <p15:guide id="4" pos="340" userDrawn="1">
          <p15:clr>
            <a:srgbClr val="A4A3A4"/>
          </p15:clr>
        </p15:guide>
        <p15:guide id="5" orient="horz" pos="3974" userDrawn="1">
          <p15:clr>
            <a:srgbClr val="A4A3A4"/>
          </p15:clr>
        </p15:guide>
        <p15:guide id="6" pos="5420" userDrawn="1">
          <p15:clr>
            <a:srgbClr val="A4A3A4"/>
          </p15:clr>
        </p15:guide>
        <p15:guide id="7" orient="horz" pos="336" userDrawn="1">
          <p15:clr>
            <a:srgbClr val="A4A3A4"/>
          </p15:clr>
        </p15:guide>
        <p15:guide id="8" pos="476" userDrawn="1">
          <p15:clr>
            <a:srgbClr val="A4A3A4"/>
          </p15:clr>
        </p15:guide>
        <p15:guide id="9" orient="horz" pos="482" userDrawn="1">
          <p15:clr>
            <a:srgbClr val="A4A3A4"/>
          </p15:clr>
        </p15:guide>
        <p15:guide id="10" orient="horz" pos="3838" userDrawn="1">
          <p15:clr>
            <a:srgbClr val="A4A3A4"/>
          </p15:clr>
        </p15:guide>
        <p15:guide id="11" pos="528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FEC"/>
    <a:srgbClr val="044D8D"/>
    <a:srgbClr val="BC0105"/>
    <a:srgbClr val="21A6F9"/>
    <a:srgbClr val="4DB1E3"/>
    <a:srgbClr val="E34192"/>
    <a:srgbClr val="18A0DB"/>
    <a:srgbClr val="DE1E5A"/>
    <a:srgbClr val="80C1EB"/>
    <a:srgbClr val="ACDDF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63" autoAdjust="0"/>
    <p:restoredTop sz="94660"/>
  </p:normalViewPr>
  <p:slideViewPr>
    <p:cSldViewPr snapToGrid="0" showGuides="1">
      <p:cViewPr varScale="1">
        <p:scale>
          <a:sx n="119" d="100"/>
          <a:sy n="119" d="100"/>
        </p:scale>
        <p:origin x="1320" y="192"/>
      </p:cViewPr>
      <p:guideLst>
        <p:guide orient="horz" pos="2184"/>
        <p:guide pos="2880"/>
        <p:guide pos="340"/>
        <p:guide orient="horz" pos="3974"/>
        <p:guide pos="5420"/>
        <p:guide orient="horz" pos="336"/>
        <p:guide pos="476"/>
        <p:guide orient="horz" pos="482"/>
        <p:guide orient="horz" pos="3838"/>
        <p:guide pos="5284"/>
      </p:guideLst>
    </p:cSldViewPr>
  </p:slideViewPr>
  <p:notesTextViewPr>
    <p:cViewPr>
      <p:scale>
        <a:sx n="3" d="2"/>
        <a:sy n="3" d="2"/>
      </p:scale>
      <p:origin x="0" y="0"/>
    </p:cViewPr>
  </p:notesTextViewPr>
  <p:notesViewPr>
    <p:cSldViewPr snapToGrid="0" showGuides="1">
      <p:cViewPr varScale="1">
        <p:scale>
          <a:sx n="97" d="100"/>
          <a:sy n="97" d="100"/>
        </p:scale>
        <p:origin x="4328" y="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handoutMaster" Target="handoutMasters/handoutMaster1.xml"/><Relationship Id="rId18" Type="http://schemas.openxmlformats.org/officeDocument/2006/relationships/font" Target="fonts/font5.fntdata"/><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notesMaster" Target="notesMasters/notesMaster1.xml"/><Relationship Id="rId17" Type="http://schemas.openxmlformats.org/officeDocument/2006/relationships/font" Target="fonts/font4.fntdata"/><Relationship Id="rId2" Type="http://schemas.openxmlformats.org/officeDocument/2006/relationships/slideMaster" Target="slideMasters/slideMaster2.xml"/><Relationship Id="rId16" Type="http://schemas.openxmlformats.org/officeDocument/2006/relationships/font" Target="fonts/font3.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font" Target="fonts/font2.fntdata"/><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font" Target="fonts/font6.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1.fntdata"/><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B34F151-63AC-41CE-96F5-7702E930870C}" type="datetimeFigureOut">
              <a:rPr lang="en-GB" smtClean="0"/>
              <a:t>29/07/2024</a:t>
            </a:fld>
            <a:endParaRPr lang="en-GB"/>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676B846-B279-40AC-BFF5-DBC4013370C2}" type="slidenum">
              <a:rPr lang="en-GB" smtClean="0"/>
              <a:t>‹#›</a:t>
            </a:fld>
            <a:endParaRPr lang="en-GB"/>
          </a:p>
        </p:txBody>
      </p:sp>
    </p:spTree>
    <p:extLst>
      <p:ext uri="{BB962C8B-B14F-4D97-AF65-F5344CB8AC3E}">
        <p14:creationId xmlns:p14="http://schemas.microsoft.com/office/powerpoint/2010/main" val="26453970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02C5D1-7818-41B5-ABAD-5E4B38A5388F}" type="datetimeFigureOut">
              <a:rPr lang="en-GB" smtClean="0"/>
              <a:t>29/07/2024</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521341-850D-40E1-BB3D-87946DC9B06D}" type="slidenum">
              <a:rPr lang="en-GB" smtClean="0"/>
              <a:t>‹#›</a:t>
            </a:fld>
            <a:endParaRPr lang="en-GB"/>
          </a:p>
        </p:txBody>
      </p:sp>
    </p:spTree>
    <p:extLst>
      <p:ext uri="{BB962C8B-B14F-4D97-AF65-F5344CB8AC3E}">
        <p14:creationId xmlns:p14="http://schemas.microsoft.com/office/powerpoint/2010/main" val="8470487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hyperlink" Target="https://www.twinkl.co.uk/" TargetMode="External"/><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www.twinkl.co.uk/" TargetMode="External"/><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Master" Target="../slideMasters/slideMaster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2" Type="http://schemas.openxmlformats.org/officeDocument/2006/relationships/hyperlink" Target="mailto:twinklcares@twinkl.co.uk" TargetMode="External"/><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Rectangle 1">
            <a:hlinkClick r:id="rId3"/>
          </p:cNvPr>
          <p:cNvSpPr/>
          <p:nvPr userDrawn="1"/>
        </p:nvSpPr>
        <p:spPr>
          <a:xfrm>
            <a:off x="4137660" y="3152488"/>
            <a:ext cx="868680" cy="553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5370407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Rounded Rectangle 4"/>
          <p:cNvSpPr/>
          <p:nvPr userDrawn="1"/>
        </p:nvSpPr>
        <p:spPr bwMode="auto">
          <a:xfrm>
            <a:off x="1620909" y="438151"/>
            <a:ext cx="5902175" cy="994306"/>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sp>
        <p:nvSpPr>
          <p:cNvPr id="8" name="Title 5"/>
          <p:cNvSpPr>
            <a:spLocks noGrp="1"/>
          </p:cNvSpPr>
          <p:nvPr>
            <p:ph type="title" hasCustomPrompt="1"/>
          </p:nvPr>
        </p:nvSpPr>
        <p:spPr>
          <a:xfrm>
            <a:off x="1620910" y="438151"/>
            <a:ext cx="5902175" cy="994306"/>
          </a:xfrm>
          <a:prstGeom prst="roundRect">
            <a:avLst>
              <a:gd name="adj" fmla="val 9641"/>
            </a:avLst>
          </a:prstGeom>
        </p:spPr>
        <p:txBody>
          <a:bodyPr>
            <a:noAutofit/>
          </a:bodyPr>
          <a:lstStyle>
            <a:lvl1pPr>
              <a:defRPr sz="3600">
                <a:latin typeface="Twinkl" pitchFamily="2" charset="0"/>
              </a:defRPr>
            </a:lvl1pPr>
          </a:lstStyle>
          <a:p>
            <a:r>
              <a:rPr lang="en-US" dirty="0"/>
              <a:t>Would You Rather…</a:t>
            </a:r>
            <a:endParaRPr lang="en-GB" dirty="0"/>
          </a:p>
        </p:txBody>
      </p:sp>
      <p:sp>
        <p:nvSpPr>
          <p:cNvPr id="6" name="Oval 5">
            <a:extLst>
              <a:ext uri="{FF2B5EF4-FFF2-40B4-BE49-F238E27FC236}">
                <a16:creationId xmlns:a16="http://schemas.microsoft.com/office/drawing/2014/main" id="{FD802790-480C-C6A1-5E46-2AD63B4FC247}"/>
              </a:ext>
            </a:extLst>
          </p:cNvPr>
          <p:cNvSpPr/>
          <p:nvPr userDrawn="1"/>
        </p:nvSpPr>
        <p:spPr>
          <a:xfrm>
            <a:off x="4061638" y="1887724"/>
            <a:ext cx="1020726" cy="9943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B9254926-086F-85FC-23A5-5BD21BC4BF76}"/>
              </a:ext>
            </a:extLst>
          </p:cNvPr>
          <p:cNvSpPr txBox="1"/>
          <p:nvPr userDrawn="1"/>
        </p:nvSpPr>
        <p:spPr>
          <a:xfrm>
            <a:off x="4008474" y="2061711"/>
            <a:ext cx="1127051" cy="646331"/>
          </a:xfrm>
          <a:prstGeom prst="rect">
            <a:avLst/>
          </a:prstGeom>
          <a:noFill/>
        </p:spPr>
        <p:txBody>
          <a:bodyPr wrap="square">
            <a:spAutoFit/>
          </a:bodyPr>
          <a:lstStyle/>
          <a:p>
            <a:pPr algn="ctr"/>
            <a:r>
              <a:rPr lang="en-US" sz="3600" dirty="0"/>
              <a:t>or</a:t>
            </a:r>
          </a:p>
        </p:txBody>
      </p:sp>
      <p:sp>
        <p:nvSpPr>
          <p:cNvPr id="10" name="Rounded Rectangle 9">
            <a:extLst>
              <a:ext uri="{FF2B5EF4-FFF2-40B4-BE49-F238E27FC236}">
                <a16:creationId xmlns:a16="http://schemas.microsoft.com/office/drawing/2014/main" id="{9B431BDA-35C1-BC3E-2975-256D96DB08FB}"/>
              </a:ext>
            </a:extLst>
          </p:cNvPr>
          <p:cNvSpPr/>
          <p:nvPr userDrawn="1"/>
        </p:nvSpPr>
        <p:spPr bwMode="auto">
          <a:xfrm>
            <a:off x="2798744" y="5960572"/>
            <a:ext cx="3546512" cy="535779"/>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0">
              <a:spcBef>
                <a:spcPts val="0"/>
              </a:spcBef>
              <a:spcAft>
                <a:spcPts val="1200"/>
              </a:spcAft>
            </a:pPr>
            <a:r>
              <a:rPr lang="en-GB" sz="1800" dirty="0">
                <a:solidFill>
                  <a:schemeClr val="tx1"/>
                </a:solidFill>
                <a:latin typeface="+mn-lt"/>
              </a:rPr>
              <a:t> </a:t>
            </a:r>
            <a:r>
              <a:rPr lang="en-US" sz="1800" b="0" i="0" u="none" strike="noStrike" dirty="0">
                <a:solidFill>
                  <a:schemeClr val="tx1"/>
                </a:solidFill>
                <a:effectLst/>
                <a:latin typeface="+mn-lt"/>
              </a:rPr>
              <a:t>Explain your reasons why.</a:t>
            </a:r>
            <a:endParaRPr lang="en-US" sz="1800" b="0" dirty="0">
              <a:solidFill>
                <a:schemeClr val="tx1"/>
              </a:solidFill>
              <a:effectLst/>
              <a:latin typeface="+mn-lt"/>
            </a:endParaRPr>
          </a:p>
        </p:txBody>
      </p:sp>
    </p:spTree>
    <p:extLst>
      <p:ext uri="{BB962C8B-B14F-4D97-AF65-F5344CB8AC3E}">
        <p14:creationId xmlns:p14="http://schemas.microsoft.com/office/powerpoint/2010/main" val="2610794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ims Slide">
    <p:spTree>
      <p:nvGrpSpPr>
        <p:cNvPr id="1" name=""/>
        <p:cNvGrpSpPr/>
        <p:nvPr/>
      </p:nvGrpSpPr>
      <p:grpSpPr>
        <a:xfrm>
          <a:off x="0" y="0"/>
          <a:ext cx="0" cy="0"/>
          <a:chOff x="0" y="0"/>
          <a:chExt cx="0" cy="0"/>
        </a:xfrm>
      </p:grpSpPr>
      <p:sp>
        <p:nvSpPr>
          <p:cNvPr id="2" name="Rounded Rectangle 24">
            <a:extLst>
              <a:ext uri="{FF2B5EF4-FFF2-40B4-BE49-F238E27FC236}">
                <a16:creationId xmlns:a16="http://schemas.microsoft.com/office/drawing/2014/main" id="{D00ECC8E-1AC3-4E6C-A19B-0A141ABB9071}"/>
              </a:ext>
            </a:extLst>
          </p:cNvPr>
          <p:cNvSpPr/>
          <p:nvPr userDrawn="1"/>
        </p:nvSpPr>
        <p:spPr bwMode="auto">
          <a:xfrm>
            <a:off x="503239" y="2930434"/>
            <a:ext cx="8137524" cy="3414803"/>
          </a:xfrm>
          <a:prstGeom prst="roundRect">
            <a:avLst>
              <a:gd name="adj" fmla="val 6409"/>
            </a:avLst>
          </a:prstGeom>
          <a:solidFill>
            <a:srgbClr val="FFF9E7"/>
          </a:solidFill>
          <a:ln w="25400" cap="rnd">
            <a:solidFill>
              <a:srgbClr val="FEFBDA"/>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sp>
        <p:nvSpPr>
          <p:cNvPr id="3" name="Rounded Rectangle 23">
            <a:extLst>
              <a:ext uri="{FF2B5EF4-FFF2-40B4-BE49-F238E27FC236}">
                <a16:creationId xmlns:a16="http://schemas.microsoft.com/office/drawing/2014/main" id="{D34100E7-28EA-4EB7-A437-37BB3EE7034D}"/>
              </a:ext>
            </a:extLst>
          </p:cNvPr>
          <p:cNvSpPr/>
          <p:nvPr userDrawn="1"/>
        </p:nvSpPr>
        <p:spPr bwMode="auto">
          <a:xfrm>
            <a:off x="503239" y="512763"/>
            <a:ext cx="8137524" cy="2193019"/>
          </a:xfrm>
          <a:prstGeom prst="roundRect">
            <a:avLst>
              <a:gd name="adj" fmla="val 6409"/>
            </a:avLst>
          </a:prstGeom>
          <a:solidFill>
            <a:srgbClr val="FFF9E7"/>
          </a:solidFill>
          <a:ln w="25400" cap="rnd">
            <a:solidFill>
              <a:srgbClr val="FEFBDA"/>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sp>
        <p:nvSpPr>
          <p:cNvPr id="12" name="Text Placeholder 9">
            <a:extLst>
              <a:ext uri="{FF2B5EF4-FFF2-40B4-BE49-F238E27FC236}">
                <a16:creationId xmlns:a16="http://schemas.microsoft.com/office/drawing/2014/main" id="{BAFFD08E-D8F1-4950-9C0C-AB7477306E53}"/>
              </a:ext>
            </a:extLst>
          </p:cNvPr>
          <p:cNvSpPr>
            <a:spLocks noGrp="1"/>
          </p:cNvSpPr>
          <p:nvPr>
            <p:ph type="body" sz="quarter" idx="10" hasCustomPrompt="1"/>
          </p:nvPr>
        </p:nvSpPr>
        <p:spPr>
          <a:xfrm>
            <a:off x="755651" y="1037017"/>
            <a:ext cx="7632699" cy="1469216"/>
          </a:xfrm>
          <a:prstGeom prst="roundRect">
            <a:avLst>
              <a:gd name="adj" fmla="val 2585"/>
            </a:avLst>
          </a:prstGeom>
        </p:spPr>
        <p:txBody>
          <a:bodyPr>
            <a:spAutoFit/>
          </a:bodyPr>
          <a:lstStyle>
            <a:lvl1pPr>
              <a:defRPr/>
            </a:lvl1pPr>
          </a:lstStyle>
          <a:p>
            <a:r>
              <a:rPr lang="en-GB" dirty="0">
                <a:latin typeface="Twinkl" pitchFamily="50" charset="0"/>
              </a:rPr>
              <a:t>Statement 1 Lorem ipsum </a:t>
            </a:r>
            <a:r>
              <a:rPr lang="en-GB" dirty="0" err="1">
                <a:latin typeface="Twinkl" pitchFamily="50" charset="0"/>
              </a:rPr>
              <a:t>dolor</a:t>
            </a:r>
            <a:r>
              <a:rPr lang="en-GB" dirty="0">
                <a:latin typeface="Twinkl" pitchFamily="50" charset="0"/>
              </a:rPr>
              <a:t> sit </a:t>
            </a:r>
            <a:r>
              <a:rPr lang="en-GB" dirty="0" err="1">
                <a:latin typeface="Twinkl" pitchFamily="50" charset="0"/>
              </a:rPr>
              <a:t>amet</a:t>
            </a:r>
            <a:r>
              <a:rPr lang="en-GB" dirty="0">
                <a:latin typeface="Twinkl" pitchFamily="50" charset="0"/>
              </a:rPr>
              <a:t>, </a:t>
            </a:r>
            <a:r>
              <a:rPr lang="en-GB" dirty="0" err="1">
                <a:latin typeface="Twinkl" pitchFamily="50" charset="0"/>
              </a:rPr>
              <a:t>consectetur</a:t>
            </a:r>
            <a:r>
              <a:rPr lang="en-GB" dirty="0">
                <a:latin typeface="Twinkl" pitchFamily="50" charset="0"/>
              </a:rPr>
              <a:t> </a:t>
            </a:r>
            <a:r>
              <a:rPr lang="en-GB" dirty="0" err="1">
                <a:latin typeface="Twinkl" pitchFamily="50" charset="0"/>
              </a:rPr>
              <a:t>adipiscing</a:t>
            </a:r>
            <a:r>
              <a:rPr lang="en-GB" dirty="0">
                <a:latin typeface="Twinkl" pitchFamily="50" charset="0"/>
              </a:rPr>
              <a:t> </a:t>
            </a:r>
            <a:r>
              <a:rPr lang="en-GB" dirty="0" err="1">
                <a:latin typeface="Twinkl" pitchFamily="50" charset="0"/>
              </a:rPr>
              <a:t>elit</a:t>
            </a:r>
            <a:r>
              <a:rPr lang="en-GB" dirty="0">
                <a:latin typeface="Twinkl" pitchFamily="50" charset="0"/>
              </a:rPr>
              <a:t>.</a:t>
            </a:r>
          </a:p>
          <a:p>
            <a:r>
              <a:rPr lang="en-GB" dirty="0">
                <a:latin typeface="Twinkl" pitchFamily="50" charset="0"/>
              </a:rPr>
              <a:t>Statement 2</a:t>
            </a:r>
          </a:p>
          <a:p>
            <a:pPr lvl="1"/>
            <a:r>
              <a:rPr lang="en-GB" sz="1800" dirty="0">
                <a:latin typeface="Twinkl" pitchFamily="50" charset="0"/>
              </a:rPr>
              <a:t>Sub statement</a:t>
            </a:r>
          </a:p>
        </p:txBody>
      </p:sp>
      <p:sp>
        <p:nvSpPr>
          <p:cNvPr id="13" name="Text Placeholder 9">
            <a:extLst>
              <a:ext uri="{FF2B5EF4-FFF2-40B4-BE49-F238E27FC236}">
                <a16:creationId xmlns:a16="http://schemas.microsoft.com/office/drawing/2014/main" id="{D99DBCE3-B6AA-4708-994C-5096C6F0D38E}"/>
              </a:ext>
            </a:extLst>
          </p:cNvPr>
          <p:cNvSpPr>
            <a:spLocks noGrp="1"/>
          </p:cNvSpPr>
          <p:nvPr>
            <p:ph type="body" sz="quarter" idx="11" hasCustomPrompt="1"/>
          </p:nvPr>
        </p:nvSpPr>
        <p:spPr>
          <a:xfrm>
            <a:off x="755651" y="3445623"/>
            <a:ext cx="7632699" cy="1469216"/>
          </a:xfrm>
          <a:prstGeom prst="roundRect">
            <a:avLst>
              <a:gd name="adj" fmla="val 2585"/>
            </a:avLst>
          </a:prstGeom>
        </p:spPr>
        <p:txBody>
          <a:bodyPr>
            <a:spAutoFit/>
          </a:bodyPr>
          <a:lstStyle>
            <a:lvl1pPr>
              <a:defRPr/>
            </a:lvl1pPr>
          </a:lstStyle>
          <a:p>
            <a:r>
              <a:rPr lang="en-GB" dirty="0">
                <a:latin typeface="Twinkl" pitchFamily="50" charset="0"/>
              </a:rPr>
              <a:t>Statement 1 Lorem ipsum </a:t>
            </a:r>
            <a:r>
              <a:rPr lang="en-GB" dirty="0" err="1">
                <a:latin typeface="Twinkl" pitchFamily="50" charset="0"/>
              </a:rPr>
              <a:t>dolor</a:t>
            </a:r>
            <a:r>
              <a:rPr lang="en-GB" dirty="0">
                <a:latin typeface="Twinkl" pitchFamily="50" charset="0"/>
              </a:rPr>
              <a:t> sit </a:t>
            </a:r>
            <a:r>
              <a:rPr lang="en-GB" dirty="0" err="1">
                <a:latin typeface="Twinkl" pitchFamily="50" charset="0"/>
              </a:rPr>
              <a:t>amet</a:t>
            </a:r>
            <a:r>
              <a:rPr lang="en-GB" dirty="0">
                <a:latin typeface="Twinkl" pitchFamily="50" charset="0"/>
              </a:rPr>
              <a:t>, </a:t>
            </a:r>
            <a:r>
              <a:rPr lang="en-GB" dirty="0" err="1">
                <a:latin typeface="Twinkl" pitchFamily="50" charset="0"/>
              </a:rPr>
              <a:t>consectetur</a:t>
            </a:r>
            <a:r>
              <a:rPr lang="en-GB" dirty="0">
                <a:latin typeface="Twinkl" pitchFamily="50" charset="0"/>
              </a:rPr>
              <a:t> </a:t>
            </a:r>
            <a:r>
              <a:rPr lang="en-GB" dirty="0" err="1">
                <a:latin typeface="Twinkl" pitchFamily="50" charset="0"/>
              </a:rPr>
              <a:t>adipiscing</a:t>
            </a:r>
            <a:r>
              <a:rPr lang="en-GB" dirty="0">
                <a:latin typeface="Twinkl" pitchFamily="50" charset="0"/>
              </a:rPr>
              <a:t> </a:t>
            </a:r>
            <a:r>
              <a:rPr lang="en-GB" dirty="0" err="1">
                <a:latin typeface="Twinkl" pitchFamily="50" charset="0"/>
              </a:rPr>
              <a:t>elit</a:t>
            </a:r>
            <a:r>
              <a:rPr lang="en-GB" dirty="0">
                <a:latin typeface="Twinkl" pitchFamily="50" charset="0"/>
              </a:rPr>
              <a:t>.</a:t>
            </a:r>
          </a:p>
          <a:p>
            <a:r>
              <a:rPr lang="en-GB" dirty="0">
                <a:latin typeface="Twinkl" pitchFamily="50" charset="0"/>
              </a:rPr>
              <a:t>Statement 2</a:t>
            </a:r>
          </a:p>
          <a:p>
            <a:pPr lvl="1"/>
            <a:r>
              <a:rPr lang="en-GB" sz="1800" dirty="0">
                <a:latin typeface="Twinkl" pitchFamily="50" charset="0"/>
              </a:rPr>
              <a:t>Sub statement</a:t>
            </a:r>
          </a:p>
        </p:txBody>
      </p:sp>
      <p:sp>
        <p:nvSpPr>
          <p:cNvPr id="15" name="Text Placeholder 8">
            <a:extLst>
              <a:ext uri="{FF2B5EF4-FFF2-40B4-BE49-F238E27FC236}">
                <a16:creationId xmlns:a16="http://schemas.microsoft.com/office/drawing/2014/main" id="{E9191366-6C10-435F-A2F8-6CBD1318FD96}"/>
              </a:ext>
            </a:extLst>
          </p:cNvPr>
          <p:cNvSpPr>
            <a:spLocks noGrp="1"/>
          </p:cNvSpPr>
          <p:nvPr>
            <p:ph type="body" sz="quarter" idx="12" hasCustomPrompt="1"/>
          </p:nvPr>
        </p:nvSpPr>
        <p:spPr>
          <a:xfrm>
            <a:off x="755650" y="512763"/>
            <a:ext cx="7632700" cy="503237"/>
          </a:xfrm>
          <a:prstGeom prst="roundRect">
            <a:avLst>
              <a:gd name="adj" fmla="val 2585"/>
            </a:avLst>
          </a:prstGeom>
        </p:spPr>
        <p:txBody>
          <a:bodyPr lIns="0" tIns="252000" rIns="0" bIns="0" anchor="ctr" anchorCtr="0">
            <a:noAutofit/>
          </a:bodyPr>
          <a:lstStyle>
            <a:lvl1pPr marL="0" indent="0" algn="ctr">
              <a:buNone/>
              <a:defRPr sz="3600" b="1"/>
            </a:lvl1pPr>
          </a:lstStyle>
          <a:p>
            <a:pPr lvl="0"/>
            <a:r>
              <a:rPr lang="en-US" dirty="0"/>
              <a:t>Aim</a:t>
            </a:r>
            <a:endParaRPr lang="en-GB" dirty="0"/>
          </a:p>
        </p:txBody>
      </p:sp>
      <p:sp>
        <p:nvSpPr>
          <p:cNvPr id="17" name="Text Placeholder 8">
            <a:extLst>
              <a:ext uri="{FF2B5EF4-FFF2-40B4-BE49-F238E27FC236}">
                <a16:creationId xmlns:a16="http://schemas.microsoft.com/office/drawing/2014/main" id="{6758EDAF-8492-4BF5-93A1-EA11C5D83003}"/>
              </a:ext>
            </a:extLst>
          </p:cNvPr>
          <p:cNvSpPr>
            <a:spLocks noGrp="1"/>
          </p:cNvSpPr>
          <p:nvPr>
            <p:ph type="body" sz="quarter" idx="13" hasCustomPrompt="1"/>
          </p:nvPr>
        </p:nvSpPr>
        <p:spPr>
          <a:xfrm>
            <a:off x="755649" y="2930434"/>
            <a:ext cx="7632700" cy="503237"/>
          </a:xfrm>
          <a:prstGeom prst="roundRect">
            <a:avLst>
              <a:gd name="adj" fmla="val 2585"/>
            </a:avLst>
          </a:prstGeom>
        </p:spPr>
        <p:txBody>
          <a:bodyPr lIns="0" tIns="252000" rIns="0" bIns="0" anchor="ctr" anchorCtr="0">
            <a:noAutofit/>
          </a:bodyPr>
          <a:lstStyle>
            <a:lvl1pPr marL="0" indent="0" algn="ctr">
              <a:buNone/>
              <a:defRPr sz="3600" b="1"/>
            </a:lvl1pPr>
          </a:lstStyle>
          <a:p>
            <a:pPr lvl="0"/>
            <a:r>
              <a:rPr lang="en-US" dirty="0"/>
              <a:t>Success Criteria</a:t>
            </a:r>
            <a:endParaRPr lang="en-GB" dirty="0"/>
          </a:p>
        </p:txBody>
      </p:sp>
    </p:spTree>
    <p:extLst>
      <p:ext uri="{BB962C8B-B14F-4D97-AF65-F5344CB8AC3E}">
        <p14:creationId xmlns:p14="http://schemas.microsoft.com/office/powerpoint/2010/main" val="2257523209"/>
      </p:ext>
    </p:extLst>
  </p:cSld>
  <p:clrMapOvr>
    <a:masterClrMapping/>
  </p:clrMapOvr>
  <p:extLst>
    <p:ext uri="{DCECCB84-F9BA-43D5-87BE-67443E8EF086}">
      <p15:sldGuideLst xmlns:p15="http://schemas.microsoft.com/office/powerpoint/2012/main">
        <p15:guide id="1" orient="horz" pos="640" userDrawn="1">
          <p15:clr>
            <a:srgbClr val="F26B43"/>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End Slide">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Rectangle 3">
            <a:hlinkClick r:id="rId3"/>
          </p:cNvPr>
          <p:cNvSpPr/>
          <p:nvPr userDrawn="1"/>
        </p:nvSpPr>
        <p:spPr>
          <a:xfrm>
            <a:off x="4137660" y="3152488"/>
            <a:ext cx="868680" cy="553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819737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udio/Video Disclaimer">
    <p:spTree>
      <p:nvGrpSpPr>
        <p:cNvPr id="1" name=""/>
        <p:cNvGrpSpPr/>
        <p:nvPr/>
      </p:nvGrpSpPr>
      <p:grpSpPr>
        <a:xfrm>
          <a:off x="0" y="0"/>
          <a:ext cx="0" cy="0"/>
          <a:chOff x="0" y="0"/>
          <a:chExt cx="0" cy="0"/>
        </a:xfrm>
      </p:grpSpPr>
      <p:sp>
        <p:nvSpPr>
          <p:cNvPr id="5" name="Rounded Rectangle 4"/>
          <p:cNvSpPr/>
          <p:nvPr userDrawn="1"/>
        </p:nvSpPr>
        <p:spPr bwMode="auto">
          <a:xfrm>
            <a:off x="457198" y="438151"/>
            <a:ext cx="8220075" cy="5957887"/>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sp>
        <p:nvSpPr>
          <p:cNvPr id="7" name="Rectangle 6">
            <a:extLst>
              <a:ext uri="{FF2B5EF4-FFF2-40B4-BE49-F238E27FC236}">
                <a16:creationId xmlns:a16="http://schemas.microsoft.com/office/drawing/2014/main" id="{FFC63B62-F6F8-4A70-935A-0CBCE04C051B}"/>
              </a:ext>
            </a:extLst>
          </p:cNvPr>
          <p:cNvSpPr/>
          <p:nvPr userDrawn="1"/>
        </p:nvSpPr>
        <p:spPr>
          <a:xfrm>
            <a:off x="755650" y="2209045"/>
            <a:ext cx="2382662" cy="3604671"/>
          </a:xfrm>
          <a:prstGeom prst="rect">
            <a:avLst/>
          </a:prstGeom>
          <a:solidFill>
            <a:srgbClr val="ACDD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0"/>
          </a:p>
        </p:txBody>
      </p:sp>
      <p:sp>
        <p:nvSpPr>
          <p:cNvPr id="9" name="Rectangle 8">
            <a:extLst>
              <a:ext uri="{FF2B5EF4-FFF2-40B4-BE49-F238E27FC236}">
                <a16:creationId xmlns:a16="http://schemas.microsoft.com/office/drawing/2014/main" id="{F19AD57E-3485-41E5-86B7-DD796C8FF6EE}"/>
              </a:ext>
            </a:extLst>
          </p:cNvPr>
          <p:cNvSpPr/>
          <p:nvPr userDrawn="1"/>
        </p:nvSpPr>
        <p:spPr>
          <a:xfrm>
            <a:off x="3380669" y="2209045"/>
            <a:ext cx="2382662" cy="3604671"/>
          </a:xfrm>
          <a:prstGeom prst="rect">
            <a:avLst/>
          </a:prstGeom>
          <a:solidFill>
            <a:srgbClr val="ACDD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0"/>
          </a:p>
        </p:txBody>
      </p:sp>
      <p:sp>
        <p:nvSpPr>
          <p:cNvPr id="10" name="Rectangle 9">
            <a:extLst>
              <a:ext uri="{FF2B5EF4-FFF2-40B4-BE49-F238E27FC236}">
                <a16:creationId xmlns:a16="http://schemas.microsoft.com/office/drawing/2014/main" id="{2A702136-D7DD-49CD-A4E0-42B0D1BAFEFE}"/>
              </a:ext>
            </a:extLst>
          </p:cNvPr>
          <p:cNvSpPr/>
          <p:nvPr userDrawn="1"/>
        </p:nvSpPr>
        <p:spPr>
          <a:xfrm>
            <a:off x="6005688" y="2209045"/>
            <a:ext cx="2382662" cy="3604671"/>
          </a:xfrm>
          <a:prstGeom prst="rect">
            <a:avLst/>
          </a:prstGeom>
          <a:solidFill>
            <a:srgbClr val="ACDD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0"/>
          </a:p>
        </p:txBody>
      </p:sp>
      <p:pic>
        <p:nvPicPr>
          <p:cNvPr id="12" name="Picture 1">
            <a:extLst>
              <a:ext uri="{FF2B5EF4-FFF2-40B4-BE49-F238E27FC236}">
                <a16:creationId xmlns:a16="http://schemas.microsoft.com/office/drawing/2014/main" id="{3124EECE-F7EF-4595-9620-68FD0E5E79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1088144" y="2435955"/>
            <a:ext cx="1717675" cy="1150938"/>
          </a:xfrm>
          <a:prstGeom prst="rect">
            <a:avLst/>
          </a:prstGeom>
          <a:noFill/>
          <a:ln w="12700">
            <a:solidFill>
              <a:srgbClr val="E34192"/>
            </a:solidFill>
            <a:miter lim="800000"/>
            <a:headEnd/>
            <a:tailEnd/>
          </a:ln>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606CC5B3-3D32-4C6C-8E1F-3758561C1FA7}"/>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1088144" y="3771617"/>
            <a:ext cx="1717675" cy="1857375"/>
          </a:xfrm>
          <a:prstGeom prst="rect">
            <a:avLst/>
          </a:prstGeom>
          <a:noFill/>
          <a:ln w="12700">
            <a:solidFill>
              <a:srgbClr val="E34192"/>
            </a:solidFill>
            <a:miter lim="800000"/>
            <a:headEnd/>
            <a:tailEnd/>
          </a:ln>
          <a:extLst>
            <a:ext uri="{909E8E84-426E-40DD-AFC4-6F175D3DCCD1}">
              <a14:hiddenFill xmlns:a14="http://schemas.microsoft.com/office/drawing/2010/main">
                <a:solidFill>
                  <a:srgbClr val="FFFFFF"/>
                </a:solidFill>
              </a14:hiddenFill>
            </a:ext>
          </a:extLst>
        </p:spPr>
      </p:pic>
      <p:sp>
        <p:nvSpPr>
          <p:cNvPr id="14" name="Title 2">
            <a:extLst>
              <a:ext uri="{FF2B5EF4-FFF2-40B4-BE49-F238E27FC236}">
                <a16:creationId xmlns:a16="http://schemas.microsoft.com/office/drawing/2014/main" id="{A7697262-5601-4023-B08E-475497092739}"/>
              </a:ext>
            </a:extLst>
          </p:cNvPr>
          <p:cNvSpPr>
            <a:spLocks/>
          </p:cNvSpPr>
          <p:nvPr userDrawn="1"/>
        </p:nvSpPr>
        <p:spPr bwMode="auto">
          <a:xfrm>
            <a:off x="457200" y="6283683"/>
            <a:ext cx="8220075" cy="715963"/>
          </a:xfrm>
          <a:prstGeom prst="roundRect">
            <a:avLst>
              <a:gd name="adj" fmla="val 9639"/>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round/>
                <a:headEnd/>
                <a:tailEnd/>
              </a14:hiddenLine>
            </a:ext>
          </a:extLst>
        </p:spPr>
        <p:txBody>
          <a:bodyPr lIns="252000" tIns="252000" rIns="252000" bIns="252000" anchor="ctr" anchorCtr="1"/>
          <a:lstStyle>
            <a:lvl1pPr>
              <a:defRPr>
                <a:solidFill>
                  <a:schemeClr val="tx1"/>
                </a:solidFill>
                <a:latin typeface="Twinkl" pitchFamily="2" charset="0"/>
              </a:defRPr>
            </a:lvl1pPr>
            <a:lvl2pPr marL="742950" indent="-285750">
              <a:defRPr>
                <a:solidFill>
                  <a:schemeClr val="tx1"/>
                </a:solidFill>
                <a:latin typeface="Twinkl" pitchFamily="2" charset="0"/>
              </a:defRPr>
            </a:lvl2pPr>
            <a:lvl3pPr marL="1143000" indent="-228600">
              <a:defRPr>
                <a:solidFill>
                  <a:schemeClr val="tx1"/>
                </a:solidFill>
                <a:latin typeface="Twinkl" pitchFamily="2" charset="0"/>
              </a:defRPr>
            </a:lvl3pPr>
            <a:lvl4pPr marL="1600200" indent="-228600">
              <a:defRPr>
                <a:solidFill>
                  <a:schemeClr val="tx1"/>
                </a:solidFill>
                <a:latin typeface="Twinkl" pitchFamily="2" charset="0"/>
              </a:defRPr>
            </a:lvl4pPr>
            <a:lvl5pPr marL="2057400" indent="-228600">
              <a:defRPr>
                <a:solidFill>
                  <a:schemeClr val="tx1"/>
                </a:solidFill>
                <a:latin typeface="Twinkl" pitchFamily="2" charset="0"/>
              </a:defRPr>
            </a:lvl5pPr>
            <a:lvl6pPr marL="2514600" indent="-228600" eaLnBrk="0" fontAlgn="base" hangingPunct="0">
              <a:spcBef>
                <a:spcPct val="0"/>
              </a:spcBef>
              <a:spcAft>
                <a:spcPct val="0"/>
              </a:spcAft>
              <a:defRPr>
                <a:solidFill>
                  <a:schemeClr val="tx1"/>
                </a:solidFill>
                <a:latin typeface="Twinkl" pitchFamily="2" charset="0"/>
              </a:defRPr>
            </a:lvl6pPr>
            <a:lvl7pPr marL="2971800" indent="-228600" eaLnBrk="0" fontAlgn="base" hangingPunct="0">
              <a:spcBef>
                <a:spcPct val="0"/>
              </a:spcBef>
              <a:spcAft>
                <a:spcPct val="0"/>
              </a:spcAft>
              <a:defRPr>
                <a:solidFill>
                  <a:schemeClr val="tx1"/>
                </a:solidFill>
                <a:latin typeface="Twinkl" pitchFamily="2" charset="0"/>
              </a:defRPr>
            </a:lvl7pPr>
            <a:lvl8pPr marL="3429000" indent="-228600" eaLnBrk="0" fontAlgn="base" hangingPunct="0">
              <a:spcBef>
                <a:spcPct val="0"/>
              </a:spcBef>
              <a:spcAft>
                <a:spcPct val="0"/>
              </a:spcAft>
              <a:defRPr>
                <a:solidFill>
                  <a:schemeClr val="tx1"/>
                </a:solidFill>
                <a:latin typeface="Twinkl" pitchFamily="2" charset="0"/>
              </a:defRPr>
            </a:lvl8pPr>
            <a:lvl9pPr marL="3886200" indent="-228600" eaLnBrk="0" fontAlgn="base" hangingPunct="0">
              <a:spcBef>
                <a:spcPct val="0"/>
              </a:spcBef>
              <a:spcAft>
                <a:spcPct val="0"/>
              </a:spcAft>
              <a:defRPr>
                <a:solidFill>
                  <a:schemeClr val="tx1"/>
                </a:solidFill>
                <a:latin typeface="Twinkl" pitchFamily="2" charset="0"/>
              </a:defRPr>
            </a:lvl9pPr>
          </a:lstStyle>
          <a:p>
            <a:pPr algn="ctr" eaLnBrk="1" hangingPunct="1">
              <a:lnSpc>
                <a:spcPct val="90000"/>
              </a:lnSpc>
            </a:pPr>
            <a:r>
              <a:rPr lang="en-GB" altLang="en-US" sz="1000" dirty="0">
                <a:solidFill>
                  <a:schemeClr val="bg1"/>
                </a:solidFill>
                <a:latin typeface="Roboto" panose="02000000000000000000" pitchFamily="2" charset="0"/>
                <a:ea typeface="Roboto" panose="02000000000000000000" pitchFamily="2" charset="0"/>
                <a:cs typeface="Arial" panose="020B0604020202020204" pitchFamily="34" charset="0"/>
              </a:rPr>
              <a:t>You may wish to delete this slide before beginning the presentation.</a:t>
            </a:r>
          </a:p>
        </p:txBody>
      </p:sp>
      <p:sp>
        <p:nvSpPr>
          <p:cNvPr id="15" name="Rectangle 14">
            <a:extLst>
              <a:ext uri="{FF2B5EF4-FFF2-40B4-BE49-F238E27FC236}">
                <a16:creationId xmlns:a16="http://schemas.microsoft.com/office/drawing/2014/main" id="{BF1001AF-39AD-4F6C-8CC7-DE3F05F47402}"/>
              </a:ext>
            </a:extLst>
          </p:cNvPr>
          <p:cNvSpPr/>
          <p:nvPr userDrawn="1"/>
        </p:nvSpPr>
        <p:spPr>
          <a:xfrm>
            <a:off x="450762" y="5938338"/>
            <a:ext cx="8226000" cy="295275"/>
          </a:xfrm>
          <a:prstGeom prst="rect">
            <a:avLst/>
          </a:prstGeom>
          <a:solidFill>
            <a:srgbClr val="E34192"/>
          </a:solidFill>
          <a:ln>
            <a:solidFill>
              <a:srgbClr val="E3419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GB" sz="1100" b="1" dirty="0">
                <a:solidFill>
                  <a:schemeClr val="bg1"/>
                </a:solidFill>
                <a:latin typeface="Roboto" panose="02000000000000000000" pitchFamily="2" charset="0"/>
                <a:ea typeface="Roboto" panose="02000000000000000000" pitchFamily="2" charset="0"/>
                <a:cs typeface="Arial" panose="020B0604020202020204" pitchFamily="34" charset="0"/>
              </a:rPr>
              <a:t>Please note the embedded audio may not be compatible with earlier versions of PowerPoint. </a:t>
            </a:r>
          </a:p>
        </p:txBody>
      </p:sp>
      <p:grpSp>
        <p:nvGrpSpPr>
          <p:cNvPr id="16" name="Group 15">
            <a:extLst>
              <a:ext uri="{FF2B5EF4-FFF2-40B4-BE49-F238E27FC236}">
                <a16:creationId xmlns:a16="http://schemas.microsoft.com/office/drawing/2014/main" id="{F4C02CD7-54FA-442D-8552-484866B452A3}"/>
              </a:ext>
            </a:extLst>
          </p:cNvPr>
          <p:cNvGrpSpPr/>
          <p:nvPr userDrawn="1"/>
        </p:nvGrpSpPr>
        <p:grpSpPr>
          <a:xfrm>
            <a:off x="653175" y="1186618"/>
            <a:ext cx="2485137" cy="4640495"/>
            <a:chOff x="653175" y="1293580"/>
            <a:chExt cx="2485137" cy="4640495"/>
          </a:xfrm>
        </p:grpSpPr>
        <p:sp>
          <p:nvSpPr>
            <p:cNvPr id="17" name="Rectangle 16">
              <a:extLst>
                <a:ext uri="{FF2B5EF4-FFF2-40B4-BE49-F238E27FC236}">
                  <a16:creationId xmlns:a16="http://schemas.microsoft.com/office/drawing/2014/main" id="{70129BA9-07CA-4E45-BE89-A3B3D8B06794}"/>
                </a:ext>
              </a:extLst>
            </p:cNvPr>
            <p:cNvSpPr/>
            <p:nvPr/>
          </p:nvSpPr>
          <p:spPr>
            <a:xfrm>
              <a:off x="755650" y="1352601"/>
              <a:ext cx="2382662" cy="4581474"/>
            </a:xfrm>
            <a:prstGeom prst="rect">
              <a:avLst/>
            </a:prstGeom>
            <a:noFill/>
            <a:ln>
              <a:solidFill>
                <a:srgbClr val="18A0DB"/>
              </a:solidFill>
            </a:ln>
          </p:spPr>
          <p:style>
            <a:lnRef idx="2">
              <a:schemeClr val="accent1">
                <a:shade val="50000"/>
              </a:schemeClr>
            </a:lnRef>
            <a:fillRef idx="1">
              <a:schemeClr val="accent1"/>
            </a:fillRef>
            <a:effectRef idx="0">
              <a:schemeClr val="accent1"/>
            </a:effectRef>
            <a:fontRef idx="minor">
              <a:schemeClr val="lt1"/>
            </a:fontRef>
          </p:style>
          <p:txBody>
            <a:bodyPr lIns="216000" tIns="180000" rIns="216000" bIns="180000" anchor="t" anchorCtr="0"/>
            <a:lstStyle/>
            <a:p>
              <a:pPr>
                <a:defRPr/>
              </a:pPr>
              <a:r>
                <a:rPr lang="en-GB" sz="1400" dirty="0">
                  <a:solidFill>
                    <a:schemeClr val="tx1"/>
                  </a:solidFill>
                  <a:latin typeface="Roboto" panose="02000000000000000000" pitchFamily="2" charset="0"/>
                  <a:ea typeface="Roboto" panose="02000000000000000000" pitchFamily="2" charset="0"/>
                  <a:cs typeface="Arial" panose="020B0604020202020204" pitchFamily="34" charset="0"/>
                </a:rPr>
                <a:t>Open the downloaded folder and copy all the files.</a:t>
              </a:r>
            </a:p>
          </p:txBody>
        </p:sp>
        <p:sp>
          <p:nvSpPr>
            <p:cNvPr id="18" name="Oval 17">
              <a:extLst>
                <a:ext uri="{FF2B5EF4-FFF2-40B4-BE49-F238E27FC236}">
                  <a16:creationId xmlns:a16="http://schemas.microsoft.com/office/drawing/2014/main" id="{06AD645D-EF4C-43B9-BC02-E73591ACFEA8}"/>
                </a:ext>
              </a:extLst>
            </p:cNvPr>
            <p:cNvSpPr/>
            <p:nvPr/>
          </p:nvSpPr>
          <p:spPr>
            <a:xfrm>
              <a:off x="653175" y="1293580"/>
              <a:ext cx="301052" cy="301052"/>
            </a:xfrm>
            <a:prstGeom prst="ellipse">
              <a:avLst/>
            </a:prstGeom>
            <a:solidFill>
              <a:srgbClr val="18A0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latin typeface="Roboto" panose="02000000000000000000" pitchFamily="2" charset="0"/>
                  <a:ea typeface="Roboto" panose="02000000000000000000" pitchFamily="2" charset="0"/>
                </a:rPr>
                <a:t>1</a:t>
              </a:r>
            </a:p>
          </p:txBody>
        </p:sp>
      </p:grpSp>
      <p:grpSp>
        <p:nvGrpSpPr>
          <p:cNvPr id="19" name="Group 18">
            <a:extLst>
              <a:ext uri="{FF2B5EF4-FFF2-40B4-BE49-F238E27FC236}">
                <a16:creationId xmlns:a16="http://schemas.microsoft.com/office/drawing/2014/main" id="{08DFAC45-3E54-4D6A-98C4-CF211C83922E}"/>
              </a:ext>
            </a:extLst>
          </p:cNvPr>
          <p:cNvGrpSpPr/>
          <p:nvPr userDrawn="1"/>
        </p:nvGrpSpPr>
        <p:grpSpPr>
          <a:xfrm>
            <a:off x="3278194" y="1186618"/>
            <a:ext cx="2485137" cy="4640495"/>
            <a:chOff x="653175" y="1293580"/>
            <a:chExt cx="2485137" cy="4640495"/>
          </a:xfrm>
        </p:grpSpPr>
        <p:sp>
          <p:nvSpPr>
            <p:cNvPr id="20" name="Rectangle 19">
              <a:extLst>
                <a:ext uri="{FF2B5EF4-FFF2-40B4-BE49-F238E27FC236}">
                  <a16:creationId xmlns:a16="http://schemas.microsoft.com/office/drawing/2014/main" id="{F0CD5D4D-4B63-46DB-9525-B34F30B13615}"/>
                </a:ext>
              </a:extLst>
            </p:cNvPr>
            <p:cNvSpPr/>
            <p:nvPr/>
          </p:nvSpPr>
          <p:spPr>
            <a:xfrm>
              <a:off x="755650" y="1352601"/>
              <a:ext cx="2382662" cy="4581474"/>
            </a:xfrm>
            <a:prstGeom prst="rect">
              <a:avLst/>
            </a:prstGeom>
            <a:noFill/>
            <a:ln>
              <a:solidFill>
                <a:srgbClr val="18A0DB"/>
              </a:solidFill>
            </a:ln>
          </p:spPr>
          <p:style>
            <a:lnRef idx="2">
              <a:schemeClr val="accent1">
                <a:shade val="50000"/>
              </a:schemeClr>
            </a:lnRef>
            <a:fillRef idx="1">
              <a:schemeClr val="accent1"/>
            </a:fillRef>
            <a:effectRef idx="0">
              <a:schemeClr val="accent1"/>
            </a:effectRef>
            <a:fontRef idx="minor">
              <a:schemeClr val="lt1"/>
            </a:fontRef>
          </p:style>
          <p:txBody>
            <a:bodyPr lIns="216000" tIns="180000" rIns="216000" bIns="180000" anchor="t" anchorCtr="0"/>
            <a:lstStyle/>
            <a:p>
              <a:pPr>
                <a:defRPr/>
              </a:pPr>
              <a:r>
                <a:rPr lang="en-GB" sz="1400" dirty="0">
                  <a:solidFill>
                    <a:schemeClr val="tx1"/>
                  </a:solidFill>
                  <a:latin typeface="Roboto" panose="02000000000000000000" pitchFamily="2" charset="0"/>
                  <a:ea typeface="Roboto" panose="02000000000000000000" pitchFamily="2" charset="0"/>
                  <a:cs typeface="Arial" panose="020B0604020202020204" pitchFamily="34" charset="0"/>
                </a:rPr>
                <a:t>Paste the copied files into a new folder.</a:t>
              </a:r>
            </a:p>
          </p:txBody>
        </p:sp>
        <p:sp>
          <p:nvSpPr>
            <p:cNvPr id="21" name="Oval 20">
              <a:extLst>
                <a:ext uri="{FF2B5EF4-FFF2-40B4-BE49-F238E27FC236}">
                  <a16:creationId xmlns:a16="http://schemas.microsoft.com/office/drawing/2014/main" id="{E921D1FD-6ED8-4721-9B13-952826BF7583}"/>
                </a:ext>
              </a:extLst>
            </p:cNvPr>
            <p:cNvSpPr/>
            <p:nvPr/>
          </p:nvSpPr>
          <p:spPr>
            <a:xfrm>
              <a:off x="653175" y="1293580"/>
              <a:ext cx="301052" cy="301052"/>
            </a:xfrm>
            <a:prstGeom prst="ellipse">
              <a:avLst/>
            </a:prstGeom>
            <a:solidFill>
              <a:srgbClr val="18A0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latin typeface="Roboto" panose="02000000000000000000" pitchFamily="2" charset="0"/>
                  <a:ea typeface="Roboto" panose="02000000000000000000" pitchFamily="2" charset="0"/>
                </a:rPr>
                <a:t>2</a:t>
              </a:r>
            </a:p>
          </p:txBody>
        </p:sp>
      </p:grpSp>
      <p:grpSp>
        <p:nvGrpSpPr>
          <p:cNvPr id="22" name="Group 21">
            <a:extLst>
              <a:ext uri="{FF2B5EF4-FFF2-40B4-BE49-F238E27FC236}">
                <a16:creationId xmlns:a16="http://schemas.microsoft.com/office/drawing/2014/main" id="{2E64373C-29B9-44AD-BBFF-1C2B6CB8B856}"/>
              </a:ext>
            </a:extLst>
          </p:cNvPr>
          <p:cNvGrpSpPr/>
          <p:nvPr userDrawn="1"/>
        </p:nvGrpSpPr>
        <p:grpSpPr>
          <a:xfrm>
            <a:off x="5903213" y="1186618"/>
            <a:ext cx="2485137" cy="4640495"/>
            <a:chOff x="653175" y="1293580"/>
            <a:chExt cx="2485137" cy="4640495"/>
          </a:xfrm>
        </p:grpSpPr>
        <p:sp>
          <p:nvSpPr>
            <p:cNvPr id="23" name="Rectangle 22">
              <a:extLst>
                <a:ext uri="{FF2B5EF4-FFF2-40B4-BE49-F238E27FC236}">
                  <a16:creationId xmlns:a16="http://schemas.microsoft.com/office/drawing/2014/main" id="{3F8F64B4-C8AD-4F3A-AC24-CC1D1D7B43F0}"/>
                </a:ext>
              </a:extLst>
            </p:cNvPr>
            <p:cNvSpPr/>
            <p:nvPr/>
          </p:nvSpPr>
          <p:spPr>
            <a:xfrm>
              <a:off x="755650" y="1352601"/>
              <a:ext cx="2382662" cy="4581474"/>
            </a:xfrm>
            <a:prstGeom prst="rect">
              <a:avLst/>
            </a:prstGeom>
            <a:noFill/>
            <a:ln>
              <a:solidFill>
                <a:srgbClr val="18A0DB"/>
              </a:solidFill>
            </a:ln>
          </p:spPr>
          <p:style>
            <a:lnRef idx="2">
              <a:schemeClr val="accent1">
                <a:shade val="50000"/>
              </a:schemeClr>
            </a:lnRef>
            <a:fillRef idx="1">
              <a:schemeClr val="accent1"/>
            </a:fillRef>
            <a:effectRef idx="0">
              <a:schemeClr val="accent1"/>
            </a:effectRef>
            <a:fontRef idx="minor">
              <a:schemeClr val="lt1"/>
            </a:fontRef>
          </p:style>
          <p:txBody>
            <a:bodyPr lIns="216000" tIns="180000" rIns="216000" bIns="180000" anchor="t" anchorCtr="0"/>
            <a:lstStyle/>
            <a:p>
              <a:pPr>
                <a:defRPr/>
              </a:pPr>
              <a:r>
                <a:rPr lang="en-GB" sz="1400" dirty="0">
                  <a:solidFill>
                    <a:schemeClr val="tx1"/>
                  </a:solidFill>
                  <a:latin typeface="Roboto" panose="02000000000000000000" pitchFamily="2" charset="0"/>
                  <a:ea typeface="Roboto" panose="02000000000000000000" pitchFamily="2" charset="0"/>
                  <a:cs typeface="Arial" panose="020B0604020202020204" pitchFamily="34" charset="0"/>
                </a:rPr>
                <a:t>To use the PowerPoint, enable editing and put into slide show mode.</a:t>
              </a:r>
            </a:p>
          </p:txBody>
        </p:sp>
        <p:sp>
          <p:nvSpPr>
            <p:cNvPr id="24" name="Oval 23">
              <a:extLst>
                <a:ext uri="{FF2B5EF4-FFF2-40B4-BE49-F238E27FC236}">
                  <a16:creationId xmlns:a16="http://schemas.microsoft.com/office/drawing/2014/main" id="{306893F1-C2B6-43EB-825A-DA5B276C8908}"/>
                </a:ext>
              </a:extLst>
            </p:cNvPr>
            <p:cNvSpPr/>
            <p:nvPr/>
          </p:nvSpPr>
          <p:spPr>
            <a:xfrm>
              <a:off x="653175" y="1293580"/>
              <a:ext cx="301052" cy="301052"/>
            </a:xfrm>
            <a:prstGeom prst="ellipse">
              <a:avLst/>
            </a:prstGeom>
            <a:solidFill>
              <a:srgbClr val="18A0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latin typeface="Roboto" panose="02000000000000000000" pitchFamily="2" charset="0"/>
                  <a:ea typeface="Roboto" panose="02000000000000000000" pitchFamily="2" charset="0"/>
                </a:rPr>
                <a:t>3</a:t>
              </a:r>
            </a:p>
          </p:txBody>
        </p:sp>
      </p:grpSp>
      <p:pic>
        <p:nvPicPr>
          <p:cNvPr id="25" name="Picture 24">
            <a:extLst>
              <a:ext uri="{FF2B5EF4-FFF2-40B4-BE49-F238E27FC236}">
                <a16:creationId xmlns:a16="http://schemas.microsoft.com/office/drawing/2014/main" id="{F8E75E30-3E3D-4F9B-9EF6-9A9630C27CBB}"/>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a:fillRect/>
          </a:stretch>
        </p:blipFill>
        <p:spPr bwMode="auto">
          <a:xfrm>
            <a:off x="3720306" y="2435955"/>
            <a:ext cx="1703388" cy="2003425"/>
          </a:xfrm>
          <a:prstGeom prst="rect">
            <a:avLst/>
          </a:prstGeom>
          <a:noFill/>
          <a:ln w="12700">
            <a:solidFill>
              <a:srgbClr val="E34192"/>
            </a:solidFill>
            <a:miter lim="800000"/>
            <a:headEnd/>
            <a:tailEnd/>
          </a:ln>
          <a:extLst>
            <a:ext uri="{909E8E84-426E-40DD-AFC4-6F175D3DCCD1}">
              <a14:hiddenFill xmlns:a14="http://schemas.microsoft.com/office/drawing/2010/main">
                <a:solidFill>
                  <a:srgbClr val="FFFFFF"/>
                </a:solidFill>
              </a14:hiddenFill>
            </a:ext>
          </a:extLst>
        </p:spPr>
      </p:pic>
      <p:pic>
        <p:nvPicPr>
          <p:cNvPr id="26" name="Picture 25">
            <a:extLst>
              <a:ext uri="{FF2B5EF4-FFF2-40B4-BE49-F238E27FC236}">
                <a16:creationId xmlns:a16="http://schemas.microsoft.com/office/drawing/2014/main" id="{E55EBE21-985E-4E8F-B68C-A7F9AB89D609}"/>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a:fillRect/>
          </a:stretch>
        </p:blipFill>
        <p:spPr bwMode="auto">
          <a:xfrm>
            <a:off x="6114362" y="3710564"/>
            <a:ext cx="2165314" cy="1601754"/>
          </a:xfrm>
          <a:prstGeom prst="rect">
            <a:avLst/>
          </a:prstGeom>
          <a:noFill/>
          <a:ln w="12700">
            <a:solidFill>
              <a:srgbClr val="E34192"/>
            </a:solidFill>
            <a:miter lim="800000"/>
            <a:headEnd/>
            <a:tailEnd/>
          </a:ln>
          <a:extLst>
            <a:ext uri="{909E8E84-426E-40DD-AFC4-6F175D3DCCD1}">
              <a14:hiddenFill xmlns:a14="http://schemas.microsoft.com/office/drawing/2010/main">
                <a:solidFill>
                  <a:srgbClr val="FFFFFF"/>
                </a:solidFill>
              </a14:hiddenFill>
            </a:ext>
          </a:extLst>
        </p:spPr>
      </p:pic>
      <p:pic>
        <p:nvPicPr>
          <p:cNvPr id="27" name="Picture 26">
            <a:extLst>
              <a:ext uri="{FF2B5EF4-FFF2-40B4-BE49-F238E27FC236}">
                <a16:creationId xmlns:a16="http://schemas.microsoft.com/office/drawing/2014/main" id="{12AA4B95-3CCC-45E1-B7B1-343CCBC6F42A}"/>
              </a:ext>
            </a:extLst>
          </p:cNvPr>
          <p:cNvPicPr>
            <a:picLocks noChangeAspect="1"/>
          </p:cNvPicPr>
          <p:nvPr userDrawn="1"/>
        </p:nvPicPr>
        <p:blipFill>
          <a:blip r:embed="rId6">
            <a:extLst>
              <a:ext uri="{28A0092B-C50C-407E-A947-70E740481C1C}">
                <a14:useLocalDpi xmlns:a14="http://schemas.microsoft.com/office/drawing/2010/main"/>
              </a:ext>
            </a:extLst>
          </a:blip>
          <a:srcRect/>
          <a:stretch>
            <a:fillRect/>
          </a:stretch>
        </p:blipFill>
        <p:spPr bwMode="auto">
          <a:xfrm>
            <a:off x="6114344" y="2435955"/>
            <a:ext cx="2165350" cy="225425"/>
          </a:xfrm>
          <a:prstGeom prst="rect">
            <a:avLst/>
          </a:prstGeom>
          <a:noFill/>
          <a:ln w="12700">
            <a:solidFill>
              <a:srgbClr val="E34192"/>
            </a:solidFill>
            <a:miter lim="800000"/>
            <a:headEnd/>
            <a:tailEnd/>
          </a:ln>
          <a:extLst>
            <a:ext uri="{909E8E84-426E-40DD-AFC4-6F175D3DCCD1}">
              <a14:hiddenFill xmlns:a14="http://schemas.microsoft.com/office/drawing/2010/main">
                <a:solidFill>
                  <a:srgbClr val="FFFFFF"/>
                </a:solidFill>
              </a14:hiddenFill>
            </a:ext>
          </a:extLst>
        </p:spPr>
      </p:pic>
      <p:grpSp>
        <p:nvGrpSpPr>
          <p:cNvPr id="28" name="Group 27">
            <a:extLst>
              <a:ext uri="{FF2B5EF4-FFF2-40B4-BE49-F238E27FC236}">
                <a16:creationId xmlns:a16="http://schemas.microsoft.com/office/drawing/2014/main" id="{EB959152-16E0-47A5-9814-E4CDFB5F1B4A}"/>
              </a:ext>
            </a:extLst>
          </p:cNvPr>
          <p:cNvGrpSpPr/>
          <p:nvPr userDrawn="1"/>
        </p:nvGrpSpPr>
        <p:grpSpPr>
          <a:xfrm>
            <a:off x="6114362" y="2862122"/>
            <a:ext cx="2165350" cy="690207"/>
            <a:chOff x="6137101" y="2837944"/>
            <a:chExt cx="2165350" cy="690207"/>
          </a:xfrm>
        </p:grpSpPr>
        <p:grpSp>
          <p:nvGrpSpPr>
            <p:cNvPr id="29" name="Group 28">
              <a:extLst>
                <a:ext uri="{FF2B5EF4-FFF2-40B4-BE49-F238E27FC236}">
                  <a16:creationId xmlns:a16="http://schemas.microsoft.com/office/drawing/2014/main" id="{2AA9C2EC-978E-419F-A507-D371B5CA5B55}"/>
                </a:ext>
              </a:extLst>
            </p:cNvPr>
            <p:cNvGrpSpPr>
              <a:grpSpLocks/>
            </p:cNvGrpSpPr>
            <p:nvPr/>
          </p:nvGrpSpPr>
          <p:grpSpPr bwMode="auto">
            <a:xfrm>
              <a:off x="6137101" y="2837944"/>
              <a:ext cx="2165350" cy="647700"/>
              <a:chOff x="6164808" y="2589878"/>
              <a:chExt cx="2165459" cy="647296"/>
            </a:xfrm>
          </p:grpSpPr>
          <p:pic>
            <p:nvPicPr>
              <p:cNvPr id="31" name="Picture 30">
                <a:extLst>
                  <a:ext uri="{FF2B5EF4-FFF2-40B4-BE49-F238E27FC236}">
                    <a16:creationId xmlns:a16="http://schemas.microsoft.com/office/drawing/2014/main" id="{B5145F20-A130-4EC9-B902-0B2D234C1C06}"/>
                  </a:ext>
                </a:extLst>
              </p:cNvPr>
              <p:cNvPicPr>
                <a:picLocks noChangeAspect="1"/>
              </p:cNvPicPr>
              <p:nvPr/>
            </p:nvPicPr>
            <p:blipFill>
              <a:blip r:embed="rId7" cstate="screen">
                <a:extLst>
                  <a:ext uri="{28A0092B-C50C-407E-A947-70E740481C1C}">
                    <a14:useLocalDpi xmlns:a14="http://schemas.microsoft.com/office/drawing/2010/main"/>
                  </a:ext>
                </a:extLst>
              </a:blip>
              <a:srcRect/>
              <a:stretch>
                <a:fillRect/>
              </a:stretch>
            </p:blipFill>
            <p:spPr bwMode="auto">
              <a:xfrm>
                <a:off x="6164808" y="2589878"/>
                <a:ext cx="2165459" cy="647296"/>
              </a:xfrm>
              <a:prstGeom prst="rect">
                <a:avLst/>
              </a:prstGeom>
              <a:noFill/>
              <a:ln w="12700">
                <a:solidFill>
                  <a:srgbClr val="E34192"/>
                </a:solidFill>
                <a:miter lim="800000"/>
                <a:headEnd/>
                <a:tailEnd/>
              </a:ln>
              <a:extLst>
                <a:ext uri="{909E8E84-426E-40DD-AFC4-6F175D3DCCD1}">
                  <a14:hiddenFill xmlns:a14="http://schemas.microsoft.com/office/drawing/2010/main">
                    <a:solidFill>
                      <a:srgbClr val="FFFFFF"/>
                    </a:solidFill>
                  </a14:hiddenFill>
                </a:ext>
              </a:extLst>
            </p:spPr>
          </p:pic>
          <p:cxnSp>
            <p:nvCxnSpPr>
              <p:cNvPr id="32" name="Straight Arrow Connector 31">
                <a:extLst>
                  <a:ext uri="{FF2B5EF4-FFF2-40B4-BE49-F238E27FC236}">
                    <a16:creationId xmlns:a16="http://schemas.microsoft.com/office/drawing/2014/main" id="{7209CC96-78F3-4B82-BE38-23F76BEC0573}"/>
                  </a:ext>
                </a:extLst>
              </p:cNvPr>
              <p:cNvCxnSpPr/>
              <p:nvPr/>
            </p:nvCxnSpPr>
            <p:spPr>
              <a:xfrm flipH="1">
                <a:off x="7949742" y="2768837"/>
                <a:ext cx="79379" cy="287158"/>
              </a:xfrm>
              <a:prstGeom prst="straightConnector1">
                <a:avLst/>
              </a:prstGeom>
              <a:ln w="19050">
                <a:solidFill>
                  <a:srgbClr val="18A0DB"/>
                </a:solidFill>
                <a:tailEnd type="triangle"/>
              </a:ln>
            </p:spPr>
            <p:style>
              <a:lnRef idx="1">
                <a:schemeClr val="accent1"/>
              </a:lnRef>
              <a:fillRef idx="0">
                <a:schemeClr val="accent1"/>
              </a:fillRef>
              <a:effectRef idx="0">
                <a:schemeClr val="accent1"/>
              </a:effectRef>
              <a:fontRef idx="minor">
                <a:schemeClr val="tx1"/>
              </a:fontRef>
            </p:style>
          </p:cxnSp>
        </p:grpSp>
        <p:sp>
          <p:nvSpPr>
            <p:cNvPr id="30" name="Oval 29">
              <a:extLst>
                <a:ext uri="{FF2B5EF4-FFF2-40B4-BE49-F238E27FC236}">
                  <a16:creationId xmlns:a16="http://schemas.microsoft.com/office/drawing/2014/main" id="{289AD21C-A27E-4E30-8AB2-27CBD6E49F15}"/>
                </a:ext>
              </a:extLst>
            </p:cNvPr>
            <p:cNvSpPr/>
            <p:nvPr/>
          </p:nvSpPr>
          <p:spPr>
            <a:xfrm>
              <a:off x="7790917" y="3317748"/>
              <a:ext cx="210403" cy="210403"/>
            </a:xfrm>
            <a:prstGeom prst="ellipse">
              <a:avLst/>
            </a:prstGeom>
            <a:noFill/>
            <a:ln w="19050">
              <a:solidFill>
                <a:srgbClr val="18A0D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45" name="TextBox 44">
            <a:extLst>
              <a:ext uri="{FF2B5EF4-FFF2-40B4-BE49-F238E27FC236}">
                <a16:creationId xmlns:a16="http://schemas.microsoft.com/office/drawing/2014/main" id="{3642231C-A2F6-4367-90C6-0767E987F9A9}"/>
              </a:ext>
            </a:extLst>
          </p:cNvPr>
          <p:cNvSpPr txBox="1"/>
          <p:nvPr userDrawn="1"/>
        </p:nvSpPr>
        <p:spPr>
          <a:xfrm>
            <a:off x="755650" y="668014"/>
            <a:ext cx="7632700" cy="523220"/>
          </a:xfrm>
          <a:prstGeom prst="rect">
            <a:avLst/>
          </a:prstGeom>
          <a:noFill/>
        </p:spPr>
        <p:txBody>
          <a:bodyPr wrap="square">
            <a:spAutoFit/>
          </a:bodyPr>
          <a:lstStyle/>
          <a:p>
            <a:pPr lvl="0" algn="ctr"/>
            <a:r>
              <a:rPr lang="en-US" sz="2800" b="1" dirty="0">
                <a:solidFill>
                  <a:srgbClr val="E34192"/>
                </a:solidFill>
                <a:latin typeface="Roboto" panose="02000000000000000000" pitchFamily="2" charset="0"/>
                <a:ea typeface="Roboto" panose="02000000000000000000" pitchFamily="2" charset="0"/>
              </a:rPr>
              <a:t>Guidance for Video/Audio in PowerPoints</a:t>
            </a:r>
            <a:endParaRPr lang="en-GB" sz="2800" b="1" dirty="0">
              <a:solidFill>
                <a:srgbClr val="E34192"/>
              </a:solidFill>
            </a:endParaRPr>
          </a:p>
        </p:txBody>
      </p:sp>
    </p:spTree>
    <p:extLst>
      <p:ext uri="{BB962C8B-B14F-4D97-AF65-F5344CB8AC3E}">
        <p14:creationId xmlns:p14="http://schemas.microsoft.com/office/powerpoint/2010/main" val="3959364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dvance Copy">
    <p:spTree>
      <p:nvGrpSpPr>
        <p:cNvPr id="1" name=""/>
        <p:cNvGrpSpPr/>
        <p:nvPr/>
      </p:nvGrpSpPr>
      <p:grpSpPr>
        <a:xfrm>
          <a:off x="0" y="0"/>
          <a:ext cx="0" cy="0"/>
          <a:chOff x="0" y="0"/>
          <a:chExt cx="0" cy="0"/>
        </a:xfrm>
      </p:grpSpPr>
      <p:sp>
        <p:nvSpPr>
          <p:cNvPr id="5" name="Rounded Rectangle 4"/>
          <p:cNvSpPr/>
          <p:nvPr userDrawn="1"/>
        </p:nvSpPr>
        <p:spPr bwMode="auto">
          <a:xfrm>
            <a:off x="457198" y="438151"/>
            <a:ext cx="8220075" cy="5957887"/>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sp>
        <p:nvSpPr>
          <p:cNvPr id="14" name="Title 2">
            <a:extLst>
              <a:ext uri="{FF2B5EF4-FFF2-40B4-BE49-F238E27FC236}">
                <a16:creationId xmlns:a16="http://schemas.microsoft.com/office/drawing/2014/main" id="{A7697262-5601-4023-B08E-475497092739}"/>
              </a:ext>
            </a:extLst>
          </p:cNvPr>
          <p:cNvSpPr>
            <a:spLocks/>
          </p:cNvSpPr>
          <p:nvPr userDrawn="1"/>
        </p:nvSpPr>
        <p:spPr bwMode="auto">
          <a:xfrm>
            <a:off x="457200" y="6283683"/>
            <a:ext cx="8220075" cy="715963"/>
          </a:xfrm>
          <a:prstGeom prst="roundRect">
            <a:avLst>
              <a:gd name="adj" fmla="val 9639"/>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round/>
                <a:headEnd/>
                <a:tailEnd/>
              </a14:hiddenLine>
            </a:ext>
          </a:extLst>
        </p:spPr>
        <p:txBody>
          <a:bodyPr lIns="252000" tIns="252000" rIns="252000" bIns="252000" anchor="ctr" anchorCtr="1"/>
          <a:lstStyle>
            <a:lvl1pPr>
              <a:defRPr>
                <a:solidFill>
                  <a:schemeClr val="tx1"/>
                </a:solidFill>
                <a:latin typeface="Twinkl" pitchFamily="2" charset="0"/>
              </a:defRPr>
            </a:lvl1pPr>
            <a:lvl2pPr marL="742950" indent="-285750">
              <a:defRPr>
                <a:solidFill>
                  <a:schemeClr val="tx1"/>
                </a:solidFill>
                <a:latin typeface="Twinkl" pitchFamily="2" charset="0"/>
              </a:defRPr>
            </a:lvl2pPr>
            <a:lvl3pPr marL="1143000" indent="-228600">
              <a:defRPr>
                <a:solidFill>
                  <a:schemeClr val="tx1"/>
                </a:solidFill>
                <a:latin typeface="Twinkl" pitchFamily="2" charset="0"/>
              </a:defRPr>
            </a:lvl3pPr>
            <a:lvl4pPr marL="1600200" indent="-228600">
              <a:defRPr>
                <a:solidFill>
                  <a:schemeClr val="tx1"/>
                </a:solidFill>
                <a:latin typeface="Twinkl" pitchFamily="2" charset="0"/>
              </a:defRPr>
            </a:lvl4pPr>
            <a:lvl5pPr marL="2057400" indent="-228600">
              <a:defRPr>
                <a:solidFill>
                  <a:schemeClr val="tx1"/>
                </a:solidFill>
                <a:latin typeface="Twinkl" pitchFamily="2" charset="0"/>
              </a:defRPr>
            </a:lvl5pPr>
            <a:lvl6pPr marL="2514600" indent="-228600" eaLnBrk="0" fontAlgn="base" hangingPunct="0">
              <a:spcBef>
                <a:spcPct val="0"/>
              </a:spcBef>
              <a:spcAft>
                <a:spcPct val="0"/>
              </a:spcAft>
              <a:defRPr>
                <a:solidFill>
                  <a:schemeClr val="tx1"/>
                </a:solidFill>
                <a:latin typeface="Twinkl" pitchFamily="2" charset="0"/>
              </a:defRPr>
            </a:lvl6pPr>
            <a:lvl7pPr marL="2971800" indent="-228600" eaLnBrk="0" fontAlgn="base" hangingPunct="0">
              <a:spcBef>
                <a:spcPct val="0"/>
              </a:spcBef>
              <a:spcAft>
                <a:spcPct val="0"/>
              </a:spcAft>
              <a:defRPr>
                <a:solidFill>
                  <a:schemeClr val="tx1"/>
                </a:solidFill>
                <a:latin typeface="Twinkl" pitchFamily="2" charset="0"/>
              </a:defRPr>
            </a:lvl7pPr>
            <a:lvl8pPr marL="3429000" indent="-228600" eaLnBrk="0" fontAlgn="base" hangingPunct="0">
              <a:spcBef>
                <a:spcPct val="0"/>
              </a:spcBef>
              <a:spcAft>
                <a:spcPct val="0"/>
              </a:spcAft>
              <a:defRPr>
                <a:solidFill>
                  <a:schemeClr val="tx1"/>
                </a:solidFill>
                <a:latin typeface="Twinkl" pitchFamily="2" charset="0"/>
              </a:defRPr>
            </a:lvl8pPr>
            <a:lvl9pPr marL="3886200" indent="-228600" eaLnBrk="0" fontAlgn="base" hangingPunct="0">
              <a:spcBef>
                <a:spcPct val="0"/>
              </a:spcBef>
              <a:spcAft>
                <a:spcPct val="0"/>
              </a:spcAft>
              <a:defRPr>
                <a:solidFill>
                  <a:schemeClr val="tx1"/>
                </a:solidFill>
                <a:latin typeface="Twinkl" pitchFamily="2" charset="0"/>
              </a:defRPr>
            </a:lvl9pPr>
          </a:lstStyle>
          <a:p>
            <a:pPr algn="ctr" eaLnBrk="1" hangingPunct="1">
              <a:lnSpc>
                <a:spcPct val="90000"/>
              </a:lnSpc>
            </a:pPr>
            <a:r>
              <a:rPr lang="en-GB" altLang="en-US" sz="1000" dirty="0">
                <a:solidFill>
                  <a:schemeClr val="bg1"/>
                </a:solidFill>
                <a:latin typeface="Roboto" panose="02000000000000000000" pitchFamily="2" charset="0"/>
                <a:ea typeface="Roboto" panose="02000000000000000000" pitchFamily="2" charset="0"/>
                <a:cs typeface="Arial" panose="020B0604020202020204" pitchFamily="34" charset="0"/>
              </a:rPr>
              <a:t>You may wish to delete this slide before beginning the presentation.</a:t>
            </a:r>
          </a:p>
        </p:txBody>
      </p:sp>
      <p:sp>
        <p:nvSpPr>
          <p:cNvPr id="43" name="Rectangle 42">
            <a:extLst>
              <a:ext uri="{FF2B5EF4-FFF2-40B4-BE49-F238E27FC236}">
                <a16:creationId xmlns:a16="http://schemas.microsoft.com/office/drawing/2014/main" id="{6A96975B-C3DC-451D-8423-D15D5BCDB436}"/>
              </a:ext>
            </a:extLst>
          </p:cNvPr>
          <p:cNvSpPr/>
          <p:nvPr/>
        </p:nvSpPr>
        <p:spPr>
          <a:xfrm>
            <a:off x="755649" y="1716190"/>
            <a:ext cx="7632700" cy="1236438"/>
          </a:xfrm>
          <a:prstGeom prst="rect">
            <a:avLst/>
          </a:prstGeom>
          <a:noFill/>
          <a:ln w="19050">
            <a:solidFill>
              <a:srgbClr val="18A0DB"/>
            </a:solidFill>
          </a:ln>
        </p:spPr>
        <p:txBody>
          <a:bodyPr wrap="square" lIns="216000" tIns="216000" rIns="216000" bIns="216000">
            <a:spAutoFit/>
          </a:bodyPr>
          <a:lstStyle/>
          <a:p>
            <a:pPr algn="ctr">
              <a:spcAft>
                <a:spcPts val="600"/>
              </a:spcAft>
            </a:pPr>
            <a:r>
              <a:rPr lang="en-GB" sz="1400" dirty="0">
                <a:latin typeface="Roboto" panose="02000000000000000000" pitchFamily="2" charset="0"/>
                <a:ea typeface="Roboto" panose="02000000000000000000" pitchFamily="2" charset="0"/>
              </a:rPr>
              <a:t>This is an </a:t>
            </a:r>
            <a:r>
              <a:rPr lang="en-GB" sz="1400" b="1" dirty="0">
                <a:latin typeface="Roboto" panose="02000000000000000000" pitchFamily="2" charset="0"/>
                <a:ea typeface="Roboto" panose="02000000000000000000" pitchFamily="2" charset="0"/>
              </a:rPr>
              <a:t>exclusive, advance copy!</a:t>
            </a:r>
          </a:p>
          <a:p>
            <a:pPr algn="ctr">
              <a:spcAft>
                <a:spcPts val="600"/>
              </a:spcAft>
            </a:pPr>
            <a:r>
              <a:rPr lang="en-GB" sz="1400" dirty="0">
                <a:latin typeface="Roboto" panose="02000000000000000000" pitchFamily="2" charset="0"/>
                <a:ea typeface="Roboto" panose="02000000000000000000" pitchFamily="2" charset="0"/>
              </a:rPr>
              <a:t>Let us know what you think by emailing </a:t>
            </a:r>
            <a:r>
              <a:rPr lang="en-GB" sz="1400" b="1" u="sng" dirty="0">
                <a:latin typeface="Roboto" panose="02000000000000000000" pitchFamily="2" charset="0"/>
                <a:ea typeface="Roboto" panose="02000000000000000000" pitchFamily="2" charset="0"/>
                <a:hlinkClick r:id="rId2"/>
              </a:rPr>
              <a:t>twinklcares@twinkl.co.uk</a:t>
            </a:r>
            <a:endParaRPr lang="en-GB" sz="1400" b="1" u="sng" dirty="0">
              <a:latin typeface="Roboto" panose="02000000000000000000" pitchFamily="2" charset="0"/>
              <a:ea typeface="Roboto" panose="02000000000000000000" pitchFamily="2" charset="0"/>
            </a:endParaRPr>
          </a:p>
          <a:p>
            <a:pPr algn="ctr">
              <a:spcAft>
                <a:spcPts val="600"/>
              </a:spcAft>
            </a:pPr>
            <a:r>
              <a:rPr lang="en-GB" sz="1400" dirty="0">
                <a:latin typeface="Roboto" panose="02000000000000000000" pitchFamily="2" charset="0"/>
                <a:ea typeface="Roboto" panose="02000000000000000000" pitchFamily="2" charset="0"/>
              </a:rPr>
              <a:t>with the reference ‘</a:t>
            </a:r>
            <a:r>
              <a:rPr lang="en-GB" sz="1400" b="1" dirty="0">
                <a:latin typeface="Roboto" panose="02000000000000000000" pitchFamily="2" charset="0"/>
                <a:ea typeface="Roboto" panose="02000000000000000000" pitchFamily="2" charset="0"/>
              </a:rPr>
              <a:t>CODE</a:t>
            </a:r>
            <a:r>
              <a:rPr lang="en-GB" sz="1400" dirty="0">
                <a:latin typeface="Roboto" panose="02000000000000000000" pitchFamily="2" charset="0"/>
                <a:ea typeface="Roboto" panose="02000000000000000000" pitchFamily="2" charset="0"/>
              </a:rPr>
              <a:t>’.</a:t>
            </a:r>
          </a:p>
        </p:txBody>
      </p:sp>
      <p:sp>
        <p:nvSpPr>
          <p:cNvPr id="44" name="Rectangle 43">
            <a:extLst>
              <a:ext uri="{FF2B5EF4-FFF2-40B4-BE49-F238E27FC236}">
                <a16:creationId xmlns:a16="http://schemas.microsoft.com/office/drawing/2014/main" id="{C01BCBF7-EAB4-4398-AAB8-B60AC3555113}"/>
              </a:ext>
            </a:extLst>
          </p:cNvPr>
          <p:cNvSpPr/>
          <p:nvPr userDrawn="1"/>
        </p:nvSpPr>
        <p:spPr>
          <a:xfrm>
            <a:off x="743836" y="1163960"/>
            <a:ext cx="7644513" cy="307777"/>
          </a:xfrm>
          <a:prstGeom prst="rect">
            <a:avLst/>
          </a:prstGeom>
        </p:spPr>
        <p:txBody>
          <a:bodyPr wrap="square">
            <a:spAutoFit/>
          </a:bodyPr>
          <a:lstStyle/>
          <a:p>
            <a:pPr algn="ctr"/>
            <a:r>
              <a:rPr lang="en-GB" sz="1400" dirty="0">
                <a:latin typeface="Roboto" panose="02000000000000000000" pitchFamily="2" charset="0"/>
                <a:ea typeface="Roboto" panose="02000000000000000000" pitchFamily="2" charset="0"/>
              </a:rPr>
              <a:t>We hope you find the information on our website and resources useful. </a:t>
            </a:r>
            <a:endParaRPr lang="en-GB" sz="1400" dirty="0"/>
          </a:p>
        </p:txBody>
      </p:sp>
      <p:sp>
        <p:nvSpPr>
          <p:cNvPr id="45" name="TextBox 44">
            <a:extLst>
              <a:ext uri="{FF2B5EF4-FFF2-40B4-BE49-F238E27FC236}">
                <a16:creationId xmlns:a16="http://schemas.microsoft.com/office/drawing/2014/main" id="{3F3091BF-D025-46EF-A448-B4F13C76E242}"/>
              </a:ext>
            </a:extLst>
          </p:cNvPr>
          <p:cNvSpPr txBox="1"/>
          <p:nvPr userDrawn="1"/>
        </p:nvSpPr>
        <p:spPr>
          <a:xfrm>
            <a:off x="755650" y="668014"/>
            <a:ext cx="7632700" cy="523220"/>
          </a:xfrm>
          <a:prstGeom prst="rect">
            <a:avLst/>
          </a:prstGeom>
          <a:noFill/>
        </p:spPr>
        <p:txBody>
          <a:bodyPr wrap="square">
            <a:spAutoFit/>
          </a:bodyPr>
          <a:lstStyle/>
          <a:p>
            <a:pPr lvl="0" algn="ctr"/>
            <a:r>
              <a:rPr lang="en-US" sz="2800" b="1" dirty="0">
                <a:solidFill>
                  <a:srgbClr val="E34192"/>
                </a:solidFill>
                <a:latin typeface="Roboto" panose="02000000000000000000" pitchFamily="2" charset="0"/>
                <a:ea typeface="Roboto" panose="02000000000000000000" pitchFamily="2" charset="0"/>
              </a:rPr>
              <a:t>Advance Copy</a:t>
            </a:r>
            <a:endParaRPr lang="en-GB" sz="2800" b="1" dirty="0">
              <a:solidFill>
                <a:srgbClr val="E34192"/>
              </a:solidFill>
            </a:endParaRPr>
          </a:p>
        </p:txBody>
      </p:sp>
    </p:spTree>
    <p:extLst>
      <p:ext uri="{BB962C8B-B14F-4D97-AF65-F5344CB8AC3E}">
        <p14:creationId xmlns:p14="http://schemas.microsoft.com/office/powerpoint/2010/main" val="13864598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nimation Disclaimer">
    <p:spTree>
      <p:nvGrpSpPr>
        <p:cNvPr id="1" name=""/>
        <p:cNvGrpSpPr/>
        <p:nvPr/>
      </p:nvGrpSpPr>
      <p:grpSpPr>
        <a:xfrm>
          <a:off x="0" y="0"/>
          <a:ext cx="0" cy="0"/>
          <a:chOff x="0" y="0"/>
          <a:chExt cx="0" cy="0"/>
        </a:xfrm>
      </p:grpSpPr>
      <p:sp>
        <p:nvSpPr>
          <p:cNvPr id="5" name="Rounded Rectangle 4"/>
          <p:cNvSpPr/>
          <p:nvPr userDrawn="1"/>
        </p:nvSpPr>
        <p:spPr bwMode="auto">
          <a:xfrm>
            <a:off x="457198" y="438151"/>
            <a:ext cx="8220075" cy="5957887"/>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sp>
        <p:nvSpPr>
          <p:cNvPr id="14" name="Title 2">
            <a:extLst>
              <a:ext uri="{FF2B5EF4-FFF2-40B4-BE49-F238E27FC236}">
                <a16:creationId xmlns:a16="http://schemas.microsoft.com/office/drawing/2014/main" id="{A7697262-5601-4023-B08E-475497092739}"/>
              </a:ext>
            </a:extLst>
          </p:cNvPr>
          <p:cNvSpPr>
            <a:spLocks/>
          </p:cNvSpPr>
          <p:nvPr userDrawn="1"/>
        </p:nvSpPr>
        <p:spPr bwMode="auto">
          <a:xfrm>
            <a:off x="457200" y="6283683"/>
            <a:ext cx="8220075" cy="715963"/>
          </a:xfrm>
          <a:prstGeom prst="roundRect">
            <a:avLst>
              <a:gd name="adj" fmla="val 9639"/>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round/>
                <a:headEnd/>
                <a:tailEnd/>
              </a14:hiddenLine>
            </a:ext>
          </a:extLst>
        </p:spPr>
        <p:txBody>
          <a:bodyPr lIns="252000" tIns="252000" rIns="252000" bIns="252000" anchor="ctr" anchorCtr="1"/>
          <a:lstStyle>
            <a:lvl1pPr>
              <a:defRPr>
                <a:solidFill>
                  <a:schemeClr val="tx1"/>
                </a:solidFill>
                <a:latin typeface="Twinkl" pitchFamily="2" charset="0"/>
              </a:defRPr>
            </a:lvl1pPr>
            <a:lvl2pPr marL="742950" indent="-285750">
              <a:defRPr>
                <a:solidFill>
                  <a:schemeClr val="tx1"/>
                </a:solidFill>
                <a:latin typeface="Twinkl" pitchFamily="2" charset="0"/>
              </a:defRPr>
            </a:lvl2pPr>
            <a:lvl3pPr marL="1143000" indent="-228600">
              <a:defRPr>
                <a:solidFill>
                  <a:schemeClr val="tx1"/>
                </a:solidFill>
                <a:latin typeface="Twinkl" pitchFamily="2" charset="0"/>
              </a:defRPr>
            </a:lvl3pPr>
            <a:lvl4pPr marL="1600200" indent="-228600">
              <a:defRPr>
                <a:solidFill>
                  <a:schemeClr val="tx1"/>
                </a:solidFill>
                <a:latin typeface="Twinkl" pitchFamily="2" charset="0"/>
              </a:defRPr>
            </a:lvl4pPr>
            <a:lvl5pPr marL="2057400" indent="-228600">
              <a:defRPr>
                <a:solidFill>
                  <a:schemeClr val="tx1"/>
                </a:solidFill>
                <a:latin typeface="Twinkl" pitchFamily="2" charset="0"/>
              </a:defRPr>
            </a:lvl5pPr>
            <a:lvl6pPr marL="2514600" indent="-228600" eaLnBrk="0" fontAlgn="base" hangingPunct="0">
              <a:spcBef>
                <a:spcPct val="0"/>
              </a:spcBef>
              <a:spcAft>
                <a:spcPct val="0"/>
              </a:spcAft>
              <a:defRPr>
                <a:solidFill>
                  <a:schemeClr val="tx1"/>
                </a:solidFill>
                <a:latin typeface="Twinkl" pitchFamily="2" charset="0"/>
              </a:defRPr>
            </a:lvl6pPr>
            <a:lvl7pPr marL="2971800" indent="-228600" eaLnBrk="0" fontAlgn="base" hangingPunct="0">
              <a:spcBef>
                <a:spcPct val="0"/>
              </a:spcBef>
              <a:spcAft>
                <a:spcPct val="0"/>
              </a:spcAft>
              <a:defRPr>
                <a:solidFill>
                  <a:schemeClr val="tx1"/>
                </a:solidFill>
                <a:latin typeface="Twinkl" pitchFamily="2" charset="0"/>
              </a:defRPr>
            </a:lvl7pPr>
            <a:lvl8pPr marL="3429000" indent="-228600" eaLnBrk="0" fontAlgn="base" hangingPunct="0">
              <a:spcBef>
                <a:spcPct val="0"/>
              </a:spcBef>
              <a:spcAft>
                <a:spcPct val="0"/>
              </a:spcAft>
              <a:defRPr>
                <a:solidFill>
                  <a:schemeClr val="tx1"/>
                </a:solidFill>
                <a:latin typeface="Twinkl" pitchFamily="2" charset="0"/>
              </a:defRPr>
            </a:lvl8pPr>
            <a:lvl9pPr marL="3886200" indent="-228600" eaLnBrk="0" fontAlgn="base" hangingPunct="0">
              <a:spcBef>
                <a:spcPct val="0"/>
              </a:spcBef>
              <a:spcAft>
                <a:spcPct val="0"/>
              </a:spcAft>
              <a:defRPr>
                <a:solidFill>
                  <a:schemeClr val="tx1"/>
                </a:solidFill>
                <a:latin typeface="Twinkl" pitchFamily="2" charset="0"/>
              </a:defRPr>
            </a:lvl9pPr>
          </a:lstStyle>
          <a:p>
            <a:pPr algn="ctr" eaLnBrk="1" hangingPunct="1">
              <a:lnSpc>
                <a:spcPct val="90000"/>
              </a:lnSpc>
            </a:pPr>
            <a:r>
              <a:rPr lang="en-GB" altLang="en-US" sz="1000" dirty="0">
                <a:solidFill>
                  <a:schemeClr val="bg1"/>
                </a:solidFill>
                <a:latin typeface="Roboto" panose="02000000000000000000" pitchFamily="2" charset="0"/>
                <a:ea typeface="Roboto" panose="02000000000000000000" pitchFamily="2" charset="0"/>
                <a:cs typeface="Arial" panose="020B0604020202020204" pitchFamily="34" charset="0"/>
              </a:rPr>
              <a:t>You may wish to delete this slide before beginning the presentation.</a:t>
            </a:r>
          </a:p>
        </p:txBody>
      </p:sp>
      <p:grpSp>
        <p:nvGrpSpPr>
          <p:cNvPr id="41" name="Group 40">
            <a:extLst>
              <a:ext uri="{FF2B5EF4-FFF2-40B4-BE49-F238E27FC236}">
                <a16:creationId xmlns:a16="http://schemas.microsoft.com/office/drawing/2014/main" id="{2BB4EA30-0107-4362-9222-C6055ABF324A}"/>
              </a:ext>
            </a:extLst>
          </p:cNvPr>
          <p:cNvGrpSpPr/>
          <p:nvPr userDrawn="1"/>
        </p:nvGrpSpPr>
        <p:grpSpPr>
          <a:xfrm>
            <a:off x="743835" y="1681195"/>
            <a:ext cx="7644513" cy="1787397"/>
            <a:chOff x="743837" y="1344834"/>
            <a:chExt cx="7644513" cy="1787397"/>
          </a:xfrm>
        </p:grpSpPr>
        <p:sp>
          <p:nvSpPr>
            <p:cNvPr id="42" name="Rectangle 41">
              <a:extLst>
                <a:ext uri="{FF2B5EF4-FFF2-40B4-BE49-F238E27FC236}">
                  <a16:creationId xmlns:a16="http://schemas.microsoft.com/office/drawing/2014/main" id="{0DF60415-D303-4DFE-A6B8-E0AB42EF4DDC}"/>
                </a:ext>
              </a:extLst>
            </p:cNvPr>
            <p:cNvSpPr/>
            <p:nvPr/>
          </p:nvSpPr>
          <p:spPr>
            <a:xfrm>
              <a:off x="743837" y="1344834"/>
              <a:ext cx="1266195" cy="273960"/>
            </a:xfrm>
            <a:prstGeom prst="rect">
              <a:avLst/>
            </a:prstGeom>
            <a:solidFill>
              <a:srgbClr val="E3419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r>
                <a:rPr lang="en-GB" sz="1600" b="1" dirty="0">
                  <a:latin typeface="Roboto" panose="02000000000000000000" pitchFamily="2" charset="0"/>
                  <a:ea typeface="Roboto" panose="02000000000000000000" pitchFamily="2" charset="0"/>
                </a:rPr>
                <a:t>Animations</a:t>
              </a:r>
            </a:p>
          </p:txBody>
        </p:sp>
        <p:sp>
          <p:nvSpPr>
            <p:cNvPr id="43" name="Rectangle 42">
              <a:extLst>
                <a:ext uri="{FF2B5EF4-FFF2-40B4-BE49-F238E27FC236}">
                  <a16:creationId xmlns:a16="http://schemas.microsoft.com/office/drawing/2014/main" id="{6A96975B-C3DC-451D-8423-D15D5BCDB436}"/>
                </a:ext>
              </a:extLst>
            </p:cNvPr>
            <p:cNvSpPr/>
            <p:nvPr/>
          </p:nvSpPr>
          <p:spPr>
            <a:xfrm>
              <a:off x="755650" y="1618794"/>
              <a:ext cx="7632700" cy="1513437"/>
            </a:xfrm>
            <a:prstGeom prst="rect">
              <a:avLst/>
            </a:prstGeom>
            <a:noFill/>
            <a:ln w="19050">
              <a:solidFill>
                <a:srgbClr val="18A0DB"/>
              </a:solidFill>
            </a:ln>
          </p:spPr>
          <p:txBody>
            <a:bodyPr wrap="square" lIns="216000" tIns="216000" rIns="216000" bIns="216000">
              <a:spAutoFit/>
            </a:bodyPr>
            <a:lstStyle/>
            <a:p>
              <a:pPr>
                <a:spcAft>
                  <a:spcPts val="600"/>
                </a:spcAft>
              </a:pPr>
              <a:r>
                <a:rPr lang="en-GB" sz="1400" b="0" i="0" dirty="0">
                  <a:solidFill>
                    <a:srgbClr val="202124"/>
                  </a:solidFill>
                  <a:effectLst/>
                  <a:latin typeface="Roboto" panose="02000000000000000000" pitchFamily="2" charset="0"/>
                </a:rPr>
                <a:t>This resource has been designed with animations on each slide to make it as fun and engaging as possible. To view the content in the correct formatting, please view the slideshow in ‘</a:t>
              </a:r>
              <a:r>
                <a:rPr lang="en-GB" sz="1400" b="1" i="0" dirty="0">
                  <a:solidFill>
                    <a:srgbClr val="202124"/>
                  </a:solidFill>
                  <a:effectLst/>
                  <a:latin typeface="Roboto" panose="02000000000000000000" pitchFamily="2" charset="0"/>
                </a:rPr>
                <a:t>presentation mode</a:t>
              </a:r>
              <a:r>
                <a:rPr lang="en-GB" sz="1400" b="0" i="0" dirty="0">
                  <a:solidFill>
                    <a:srgbClr val="202124"/>
                  </a:solidFill>
                  <a:effectLst/>
                  <a:latin typeface="Roboto" panose="02000000000000000000" pitchFamily="2" charset="0"/>
                </a:rPr>
                <a:t>’. If you view the slides without selecting ‘presentation mode’, you may find that some of the text and images overlap each other or are difficult to read.</a:t>
              </a:r>
              <a:endParaRPr lang="en-GB" sz="1400" dirty="0">
                <a:latin typeface="Roboto" panose="02000000000000000000" pitchFamily="2" charset="0"/>
                <a:ea typeface="Roboto" panose="02000000000000000000" pitchFamily="2" charset="0"/>
              </a:endParaRPr>
            </a:p>
          </p:txBody>
        </p:sp>
      </p:grpSp>
      <p:sp>
        <p:nvSpPr>
          <p:cNvPr id="44" name="Rectangle 43">
            <a:extLst>
              <a:ext uri="{FF2B5EF4-FFF2-40B4-BE49-F238E27FC236}">
                <a16:creationId xmlns:a16="http://schemas.microsoft.com/office/drawing/2014/main" id="{C01BCBF7-EAB4-4398-AAB8-B60AC3555113}"/>
              </a:ext>
            </a:extLst>
          </p:cNvPr>
          <p:cNvSpPr/>
          <p:nvPr userDrawn="1"/>
        </p:nvSpPr>
        <p:spPr>
          <a:xfrm>
            <a:off x="743836" y="1163960"/>
            <a:ext cx="7644513" cy="307777"/>
          </a:xfrm>
          <a:prstGeom prst="rect">
            <a:avLst/>
          </a:prstGeom>
        </p:spPr>
        <p:txBody>
          <a:bodyPr wrap="square">
            <a:spAutoFit/>
          </a:bodyPr>
          <a:lstStyle/>
          <a:p>
            <a:pPr algn="ctr"/>
            <a:r>
              <a:rPr lang="en-GB" sz="1400" dirty="0">
                <a:latin typeface="Roboto" panose="02000000000000000000" pitchFamily="2" charset="0"/>
                <a:ea typeface="Roboto" panose="02000000000000000000" pitchFamily="2" charset="0"/>
              </a:rPr>
              <a:t>We hope you find the information on our website and resources useful. </a:t>
            </a:r>
            <a:endParaRPr lang="en-GB" sz="1400" dirty="0"/>
          </a:p>
        </p:txBody>
      </p:sp>
      <p:sp>
        <p:nvSpPr>
          <p:cNvPr id="45" name="TextBox 44">
            <a:extLst>
              <a:ext uri="{FF2B5EF4-FFF2-40B4-BE49-F238E27FC236}">
                <a16:creationId xmlns:a16="http://schemas.microsoft.com/office/drawing/2014/main" id="{3F3091BF-D025-46EF-A448-B4F13C76E242}"/>
              </a:ext>
            </a:extLst>
          </p:cNvPr>
          <p:cNvSpPr txBox="1"/>
          <p:nvPr userDrawn="1"/>
        </p:nvSpPr>
        <p:spPr>
          <a:xfrm>
            <a:off x="755650" y="668014"/>
            <a:ext cx="7632700" cy="523220"/>
          </a:xfrm>
          <a:prstGeom prst="rect">
            <a:avLst/>
          </a:prstGeom>
          <a:noFill/>
        </p:spPr>
        <p:txBody>
          <a:bodyPr wrap="square">
            <a:spAutoFit/>
          </a:bodyPr>
          <a:lstStyle/>
          <a:p>
            <a:pPr lvl="0" algn="ctr"/>
            <a:r>
              <a:rPr lang="en-US" sz="2800" b="1" dirty="0">
                <a:solidFill>
                  <a:srgbClr val="E34192"/>
                </a:solidFill>
                <a:latin typeface="Roboto" panose="02000000000000000000" pitchFamily="2" charset="0"/>
                <a:ea typeface="Roboto" panose="02000000000000000000" pitchFamily="2" charset="0"/>
              </a:rPr>
              <a:t>Disclaimer/s</a:t>
            </a:r>
            <a:endParaRPr lang="en-GB" sz="2800" b="1" dirty="0">
              <a:solidFill>
                <a:srgbClr val="E34192"/>
              </a:solidFill>
            </a:endParaRPr>
          </a:p>
        </p:txBody>
      </p:sp>
    </p:spTree>
    <p:extLst>
      <p:ext uri="{BB962C8B-B14F-4D97-AF65-F5344CB8AC3E}">
        <p14:creationId xmlns:p14="http://schemas.microsoft.com/office/powerpoint/2010/main" val="35770603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ditable Resource Disclaimer">
    <p:spTree>
      <p:nvGrpSpPr>
        <p:cNvPr id="1" name=""/>
        <p:cNvGrpSpPr/>
        <p:nvPr/>
      </p:nvGrpSpPr>
      <p:grpSpPr>
        <a:xfrm>
          <a:off x="0" y="0"/>
          <a:ext cx="0" cy="0"/>
          <a:chOff x="0" y="0"/>
          <a:chExt cx="0" cy="0"/>
        </a:xfrm>
      </p:grpSpPr>
      <p:sp>
        <p:nvSpPr>
          <p:cNvPr id="5" name="Rounded Rectangle 4"/>
          <p:cNvSpPr/>
          <p:nvPr userDrawn="1"/>
        </p:nvSpPr>
        <p:spPr bwMode="auto">
          <a:xfrm>
            <a:off x="457198" y="438151"/>
            <a:ext cx="8220075" cy="5957887"/>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sp>
        <p:nvSpPr>
          <p:cNvPr id="14" name="Title 2">
            <a:extLst>
              <a:ext uri="{FF2B5EF4-FFF2-40B4-BE49-F238E27FC236}">
                <a16:creationId xmlns:a16="http://schemas.microsoft.com/office/drawing/2014/main" id="{A7697262-5601-4023-B08E-475497092739}"/>
              </a:ext>
            </a:extLst>
          </p:cNvPr>
          <p:cNvSpPr>
            <a:spLocks/>
          </p:cNvSpPr>
          <p:nvPr userDrawn="1"/>
        </p:nvSpPr>
        <p:spPr bwMode="auto">
          <a:xfrm>
            <a:off x="457200" y="6283683"/>
            <a:ext cx="8220075" cy="715963"/>
          </a:xfrm>
          <a:prstGeom prst="roundRect">
            <a:avLst>
              <a:gd name="adj" fmla="val 9639"/>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round/>
                <a:headEnd/>
                <a:tailEnd/>
              </a14:hiddenLine>
            </a:ext>
          </a:extLst>
        </p:spPr>
        <p:txBody>
          <a:bodyPr lIns="252000" tIns="252000" rIns="252000" bIns="252000" anchor="ctr" anchorCtr="1"/>
          <a:lstStyle>
            <a:lvl1pPr>
              <a:defRPr>
                <a:solidFill>
                  <a:schemeClr val="tx1"/>
                </a:solidFill>
                <a:latin typeface="Twinkl" pitchFamily="2" charset="0"/>
              </a:defRPr>
            </a:lvl1pPr>
            <a:lvl2pPr marL="742950" indent="-285750">
              <a:defRPr>
                <a:solidFill>
                  <a:schemeClr val="tx1"/>
                </a:solidFill>
                <a:latin typeface="Twinkl" pitchFamily="2" charset="0"/>
              </a:defRPr>
            </a:lvl2pPr>
            <a:lvl3pPr marL="1143000" indent="-228600">
              <a:defRPr>
                <a:solidFill>
                  <a:schemeClr val="tx1"/>
                </a:solidFill>
                <a:latin typeface="Twinkl" pitchFamily="2" charset="0"/>
              </a:defRPr>
            </a:lvl3pPr>
            <a:lvl4pPr marL="1600200" indent="-228600">
              <a:defRPr>
                <a:solidFill>
                  <a:schemeClr val="tx1"/>
                </a:solidFill>
                <a:latin typeface="Twinkl" pitchFamily="2" charset="0"/>
              </a:defRPr>
            </a:lvl4pPr>
            <a:lvl5pPr marL="2057400" indent="-228600">
              <a:defRPr>
                <a:solidFill>
                  <a:schemeClr val="tx1"/>
                </a:solidFill>
                <a:latin typeface="Twinkl" pitchFamily="2" charset="0"/>
              </a:defRPr>
            </a:lvl5pPr>
            <a:lvl6pPr marL="2514600" indent="-228600" eaLnBrk="0" fontAlgn="base" hangingPunct="0">
              <a:spcBef>
                <a:spcPct val="0"/>
              </a:spcBef>
              <a:spcAft>
                <a:spcPct val="0"/>
              </a:spcAft>
              <a:defRPr>
                <a:solidFill>
                  <a:schemeClr val="tx1"/>
                </a:solidFill>
                <a:latin typeface="Twinkl" pitchFamily="2" charset="0"/>
              </a:defRPr>
            </a:lvl6pPr>
            <a:lvl7pPr marL="2971800" indent="-228600" eaLnBrk="0" fontAlgn="base" hangingPunct="0">
              <a:spcBef>
                <a:spcPct val="0"/>
              </a:spcBef>
              <a:spcAft>
                <a:spcPct val="0"/>
              </a:spcAft>
              <a:defRPr>
                <a:solidFill>
                  <a:schemeClr val="tx1"/>
                </a:solidFill>
                <a:latin typeface="Twinkl" pitchFamily="2" charset="0"/>
              </a:defRPr>
            </a:lvl7pPr>
            <a:lvl8pPr marL="3429000" indent="-228600" eaLnBrk="0" fontAlgn="base" hangingPunct="0">
              <a:spcBef>
                <a:spcPct val="0"/>
              </a:spcBef>
              <a:spcAft>
                <a:spcPct val="0"/>
              </a:spcAft>
              <a:defRPr>
                <a:solidFill>
                  <a:schemeClr val="tx1"/>
                </a:solidFill>
                <a:latin typeface="Twinkl" pitchFamily="2" charset="0"/>
              </a:defRPr>
            </a:lvl8pPr>
            <a:lvl9pPr marL="3886200" indent="-228600" eaLnBrk="0" fontAlgn="base" hangingPunct="0">
              <a:spcBef>
                <a:spcPct val="0"/>
              </a:spcBef>
              <a:spcAft>
                <a:spcPct val="0"/>
              </a:spcAft>
              <a:defRPr>
                <a:solidFill>
                  <a:schemeClr val="tx1"/>
                </a:solidFill>
                <a:latin typeface="Twinkl" pitchFamily="2" charset="0"/>
              </a:defRPr>
            </a:lvl9pPr>
          </a:lstStyle>
          <a:p>
            <a:pPr algn="ctr" eaLnBrk="1" hangingPunct="1">
              <a:lnSpc>
                <a:spcPct val="90000"/>
              </a:lnSpc>
            </a:pPr>
            <a:r>
              <a:rPr lang="en-GB" altLang="en-US" sz="1000" dirty="0">
                <a:solidFill>
                  <a:schemeClr val="bg1"/>
                </a:solidFill>
                <a:latin typeface="Roboto" panose="02000000000000000000" pitchFamily="2" charset="0"/>
                <a:ea typeface="Roboto" panose="02000000000000000000" pitchFamily="2" charset="0"/>
                <a:cs typeface="Arial" panose="020B0604020202020204" pitchFamily="34" charset="0"/>
              </a:rPr>
              <a:t>You may wish to delete this slide before beginning the presentation.</a:t>
            </a:r>
          </a:p>
        </p:txBody>
      </p:sp>
      <p:grpSp>
        <p:nvGrpSpPr>
          <p:cNvPr id="41" name="Group 40">
            <a:extLst>
              <a:ext uri="{FF2B5EF4-FFF2-40B4-BE49-F238E27FC236}">
                <a16:creationId xmlns:a16="http://schemas.microsoft.com/office/drawing/2014/main" id="{2BB4EA30-0107-4362-9222-C6055ABF324A}"/>
              </a:ext>
            </a:extLst>
          </p:cNvPr>
          <p:cNvGrpSpPr/>
          <p:nvPr userDrawn="1"/>
        </p:nvGrpSpPr>
        <p:grpSpPr>
          <a:xfrm>
            <a:off x="743835" y="1681195"/>
            <a:ext cx="7644513" cy="1571953"/>
            <a:chOff x="743837" y="1344834"/>
            <a:chExt cx="7644513" cy="1571953"/>
          </a:xfrm>
        </p:grpSpPr>
        <p:sp>
          <p:nvSpPr>
            <p:cNvPr id="42" name="Rectangle 41">
              <a:extLst>
                <a:ext uri="{FF2B5EF4-FFF2-40B4-BE49-F238E27FC236}">
                  <a16:creationId xmlns:a16="http://schemas.microsoft.com/office/drawing/2014/main" id="{0DF60415-D303-4DFE-A6B8-E0AB42EF4DDC}"/>
                </a:ext>
              </a:extLst>
            </p:cNvPr>
            <p:cNvSpPr/>
            <p:nvPr/>
          </p:nvSpPr>
          <p:spPr>
            <a:xfrm>
              <a:off x="743837" y="1344834"/>
              <a:ext cx="1266195" cy="273960"/>
            </a:xfrm>
            <a:prstGeom prst="rect">
              <a:avLst/>
            </a:prstGeom>
            <a:solidFill>
              <a:srgbClr val="E3419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r>
                <a:rPr lang="en-GB" sz="1600" b="1" dirty="0">
                  <a:latin typeface="Roboto" panose="02000000000000000000" pitchFamily="2" charset="0"/>
                  <a:ea typeface="Roboto" panose="02000000000000000000" pitchFamily="2" charset="0"/>
                </a:rPr>
                <a:t>Editable</a:t>
              </a:r>
            </a:p>
          </p:txBody>
        </p:sp>
        <p:sp>
          <p:nvSpPr>
            <p:cNvPr id="43" name="Rectangle 42">
              <a:extLst>
                <a:ext uri="{FF2B5EF4-FFF2-40B4-BE49-F238E27FC236}">
                  <a16:creationId xmlns:a16="http://schemas.microsoft.com/office/drawing/2014/main" id="{6A96975B-C3DC-451D-8423-D15D5BCDB436}"/>
                </a:ext>
              </a:extLst>
            </p:cNvPr>
            <p:cNvSpPr/>
            <p:nvPr/>
          </p:nvSpPr>
          <p:spPr>
            <a:xfrm>
              <a:off x="755650" y="1618794"/>
              <a:ext cx="7632700" cy="1297993"/>
            </a:xfrm>
            <a:prstGeom prst="rect">
              <a:avLst/>
            </a:prstGeom>
            <a:noFill/>
            <a:ln w="19050">
              <a:solidFill>
                <a:srgbClr val="18A0DB"/>
              </a:solidFill>
            </a:ln>
          </p:spPr>
          <p:txBody>
            <a:bodyPr wrap="square" lIns="216000" tIns="216000" rIns="216000" bIns="216000">
              <a:spAutoFit/>
            </a:bodyPr>
            <a:lstStyle/>
            <a:p>
              <a:pPr>
                <a:spcAft>
                  <a:spcPts val="600"/>
                </a:spcAft>
              </a:pPr>
              <a:r>
                <a:rPr lang="en-GB" sz="1400" b="0" i="0" dirty="0">
                  <a:solidFill>
                    <a:srgbClr val="202124"/>
                  </a:solidFill>
                  <a:effectLst/>
                  <a:latin typeface="Roboto" panose="02000000000000000000" pitchFamily="2" charset="0"/>
                </a:rPr>
                <a:t>This resource is editable and can be adapted to meet the needs of different children. Twinkl cannot be held responsible for any changes made once a resource has been downloaded. Please be aware that this content may have been edited and therefore </a:t>
              </a:r>
              <a:br>
                <a:rPr lang="en-GB" sz="1400" b="0" i="0" dirty="0">
                  <a:solidFill>
                    <a:srgbClr val="202124"/>
                  </a:solidFill>
                  <a:effectLst/>
                  <a:latin typeface="Roboto" panose="02000000000000000000" pitchFamily="2" charset="0"/>
                </a:rPr>
              </a:br>
              <a:r>
                <a:rPr lang="en-GB" sz="1400" b="0" i="0" dirty="0">
                  <a:solidFill>
                    <a:srgbClr val="202124"/>
                  </a:solidFill>
                  <a:effectLst/>
                  <a:latin typeface="Roboto" panose="02000000000000000000" pitchFamily="2" charset="0"/>
                </a:rPr>
                <a:t>may no longer reflect our values.</a:t>
              </a:r>
              <a:endParaRPr lang="en-GB" sz="1400" dirty="0">
                <a:latin typeface="Roboto" panose="02000000000000000000" pitchFamily="2" charset="0"/>
                <a:ea typeface="Roboto" panose="02000000000000000000" pitchFamily="2" charset="0"/>
              </a:endParaRPr>
            </a:p>
          </p:txBody>
        </p:sp>
      </p:grpSp>
      <p:sp>
        <p:nvSpPr>
          <p:cNvPr id="44" name="Rectangle 43">
            <a:extLst>
              <a:ext uri="{FF2B5EF4-FFF2-40B4-BE49-F238E27FC236}">
                <a16:creationId xmlns:a16="http://schemas.microsoft.com/office/drawing/2014/main" id="{C01BCBF7-EAB4-4398-AAB8-B60AC3555113}"/>
              </a:ext>
            </a:extLst>
          </p:cNvPr>
          <p:cNvSpPr/>
          <p:nvPr userDrawn="1"/>
        </p:nvSpPr>
        <p:spPr>
          <a:xfrm>
            <a:off x="743836" y="1163960"/>
            <a:ext cx="7644513" cy="307777"/>
          </a:xfrm>
          <a:prstGeom prst="rect">
            <a:avLst/>
          </a:prstGeom>
        </p:spPr>
        <p:txBody>
          <a:bodyPr wrap="square">
            <a:spAutoFit/>
          </a:bodyPr>
          <a:lstStyle/>
          <a:p>
            <a:pPr algn="ctr"/>
            <a:r>
              <a:rPr lang="en-GB" sz="1400" dirty="0">
                <a:latin typeface="Roboto" panose="02000000000000000000" pitchFamily="2" charset="0"/>
                <a:ea typeface="Roboto" panose="02000000000000000000" pitchFamily="2" charset="0"/>
              </a:rPr>
              <a:t>We hope you find the information on our website and resources useful. </a:t>
            </a:r>
            <a:endParaRPr lang="en-GB" sz="1400" dirty="0"/>
          </a:p>
        </p:txBody>
      </p:sp>
      <p:sp>
        <p:nvSpPr>
          <p:cNvPr id="45" name="TextBox 44">
            <a:extLst>
              <a:ext uri="{FF2B5EF4-FFF2-40B4-BE49-F238E27FC236}">
                <a16:creationId xmlns:a16="http://schemas.microsoft.com/office/drawing/2014/main" id="{3F3091BF-D025-46EF-A448-B4F13C76E242}"/>
              </a:ext>
            </a:extLst>
          </p:cNvPr>
          <p:cNvSpPr txBox="1"/>
          <p:nvPr userDrawn="1"/>
        </p:nvSpPr>
        <p:spPr>
          <a:xfrm>
            <a:off x="755650" y="668014"/>
            <a:ext cx="7632700" cy="523220"/>
          </a:xfrm>
          <a:prstGeom prst="rect">
            <a:avLst/>
          </a:prstGeom>
          <a:noFill/>
        </p:spPr>
        <p:txBody>
          <a:bodyPr wrap="square">
            <a:spAutoFit/>
          </a:bodyPr>
          <a:lstStyle/>
          <a:p>
            <a:pPr lvl="0" algn="ctr"/>
            <a:r>
              <a:rPr lang="en-US" sz="2800" b="1" dirty="0">
                <a:solidFill>
                  <a:srgbClr val="E34192"/>
                </a:solidFill>
                <a:latin typeface="Roboto" panose="02000000000000000000" pitchFamily="2" charset="0"/>
                <a:ea typeface="Roboto" panose="02000000000000000000" pitchFamily="2" charset="0"/>
              </a:rPr>
              <a:t>Disclaimer/s</a:t>
            </a:r>
            <a:endParaRPr lang="en-GB" sz="2800" b="1" dirty="0">
              <a:solidFill>
                <a:srgbClr val="E34192"/>
              </a:solidFill>
            </a:endParaRPr>
          </a:p>
        </p:txBody>
      </p:sp>
    </p:spTree>
    <p:extLst>
      <p:ext uri="{BB962C8B-B14F-4D97-AF65-F5344CB8AC3E}">
        <p14:creationId xmlns:p14="http://schemas.microsoft.com/office/powerpoint/2010/main" val="14625285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nimation and Editable Resource Disclaimer">
    <p:spTree>
      <p:nvGrpSpPr>
        <p:cNvPr id="1" name=""/>
        <p:cNvGrpSpPr/>
        <p:nvPr/>
      </p:nvGrpSpPr>
      <p:grpSpPr>
        <a:xfrm>
          <a:off x="0" y="0"/>
          <a:ext cx="0" cy="0"/>
          <a:chOff x="0" y="0"/>
          <a:chExt cx="0" cy="0"/>
        </a:xfrm>
      </p:grpSpPr>
      <p:sp>
        <p:nvSpPr>
          <p:cNvPr id="5" name="Rounded Rectangle 4"/>
          <p:cNvSpPr/>
          <p:nvPr userDrawn="1"/>
        </p:nvSpPr>
        <p:spPr bwMode="auto">
          <a:xfrm>
            <a:off x="457198" y="438152"/>
            <a:ext cx="8220075" cy="5845532"/>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a:latin typeface="Twinkl" pitchFamily="50" charset="0"/>
              </a:rPr>
              <a:t> </a:t>
            </a:r>
            <a:endParaRPr lang="en-GB" sz="1350" dirty="0">
              <a:latin typeface="Twinkl" pitchFamily="50" charset="0"/>
            </a:endParaRPr>
          </a:p>
        </p:txBody>
      </p:sp>
      <p:sp>
        <p:nvSpPr>
          <p:cNvPr id="14" name="Title 2">
            <a:extLst>
              <a:ext uri="{FF2B5EF4-FFF2-40B4-BE49-F238E27FC236}">
                <a16:creationId xmlns:a16="http://schemas.microsoft.com/office/drawing/2014/main" id="{A7697262-5601-4023-B08E-475497092739}"/>
              </a:ext>
            </a:extLst>
          </p:cNvPr>
          <p:cNvSpPr>
            <a:spLocks/>
          </p:cNvSpPr>
          <p:nvPr userDrawn="1"/>
        </p:nvSpPr>
        <p:spPr bwMode="auto">
          <a:xfrm>
            <a:off x="457200" y="6283683"/>
            <a:ext cx="8220075" cy="715963"/>
          </a:xfrm>
          <a:prstGeom prst="roundRect">
            <a:avLst>
              <a:gd name="adj" fmla="val 9639"/>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round/>
                <a:headEnd/>
                <a:tailEnd/>
              </a14:hiddenLine>
            </a:ext>
          </a:extLst>
        </p:spPr>
        <p:txBody>
          <a:bodyPr lIns="252000" tIns="252000" rIns="252000" bIns="252000" anchor="ctr" anchorCtr="1"/>
          <a:lstStyle>
            <a:lvl1pPr>
              <a:defRPr>
                <a:solidFill>
                  <a:schemeClr val="tx1"/>
                </a:solidFill>
                <a:latin typeface="Twinkl" pitchFamily="2" charset="0"/>
              </a:defRPr>
            </a:lvl1pPr>
            <a:lvl2pPr marL="742950" indent="-285750">
              <a:defRPr>
                <a:solidFill>
                  <a:schemeClr val="tx1"/>
                </a:solidFill>
                <a:latin typeface="Twinkl" pitchFamily="2" charset="0"/>
              </a:defRPr>
            </a:lvl2pPr>
            <a:lvl3pPr marL="1143000" indent="-228600">
              <a:defRPr>
                <a:solidFill>
                  <a:schemeClr val="tx1"/>
                </a:solidFill>
                <a:latin typeface="Twinkl" pitchFamily="2" charset="0"/>
              </a:defRPr>
            </a:lvl3pPr>
            <a:lvl4pPr marL="1600200" indent="-228600">
              <a:defRPr>
                <a:solidFill>
                  <a:schemeClr val="tx1"/>
                </a:solidFill>
                <a:latin typeface="Twinkl" pitchFamily="2" charset="0"/>
              </a:defRPr>
            </a:lvl4pPr>
            <a:lvl5pPr marL="2057400" indent="-228600">
              <a:defRPr>
                <a:solidFill>
                  <a:schemeClr val="tx1"/>
                </a:solidFill>
                <a:latin typeface="Twinkl" pitchFamily="2" charset="0"/>
              </a:defRPr>
            </a:lvl5pPr>
            <a:lvl6pPr marL="2514600" indent="-228600" eaLnBrk="0" fontAlgn="base" hangingPunct="0">
              <a:spcBef>
                <a:spcPct val="0"/>
              </a:spcBef>
              <a:spcAft>
                <a:spcPct val="0"/>
              </a:spcAft>
              <a:defRPr>
                <a:solidFill>
                  <a:schemeClr val="tx1"/>
                </a:solidFill>
                <a:latin typeface="Twinkl" pitchFamily="2" charset="0"/>
              </a:defRPr>
            </a:lvl6pPr>
            <a:lvl7pPr marL="2971800" indent="-228600" eaLnBrk="0" fontAlgn="base" hangingPunct="0">
              <a:spcBef>
                <a:spcPct val="0"/>
              </a:spcBef>
              <a:spcAft>
                <a:spcPct val="0"/>
              </a:spcAft>
              <a:defRPr>
                <a:solidFill>
                  <a:schemeClr val="tx1"/>
                </a:solidFill>
                <a:latin typeface="Twinkl" pitchFamily="2" charset="0"/>
              </a:defRPr>
            </a:lvl7pPr>
            <a:lvl8pPr marL="3429000" indent="-228600" eaLnBrk="0" fontAlgn="base" hangingPunct="0">
              <a:spcBef>
                <a:spcPct val="0"/>
              </a:spcBef>
              <a:spcAft>
                <a:spcPct val="0"/>
              </a:spcAft>
              <a:defRPr>
                <a:solidFill>
                  <a:schemeClr val="tx1"/>
                </a:solidFill>
                <a:latin typeface="Twinkl" pitchFamily="2" charset="0"/>
              </a:defRPr>
            </a:lvl8pPr>
            <a:lvl9pPr marL="3886200" indent="-228600" eaLnBrk="0" fontAlgn="base" hangingPunct="0">
              <a:spcBef>
                <a:spcPct val="0"/>
              </a:spcBef>
              <a:spcAft>
                <a:spcPct val="0"/>
              </a:spcAft>
              <a:defRPr>
                <a:solidFill>
                  <a:schemeClr val="tx1"/>
                </a:solidFill>
                <a:latin typeface="Twinkl" pitchFamily="2" charset="0"/>
              </a:defRPr>
            </a:lvl9pPr>
          </a:lstStyle>
          <a:p>
            <a:pPr algn="ctr" eaLnBrk="1" hangingPunct="1">
              <a:lnSpc>
                <a:spcPct val="90000"/>
              </a:lnSpc>
            </a:pPr>
            <a:r>
              <a:rPr lang="en-GB" altLang="en-US" sz="1000" dirty="0">
                <a:solidFill>
                  <a:schemeClr val="bg1"/>
                </a:solidFill>
                <a:latin typeface="Roboto" panose="02000000000000000000" pitchFamily="2" charset="0"/>
                <a:ea typeface="Roboto" panose="02000000000000000000" pitchFamily="2" charset="0"/>
                <a:cs typeface="Arial" panose="020B0604020202020204" pitchFamily="34" charset="0"/>
              </a:rPr>
              <a:t>You may wish to delete this slide before beginning the presentation.</a:t>
            </a:r>
          </a:p>
        </p:txBody>
      </p:sp>
      <p:grpSp>
        <p:nvGrpSpPr>
          <p:cNvPr id="41" name="Group 40">
            <a:extLst>
              <a:ext uri="{FF2B5EF4-FFF2-40B4-BE49-F238E27FC236}">
                <a16:creationId xmlns:a16="http://schemas.microsoft.com/office/drawing/2014/main" id="{2BB4EA30-0107-4362-9222-C6055ABF324A}"/>
              </a:ext>
            </a:extLst>
          </p:cNvPr>
          <p:cNvGrpSpPr/>
          <p:nvPr userDrawn="1"/>
        </p:nvGrpSpPr>
        <p:grpSpPr>
          <a:xfrm>
            <a:off x="743835" y="3126368"/>
            <a:ext cx="7644513" cy="1499765"/>
            <a:chOff x="743837" y="1291669"/>
            <a:chExt cx="7644513" cy="1499765"/>
          </a:xfrm>
        </p:grpSpPr>
        <p:sp>
          <p:nvSpPr>
            <p:cNvPr id="42" name="Rectangle 41">
              <a:extLst>
                <a:ext uri="{FF2B5EF4-FFF2-40B4-BE49-F238E27FC236}">
                  <a16:creationId xmlns:a16="http://schemas.microsoft.com/office/drawing/2014/main" id="{0DF60415-D303-4DFE-A6B8-E0AB42EF4DDC}"/>
                </a:ext>
              </a:extLst>
            </p:cNvPr>
            <p:cNvSpPr/>
            <p:nvPr/>
          </p:nvSpPr>
          <p:spPr>
            <a:xfrm>
              <a:off x="743837" y="1291669"/>
              <a:ext cx="1266195" cy="273960"/>
            </a:xfrm>
            <a:prstGeom prst="rect">
              <a:avLst/>
            </a:prstGeom>
            <a:solidFill>
              <a:srgbClr val="E3419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r>
                <a:rPr lang="en-GB" sz="1600" b="1" dirty="0">
                  <a:latin typeface="Roboto" panose="02000000000000000000" pitchFamily="2" charset="0"/>
                  <a:ea typeface="Roboto" panose="02000000000000000000" pitchFamily="2" charset="0"/>
                </a:rPr>
                <a:t>Editable</a:t>
              </a:r>
            </a:p>
          </p:txBody>
        </p:sp>
        <p:sp>
          <p:nvSpPr>
            <p:cNvPr id="43" name="Rectangle 42">
              <a:extLst>
                <a:ext uri="{FF2B5EF4-FFF2-40B4-BE49-F238E27FC236}">
                  <a16:creationId xmlns:a16="http://schemas.microsoft.com/office/drawing/2014/main" id="{6A96975B-C3DC-451D-8423-D15D5BCDB436}"/>
                </a:ext>
              </a:extLst>
            </p:cNvPr>
            <p:cNvSpPr/>
            <p:nvPr/>
          </p:nvSpPr>
          <p:spPr>
            <a:xfrm>
              <a:off x="755650" y="1554996"/>
              <a:ext cx="7632700" cy="1236438"/>
            </a:xfrm>
            <a:prstGeom prst="rect">
              <a:avLst/>
            </a:prstGeom>
            <a:noFill/>
            <a:ln w="19050">
              <a:solidFill>
                <a:srgbClr val="18A0DB"/>
              </a:solidFill>
            </a:ln>
          </p:spPr>
          <p:txBody>
            <a:bodyPr wrap="square" lIns="216000" tIns="216000" rIns="216000" bIns="216000">
              <a:spAutoFit/>
            </a:bodyPr>
            <a:lstStyle/>
            <a:p>
              <a:pPr>
                <a:spcAft>
                  <a:spcPts val="600"/>
                </a:spcAft>
              </a:pPr>
              <a:r>
                <a:rPr lang="en-GB" sz="1300" b="0" i="0" dirty="0">
                  <a:solidFill>
                    <a:srgbClr val="202124"/>
                  </a:solidFill>
                  <a:effectLst/>
                  <a:latin typeface="Roboto" panose="02000000000000000000" pitchFamily="2" charset="0"/>
                </a:rPr>
                <a:t>This resource is editable and can be adapted to meet the needs of different children. Twinkl cannot be held responsible for any changes made once a resource has been downloaded. Please be aware that this content may have been edited and therefore </a:t>
              </a:r>
              <a:br>
                <a:rPr lang="en-GB" sz="1300" b="0" i="0" dirty="0">
                  <a:solidFill>
                    <a:srgbClr val="202124"/>
                  </a:solidFill>
                  <a:effectLst/>
                  <a:latin typeface="Roboto" panose="02000000000000000000" pitchFamily="2" charset="0"/>
                </a:rPr>
              </a:br>
              <a:r>
                <a:rPr lang="en-GB" sz="1300" b="0" i="0" dirty="0">
                  <a:solidFill>
                    <a:srgbClr val="202124"/>
                  </a:solidFill>
                  <a:effectLst/>
                  <a:latin typeface="Roboto" panose="02000000000000000000" pitchFamily="2" charset="0"/>
                </a:rPr>
                <a:t>may no longer reflect our values.</a:t>
              </a:r>
              <a:endParaRPr lang="en-GB" sz="1300" dirty="0">
                <a:latin typeface="Roboto" panose="02000000000000000000" pitchFamily="2" charset="0"/>
                <a:ea typeface="Roboto" panose="02000000000000000000" pitchFamily="2" charset="0"/>
              </a:endParaRPr>
            </a:p>
          </p:txBody>
        </p:sp>
      </p:grpSp>
      <p:sp>
        <p:nvSpPr>
          <p:cNvPr id="44" name="Rectangle 43">
            <a:extLst>
              <a:ext uri="{FF2B5EF4-FFF2-40B4-BE49-F238E27FC236}">
                <a16:creationId xmlns:a16="http://schemas.microsoft.com/office/drawing/2014/main" id="{C01BCBF7-EAB4-4398-AAB8-B60AC3555113}"/>
              </a:ext>
            </a:extLst>
          </p:cNvPr>
          <p:cNvSpPr/>
          <p:nvPr userDrawn="1"/>
        </p:nvSpPr>
        <p:spPr>
          <a:xfrm>
            <a:off x="743836" y="1100164"/>
            <a:ext cx="7644513" cy="307777"/>
          </a:xfrm>
          <a:prstGeom prst="rect">
            <a:avLst/>
          </a:prstGeom>
        </p:spPr>
        <p:txBody>
          <a:bodyPr wrap="square">
            <a:spAutoFit/>
          </a:bodyPr>
          <a:lstStyle/>
          <a:p>
            <a:pPr algn="ctr"/>
            <a:r>
              <a:rPr lang="en-GB" sz="1400" dirty="0">
                <a:latin typeface="Roboto" panose="02000000000000000000" pitchFamily="2" charset="0"/>
                <a:ea typeface="Roboto" panose="02000000000000000000" pitchFamily="2" charset="0"/>
              </a:rPr>
              <a:t>We hope you find the information on our website and resources useful. </a:t>
            </a:r>
            <a:endParaRPr lang="en-GB" sz="1400" dirty="0"/>
          </a:p>
        </p:txBody>
      </p:sp>
      <p:sp>
        <p:nvSpPr>
          <p:cNvPr id="45" name="TextBox 44">
            <a:extLst>
              <a:ext uri="{FF2B5EF4-FFF2-40B4-BE49-F238E27FC236}">
                <a16:creationId xmlns:a16="http://schemas.microsoft.com/office/drawing/2014/main" id="{3F3091BF-D025-46EF-A448-B4F13C76E242}"/>
              </a:ext>
            </a:extLst>
          </p:cNvPr>
          <p:cNvSpPr txBox="1"/>
          <p:nvPr userDrawn="1"/>
        </p:nvSpPr>
        <p:spPr>
          <a:xfrm>
            <a:off x="755650" y="604218"/>
            <a:ext cx="7632700" cy="523220"/>
          </a:xfrm>
          <a:prstGeom prst="rect">
            <a:avLst/>
          </a:prstGeom>
          <a:noFill/>
        </p:spPr>
        <p:txBody>
          <a:bodyPr wrap="square">
            <a:spAutoFit/>
          </a:bodyPr>
          <a:lstStyle/>
          <a:p>
            <a:pPr lvl="0" algn="ctr"/>
            <a:r>
              <a:rPr lang="en-US" sz="2800" b="1" dirty="0">
                <a:solidFill>
                  <a:srgbClr val="E34192"/>
                </a:solidFill>
                <a:latin typeface="Roboto" panose="02000000000000000000" pitchFamily="2" charset="0"/>
                <a:ea typeface="Roboto" panose="02000000000000000000" pitchFamily="2" charset="0"/>
              </a:rPr>
              <a:t>Disclaimer/s</a:t>
            </a:r>
            <a:endParaRPr lang="en-GB" sz="2800" b="1" dirty="0">
              <a:solidFill>
                <a:srgbClr val="E34192"/>
              </a:solidFill>
            </a:endParaRPr>
          </a:p>
        </p:txBody>
      </p:sp>
      <p:sp>
        <p:nvSpPr>
          <p:cNvPr id="2" name="Rectangle 1">
            <a:extLst>
              <a:ext uri="{FF2B5EF4-FFF2-40B4-BE49-F238E27FC236}">
                <a16:creationId xmlns:a16="http://schemas.microsoft.com/office/drawing/2014/main" id="{831FCADC-C0C1-A512-A0E6-00735A98EE23}"/>
              </a:ext>
            </a:extLst>
          </p:cNvPr>
          <p:cNvSpPr/>
          <p:nvPr userDrawn="1"/>
        </p:nvSpPr>
        <p:spPr>
          <a:xfrm>
            <a:off x="743835" y="1468530"/>
            <a:ext cx="1266195" cy="273960"/>
          </a:xfrm>
          <a:prstGeom prst="rect">
            <a:avLst/>
          </a:prstGeom>
          <a:solidFill>
            <a:srgbClr val="E3419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r>
              <a:rPr lang="en-GB" sz="1600" b="1" dirty="0">
                <a:latin typeface="Roboto" panose="02000000000000000000" pitchFamily="2" charset="0"/>
                <a:ea typeface="Roboto" panose="02000000000000000000" pitchFamily="2" charset="0"/>
              </a:rPr>
              <a:t>Animations</a:t>
            </a:r>
          </a:p>
        </p:txBody>
      </p:sp>
      <p:sp>
        <p:nvSpPr>
          <p:cNvPr id="3" name="Rectangle 2">
            <a:extLst>
              <a:ext uri="{FF2B5EF4-FFF2-40B4-BE49-F238E27FC236}">
                <a16:creationId xmlns:a16="http://schemas.microsoft.com/office/drawing/2014/main" id="{F88C9B18-CEF9-33DD-B6BC-F4FAE51CB874}"/>
              </a:ext>
            </a:extLst>
          </p:cNvPr>
          <p:cNvSpPr/>
          <p:nvPr userDrawn="1"/>
        </p:nvSpPr>
        <p:spPr>
          <a:xfrm>
            <a:off x="755648" y="1742490"/>
            <a:ext cx="7632700" cy="1236438"/>
          </a:xfrm>
          <a:prstGeom prst="rect">
            <a:avLst/>
          </a:prstGeom>
          <a:noFill/>
          <a:ln w="19050">
            <a:solidFill>
              <a:srgbClr val="18A0DB"/>
            </a:solidFill>
          </a:ln>
        </p:spPr>
        <p:txBody>
          <a:bodyPr wrap="square" lIns="216000" tIns="216000" rIns="216000" bIns="216000">
            <a:spAutoFit/>
          </a:bodyPr>
          <a:lstStyle/>
          <a:p>
            <a:pPr>
              <a:spcAft>
                <a:spcPts val="600"/>
              </a:spcAft>
            </a:pPr>
            <a:r>
              <a:rPr lang="en-GB" sz="1300" b="0" i="0" dirty="0">
                <a:solidFill>
                  <a:srgbClr val="202124"/>
                </a:solidFill>
                <a:effectLst/>
                <a:latin typeface="Roboto" panose="02000000000000000000" pitchFamily="2" charset="0"/>
              </a:rPr>
              <a:t>This resource has been designed with animations on each slide to make it as fun and engaging as possible. To view the content in the correct formatting, please view the slideshow in ‘</a:t>
            </a:r>
            <a:r>
              <a:rPr lang="en-GB" sz="1300" b="1" i="0" dirty="0">
                <a:solidFill>
                  <a:srgbClr val="202124"/>
                </a:solidFill>
                <a:effectLst/>
                <a:latin typeface="Roboto" panose="02000000000000000000" pitchFamily="2" charset="0"/>
              </a:rPr>
              <a:t>presentation mode</a:t>
            </a:r>
            <a:r>
              <a:rPr lang="en-GB" sz="1300" b="0" i="0" dirty="0">
                <a:solidFill>
                  <a:srgbClr val="202124"/>
                </a:solidFill>
                <a:effectLst/>
                <a:latin typeface="Roboto" panose="02000000000000000000" pitchFamily="2" charset="0"/>
              </a:rPr>
              <a:t>’. If you view the slides without selecting ‘presentation mode’, you may find that some of the text and images overlap each other or are difficult to read.</a:t>
            </a:r>
            <a:endParaRPr lang="en-GB" sz="1300" dirty="0">
              <a:latin typeface="Roboto" panose="02000000000000000000" pitchFamily="2" charset="0"/>
              <a:ea typeface="Roboto" panose="02000000000000000000" pitchFamily="2" charset="0"/>
            </a:endParaRPr>
          </a:p>
        </p:txBody>
      </p:sp>
      <p:sp>
        <p:nvSpPr>
          <p:cNvPr id="6" name="Rectangle 5">
            <a:extLst>
              <a:ext uri="{FF2B5EF4-FFF2-40B4-BE49-F238E27FC236}">
                <a16:creationId xmlns:a16="http://schemas.microsoft.com/office/drawing/2014/main" id="{BB8D34DD-C8A2-E1A7-E7CB-04852993CAF7}"/>
              </a:ext>
            </a:extLst>
          </p:cNvPr>
          <p:cNvSpPr/>
          <p:nvPr userDrawn="1"/>
        </p:nvSpPr>
        <p:spPr>
          <a:xfrm>
            <a:off x="755650" y="4803666"/>
            <a:ext cx="7632700" cy="1236438"/>
          </a:xfrm>
          <a:prstGeom prst="rect">
            <a:avLst/>
          </a:prstGeom>
          <a:noFill/>
          <a:ln w="19050">
            <a:solidFill>
              <a:srgbClr val="18A0DB"/>
            </a:solidFill>
          </a:ln>
        </p:spPr>
        <p:txBody>
          <a:bodyPr wrap="square" lIns="216000" tIns="216000" rIns="216000" bIns="216000">
            <a:spAutoFit/>
          </a:bodyPr>
          <a:lstStyle/>
          <a:p>
            <a:pPr>
              <a:spcAft>
                <a:spcPts val="600"/>
              </a:spcAft>
            </a:pPr>
            <a:r>
              <a:rPr lang="en-US" sz="1300" b="0" i="0" u="none" strike="noStrike" dirty="0">
                <a:solidFill>
                  <a:srgbClr val="000000"/>
                </a:solidFill>
                <a:effectLst/>
                <a:highlight>
                  <a:srgbClr val="FFFFFF"/>
                </a:highlight>
                <a:latin typeface="Roboto" panose="02000000000000000000" pitchFamily="2" charset="0"/>
              </a:rPr>
              <a:t>This resource is provided for informational and educational purposes only. You must ensure that an adequate risk assessment is carried out prior to using this resource. It is your responsibility to ensure that the information/activity this resource contains are safe and appropriate to use in your situation.</a:t>
            </a:r>
            <a:endParaRPr lang="en-GB" sz="1300" dirty="0">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262415291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External Websites Disclaimer">
    <p:spTree>
      <p:nvGrpSpPr>
        <p:cNvPr id="1" name=""/>
        <p:cNvGrpSpPr/>
        <p:nvPr/>
      </p:nvGrpSpPr>
      <p:grpSpPr>
        <a:xfrm>
          <a:off x="0" y="0"/>
          <a:ext cx="0" cy="0"/>
          <a:chOff x="0" y="0"/>
          <a:chExt cx="0" cy="0"/>
        </a:xfrm>
      </p:grpSpPr>
      <p:sp>
        <p:nvSpPr>
          <p:cNvPr id="5" name="Rounded Rectangle 4"/>
          <p:cNvSpPr/>
          <p:nvPr userDrawn="1"/>
        </p:nvSpPr>
        <p:spPr bwMode="auto">
          <a:xfrm>
            <a:off x="457198" y="438151"/>
            <a:ext cx="8220075" cy="5957887"/>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sp>
        <p:nvSpPr>
          <p:cNvPr id="14" name="Title 2">
            <a:extLst>
              <a:ext uri="{FF2B5EF4-FFF2-40B4-BE49-F238E27FC236}">
                <a16:creationId xmlns:a16="http://schemas.microsoft.com/office/drawing/2014/main" id="{A7697262-5601-4023-B08E-475497092739}"/>
              </a:ext>
            </a:extLst>
          </p:cNvPr>
          <p:cNvSpPr>
            <a:spLocks/>
          </p:cNvSpPr>
          <p:nvPr userDrawn="1"/>
        </p:nvSpPr>
        <p:spPr bwMode="auto">
          <a:xfrm>
            <a:off x="457200" y="6283683"/>
            <a:ext cx="8220075" cy="715963"/>
          </a:xfrm>
          <a:prstGeom prst="roundRect">
            <a:avLst>
              <a:gd name="adj" fmla="val 9639"/>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round/>
                <a:headEnd/>
                <a:tailEnd/>
              </a14:hiddenLine>
            </a:ext>
          </a:extLst>
        </p:spPr>
        <p:txBody>
          <a:bodyPr lIns="252000" tIns="252000" rIns="252000" bIns="252000" anchor="ctr" anchorCtr="1"/>
          <a:lstStyle>
            <a:lvl1pPr>
              <a:defRPr>
                <a:solidFill>
                  <a:schemeClr val="tx1"/>
                </a:solidFill>
                <a:latin typeface="Twinkl" pitchFamily="2" charset="0"/>
              </a:defRPr>
            </a:lvl1pPr>
            <a:lvl2pPr marL="742950" indent="-285750">
              <a:defRPr>
                <a:solidFill>
                  <a:schemeClr val="tx1"/>
                </a:solidFill>
                <a:latin typeface="Twinkl" pitchFamily="2" charset="0"/>
              </a:defRPr>
            </a:lvl2pPr>
            <a:lvl3pPr marL="1143000" indent="-228600">
              <a:defRPr>
                <a:solidFill>
                  <a:schemeClr val="tx1"/>
                </a:solidFill>
                <a:latin typeface="Twinkl" pitchFamily="2" charset="0"/>
              </a:defRPr>
            </a:lvl3pPr>
            <a:lvl4pPr marL="1600200" indent="-228600">
              <a:defRPr>
                <a:solidFill>
                  <a:schemeClr val="tx1"/>
                </a:solidFill>
                <a:latin typeface="Twinkl" pitchFamily="2" charset="0"/>
              </a:defRPr>
            </a:lvl4pPr>
            <a:lvl5pPr marL="2057400" indent="-228600">
              <a:defRPr>
                <a:solidFill>
                  <a:schemeClr val="tx1"/>
                </a:solidFill>
                <a:latin typeface="Twinkl" pitchFamily="2" charset="0"/>
              </a:defRPr>
            </a:lvl5pPr>
            <a:lvl6pPr marL="2514600" indent="-228600" eaLnBrk="0" fontAlgn="base" hangingPunct="0">
              <a:spcBef>
                <a:spcPct val="0"/>
              </a:spcBef>
              <a:spcAft>
                <a:spcPct val="0"/>
              </a:spcAft>
              <a:defRPr>
                <a:solidFill>
                  <a:schemeClr val="tx1"/>
                </a:solidFill>
                <a:latin typeface="Twinkl" pitchFamily="2" charset="0"/>
              </a:defRPr>
            </a:lvl6pPr>
            <a:lvl7pPr marL="2971800" indent="-228600" eaLnBrk="0" fontAlgn="base" hangingPunct="0">
              <a:spcBef>
                <a:spcPct val="0"/>
              </a:spcBef>
              <a:spcAft>
                <a:spcPct val="0"/>
              </a:spcAft>
              <a:defRPr>
                <a:solidFill>
                  <a:schemeClr val="tx1"/>
                </a:solidFill>
                <a:latin typeface="Twinkl" pitchFamily="2" charset="0"/>
              </a:defRPr>
            </a:lvl7pPr>
            <a:lvl8pPr marL="3429000" indent="-228600" eaLnBrk="0" fontAlgn="base" hangingPunct="0">
              <a:spcBef>
                <a:spcPct val="0"/>
              </a:spcBef>
              <a:spcAft>
                <a:spcPct val="0"/>
              </a:spcAft>
              <a:defRPr>
                <a:solidFill>
                  <a:schemeClr val="tx1"/>
                </a:solidFill>
                <a:latin typeface="Twinkl" pitchFamily="2" charset="0"/>
              </a:defRPr>
            </a:lvl8pPr>
            <a:lvl9pPr marL="3886200" indent="-228600" eaLnBrk="0" fontAlgn="base" hangingPunct="0">
              <a:spcBef>
                <a:spcPct val="0"/>
              </a:spcBef>
              <a:spcAft>
                <a:spcPct val="0"/>
              </a:spcAft>
              <a:defRPr>
                <a:solidFill>
                  <a:schemeClr val="tx1"/>
                </a:solidFill>
                <a:latin typeface="Twinkl" pitchFamily="2" charset="0"/>
              </a:defRPr>
            </a:lvl9pPr>
          </a:lstStyle>
          <a:p>
            <a:pPr algn="ctr" eaLnBrk="1" hangingPunct="1">
              <a:lnSpc>
                <a:spcPct val="90000"/>
              </a:lnSpc>
            </a:pPr>
            <a:r>
              <a:rPr lang="en-GB" altLang="en-US" sz="1000" dirty="0">
                <a:solidFill>
                  <a:schemeClr val="bg1"/>
                </a:solidFill>
                <a:latin typeface="Roboto" panose="02000000000000000000" pitchFamily="2" charset="0"/>
                <a:ea typeface="Roboto" panose="02000000000000000000" pitchFamily="2" charset="0"/>
                <a:cs typeface="Arial" panose="020B0604020202020204" pitchFamily="34" charset="0"/>
              </a:rPr>
              <a:t>You may wish to delete this slide before beginning the presentation.</a:t>
            </a:r>
          </a:p>
        </p:txBody>
      </p:sp>
      <p:sp>
        <p:nvSpPr>
          <p:cNvPr id="10" name="Rectangle 9">
            <a:extLst>
              <a:ext uri="{FF2B5EF4-FFF2-40B4-BE49-F238E27FC236}">
                <a16:creationId xmlns:a16="http://schemas.microsoft.com/office/drawing/2014/main" id="{7223ECE9-6F1A-4E72-ACE0-06F71C468FDA}"/>
              </a:ext>
            </a:extLst>
          </p:cNvPr>
          <p:cNvSpPr/>
          <p:nvPr userDrawn="1"/>
        </p:nvSpPr>
        <p:spPr>
          <a:xfrm>
            <a:off x="743836" y="1163960"/>
            <a:ext cx="7644513" cy="307777"/>
          </a:xfrm>
          <a:prstGeom prst="rect">
            <a:avLst/>
          </a:prstGeom>
        </p:spPr>
        <p:txBody>
          <a:bodyPr wrap="square">
            <a:spAutoFit/>
          </a:bodyPr>
          <a:lstStyle/>
          <a:p>
            <a:pPr algn="ctr"/>
            <a:r>
              <a:rPr lang="en-GB" sz="1400" dirty="0">
                <a:latin typeface="Roboto" panose="02000000000000000000" pitchFamily="2" charset="0"/>
                <a:ea typeface="Roboto" panose="02000000000000000000" pitchFamily="2" charset="0"/>
              </a:rPr>
              <a:t>We hope you find the information on our website and resources useful. </a:t>
            </a:r>
            <a:endParaRPr lang="en-GB" sz="1400" dirty="0"/>
          </a:p>
        </p:txBody>
      </p:sp>
      <p:grpSp>
        <p:nvGrpSpPr>
          <p:cNvPr id="11" name="Group 10">
            <a:extLst>
              <a:ext uri="{FF2B5EF4-FFF2-40B4-BE49-F238E27FC236}">
                <a16:creationId xmlns:a16="http://schemas.microsoft.com/office/drawing/2014/main" id="{5F05BBF0-ECD1-4FE4-937E-1F73A27AF916}"/>
              </a:ext>
            </a:extLst>
          </p:cNvPr>
          <p:cNvGrpSpPr/>
          <p:nvPr userDrawn="1"/>
        </p:nvGrpSpPr>
        <p:grpSpPr>
          <a:xfrm>
            <a:off x="743837" y="1681195"/>
            <a:ext cx="7644513" cy="2002840"/>
            <a:chOff x="743837" y="1344834"/>
            <a:chExt cx="7644513" cy="2002840"/>
          </a:xfrm>
        </p:grpSpPr>
        <p:sp>
          <p:nvSpPr>
            <p:cNvPr id="12" name="Rectangle 11">
              <a:extLst>
                <a:ext uri="{FF2B5EF4-FFF2-40B4-BE49-F238E27FC236}">
                  <a16:creationId xmlns:a16="http://schemas.microsoft.com/office/drawing/2014/main" id="{D52A1D21-ED2B-43AD-B353-E06410A36383}"/>
                </a:ext>
              </a:extLst>
            </p:cNvPr>
            <p:cNvSpPr/>
            <p:nvPr/>
          </p:nvSpPr>
          <p:spPr>
            <a:xfrm>
              <a:off x="743837" y="1344834"/>
              <a:ext cx="2703717" cy="273960"/>
            </a:xfrm>
            <a:prstGeom prst="rect">
              <a:avLst/>
            </a:prstGeom>
            <a:solidFill>
              <a:srgbClr val="E3419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r>
                <a:rPr lang="en-GB" sz="1600" b="1" dirty="0">
                  <a:latin typeface="Roboto" panose="02000000000000000000" pitchFamily="2" charset="0"/>
                  <a:ea typeface="Roboto" panose="02000000000000000000" pitchFamily="2" charset="0"/>
                </a:rPr>
                <a:t>Links to External Websites</a:t>
              </a:r>
            </a:p>
          </p:txBody>
        </p:sp>
        <p:sp>
          <p:nvSpPr>
            <p:cNvPr id="13" name="Rectangle 12">
              <a:extLst>
                <a:ext uri="{FF2B5EF4-FFF2-40B4-BE49-F238E27FC236}">
                  <a16:creationId xmlns:a16="http://schemas.microsoft.com/office/drawing/2014/main" id="{1FFC9EFA-95C1-4D1B-B736-D82D578BE355}"/>
                </a:ext>
              </a:extLst>
            </p:cNvPr>
            <p:cNvSpPr/>
            <p:nvPr/>
          </p:nvSpPr>
          <p:spPr>
            <a:xfrm>
              <a:off x="755650" y="1618794"/>
              <a:ext cx="7632700" cy="1728880"/>
            </a:xfrm>
            <a:prstGeom prst="rect">
              <a:avLst/>
            </a:prstGeom>
            <a:solidFill>
              <a:schemeClr val="bg1"/>
            </a:solidFill>
            <a:ln w="19050">
              <a:solidFill>
                <a:srgbClr val="18A0DB"/>
              </a:solidFill>
            </a:ln>
          </p:spPr>
          <p:txBody>
            <a:bodyPr wrap="square" lIns="216000" tIns="216000" rIns="216000" bIns="216000">
              <a:spAutoFit/>
            </a:bodyPr>
            <a:lstStyle/>
            <a:p>
              <a:r>
                <a:rPr lang="en-GB" sz="1400" dirty="0">
                  <a:latin typeface="Roboto" panose="02000000000000000000" pitchFamily="2" charset="0"/>
                  <a:ea typeface="Roboto" panose="02000000000000000000" pitchFamily="2" charset="0"/>
                </a:rPr>
                <a:t>This resource contains links to external websites. Please be aware that the inclusion of any link in this resource should not be taken as an endorsement of any kind by </a:t>
              </a:r>
              <a:r>
                <a:rPr lang="en-GB" sz="1400" dirty="0" err="1">
                  <a:latin typeface="Roboto" panose="02000000000000000000" pitchFamily="2" charset="0"/>
                  <a:ea typeface="Roboto" panose="02000000000000000000" pitchFamily="2" charset="0"/>
                </a:rPr>
                <a:t>Twinkl</a:t>
              </a:r>
              <a:r>
                <a:rPr lang="en-GB" sz="1400" dirty="0">
                  <a:latin typeface="Roboto" panose="02000000000000000000" pitchFamily="2" charset="0"/>
                  <a:ea typeface="Roboto" panose="02000000000000000000" pitchFamily="2" charset="0"/>
                </a:rPr>
                <a:t> of the linked website or any association with its operators. You should also be aware that we have no control over the availability of the linked pages. If the link is not working, please let us know by contacting </a:t>
              </a:r>
              <a:r>
                <a:rPr lang="en-GB" sz="1400" dirty="0" err="1">
                  <a:latin typeface="Roboto" panose="02000000000000000000" pitchFamily="2" charset="0"/>
                  <a:ea typeface="Roboto" panose="02000000000000000000" pitchFamily="2" charset="0"/>
                </a:rPr>
                <a:t>TwinklCares</a:t>
              </a:r>
              <a:r>
                <a:rPr lang="en-GB" sz="1400" dirty="0">
                  <a:latin typeface="Roboto" panose="02000000000000000000" pitchFamily="2" charset="0"/>
                  <a:ea typeface="Roboto" panose="02000000000000000000" pitchFamily="2" charset="0"/>
                </a:rPr>
                <a:t> and we will try to fix it although we can assume no responsibility if this is the case. We are not responsible for the content of external sites.</a:t>
              </a:r>
            </a:p>
          </p:txBody>
        </p:sp>
      </p:grpSp>
      <p:sp>
        <p:nvSpPr>
          <p:cNvPr id="16" name="TextBox 15">
            <a:extLst>
              <a:ext uri="{FF2B5EF4-FFF2-40B4-BE49-F238E27FC236}">
                <a16:creationId xmlns:a16="http://schemas.microsoft.com/office/drawing/2014/main" id="{3E809478-62E0-4C7A-83A2-03913DD4D89E}"/>
              </a:ext>
            </a:extLst>
          </p:cNvPr>
          <p:cNvSpPr txBox="1"/>
          <p:nvPr userDrawn="1"/>
        </p:nvSpPr>
        <p:spPr>
          <a:xfrm>
            <a:off x="755650" y="668014"/>
            <a:ext cx="7632700" cy="523220"/>
          </a:xfrm>
          <a:prstGeom prst="rect">
            <a:avLst/>
          </a:prstGeom>
          <a:noFill/>
        </p:spPr>
        <p:txBody>
          <a:bodyPr wrap="square">
            <a:spAutoFit/>
          </a:bodyPr>
          <a:lstStyle/>
          <a:p>
            <a:pPr lvl="0" algn="ctr"/>
            <a:r>
              <a:rPr lang="en-US" sz="2800" b="1" dirty="0">
                <a:solidFill>
                  <a:srgbClr val="E34192"/>
                </a:solidFill>
                <a:latin typeface="Roboto" panose="02000000000000000000" pitchFamily="2" charset="0"/>
                <a:ea typeface="Roboto" panose="02000000000000000000" pitchFamily="2" charset="0"/>
              </a:rPr>
              <a:t>Disclaimer/s</a:t>
            </a:r>
            <a:endParaRPr lang="en-GB" sz="2800" b="1" dirty="0">
              <a:solidFill>
                <a:srgbClr val="E34192"/>
              </a:solidFill>
            </a:endParaRPr>
          </a:p>
        </p:txBody>
      </p:sp>
    </p:spTree>
    <p:extLst>
      <p:ext uri="{BB962C8B-B14F-4D97-AF65-F5344CB8AC3E}">
        <p14:creationId xmlns:p14="http://schemas.microsoft.com/office/powerpoint/2010/main" val="2116580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External Video Websites Disclaimer">
    <p:spTree>
      <p:nvGrpSpPr>
        <p:cNvPr id="1" name=""/>
        <p:cNvGrpSpPr/>
        <p:nvPr/>
      </p:nvGrpSpPr>
      <p:grpSpPr>
        <a:xfrm>
          <a:off x="0" y="0"/>
          <a:ext cx="0" cy="0"/>
          <a:chOff x="0" y="0"/>
          <a:chExt cx="0" cy="0"/>
        </a:xfrm>
      </p:grpSpPr>
      <p:sp>
        <p:nvSpPr>
          <p:cNvPr id="5" name="Rounded Rectangle 4"/>
          <p:cNvSpPr/>
          <p:nvPr userDrawn="1"/>
        </p:nvSpPr>
        <p:spPr bwMode="auto">
          <a:xfrm>
            <a:off x="457198" y="438151"/>
            <a:ext cx="8220075" cy="5957887"/>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sp>
        <p:nvSpPr>
          <p:cNvPr id="14" name="Title 2">
            <a:extLst>
              <a:ext uri="{FF2B5EF4-FFF2-40B4-BE49-F238E27FC236}">
                <a16:creationId xmlns:a16="http://schemas.microsoft.com/office/drawing/2014/main" id="{A7697262-5601-4023-B08E-475497092739}"/>
              </a:ext>
            </a:extLst>
          </p:cNvPr>
          <p:cNvSpPr>
            <a:spLocks/>
          </p:cNvSpPr>
          <p:nvPr userDrawn="1"/>
        </p:nvSpPr>
        <p:spPr bwMode="auto">
          <a:xfrm>
            <a:off x="457200" y="6283683"/>
            <a:ext cx="8220075" cy="715963"/>
          </a:xfrm>
          <a:prstGeom prst="roundRect">
            <a:avLst>
              <a:gd name="adj" fmla="val 9639"/>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round/>
                <a:headEnd/>
                <a:tailEnd/>
              </a14:hiddenLine>
            </a:ext>
          </a:extLst>
        </p:spPr>
        <p:txBody>
          <a:bodyPr lIns="252000" tIns="252000" rIns="252000" bIns="252000" anchor="ctr" anchorCtr="1"/>
          <a:lstStyle>
            <a:lvl1pPr>
              <a:defRPr>
                <a:solidFill>
                  <a:schemeClr val="tx1"/>
                </a:solidFill>
                <a:latin typeface="Twinkl" pitchFamily="2" charset="0"/>
              </a:defRPr>
            </a:lvl1pPr>
            <a:lvl2pPr marL="742950" indent="-285750">
              <a:defRPr>
                <a:solidFill>
                  <a:schemeClr val="tx1"/>
                </a:solidFill>
                <a:latin typeface="Twinkl" pitchFamily="2" charset="0"/>
              </a:defRPr>
            </a:lvl2pPr>
            <a:lvl3pPr marL="1143000" indent="-228600">
              <a:defRPr>
                <a:solidFill>
                  <a:schemeClr val="tx1"/>
                </a:solidFill>
                <a:latin typeface="Twinkl" pitchFamily="2" charset="0"/>
              </a:defRPr>
            </a:lvl3pPr>
            <a:lvl4pPr marL="1600200" indent="-228600">
              <a:defRPr>
                <a:solidFill>
                  <a:schemeClr val="tx1"/>
                </a:solidFill>
                <a:latin typeface="Twinkl" pitchFamily="2" charset="0"/>
              </a:defRPr>
            </a:lvl4pPr>
            <a:lvl5pPr marL="2057400" indent="-228600">
              <a:defRPr>
                <a:solidFill>
                  <a:schemeClr val="tx1"/>
                </a:solidFill>
                <a:latin typeface="Twinkl" pitchFamily="2" charset="0"/>
              </a:defRPr>
            </a:lvl5pPr>
            <a:lvl6pPr marL="2514600" indent="-228600" eaLnBrk="0" fontAlgn="base" hangingPunct="0">
              <a:spcBef>
                <a:spcPct val="0"/>
              </a:spcBef>
              <a:spcAft>
                <a:spcPct val="0"/>
              </a:spcAft>
              <a:defRPr>
                <a:solidFill>
                  <a:schemeClr val="tx1"/>
                </a:solidFill>
                <a:latin typeface="Twinkl" pitchFamily="2" charset="0"/>
              </a:defRPr>
            </a:lvl6pPr>
            <a:lvl7pPr marL="2971800" indent="-228600" eaLnBrk="0" fontAlgn="base" hangingPunct="0">
              <a:spcBef>
                <a:spcPct val="0"/>
              </a:spcBef>
              <a:spcAft>
                <a:spcPct val="0"/>
              </a:spcAft>
              <a:defRPr>
                <a:solidFill>
                  <a:schemeClr val="tx1"/>
                </a:solidFill>
                <a:latin typeface="Twinkl" pitchFamily="2" charset="0"/>
              </a:defRPr>
            </a:lvl7pPr>
            <a:lvl8pPr marL="3429000" indent="-228600" eaLnBrk="0" fontAlgn="base" hangingPunct="0">
              <a:spcBef>
                <a:spcPct val="0"/>
              </a:spcBef>
              <a:spcAft>
                <a:spcPct val="0"/>
              </a:spcAft>
              <a:defRPr>
                <a:solidFill>
                  <a:schemeClr val="tx1"/>
                </a:solidFill>
                <a:latin typeface="Twinkl" pitchFamily="2" charset="0"/>
              </a:defRPr>
            </a:lvl8pPr>
            <a:lvl9pPr marL="3886200" indent="-228600" eaLnBrk="0" fontAlgn="base" hangingPunct="0">
              <a:spcBef>
                <a:spcPct val="0"/>
              </a:spcBef>
              <a:spcAft>
                <a:spcPct val="0"/>
              </a:spcAft>
              <a:defRPr>
                <a:solidFill>
                  <a:schemeClr val="tx1"/>
                </a:solidFill>
                <a:latin typeface="Twinkl" pitchFamily="2" charset="0"/>
              </a:defRPr>
            </a:lvl9pPr>
          </a:lstStyle>
          <a:p>
            <a:pPr algn="ctr" eaLnBrk="1" hangingPunct="1">
              <a:lnSpc>
                <a:spcPct val="90000"/>
              </a:lnSpc>
            </a:pPr>
            <a:r>
              <a:rPr lang="en-GB" altLang="en-US" sz="1000" dirty="0">
                <a:solidFill>
                  <a:schemeClr val="bg1"/>
                </a:solidFill>
                <a:latin typeface="Roboto" panose="02000000000000000000" pitchFamily="2" charset="0"/>
                <a:ea typeface="Roboto" panose="02000000000000000000" pitchFamily="2" charset="0"/>
                <a:cs typeface="Arial" panose="020B0604020202020204" pitchFamily="34" charset="0"/>
              </a:rPr>
              <a:t>You may wish to delete this slide before beginning the presentation.</a:t>
            </a:r>
          </a:p>
        </p:txBody>
      </p:sp>
      <p:sp>
        <p:nvSpPr>
          <p:cNvPr id="16" name="Rectangle 15">
            <a:extLst>
              <a:ext uri="{FF2B5EF4-FFF2-40B4-BE49-F238E27FC236}">
                <a16:creationId xmlns:a16="http://schemas.microsoft.com/office/drawing/2014/main" id="{E98D6414-A260-404A-9274-A35AB2A1EA5A}"/>
              </a:ext>
            </a:extLst>
          </p:cNvPr>
          <p:cNvSpPr/>
          <p:nvPr userDrawn="1"/>
        </p:nvSpPr>
        <p:spPr>
          <a:xfrm>
            <a:off x="743836" y="1163960"/>
            <a:ext cx="7644513" cy="307777"/>
          </a:xfrm>
          <a:prstGeom prst="rect">
            <a:avLst/>
          </a:prstGeom>
        </p:spPr>
        <p:txBody>
          <a:bodyPr wrap="square">
            <a:spAutoFit/>
          </a:bodyPr>
          <a:lstStyle/>
          <a:p>
            <a:pPr algn="ctr"/>
            <a:r>
              <a:rPr lang="en-GB" sz="1400" dirty="0">
                <a:latin typeface="Roboto" panose="02000000000000000000" pitchFamily="2" charset="0"/>
                <a:ea typeface="Roboto" panose="02000000000000000000" pitchFamily="2" charset="0"/>
              </a:rPr>
              <a:t>We hope you find the information on our website and resources useful. </a:t>
            </a:r>
            <a:endParaRPr lang="en-GB" sz="1400" dirty="0"/>
          </a:p>
        </p:txBody>
      </p:sp>
      <p:grpSp>
        <p:nvGrpSpPr>
          <p:cNvPr id="17" name="Group 16">
            <a:extLst>
              <a:ext uri="{FF2B5EF4-FFF2-40B4-BE49-F238E27FC236}">
                <a16:creationId xmlns:a16="http://schemas.microsoft.com/office/drawing/2014/main" id="{5688A155-CC1C-4CA5-824A-88B66BF4B7D8}"/>
              </a:ext>
            </a:extLst>
          </p:cNvPr>
          <p:cNvGrpSpPr/>
          <p:nvPr userDrawn="1"/>
        </p:nvGrpSpPr>
        <p:grpSpPr>
          <a:xfrm>
            <a:off x="733079" y="1681195"/>
            <a:ext cx="7643458" cy="2649171"/>
            <a:chOff x="744892" y="3707365"/>
            <a:chExt cx="7643458" cy="2649171"/>
          </a:xfrm>
        </p:grpSpPr>
        <p:sp>
          <p:nvSpPr>
            <p:cNvPr id="18" name="Rectangle 17">
              <a:extLst>
                <a:ext uri="{FF2B5EF4-FFF2-40B4-BE49-F238E27FC236}">
                  <a16:creationId xmlns:a16="http://schemas.microsoft.com/office/drawing/2014/main" id="{B519C287-0C36-43FA-A38F-45E9B4A11B4D}"/>
                </a:ext>
              </a:extLst>
            </p:cNvPr>
            <p:cNvSpPr/>
            <p:nvPr/>
          </p:nvSpPr>
          <p:spPr>
            <a:xfrm>
              <a:off x="744892" y="3707365"/>
              <a:ext cx="3214972" cy="273960"/>
            </a:xfrm>
            <a:prstGeom prst="rect">
              <a:avLst/>
            </a:prstGeom>
            <a:solidFill>
              <a:srgbClr val="E3419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r>
                <a:rPr lang="en-GB" sz="1600" b="1" dirty="0">
                  <a:latin typeface="Roboto" panose="02000000000000000000" pitchFamily="2" charset="0"/>
                  <a:ea typeface="Roboto" panose="02000000000000000000" pitchFamily="2" charset="0"/>
                </a:rPr>
                <a:t>Links to External Video Websites</a:t>
              </a:r>
            </a:p>
          </p:txBody>
        </p:sp>
        <p:sp>
          <p:nvSpPr>
            <p:cNvPr id="19" name="Rectangle 18">
              <a:extLst>
                <a:ext uri="{FF2B5EF4-FFF2-40B4-BE49-F238E27FC236}">
                  <a16:creationId xmlns:a16="http://schemas.microsoft.com/office/drawing/2014/main" id="{F9BBE2CC-1604-46EB-BCDA-9F6AB7410668}"/>
                </a:ext>
              </a:extLst>
            </p:cNvPr>
            <p:cNvSpPr/>
            <p:nvPr/>
          </p:nvSpPr>
          <p:spPr>
            <a:xfrm>
              <a:off x="755650" y="3981325"/>
              <a:ext cx="7632700" cy="2375211"/>
            </a:xfrm>
            <a:prstGeom prst="rect">
              <a:avLst/>
            </a:prstGeom>
            <a:solidFill>
              <a:schemeClr val="bg1"/>
            </a:solidFill>
            <a:ln w="19050">
              <a:solidFill>
                <a:srgbClr val="18A0DB"/>
              </a:solidFill>
            </a:ln>
          </p:spPr>
          <p:txBody>
            <a:bodyPr wrap="square" lIns="216000" tIns="216000" rIns="216000" bIns="216000">
              <a:spAutoFit/>
            </a:bodyPr>
            <a:lstStyle/>
            <a:p>
              <a:r>
                <a:rPr lang="en-GB" sz="1400" dirty="0">
                  <a:latin typeface="Roboto" panose="02000000000000000000" pitchFamily="2" charset="0"/>
                  <a:ea typeface="Roboto" panose="02000000000000000000" pitchFamily="2" charset="0"/>
                </a:rPr>
                <a:t>This resource contains links to external video websites. These websites often have </a:t>
              </a:r>
              <a:r>
                <a:rPr lang="en-GB" sz="1400" dirty="0" err="1">
                  <a:latin typeface="Roboto" panose="02000000000000000000" pitchFamily="2" charset="0"/>
                  <a:ea typeface="Roboto" panose="02000000000000000000" pitchFamily="2" charset="0"/>
                </a:rPr>
                <a:t>autoplay</a:t>
              </a:r>
              <a:r>
                <a:rPr lang="en-GB" sz="1400" dirty="0">
                  <a:latin typeface="Roboto" panose="02000000000000000000" pitchFamily="2" charset="0"/>
                  <a:ea typeface="Roboto" panose="02000000000000000000" pitchFamily="2" charset="0"/>
                </a:rPr>
                <a:t> features meaning that other videos will play after the video you are watching finishes. You should disable this feature before using the video in any classroom or similar setting. </a:t>
              </a:r>
              <a:r>
                <a:rPr lang="en-GB" sz="1400" dirty="0" err="1">
                  <a:latin typeface="Roboto" panose="02000000000000000000" pitchFamily="2" charset="0"/>
                  <a:ea typeface="Roboto" panose="02000000000000000000" pitchFamily="2" charset="0"/>
                </a:rPr>
                <a:t>Twinkl</a:t>
              </a:r>
              <a:r>
                <a:rPr lang="en-GB" sz="1400" dirty="0">
                  <a:latin typeface="Roboto" panose="02000000000000000000" pitchFamily="2" charset="0"/>
                  <a:ea typeface="Roboto" panose="02000000000000000000" pitchFamily="2" charset="0"/>
                </a:rPr>
                <a:t> assumes no responsibility for the contents of linked websites. The inclusion of any link in this resource should not be taken as an endorsement of any kind by </a:t>
              </a:r>
              <a:r>
                <a:rPr lang="en-GB" sz="1400" dirty="0" err="1">
                  <a:latin typeface="Roboto" panose="02000000000000000000" pitchFamily="2" charset="0"/>
                  <a:ea typeface="Roboto" panose="02000000000000000000" pitchFamily="2" charset="0"/>
                </a:rPr>
                <a:t>Twinkl</a:t>
              </a:r>
              <a:r>
                <a:rPr lang="en-GB" sz="1400" dirty="0">
                  <a:latin typeface="Roboto" panose="02000000000000000000" pitchFamily="2" charset="0"/>
                  <a:ea typeface="Roboto" panose="02000000000000000000" pitchFamily="2" charset="0"/>
                </a:rPr>
                <a:t> of the linked website or any association with its operators. We have no control over the availability of the linked pages. If the link is not working, please let us know by contacting </a:t>
              </a:r>
              <a:r>
                <a:rPr lang="en-GB" sz="1400" dirty="0" err="1">
                  <a:latin typeface="Roboto" panose="02000000000000000000" pitchFamily="2" charset="0"/>
                  <a:ea typeface="Roboto" panose="02000000000000000000" pitchFamily="2" charset="0"/>
                </a:rPr>
                <a:t>TwinklCares</a:t>
              </a:r>
              <a:r>
                <a:rPr lang="en-GB" sz="1400" dirty="0">
                  <a:latin typeface="Roboto" panose="02000000000000000000" pitchFamily="2" charset="0"/>
                  <a:ea typeface="Roboto" panose="02000000000000000000" pitchFamily="2" charset="0"/>
                </a:rPr>
                <a:t> and we will try to fix it, although we can assume no responsibility if this is </a:t>
              </a:r>
              <a:br>
                <a:rPr lang="en-GB" sz="1400" dirty="0">
                  <a:latin typeface="Roboto" panose="02000000000000000000" pitchFamily="2" charset="0"/>
                  <a:ea typeface="Roboto" panose="02000000000000000000" pitchFamily="2" charset="0"/>
                </a:rPr>
              </a:br>
              <a:r>
                <a:rPr lang="en-GB" sz="1400" dirty="0">
                  <a:latin typeface="Roboto" panose="02000000000000000000" pitchFamily="2" charset="0"/>
                  <a:ea typeface="Roboto" panose="02000000000000000000" pitchFamily="2" charset="0"/>
                </a:rPr>
                <a:t>the case.</a:t>
              </a:r>
            </a:p>
          </p:txBody>
        </p:sp>
      </p:grpSp>
      <p:sp>
        <p:nvSpPr>
          <p:cNvPr id="20" name="TextBox 19">
            <a:extLst>
              <a:ext uri="{FF2B5EF4-FFF2-40B4-BE49-F238E27FC236}">
                <a16:creationId xmlns:a16="http://schemas.microsoft.com/office/drawing/2014/main" id="{DFBBCB53-5B3E-420F-B980-49AC69553407}"/>
              </a:ext>
            </a:extLst>
          </p:cNvPr>
          <p:cNvSpPr txBox="1"/>
          <p:nvPr userDrawn="1"/>
        </p:nvSpPr>
        <p:spPr>
          <a:xfrm>
            <a:off x="755650" y="668014"/>
            <a:ext cx="7632700" cy="523220"/>
          </a:xfrm>
          <a:prstGeom prst="rect">
            <a:avLst/>
          </a:prstGeom>
          <a:noFill/>
        </p:spPr>
        <p:txBody>
          <a:bodyPr wrap="square">
            <a:spAutoFit/>
          </a:bodyPr>
          <a:lstStyle/>
          <a:p>
            <a:pPr lvl="0" algn="ctr"/>
            <a:r>
              <a:rPr lang="en-US" sz="2800" b="1" dirty="0">
                <a:solidFill>
                  <a:srgbClr val="E34192"/>
                </a:solidFill>
                <a:latin typeface="Roboto" panose="02000000000000000000" pitchFamily="2" charset="0"/>
                <a:ea typeface="Roboto" panose="02000000000000000000" pitchFamily="2" charset="0"/>
              </a:rPr>
              <a:t>Disclaimer/s</a:t>
            </a:r>
            <a:endParaRPr lang="en-GB" sz="2800" b="1" dirty="0">
              <a:solidFill>
                <a:srgbClr val="E34192"/>
              </a:solidFill>
            </a:endParaRPr>
          </a:p>
        </p:txBody>
      </p:sp>
    </p:spTree>
    <p:extLst>
      <p:ext uri="{BB962C8B-B14F-4D97-AF65-F5344CB8AC3E}">
        <p14:creationId xmlns:p14="http://schemas.microsoft.com/office/powerpoint/2010/main" val="6715065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sclaimers Editable">
    <p:spTree>
      <p:nvGrpSpPr>
        <p:cNvPr id="1" name=""/>
        <p:cNvGrpSpPr/>
        <p:nvPr/>
      </p:nvGrpSpPr>
      <p:grpSpPr>
        <a:xfrm>
          <a:off x="0" y="0"/>
          <a:ext cx="0" cy="0"/>
          <a:chOff x="0" y="0"/>
          <a:chExt cx="0" cy="0"/>
        </a:xfrm>
      </p:grpSpPr>
      <p:sp>
        <p:nvSpPr>
          <p:cNvPr id="5" name="Rounded Rectangle 4"/>
          <p:cNvSpPr/>
          <p:nvPr userDrawn="1"/>
        </p:nvSpPr>
        <p:spPr bwMode="auto">
          <a:xfrm>
            <a:off x="457198" y="438151"/>
            <a:ext cx="8220075" cy="5957887"/>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sp>
        <p:nvSpPr>
          <p:cNvPr id="14" name="Title 2">
            <a:extLst>
              <a:ext uri="{FF2B5EF4-FFF2-40B4-BE49-F238E27FC236}">
                <a16:creationId xmlns:a16="http://schemas.microsoft.com/office/drawing/2014/main" id="{A7697262-5601-4023-B08E-475497092739}"/>
              </a:ext>
            </a:extLst>
          </p:cNvPr>
          <p:cNvSpPr>
            <a:spLocks/>
          </p:cNvSpPr>
          <p:nvPr userDrawn="1"/>
        </p:nvSpPr>
        <p:spPr bwMode="auto">
          <a:xfrm>
            <a:off x="457200" y="6283683"/>
            <a:ext cx="8220075" cy="715963"/>
          </a:xfrm>
          <a:prstGeom prst="roundRect">
            <a:avLst>
              <a:gd name="adj" fmla="val 9639"/>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round/>
                <a:headEnd/>
                <a:tailEnd/>
              </a14:hiddenLine>
            </a:ext>
          </a:extLst>
        </p:spPr>
        <p:txBody>
          <a:bodyPr lIns="252000" tIns="252000" rIns="252000" bIns="252000" anchor="ctr" anchorCtr="1"/>
          <a:lstStyle>
            <a:lvl1pPr>
              <a:defRPr>
                <a:solidFill>
                  <a:schemeClr val="tx1"/>
                </a:solidFill>
                <a:latin typeface="Twinkl" pitchFamily="2" charset="0"/>
              </a:defRPr>
            </a:lvl1pPr>
            <a:lvl2pPr marL="742950" indent="-285750">
              <a:defRPr>
                <a:solidFill>
                  <a:schemeClr val="tx1"/>
                </a:solidFill>
                <a:latin typeface="Twinkl" pitchFamily="2" charset="0"/>
              </a:defRPr>
            </a:lvl2pPr>
            <a:lvl3pPr marL="1143000" indent="-228600">
              <a:defRPr>
                <a:solidFill>
                  <a:schemeClr val="tx1"/>
                </a:solidFill>
                <a:latin typeface="Twinkl" pitchFamily="2" charset="0"/>
              </a:defRPr>
            </a:lvl3pPr>
            <a:lvl4pPr marL="1600200" indent="-228600">
              <a:defRPr>
                <a:solidFill>
                  <a:schemeClr val="tx1"/>
                </a:solidFill>
                <a:latin typeface="Twinkl" pitchFamily="2" charset="0"/>
              </a:defRPr>
            </a:lvl4pPr>
            <a:lvl5pPr marL="2057400" indent="-228600">
              <a:defRPr>
                <a:solidFill>
                  <a:schemeClr val="tx1"/>
                </a:solidFill>
                <a:latin typeface="Twinkl" pitchFamily="2" charset="0"/>
              </a:defRPr>
            </a:lvl5pPr>
            <a:lvl6pPr marL="2514600" indent="-228600" eaLnBrk="0" fontAlgn="base" hangingPunct="0">
              <a:spcBef>
                <a:spcPct val="0"/>
              </a:spcBef>
              <a:spcAft>
                <a:spcPct val="0"/>
              </a:spcAft>
              <a:defRPr>
                <a:solidFill>
                  <a:schemeClr val="tx1"/>
                </a:solidFill>
                <a:latin typeface="Twinkl" pitchFamily="2" charset="0"/>
              </a:defRPr>
            </a:lvl6pPr>
            <a:lvl7pPr marL="2971800" indent="-228600" eaLnBrk="0" fontAlgn="base" hangingPunct="0">
              <a:spcBef>
                <a:spcPct val="0"/>
              </a:spcBef>
              <a:spcAft>
                <a:spcPct val="0"/>
              </a:spcAft>
              <a:defRPr>
                <a:solidFill>
                  <a:schemeClr val="tx1"/>
                </a:solidFill>
                <a:latin typeface="Twinkl" pitchFamily="2" charset="0"/>
              </a:defRPr>
            </a:lvl7pPr>
            <a:lvl8pPr marL="3429000" indent="-228600" eaLnBrk="0" fontAlgn="base" hangingPunct="0">
              <a:spcBef>
                <a:spcPct val="0"/>
              </a:spcBef>
              <a:spcAft>
                <a:spcPct val="0"/>
              </a:spcAft>
              <a:defRPr>
                <a:solidFill>
                  <a:schemeClr val="tx1"/>
                </a:solidFill>
                <a:latin typeface="Twinkl" pitchFamily="2" charset="0"/>
              </a:defRPr>
            </a:lvl8pPr>
            <a:lvl9pPr marL="3886200" indent="-228600" eaLnBrk="0" fontAlgn="base" hangingPunct="0">
              <a:spcBef>
                <a:spcPct val="0"/>
              </a:spcBef>
              <a:spcAft>
                <a:spcPct val="0"/>
              </a:spcAft>
              <a:defRPr>
                <a:solidFill>
                  <a:schemeClr val="tx1"/>
                </a:solidFill>
                <a:latin typeface="Twinkl" pitchFamily="2" charset="0"/>
              </a:defRPr>
            </a:lvl9pPr>
          </a:lstStyle>
          <a:p>
            <a:pPr algn="ctr" eaLnBrk="1" hangingPunct="1">
              <a:lnSpc>
                <a:spcPct val="90000"/>
              </a:lnSpc>
            </a:pPr>
            <a:r>
              <a:rPr lang="en-GB" altLang="en-US" sz="1000" dirty="0">
                <a:solidFill>
                  <a:schemeClr val="bg1"/>
                </a:solidFill>
                <a:latin typeface="Roboto" panose="02000000000000000000" pitchFamily="2" charset="0"/>
                <a:ea typeface="Roboto" panose="02000000000000000000" pitchFamily="2" charset="0"/>
                <a:cs typeface="Arial" panose="020B0604020202020204" pitchFamily="34" charset="0"/>
              </a:rPr>
              <a:t>You may wish to delete this slide before beginning the presentation.</a:t>
            </a:r>
          </a:p>
        </p:txBody>
      </p:sp>
      <p:sp>
        <p:nvSpPr>
          <p:cNvPr id="10" name="Rectangle 9">
            <a:extLst>
              <a:ext uri="{FF2B5EF4-FFF2-40B4-BE49-F238E27FC236}">
                <a16:creationId xmlns:a16="http://schemas.microsoft.com/office/drawing/2014/main" id="{89AF2E5A-21A6-4DED-A279-863F1FD479A6}"/>
              </a:ext>
            </a:extLst>
          </p:cNvPr>
          <p:cNvSpPr/>
          <p:nvPr userDrawn="1"/>
        </p:nvSpPr>
        <p:spPr>
          <a:xfrm>
            <a:off x="743836" y="1163960"/>
            <a:ext cx="7644513" cy="307777"/>
          </a:xfrm>
          <a:prstGeom prst="rect">
            <a:avLst/>
          </a:prstGeom>
        </p:spPr>
        <p:txBody>
          <a:bodyPr wrap="square">
            <a:spAutoFit/>
          </a:bodyPr>
          <a:lstStyle/>
          <a:p>
            <a:pPr algn="ctr"/>
            <a:r>
              <a:rPr lang="en-GB" sz="1400" dirty="0">
                <a:latin typeface="Roboto" panose="02000000000000000000" pitchFamily="2" charset="0"/>
                <a:ea typeface="Roboto" panose="02000000000000000000" pitchFamily="2" charset="0"/>
              </a:rPr>
              <a:t>We hope you find the information on our website and resources useful. </a:t>
            </a:r>
            <a:endParaRPr lang="en-GB" sz="1400" dirty="0"/>
          </a:p>
        </p:txBody>
      </p:sp>
      <p:grpSp>
        <p:nvGrpSpPr>
          <p:cNvPr id="20" name="Group 19">
            <a:extLst>
              <a:ext uri="{FF2B5EF4-FFF2-40B4-BE49-F238E27FC236}">
                <a16:creationId xmlns:a16="http://schemas.microsoft.com/office/drawing/2014/main" id="{0F0C260B-7A5F-4EEA-B147-DE8B78F68034}"/>
              </a:ext>
            </a:extLst>
          </p:cNvPr>
          <p:cNvGrpSpPr/>
          <p:nvPr userDrawn="1"/>
        </p:nvGrpSpPr>
        <p:grpSpPr>
          <a:xfrm>
            <a:off x="733079" y="3957995"/>
            <a:ext cx="7643458" cy="2002840"/>
            <a:chOff x="744892" y="3707365"/>
            <a:chExt cx="7643458" cy="2002840"/>
          </a:xfrm>
        </p:grpSpPr>
        <p:sp>
          <p:nvSpPr>
            <p:cNvPr id="21" name="Rectangle 20">
              <a:extLst>
                <a:ext uri="{FF2B5EF4-FFF2-40B4-BE49-F238E27FC236}">
                  <a16:creationId xmlns:a16="http://schemas.microsoft.com/office/drawing/2014/main" id="{55E2DD96-F714-4CFE-8121-9BD618AA74C8}"/>
                </a:ext>
              </a:extLst>
            </p:cNvPr>
            <p:cNvSpPr/>
            <p:nvPr/>
          </p:nvSpPr>
          <p:spPr>
            <a:xfrm>
              <a:off x="744892" y="3707365"/>
              <a:ext cx="1741673" cy="273960"/>
            </a:xfrm>
            <a:prstGeom prst="rect">
              <a:avLst/>
            </a:prstGeom>
            <a:solidFill>
              <a:srgbClr val="E3419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noAutofit/>
            </a:bodyPr>
            <a:lstStyle/>
            <a:p>
              <a:r>
                <a:rPr lang="en-GB" sz="1600" b="1" dirty="0">
                  <a:latin typeface="Roboto" panose="02000000000000000000" pitchFamily="2" charset="0"/>
                  <a:ea typeface="Roboto" panose="02000000000000000000" pitchFamily="2" charset="0"/>
                </a:rPr>
                <a:t>Insert Text Here</a:t>
              </a:r>
            </a:p>
          </p:txBody>
        </p:sp>
        <p:sp>
          <p:nvSpPr>
            <p:cNvPr id="22" name="Rectangle 21">
              <a:extLst>
                <a:ext uri="{FF2B5EF4-FFF2-40B4-BE49-F238E27FC236}">
                  <a16:creationId xmlns:a16="http://schemas.microsoft.com/office/drawing/2014/main" id="{110E9556-8ED8-404D-9793-60568C040CEB}"/>
                </a:ext>
              </a:extLst>
            </p:cNvPr>
            <p:cNvSpPr/>
            <p:nvPr/>
          </p:nvSpPr>
          <p:spPr>
            <a:xfrm>
              <a:off x="755650" y="3981325"/>
              <a:ext cx="7632700" cy="1728880"/>
            </a:xfrm>
            <a:prstGeom prst="rect">
              <a:avLst/>
            </a:prstGeom>
            <a:solidFill>
              <a:schemeClr val="bg1"/>
            </a:solidFill>
            <a:ln w="19050">
              <a:solidFill>
                <a:srgbClr val="18A0DB"/>
              </a:solidFill>
            </a:ln>
          </p:spPr>
          <p:txBody>
            <a:bodyPr wrap="square" lIns="216000" tIns="216000" rIns="216000" bIns="216000">
              <a:spAutoFit/>
            </a:bodyPr>
            <a:lstStyle/>
            <a:p>
              <a:r>
                <a:rPr lang="en-GB" sz="1400" dirty="0">
                  <a:latin typeface="Roboto" panose="02000000000000000000" pitchFamily="2" charset="0"/>
                  <a:ea typeface="Roboto" panose="02000000000000000000" pitchFamily="2" charset="0"/>
                </a:rPr>
                <a:t>Lorem ipsum </a:t>
              </a:r>
              <a:r>
                <a:rPr lang="en-GB" sz="1400" dirty="0" err="1">
                  <a:latin typeface="Roboto" panose="02000000000000000000" pitchFamily="2" charset="0"/>
                  <a:ea typeface="Roboto" panose="02000000000000000000" pitchFamily="2" charset="0"/>
                </a:rPr>
                <a:t>dolor</a:t>
              </a:r>
              <a:r>
                <a:rPr lang="en-GB" sz="1400" dirty="0">
                  <a:latin typeface="Roboto" panose="02000000000000000000" pitchFamily="2" charset="0"/>
                  <a:ea typeface="Roboto" panose="02000000000000000000" pitchFamily="2" charset="0"/>
                </a:rPr>
                <a:t> sit </a:t>
              </a:r>
              <a:r>
                <a:rPr lang="en-GB" sz="1400" dirty="0" err="1">
                  <a:latin typeface="Roboto" panose="02000000000000000000" pitchFamily="2" charset="0"/>
                  <a:ea typeface="Roboto" panose="02000000000000000000" pitchFamily="2" charset="0"/>
                </a:rPr>
                <a:t>amet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consectetur</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adipiscing</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elit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sed</a:t>
              </a:r>
              <a:r>
                <a:rPr lang="en-GB" sz="1400" dirty="0">
                  <a:latin typeface="Roboto" panose="02000000000000000000" pitchFamily="2" charset="0"/>
                  <a:ea typeface="Roboto" panose="02000000000000000000" pitchFamily="2" charset="0"/>
                </a:rPr>
                <a:t> do </a:t>
              </a:r>
              <a:r>
                <a:rPr lang="en-GB" sz="1400" dirty="0" err="1">
                  <a:latin typeface="Roboto" panose="02000000000000000000" pitchFamily="2" charset="0"/>
                  <a:ea typeface="Roboto" panose="02000000000000000000" pitchFamily="2" charset="0"/>
                </a:rPr>
                <a:t>eiusmod</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tempor</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incididunt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ut</a:t>
              </a:r>
              <a:r>
                <a:rPr lang="en-GB" sz="1400" dirty="0">
                  <a:latin typeface="Roboto" panose="02000000000000000000" pitchFamily="2" charset="0"/>
                  <a:ea typeface="Roboto" panose="02000000000000000000" pitchFamily="2" charset="0"/>
                </a:rPr>
                <a:t> labore et dolore magna </a:t>
              </a:r>
              <a:r>
                <a:rPr lang="en-GB" sz="1400" dirty="0" err="1">
                  <a:latin typeface="Roboto" panose="02000000000000000000" pitchFamily="2" charset="0"/>
                  <a:ea typeface="Roboto" panose="02000000000000000000" pitchFamily="2" charset="0"/>
                </a:rPr>
                <a:t>aliqua</a:t>
              </a:r>
              <a:r>
                <a:rPr lang="en-GB" sz="1400" dirty="0">
                  <a:latin typeface="Roboto" panose="02000000000000000000" pitchFamily="2" charset="0"/>
                  <a:ea typeface="Roboto" panose="02000000000000000000" pitchFamily="2" charset="0"/>
                </a:rPr>
                <a:t>. Ut </a:t>
              </a:r>
              <a:r>
                <a:rPr lang="en-GB" sz="1400" dirty="0" err="1">
                  <a:latin typeface="Roboto" panose="02000000000000000000" pitchFamily="2" charset="0"/>
                  <a:ea typeface="Roboto" panose="02000000000000000000" pitchFamily="2" charset="0"/>
                </a:rPr>
                <a:t>enim</a:t>
              </a:r>
              <a:r>
                <a:rPr lang="en-GB" sz="1400" dirty="0">
                  <a:latin typeface="Roboto" panose="02000000000000000000" pitchFamily="2" charset="0"/>
                  <a:ea typeface="Roboto" panose="02000000000000000000" pitchFamily="2" charset="0"/>
                </a:rPr>
                <a:t> ad minim </a:t>
              </a:r>
              <a:r>
                <a:rPr lang="en-GB" sz="1400" dirty="0" err="1">
                  <a:latin typeface="Roboto" panose="02000000000000000000" pitchFamily="2" charset="0"/>
                  <a:ea typeface="Roboto" panose="02000000000000000000" pitchFamily="2" charset="0"/>
                </a:rPr>
                <a:t>veniam</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quis</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nostrud</a:t>
              </a:r>
              <a:r>
                <a:rPr lang="en-GB" sz="1400" dirty="0">
                  <a:latin typeface="Roboto" panose="02000000000000000000" pitchFamily="2" charset="0"/>
                  <a:ea typeface="Roboto" panose="02000000000000000000" pitchFamily="2" charset="0"/>
                </a:rPr>
                <a:t> exercitation </a:t>
              </a:r>
              <a:r>
                <a:rPr lang="en-GB" sz="1400" dirty="0" err="1">
                  <a:latin typeface="Roboto" panose="02000000000000000000" pitchFamily="2" charset="0"/>
                  <a:ea typeface="Roboto" panose="02000000000000000000" pitchFamily="2" charset="0"/>
                </a:rPr>
                <a:t>ullamco</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laboris</a:t>
              </a:r>
              <a:r>
                <a:rPr lang="en-GB" sz="1400" dirty="0">
                  <a:latin typeface="Roboto" panose="02000000000000000000" pitchFamily="2" charset="0"/>
                  <a:ea typeface="Roboto" panose="02000000000000000000" pitchFamily="2" charset="0"/>
                </a:rPr>
                <a:t> nisi </a:t>
              </a:r>
              <a:r>
                <a:rPr lang="en-GB" sz="1400" dirty="0" err="1">
                  <a:latin typeface="Roboto" panose="02000000000000000000" pitchFamily="2" charset="0"/>
                  <a:ea typeface="Roboto" panose="02000000000000000000" pitchFamily="2" charset="0"/>
                </a:rPr>
                <a:t>ut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aliquip</a:t>
              </a:r>
              <a:r>
                <a:rPr lang="en-GB" sz="1400" dirty="0">
                  <a:latin typeface="Roboto" panose="02000000000000000000" pitchFamily="2" charset="0"/>
                  <a:ea typeface="Roboto" panose="02000000000000000000" pitchFamily="2" charset="0"/>
                </a:rPr>
                <a:t> ex </a:t>
              </a:r>
              <a:r>
                <a:rPr lang="en-GB" sz="1400" dirty="0" err="1">
                  <a:latin typeface="Roboto" panose="02000000000000000000" pitchFamily="2" charset="0"/>
                  <a:ea typeface="Roboto" panose="02000000000000000000" pitchFamily="2" charset="0"/>
                </a:rPr>
                <a:t>ea</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commodo</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consequat</a:t>
              </a:r>
              <a:r>
                <a:rPr lang="en-GB" sz="1400" dirty="0">
                  <a:latin typeface="Roboto" panose="02000000000000000000" pitchFamily="2" charset="0"/>
                  <a:ea typeface="Roboto" panose="02000000000000000000" pitchFamily="2" charset="0"/>
                </a:rPr>
                <a:t>. Duis </a:t>
              </a:r>
              <a:r>
                <a:rPr lang="en-GB" sz="1400" dirty="0" err="1">
                  <a:latin typeface="Roboto" panose="02000000000000000000" pitchFamily="2" charset="0"/>
                  <a:ea typeface="Roboto" panose="02000000000000000000" pitchFamily="2" charset="0"/>
                </a:rPr>
                <a:t>aute</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irure</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dolor</a:t>
              </a:r>
              <a:r>
                <a:rPr lang="en-GB" sz="1400" dirty="0">
                  <a:latin typeface="Roboto" panose="02000000000000000000" pitchFamily="2" charset="0"/>
                  <a:ea typeface="Roboto" panose="02000000000000000000" pitchFamily="2" charset="0"/>
                </a:rPr>
                <a:t> in </a:t>
              </a:r>
              <a:r>
                <a:rPr lang="en-GB" sz="1400" dirty="0" err="1">
                  <a:latin typeface="Roboto" panose="02000000000000000000" pitchFamily="2" charset="0"/>
                  <a:ea typeface="Roboto" panose="02000000000000000000" pitchFamily="2" charset="0"/>
                </a:rPr>
                <a:t>reprehenderit</a:t>
              </a:r>
              <a:r>
                <a:rPr lang="en-GB" sz="1400" dirty="0">
                  <a:latin typeface="Roboto" panose="02000000000000000000" pitchFamily="2" charset="0"/>
                  <a:ea typeface="Roboto" panose="02000000000000000000" pitchFamily="2" charset="0"/>
                </a:rPr>
                <a:t> in </a:t>
              </a:r>
              <a:r>
                <a:rPr lang="en-GB" sz="1400" dirty="0" err="1">
                  <a:latin typeface="Roboto" panose="02000000000000000000" pitchFamily="2" charset="0"/>
                  <a:ea typeface="Roboto" panose="02000000000000000000" pitchFamily="2" charset="0"/>
                </a:rPr>
                <a:t>voluptate</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velit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esse</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cillum</a:t>
              </a:r>
              <a:r>
                <a:rPr lang="en-GB" sz="1400" dirty="0">
                  <a:latin typeface="Roboto" panose="02000000000000000000" pitchFamily="2" charset="0"/>
                  <a:ea typeface="Roboto" panose="02000000000000000000" pitchFamily="2" charset="0"/>
                </a:rPr>
                <a:t> dolore </a:t>
              </a:r>
              <a:r>
                <a:rPr lang="en-GB" sz="1400" dirty="0" err="1">
                  <a:latin typeface="Roboto" panose="02000000000000000000" pitchFamily="2" charset="0"/>
                  <a:ea typeface="Roboto" panose="02000000000000000000" pitchFamily="2" charset="0"/>
                </a:rPr>
                <a:t>eu</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fugiat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nulla</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pariatur</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Excepteur</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sint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occaecat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cupidatat</a:t>
              </a:r>
              <a:r>
                <a:rPr lang="en-GB" sz="1400" dirty="0">
                  <a:latin typeface="Roboto" panose="02000000000000000000" pitchFamily="2" charset="0"/>
                  <a:ea typeface="Roboto" panose="02000000000000000000" pitchFamily="2" charset="0"/>
                </a:rPr>
                <a:t> non </a:t>
              </a:r>
              <a:r>
                <a:rPr lang="en-GB" sz="1400" dirty="0" err="1">
                  <a:latin typeface="Roboto" panose="02000000000000000000" pitchFamily="2" charset="0"/>
                  <a:ea typeface="Roboto" panose="02000000000000000000" pitchFamily="2" charset="0"/>
                </a:rPr>
                <a:t>proident</a:t>
              </a:r>
              <a:r>
                <a:rPr lang="en-GB" sz="1400" dirty="0">
                  <a:latin typeface="Roboto" panose="02000000000000000000" pitchFamily="2" charset="0"/>
                  <a:ea typeface="Roboto" panose="02000000000000000000" pitchFamily="2" charset="0"/>
                </a:rPr>
                <a:t>, sunt in culpa qui </a:t>
              </a:r>
              <a:r>
                <a:rPr lang="en-GB" sz="1400" dirty="0" err="1">
                  <a:latin typeface="Roboto" panose="02000000000000000000" pitchFamily="2" charset="0"/>
                  <a:ea typeface="Roboto" panose="02000000000000000000" pitchFamily="2" charset="0"/>
                </a:rPr>
                <a:t>officia</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deserunt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mollit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anim</a:t>
              </a:r>
              <a:r>
                <a:rPr lang="en-GB" sz="1400" dirty="0">
                  <a:latin typeface="Roboto" panose="02000000000000000000" pitchFamily="2" charset="0"/>
                  <a:ea typeface="Roboto" panose="02000000000000000000" pitchFamily="2" charset="0"/>
                </a:rPr>
                <a:t> id </a:t>
              </a:r>
              <a:r>
                <a:rPr lang="en-GB" sz="1400" dirty="0" err="1">
                  <a:latin typeface="Roboto" panose="02000000000000000000" pitchFamily="2" charset="0"/>
                  <a:ea typeface="Roboto" panose="02000000000000000000" pitchFamily="2" charset="0"/>
                </a:rPr>
                <a:t>est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laborum</a:t>
              </a:r>
              <a:r>
                <a:rPr lang="en-GB" sz="1400" dirty="0">
                  <a:latin typeface="Roboto" panose="02000000000000000000" pitchFamily="2" charset="0"/>
                  <a:ea typeface="Roboto" panose="02000000000000000000" pitchFamily="2" charset="0"/>
                </a:rPr>
                <a:t>.</a:t>
              </a:r>
            </a:p>
          </p:txBody>
        </p:sp>
      </p:grpSp>
      <p:sp>
        <p:nvSpPr>
          <p:cNvPr id="23" name="TextBox 22">
            <a:extLst>
              <a:ext uri="{FF2B5EF4-FFF2-40B4-BE49-F238E27FC236}">
                <a16:creationId xmlns:a16="http://schemas.microsoft.com/office/drawing/2014/main" id="{A19C2661-D570-405D-A1E4-6CF9CAC8BE24}"/>
              </a:ext>
            </a:extLst>
          </p:cNvPr>
          <p:cNvSpPr txBox="1"/>
          <p:nvPr userDrawn="1"/>
        </p:nvSpPr>
        <p:spPr>
          <a:xfrm>
            <a:off x="755650" y="668014"/>
            <a:ext cx="7632700" cy="523220"/>
          </a:xfrm>
          <a:prstGeom prst="rect">
            <a:avLst/>
          </a:prstGeom>
          <a:noFill/>
        </p:spPr>
        <p:txBody>
          <a:bodyPr wrap="square">
            <a:spAutoFit/>
          </a:bodyPr>
          <a:lstStyle/>
          <a:p>
            <a:pPr lvl="0" algn="ctr"/>
            <a:r>
              <a:rPr lang="en-US" sz="2800" b="1" dirty="0">
                <a:solidFill>
                  <a:srgbClr val="E34192"/>
                </a:solidFill>
                <a:latin typeface="Roboto" panose="02000000000000000000" pitchFamily="2" charset="0"/>
                <a:ea typeface="Roboto" panose="02000000000000000000" pitchFamily="2" charset="0"/>
              </a:rPr>
              <a:t>Disclaimer/s</a:t>
            </a:r>
            <a:endParaRPr lang="en-GB" sz="2800" b="1" dirty="0">
              <a:solidFill>
                <a:srgbClr val="E34192"/>
              </a:solidFill>
            </a:endParaRPr>
          </a:p>
        </p:txBody>
      </p:sp>
      <p:grpSp>
        <p:nvGrpSpPr>
          <p:cNvPr id="40" name="Group 39">
            <a:extLst>
              <a:ext uri="{FF2B5EF4-FFF2-40B4-BE49-F238E27FC236}">
                <a16:creationId xmlns:a16="http://schemas.microsoft.com/office/drawing/2014/main" id="{C6AC6D2F-10A3-489C-9A80-706183C3A327}"/>
              </a:ext>
            </a:extLst>
          </p:cNvPr>
          <p:cNvGrpSpPr/>
          <p:nvPr userDrawn="1"/>
        </p:nvGrpSpPr>
        <p:grpSpPr>
          <a:xfrm>
            <a:off x="735818" y="1678482"/>
            <a:ext cx="7643458" cy="2002840"/>
            <a:chOff x="744892" y="3707365"/>
            <a:chExt cx="7643458" cy="2002840"/>
          </a:xfrm>
        </p:grpSpPr>
        <p:sp>
          <p:nvSpPr>
            <p:cNvPr id="41" name="Rectangle 40">
              <a:extLst>
                <a:ext uri="{FF2B5EF4-FFF2-40B4-BE49-F238E27FC236}">
                  <a16:creationId xmlns:a16="http://schemas.microsoft.com/office/drawing/2014/main" id="{B0D18F5C-122B-478C-AA2E-1A9D89C3D4CD}"/>
                </a:ext>
              </a:extLst>
            </p:cNvPr>
            <p:cNvSpPr/>
            <p:nvPr/>
          </p:nvSpPr>
          <p:spPr>
            <a:xfrm>
              <a:off x="744892" y="3707365"/>
              <a:ext cx="1741673" cy="273960"/>
            </a:xfrm>
            <a:prstGeom prst="rect">
              <a:avLst/>
            </a:prstGeom>
            <a:solidFill>
              <a:srgbClr val="E3419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noAutofit/>
            </a:bodyPr>
            <a:lstStyle/>
            <a:p>
              <a:r>
                <a:rPr lang="en-GB" sz="1600" b="1" dirty="0">
                  <a:latin typeface="Roboto" panose="02000000000000000000" pitchFamily="2" charset="0"/>
                  <a:ea typeface="Roboto" panose="02000000000000000000" pitchFamily="2" charset="0"/>
                </a:rPr>
                <a:t>Insert Text Here</a:t>
              </a:r>
            </a:p>
          </p:txBody>
        </p:sp>
        <p:sp>
          <p:nvSpPr>
            <p:cNvPr id="42" name="Rectangle 41">
              <a:extLst>
                <a:ext uri="{FF2B5EF4-FFF2-40B4-BE49-F238E27FC236}">
                  <a16:creationId xmlns:a16="http://schemas.microsoft.com/office/drawing/2014/main" id="{43633EA5-BFCB-47C1-B42E-6602A01D8301}"/>
                </a:ext>
              </a:extLst>
            </p:cNvPr>
            <p:cNvSpPr/>
            <p:nvPr/>
          </p:nvSpPr>
          <p:spPr>
            <a:xfrm>
              <a:off x="755650" y="3981325"/>
              <a:ext cx="7632700" cy="1728880"/>
            </a:xfrm>
            <a:prstGeom prst="rect">
              <a:avLst/>
            </a:prstGeom>
            <a:solidFill>
              <a:schemeClr val="bg1"/>
            </a:solidFill>
            <a:ln w="19050">
              <a:solidFill>
                <a:srgbClr val="18A0DB"/>
              </a:solidFill>
            </a:ln>
          </p:spPr>
          <p:txBody>
            <a:bodyPr wrap="square" lIns="216000" tIns="216000" rIns="216000" bIns="216000">
              <a:spAutoFit/>
            </a:bodyPr>
            <a:lstStyle/>
            <a:p>
              <a:r>
                <a:rPr lang="en-GB" sz="1400" dirty="0">
                  <a:latin typeface="Roboto" panose="02000000000000000000" pitchFamily="2" charset="0"/>
                  <a:ea typeface="Roboto" panose="02000000000000000000" pitchFamily="2" charset="0"/>
                </a:rPr>
                <a:t>Lorem ipsum </a:t>
              </a:r>
              <a:r>
                <a:rPr lang="en-GB" sz="1400" dirty="0" err="1">
                  <a:latin typeface="Roboto" panose="02000000000000000000" pitchFamily="2" charset="0"/>
                  <a:ea typeface="Roboto" panose="02000000000000000000" pitchFamily="2" charset="0"/>
                </a:rPr>
                <a:t>dolor</a:t>
              </a:r>
              <a:r>
                <a:rPr lang="en-GB" sz="1400" dirty="0">
                  <a:latin typeface="Roboto" panose="02000000000000000000" pitchFamily="2" charset="0"/>
                  <a:ea typeface="Roboto" panose="02000000000000000000" pitchFamily="2" charset="0"/>
                </a:rPr>
                <a:t> sit </a:t>
              </a:r>
              <a:r>
                <a:rPr lang="en-GB" sz="1400" dirty="0" err="1">
                  <a:latin typeface="Roboto" panose="02000000000000000000" pitchFamily="2" charset="0"/>
                  <a:ea typeface="Roboto" panose="02000000000000000000" pitchFamily="2" charset="0"/>
                </a:rPr>
                <a:t>amet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consectetur</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adipiscing</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elit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sed</a:t>
              </a:r>
              <a:r>
                <a:rPr lang="en-GB" sz="1400" dirty="0">
                  <a:latin typeface="Roboto" panose="02000000000000000000" pitchFamily="2" charset="0"/>
                  <a:ea typeface="Roboto" panose="02000000000000000000" pitchFamily="2" charset="0"/>
                </a:rPr>
                <a:t> do </a:t>
              </a:r>
              <a:r>
                <a:rPr lang="en-GB" sz="1400" dirty="0" err="1">
                  <a:latin typeface="Roboto" panose="02000000000000000000" pitchFamily="2" charset="0"/>
                  <a:ea typeface="Roboto" panose="02000000000000000000" pitchFamily="2" charset="0"/>
                </a:rPr>
                <a:t>eiusmod</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tempor</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incididunt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ut</a:t>
              </a:r>
              <a:r>
                <a:rPr lang="en-GB" sz="1400" dirty="0">
                  <a:latin typeface="Roboto" panose="02000000000000000000" pitchFamily="2" charset="0"/>
                  <a:ea typeface="Roboto" panose="02000000000000000000" pitchFamily="2" charset="0"/>
                </a:rPr>
                <a:t> labore et dolore magna </a:t>
              </a:r>
              <a:r>
                <a:rPr lang="en-GB" sz="1400" dirty="0" err="1">
                  <a:latin typeface="Roboto" panose="02000000000000000000" pitchFamily="2" charset="0"/>
                  <a:ea typeface="Roboto" panose="02000000000000000000" pitchFamily="2" charset="0"/>
                </a:rPr>
                <a:t>aliqua</a:t>
              </a:r>
              <a:r>
                <a:rPr lang="en-GB" sz="1400" dirty="0">
                  <a:latin typeface="Roboto" panose="02000000000000000000" pitchFamily="2" charset="0"/>
                  <a:ea typeface="Roboto" panose="02000000000000000000" pitchFamily="2" charset="0"/>
                </a:rPr>
                <a:t>. Ut </a:t>
              </a:r>
              <a:r>
                <a:rPr lang="en-GB" sz="1400" dirty="0" err="1">
                  <a:latin typeface="Roboto" panose="02000000000000000000" pitchFamily="2" charset="0"/>
                  <a:ea typeface="Roboto" panose="02000000000000000000" pitchFamily="2" charset="0"/>
                </a:rPr>
                <a:t>enim</a:t>
              </a:r>
              <a:r>
                <a:rPr lang="en-GB" sz="1400" dirty="0">
                  <a:latin typeface="Roboto" panose="02000000000000000000" pitchFamily="2" charset="0"/>
                  <a:ea typeface="Roboto" panose="02000000000000000000" pitchFamily="2" charset="0"/>
                </a:rPr>
                <a:t> ad minim </a:t>
              </a:r>
              <a:r>
                <a:rPr lang="en-GB" sz="1400" dirty="0" err="1">
                  <a:latin typeface="Roboto" panose="02000000000000000000" pitchFamily="2" charset="0"/>
                  <a:ea typeface="Roboto" panose="02000000000000000000" pitchFamily="2" charset="0"/>
                </a:rPr>
                <a:t>veniam</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quis</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nostrud</a:t>
              </a:r>
              <a:r>
                <a:rPr lang="en-GB" sz="1400" dirty="0">
                  <a:latin typeface="Roboto" panose="02000000000000000000" pitchFamily="2" charset="0"/>
                  <a:ea typeface="Roboto" panose="02000000000000000000" pitchFamily="2" charset="0"/>
                </a:rPr>
                <a:t> exercitation </a:t>
              </a:r>
              <a:r>
                <a:rPr lang="en-GB" sz="1400" dirty="0" err="1">
                  <a:latin typeface="Roboto" panose="02000000000000000000" pitchFamily="2" charset="0"/>
                  <a:ea typeface="Roboto" panose="02000000000000000000" pitchFamily="2" charset="0"/>
                </a:rPr>
                <a:t>ullamco</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laboris</a:t>
              </a:r>
              <a:r>
                <a:rPr lang="en-GB" sz="1400" dirty="0">
                  <a:latin typeface="Roboto" panose="02000000000000000000" pitchFamily="2" charset="0"/>
                  <a:ea typeface="Roboto" panose="02000000000000000000" pitchFamily="2" charset="0"/>
                </a:rPr>
                <a:t> nisi </a:t>
              </a:r>
              <a:r>
                <a:rPr lang="en-GB" sz="1400" dirty="0" err="1">
                  <a:latin typeface="Roboto" panose="02000000000000000000" pitchFamily="2" charset="0"/>
                  <a:ea typeface="Roboto" panose="02000000000000000000" pitchFamily="2" charset="0"/>
                </a:rPr>
                <a:t>ut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aliquip</a:t>
              </a:r>
              <a:r>
                <a:rPr lang="en-GB" sz="1400" dirty="0">
                  <a:latin typeface="Roboto" panose="02000000000000000000" pitchFamily="2" charset="0"/>
                  <a:ea typeface="Roboto" panose="02000000000000000000" pitchFamily="2" charset="0"/>
                </a:rPr>
                <a:t> ex </a:t>
              </a:r>
              <a:r>
                <a:rPr lang="en-GB" sz="1400" dirty="0" err="1">
                  <a:latin typeface="Roboto" panose="02000000000000000000" pitchFamily="2" charset="0"/>
                  <a:ea typeface="Roboto" panose="02000000000000000000" pitchFamily="2" charset="0"/>
                </a:rPr>
                <a:t>ea</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commodo</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consequat</a:t>
              </a:r>
              <a:r>
                <a:rPr lang="en-GB" sz="1400" dirty="0">
                  <a:latin typeface="Roboto" panose="02000000000000000000" pitchFamily="2" charset="0"/>
                  <a:ea typeface="Roboto" panose="02000000000000000000" pitchFamily="2" charset="0"/>
                </a:rPr>
                <a:t>. Duis </a:t>
              </a:r>
              <a:r>
                <a:rPr lang="en-GB" sz="1400" dirty="0" err="1">
                  <a:latin typeface="Roboto" panose="02000000000000000000" pitchFamily="2" charset="0"/>
                  <a:ea typeface="Roboto" panose="02000000000000000000" pitchFamily="2" charset="0"/>
                </a:rPr>
                <a:t>aute</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irure</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dolor</a:t>
              </a:r>
              <a:r>
                <a:rPr lang="en-GB" sz="1400" dirty="0">
                  <a:latin typeface="Roboto" panose="02000000000000000000" pitchFamily="2" charset="0"/>
                  <a:ea typeface="Roboto" panose="02000000000000000000" pitchFamily="2" charset="0"/>
                </a:rPr>
                <a:t> in </a:t>
              </a:r>
              <a:r>
                <a:rPr lang="en-GB" sz="1400" dirty="0" err="1">
                  <a:latin typeface="Roboto" panose="02000000000000000000" pitchFamily="2" charset="0"/>
                  <a:ea typeface="Roboto" panose="02000000000000000000" pitchFamily="2" charset="0"/>
                </a:rPr>
                <a:t>reprehenderit</a:t>
              </a:r>
              <a:r>
                <a:rPr lang="en-GB" sz="1400" dirty="0">
                  <a:latin typeface="Roboto" panose="02000000000000000000" pitchFamily="2" charset="0"/>
                  <a:ea typeface="Roboto" panose="02000000000000000000" pitchFamily="2" charset="0"/>
                </a:rPr>
                <a:t> in </a:t>
              </a:r>
              <a:r>
                <a:rPr lang="en-GB" sz="1400" dirty="0" err="1">
                  <a:latin typeface="Roboto" panose="02000000000000000000" pitchFamily="2" charset="0"/>
                  <a:ea typeface="Roboto" panose="02000000000000000000" pitchFamily="2" charset="0"/>
                </a:rPr>
                <a:t>voluptate</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velit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esse</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cillum</a:t>
              </a:r>
              <a:r>
                <a:rPr lang="en-GB" sz="1400" dirty="0">
                  <a:latin typeface="Roboto" panose="02000000000000000000" pitchFamily="2" charset="0"/>
                  <a:ea typeface="Roboto" panose="02000000000000000000" pitchFamily="2" charset="0"/>
                </a:rPr>
                <a:t> dolore </a:t>
              </a:r>
              <a:r>
                <a:rPr lang="en-GB" sz="1400" dirty="0" err="1">
                  <a:latin typeface="Roboto" panose="02000000000000000000" pitchFamily="2" charset="0"/>
                  <a:ea typeface="Roboto" panose="02000000000000000000" pitchFamily="2" charset="0"/>
                </a:rPr>
                <a:t>eu</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fugiat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nulla</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pariatur</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Excepteur</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sint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occaecat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cupidatat</a:t>
              </a:r>
              <a:r>
                <a:rPr lang="en-GB" sz="1400" dirty="0">
                  <a:latin typeface="Roboto" panose="02000000000000000000" pitchFamily="2" charset="0"/>
                  <a:ea typeface="Roboto" panose="02000000000000000000" pitchFamily="2" charset="0"/>
                </a:rPr>
                <a:t> non </a:t>
              </a:r>
              <a:r>
                <a:rPr lang="en-GB" sz="1400" dirty="0" err="1">
                  <a:latin typeface="Roboto" panose="02000000000000000000" pitchFamily="2" charset="0"/>
                  <a:ea typeface="Roboto" panose="02000000000000000000" pitchFamily="2" charset="0"/>
                </a:rPr>
                <a:t>proident</a:t>
              </a:r>
              <a:r>
                <a:rPr lang="en-GB" sz="1400" dirty="0">
                  <a:latin typeface="Roboto" panose="02000000000000000000" pitchFamily="2" charset="0"/>
                  <a:ea typeface="Roboto" panose="02000000000000000000" pitchFamily="2" charset="0"/>
                </a:rPr>
                <a:t>, sunt in culpa qui </a:t>
              </a:r>
              <a:r>
                <a:rPr lang="en-GB" sz="1400" dirty="0" err="1">
                  <a:latin typeface="Roboto" panose="02000000000000000000" pitchFamily="2" charset="0"/>
                  <a:ea typeface="Roboto" panose="02000000000000000000" pitchFamily="2" charset="0"/>
                </a:rPr>
                <a:t>officia</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deserunt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mollit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anim</a:t>
              </a:r>
              <a:r>
                <a:rPr lang="en-GB" sz="1400" dirty="0">
                  <a:latin typeface="Roboto" panose="02000000000000000000" pitchFamily="2" charset="0"/>
                  <a:ea typeface="Roboto" panose="02000000000000000000" pitchFamily="2" charset="0"/>
                </a:rPr>
                <a:t> id </a:t>
              </a:r>
              <a:r>
                <a:rPr lang="en-GB" sz="1400" dirty="0" err="1">
                  <a:latin typeface="Roboto" panose="02000000000000000000" pitchFamily="2" charset="0"/>
                  <a:ea typeface="Roboto" panose="02000000000000000000" pitchFamily="2" charset="0"/>
                </a:rPr>
                <a:t>est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laborum</a:t>
              </a:r>
              <a:r>
                <a:rPr lang="en-GB" sz="1400" dirty="0">
                  <a:latin typeface="Roboto" panose="02000000000000000000" pitchFamily="2" charset="0"/>
                  <a:ea typeface="Roboto" panose="02000000000000000000" pitchFamily="2" charset="0"/>
                </a:rPr>
                <a:t>.</a:t>
              </a:r>
            </a:p>
          </p:txBody>
        </p:sp>
      </p:grpSp>
    </p:spTree>
    <p:extLst>
      <p:ext uri="{BB962C8B-B14F-4D97-AF65-F5344CB8AC3E}">
        <p14:creationId xmlns:p14="http://schemas.microsoft.com/office/powerpoint/2010/main" val="383787739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3" Type="http://schemas.openxmlformats.org/officeDocument/2006/relationships/slideLayout" Target="../slideLayouts/slideLayout7.xml"/><Relationship Id="rId7" Type="http://schemas.openxmlformats.org/officeDocument/2006/relationships/slideLayout" Target="../slideLayouts/slideLayout11.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6"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89745" y="695325"/>
            <a:ext cx="8164510" cy="1150938"/>
          </a:xfrm>
          <a:prstGeom prst="roundRect">
            <a:avLst>
              <a:gd name="adj" fmla="val 9641"/>
            </a:avLst>
          </a:prstGeom>
          <a:noFill/>
          <a:ln w="25400">
            <a:noFill/>
          </a:ln>
        </p:spPr>
        <p:txBody>
          <a:bodyPr vert="horz" lIns="252000" tIns="252000" rIns="252000" bIns="252000" rtlCol="0" anchor="ctr" anchorCtr="1">
            <a:normAutofit/>
          </a:bodyPr>
          <a:lstStyle/>
          <a:p>
            <a:r>
              <a:rPr lang="en-US"/>
              <a:t>Click to edit Master title style</a:t>
            </a:r>
            <a:endParaRPr lang="en-US" dirty="0"/>
          </a:p>
        </p:txBody>
      </p:sp>
      <p:sp>
        <p:nvSpPr>
          <p:cNvPr id="3" name="Text Placeholder 2"/>
          <p:cNvSpPr>
            <a:spLocks noGrp="1"/>
          </p:cNvSpPr>
          <p:nvPr>
            <p:ph type="body" idx="1"/>
          </p:nvPr>
        </p:nvSpPr>
        <p:spPr>
          <a:xfrm>
            <a:off x="489745" y="1957386"/>
            <a:ext cx="8164510" cy="4387851"/>
          </a:xfrm>
          <a:prstGeom prst="roundRect">
            <a:avLst>
              <a:gd name="adj" fmla="val 2585"/>
            </a:avLst>
          </a:prstGeom>
          <a:noFill/>
          <a:ln w="25400">
            <a:noFill/>
          </a:ln>
        </p:spPr>
        <p:txBody>
          <a:bodyPr vert="horz" lIns="252000" tIns="252000" rIns="252000" bIns="25200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38920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6" r:id="rId4"/>
  </p:sldLayoutIdLst>
  <p:txStyles>
    <p:titleStyle>
      <a:lvl1pPr algn="l" defTabSz="914400" rtl="0" eaLnBrk="1" latinLnBrk="0" hangingPunct="1">
        <a:lnSpc>
          <a:spcPct val="90000"/>
        </a:lnSpc>
        <a:spcBef>
          <a:spcPct val="0"/>
        </a:spcBef>
        <a:buNone/>
        <a:defRPr sz="3600" b="1" kern="1200">
          <a:solidFill>
            <a:srgbClr val="1C1C1C"/>
          </a:solidFill>
          <a:latin typeface="Twinkl" pitchFamily="50"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rgbClr val="1C1C1C"/>
          </a:solidFill>
          <a:latin typeface="Twinkl" pitchFamily="50" charset="0"/>
          <a:ea typeface="Twinkl"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rgbClr val="1C1C1C"/>
          </a:solidFill>
          <a:latin typeface="Twinkl" pitchFamily="50" charset="0"/>
          <a:ea typeface="Twinkl"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rgbClr val="1C1C1C"/>
          </a:solidFill>
          <a:latin typeface="Twinkl" pitchFamily="50" charset="0"/>
          <a:ea typeface="Twinkl"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rgbClr val="1C1C1C"/>
          </a:solidFill>
          <a:latin typeface="Twinkl" pitchFamily="50" charset="0"/>
          <a:ea typeface="Twinkl"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rgbClr val="1C1C1C"/>
          </a:solidFill>
          <a:latin typeface="Twinkl" pitchFamily="50" charset="0"/>
          <a:ea typeface="Twinkl"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21A6F9"/>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228093"/>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73" r:id="rId3"/>
    <p:sldLayoutId id="2147483674" r:id="rId4"/>
    <p:sldLayoutId id="2147483675" r:id="rId5"/>
    <p:sldLayoutId id="2147483669" r:id="rId6"/>
    <p:sldLayoutId id="2147483670" r:id="rId7"/>
    <p:sldLayoutId id="2147483671"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hyperlink" Target="https://www.twinkl.com.au/resources/australian-resources-5---6/australian-curriculum-aligned-resources-5-6-australia/stem-5-6-australia" TargetMode="Externa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2.xml"/><Relationship Id="rId4" Type="http://schemas.openxmlformats.org/officeDocument/2006/relationships/hyperlink" Target="https://www.twinkl.com.au/resources/australian-resources-5---6/australian-curriculum-aligned-resources-5-6-australia/stem-5-6-australia"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 Id="rId4" Type="http://schemas.openxmlformats.org/officeDocument/2006/relationships/hyperlink" Target="https://www.twinkl.com.au/resources/australian-resources-5---6/australian-curriculum-aligned-resources-5-6-australia/stem-5-6-australia"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 Id="rId4" Type="http://schemas.openxmlformats.org/officeDocument/2006/relationships/hyperlink" Target="https://www.twinkl.com.au/resources/australian-resources-5---6/australian-curriculum-aligned-resources-5-6-australia/stem-5-6-australia"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 Id="rId4" Type="http://schemas.openxmlformats.org/officeDocument/2006/relationships/hyperlink" Target="https://www.twinkl.com.au/resources/australian-resources-5---6/australian-curriculum-aligned-resources-5-6-australia/stem-5-6-australia"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xml"/><Relationship Id="rId4" Type="http://schemas.openxmlformats.org/officeDocument/2006/relationships/hyperlink" Target="https://www.twinkl.com.au/resources/australian-resources-5---6/australian-curriculum-aligned-resources-5-6-australia/stem-5-6-australia"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2.xml"/><Relationship Id="rId4" Type="http://schemas.openxmlformats.org/officeDocument/2006/relationships/hyperlink" Target="https://www.twinkl.com.au/resources/australian-resources-5---6/australian-curriculum-aligned-resources-5-6-australia/stem-5-6-australia" TargetMode="External"/></Relationships>
</file>

<file path=ppt/slides/_rels/slide9.xml.rels><?xml version="1.0" encoding="UTF-8" standalone="yes"?>
<Relationships xmlns="http://schemas.openxmlformats.org/package/2006/relationships"><Relationship Id="rId2" Type="http://schemas.openxmlformats.org/officeDocument/2006/relationships/hyperlink" Target="https://www.twinkl.com.au/resources/australian-resources-5---6/australian-curriculum-aligned-resources-5-6-australia/stem-5-6-australia" TargetMode="Externa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8505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hlinkClick r:id="rId2"/>
            <a:extLst>
              <a:ext uri="{FF2B5EF4-FFF2-40B4-BE49-F238E27FC236}">
                <a16:creationId xmlns:a16="http://schemas.microsoft.com/office/drawing/2014/main" id="{6E3B53AF-4CC1-2C13-7519-AC68BD896EF8}"/>
              </a:ext>
            </a:extLst>
          </p:cNvPr>
          <p:cNvSpPr/>
          <p:nvPr/>
        </p:nvSpPr>
        <p:spPr>
          <a:xfrm>
            <a:off x="0" y="22150"/>
            <a:ext cx="9144000" cy="10542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970146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FAB72-A023-BEA0-0E7F-DC5E9B52AA1E}"/>
              </a:ext>
            </a:extLst>
          </p:cNvPr>
          <p:cNvSpPr>
            <a:spLocks noGrp="1"/>
          </p:cNvSpPr>
          <p:nvPr>
            <p:ph type="title"/>
          </p:nvPr>
        </p:nvSpPr>
        <p:spPr/>
        <p:txBody>
          <a:bodyPr/>
          <a:lstStyle/>
          <a:p>
            <a:r>
              <a:rPr lang="en-US" dirty="0"/>
              <a:t>Would You Rather…</a:t>
            </a:r>
          </a:p>
        </p:txBody>
      </p:sp>
      <p:sp>
        <p:nvSpPr>
          <p:cNvPr id="7" name="TextBox 6">
            <a:extLst>
              <a:ext uri="{FF2B5EF4-FFF2-40B4-BE49-F238E27FC236}">
                <a16:creationId xmlns:a16="http://schemas.microsoft.com/office/drawing/2014/main" id="{4D576E91-8C11-E8D0-8FAC-F70DF0317F1D}"/>
              </a:ext>
            </a:extLst>
          </p:cNvPr>
          <p:cNvSpPr txBox="1"/>
          <p:nvPr/>
        </p:nvSpPr>
        <p:spPr>
          <a:xfrm>
            <a:off x="5260491" y="1897948"/>
            <a:ext cx="3426313" cy="369332"/>
          </a:xfrm>
          <a:prstGeom prst="rect">
            <a:avLst/>
          </a:prstGeom>
          <a:noFill/>
        </p:spPr>
        <p:txBody>
          <a:bodyPr wrap="square" rtlCol="0">
            <a:spAutoFit/>
          </a:bodyPr>
          <a:lstStyle/>
          <a:p>
            <a:pPr marL="274320"/>
            <a:endParaRPr lang="en-US" dirty="0"/>
          </a:p>
        </p:txBody>
      </p:sp>
      <p:sp>
        <p:nvSpPr>
          <p:cNvPr id="11" name="Rounded Rectangle 10">
            <a:extLst>
              <a:ext uri="{FF2B5EF4-FFF2-40B4-BE49-F238E27FC236}">
                <a16:creationId xmlns:a16="http://schemas.microsoft.com/office/drawing/2014/main" id="{7DE642D0-2D2E-94EC-9540-320A67D31846}"/>
              </a:ext>
            </a:extLst>
          </p:cNvPr>
          <p:cNvSpPr/>
          <p:nvPr/>
        </p:nvSpPr>
        <p:spPr bwMode="auto">
          <a:xfrm>
            <a:off x="461963" y="1887724"/>
            <a:ext cx="3418922" cy="994306"/>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0" i="0" u="none" strike="noStrike" dirty="0" err="1">
                <a:solidFill>
                  <a:schemeClr val="tx1"/>
                </a:solidFill>
                <a:effectLst/>
              </a:rPr>
              <a:t>analyse</a:t>
            </a:r>
            <a:r>
              <a:rPr lang="en-US" b="0" i="0" u="none" strike="noStrike" dirty="0">
                <a:solidFill>
                  <a:schemeClr val="tx1"/>
                </a:solidFill>
                <a:effectLst/>
              </a:rPr>
              <a:t> fingerprints?</a:t>
            </a:r>
            <a:r>
              <a:rPr lang="en-GB" dirty="0">
                <a:solidFill>
                  <a:schemeClr val="tx1"/>
                </a:solidFill>
              </a:rPr>
              <a:t> </a:t>
            </a:r>
          </a:p>
        </p:txBody>
      </p:sp>
      <p:sp>
        <p:nvSpPr>
          <p:cNvPr id="12" name="Rounded Rectangle 11">
            <a:extLst>
              <a:ext uri="{FF2B5EF4-FFF2-40B4-BE49-F238E27FC236}">
                <a16:creationId xmlns:a16="http://schemas.microsoft.com/office/drawing/2014/main" id="{6664325E-8E76-E8B6-1351-1D79D5B11ABB}"/>
              </a:ext>
            </a:extLst>
          </p:cNvPr>
          <p:cNvSpPr/>
          <p:nvPr/>
        </p:nvSpPr>
        <p:spPr bwMode="auto">
          <a:xfrm>
            <a:off x="5263117" y="1887724"/>
            <a:ext cx="3418922" cy="994306"/>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365760">
              <a:defRPr/>
            </a:pPr>
            <a:r>
              <a:rPr lang="en-GB" dirty="0">
                <a:solidFill>
                  <a:schemeClr val="tx1"/>
                </a:solidFill>
              </a:rPr>
              <a:t>analyse </a:t>
            </a:r>
            <a:r>
              <a:rPr lang="en-US" b="0" i="0" u="none" strike="noStrike" dirty="0">
                <a:solidFill>
                  <a:schemeClr val="tx1"/>
                </a:solidFill>
                <a:effectLst/>
              </a:rPr>
              <a:t>DNA samples to solve a crime?</a:t>
            </a:r>
            <a:endParaRPr lang="en-GB" dirty="0">
              <a:solidFill>
                <a:schemeClr val="tx1"/>
              </a:solidFill>
            </a:endParaRPr>
          </a:p>
        </p:txBody>
      </p:sp>
      <p:sp>
        <p:nvSpPr>
          <p:cNvPr id="19" name="Rounded Rectangle 18">
            <a:extLst>
              <a:ext uri="{FF2B5EF4-FFF2-40B4-BE49-F238E27FC236}">
                <a16:creationId xmlns:a16="http://schemas.microsoft.com/office/drawing/2014/main" id="{4A53AE98-0D55-E835-39C3-D32053A67FD9}"/>
              </a:ext>
            </a:extLst>
          </p:cNvPr>
          <p:cNvSpPr/>
          <p:nvPr/>
        </p:nvSpPr>
        <p:spPr bwMode="auto">
          <a:xfrm>
            <a:off x="5267882" y="3208205"/>
            <a:ext cx="3418922" cy="2493348"/>
          </a:xfrm>
          <a:prstGeom prst="roundRect">
            <a:avLst>
              <a:gd name="adj" fmla="val 2649"/>
            </a:avLst>
          </a:prstGeom>
          <a:blipFill>
            <a:blip r:embed="rId2" cstate="screen">
              <a:extLst>
                <a:ext uri="{28A0092B-C50C-407E-A947-70E740481C1C}">
                  <a14:useLocalDpi xmlns:a14="http://schemas.microsoft.com/office/drawing/2010/main"/>
                </a:ext>
              </a:extLst>
            </a:blip>
            <a:stretch>
              <a:fillRect/>
            </a:stretch>
          </a:blip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0">
              <a:spcBef>
                <a:spcPts val="0"/>
              </a:spcBef>
              <a:spcAft>
                <a:spcPts val="1200"/>
              </a:spcAft>
            </a:pPr>
            <a:endParaRPr lang="en-US" sz="1800" b="0" dirty="0">
              <a:solidFill>
                <a:schemeClr val="tx1"/>
              </a:solidFill>
              <a:effectLst/>
              <a:latin typeface="+mn-lt"/>
            </a:endParaRPr>
          </a:p>
        </p:txBody>
      </p:sp>
      <p:sp>
        <p:nvSpPr>
          <p:cNvPr id="20" name="Rounded Rectangle 19">
            <a:extLst>
              <a:ext uri="{FF2B5EF4-FFF2-40B4-BE49-F238E27FC236}">
                <a16:creationId xmlns:a16="http://schemas.microsoft.com/office/drawing/2014/main" id="{1BEB501B-CAE0-4F95-292F-39A4FFD60171}"/>
              </a:ext>
            </a:extLst>
          </p:cNvPr>
          <p:cNvSpPr/>
          <p:nvPr/>
        </p:nvSpPr>
        <p:spPr bwMode="auto">
          <a:xfrm>
            <a:off x="457196" y="3208205"/>
            <a:ext cx="3418922" cy="2493348"/>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0">
              <a:spcBef>
                <a:spcPts val="0"/>
              </a:spcBef>
              <a:spcAft>
                <a:spcPts val="1200"/>
              </a:spcAft>
            </a:pPr>
            <a:endParaRPr lang="en-US" sz="1800" b="0" dirty="0">
              <a:solidFill>
                <a:schemeClr val="tx1"/>
              </a:solidFill>
              <a:effectLst/>
              <a:latin typeface="+mn-lt"/>
            </a:endParaRPr>
          </a:p>
        </p:txBody>
      </p:sp>
      <p:sp>
        <p:nvSpPr>
          <p:cNvPr id="18" name="Rounded Rectangle 17">
            <a:extLst>
              <a:ext uri="{FF2B5EF4-FFF2-40B4-BE49-F238E27FC236}">
                <a16:creationId xmlns:a16="http://schemas.microsoft.com/office/drawing/2014/main" id="{76D5EF96-5809-B44E-1B3E-BA63E918986D}"/>
              </a:ext>
            </a:extLst>
          </p:cNvPr>
          <p:cNvSpPr/>
          <p:nvPr/>
        </p:nvSpPr>
        <p:spPr bwMode="auto">
          <a:xfrm>
            <a:off x="457196" y="3208205"/>
            <a:ext cx="3418922" cy="2493348"/>
          </a:xfrm>
          <a:prstGeom prst="roundRect">
            <a:avLst>
              <a:gd name="adj" fmla="val 2649"/>
            </a:avLst>
          </a:prstGeom>
          <a:blipFill>
            <a:blip r:embed="rId3" cstate="screen">
              <a:extLst>
                <a:ext uri="{28A0092B-C50C-407E-A947-70E740481C1C}">
                  <a14:useLocalDpi xmlns:a14="http://schemas.microsoft.com/office/drawing/2010/main"/>
                </a:ext>
              </a:extLst>
            </a:blip>
            <a:srcRect/>
            <a:stretch>
              <a:fillRect l="26971" t="5484" r="26971" b="5484"/>
            </a:stretch>
          </a:blip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0">
              <a:spcBef>
                <a:spcPts val="0"/>
              </a:spcBef>
              <a:spcAft>
                <a:spcPts val="1200"/>
              </a:spcAft>
            </a:pPr>
            <a:endParaRPr lang="en-US" sz="1800" b="0" dirty="0">
              <a:solidFill>
                <a:schemeClr val="tx1"/>
              </a:solidFill>
              <a:effectLst/>
              <a:latin typeface="+mn-lt"/>
            </a:endParaRPr>
          </a:p>
        </p:txBody>
      </p:sp>
      <p:sp>
        <p:nvSpPr>
          <p:cNvPr id="21" name="Rectangle 20">
            <a:hlinkClick r:id="rId4"/>
            <a:extLst>
              <a:ext uri="{FF2B5EF4-FFF2-40B4-BE49-F238E27FC236}">
                <a16:creationId xmlns:a16="http://schemas.microsoft.com/office/drawing/2014/main" id="{BB3A02CA-2E45-14DF-BCA9-8569A70E5F81}"/>
              </a:ext>
            </a:extLst>
          </p:cNvPr>
          <p:cNvSpPr/>
          <p:nvPr/>
        </p:nvSpPr>
        <p:spPr>
          <a:xfrm>
            <a:off x="8388350" y="6568926"/>
            <a:ext cx="755650" cy="2890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51164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Effect transition="in" filter="fade">
                                      <p:cBhvr>
                                        <p:cTn id="9" dur="500"/>
                                        <p:tgtEl>
                                          <p:spTgt spid="18"/>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20"/>
                                        </p:tgtEl>
                                        <p:attrNameLst>
                                          <p:attrName>style.visibility</p:attrName>
                                        </p:attrNameLst>
                                      </p:cBhvr>
                                      <p:to>
                                        <p:strVal val="visible"/>
                                      </p:to>
                                    </p:set>
                                    <p:anim calcmode="lin" valueType="num">
                                      <p:cBhvr>
                                        <p:cTn id="12" dur="500" fill="hold"/>
                                        <p:tgtEl>
                                          <p:spTgt spid="20"/>
                                        </p:tgtEl>
                                        <p:attrNameLst>
                                          <p:attrName>ppt_w</p:attrName>
                                        </p:attrNameLst>
                                      </p:cBhvr>
                                      <p:tavLst>
                                        <p:tav tm="0">
                                          <p:val>
                                            <p:fltVal val="0"/>
                                          </p:val>
                                        </p:tav>
                                        <p:tav tm="100000">
                                          <p:val>
                                            <p:strVal val="#ppt_w"/>
                                          </p:val>
                                        </p:tav>
                                      </p:tavLst>
                                    </p:anim>
                                    <p:anim calcmode="lin" valueType="num">
                                      <p:cBhvr>
                                        <p:cTn id="13" dur="500" fill="hold"/>
                                        <p:tgtEl>
                                          <p:spTgt spid="20"/>
                                        </p:tgtEl>
                                        <p:attrNameLst>
                                          <p:attrName>ppt_h</p:attrName>
                                        </p:attrNameLst>
                                      </p:cBhvr>
                                      <p:tavLst>
                                        <p:tav tm="0">
                                          <p:val>
                                            <p:fltVal val="0"/>
                                          </p:val>
                                        </p:tav>
                                        <p:tav tm="100000">
                                          <p:val>
                                            <p:strVal val="#ppt_h"/>
                                          </p:val>
                                        </p:tav>
                                      </p:tavLst>
                                    </p:anim>
                                    <p:animEffect transition="in" filter="fade">
                                      <p:cBhvr>
                                        <p:cTn id="14" dur="500"/>
                                        <p:tgtEl>
                                          <p:spTgt spid="20"/>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p:cTn id="17" dur="500" fill="hold"/>
                                        <p:tgtEl>
                                          <p:spTgt spid="11"/>
                                        </p:tgtEl>
                                        <p:attrNameLst>
                                          <p:attrName>ppt_w</p:attrName>
                                        </p:attrNameLst>
                                      </p:cBhvr>
                                      <p:tavLst>
                                        <p:tav tm="0">
                                          <p:val>
                                            <p:fltVal val="0"/>
                                          </p:val>
                                        </p:tav>
                                        <p:tav tm="100000">
                                          <p:val>
                                            <p:strVal val="#ppt_w"/>
                                          </p:val>
                                        </p:tav>
                                      </p:tavLst>
                                    </p:anim>
                                    <p:anim calcmode="lin" valueType="num">
                                      <p:cBhvr>
                                        <p:cTn id="18" dur="500" fill="hold"/>
                                        <p:tgtEl>
                                          <p:spTgt spid="11"/>
                                        </p:tgtEl>
                                        <p:attrNameLst>
                                          <p:attrName>ppt_h</p:attrName>
                                        </p:attrNameLst>
                                      </p:cBhvr>
                                      <p:tavLst>
                                        <p:tav tm="0">
                                          <p:val>
                                            <p:fltVal val="0"/>
                                          </p:val>
                                        </p:tav>
                                        <p:tav tm="100000">
                                          <p:val>
                                            <p:strVal val="#ppt_h"/>
                                          </p:val>
                                        </p:tav>
                                      </p:tavLst>
                                    </p:anim>
                                    <p:animEffect transition="in" filter="fade">
                                      <p:cBhvr>
                                        <p:cTn id="19" dur="5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12"/>
                                        </p:tgtEl>
                                        <p:attrNameLst>
                                          <p:attrName>style.visibility</p:attrName>
                                        </p:attrNameLst>
                                      </p:cBhvr>
                                      <p:to>
                                        <p:strVal val="visible"/>
                                      </p:to>
                                    </p:set>
                                    <p:anim calcmode="lin" valueType="num">
                                      <p:cBhvr>
                                        <p:cTn id="24" dur="500" fill="hold"/>
                                        <p:tgtEl>
                                          <p:spTgt spid="12"/>
                                        </p:tgtEl>
                                        <p:attrNameLst>
                                          <p:attrName>ppt_w</p:attrName>
                                        </p:attrNameLst>
                                      </p:cBhvr>
                                      <p:tavLst>
                                        <p:tav tm="0">
                                          <p:val>
                                            <p:fltVal val="0"/>
                                          </p:val>
                                        </p:tav>
                                        <p:tav tm="100000">
                                          <p:val>
                                            <p:strVal val="#ppt_w"/>
                                          </p:val>
                                        </p:tav>
                                      </p:tavLst>
                                    </p:anim>
                                    <p:anim calcmode="lin" valueType="num">
                                      <p:cBhvr>
                                        <p:cTn id="25" dur="500" fill="hold"/>
                                        <p:tgtEl>
                                          <p:spTgt spid="12"/>
                                        </p:tgtEl>
                                        <p:attrNameLst>
                                          <p:attrName>ppt_h</p:attrName>
                                        </p:attrNameLst>
                                      </p:cBhvr>
                                      <p:tavLst>
                                        <p:tav tm="0">
                                          <p:val>
                                            <p:fltVal val="0"/>
                                          </p:val>
                                        </p:tav>
                                        <p:tav tm="100000">
                                          <p:val>
                                            <p:strVal val="#ppt_h"/>
                                          </p:val>
                                        </p:tav>
                                      </p:tavLst>
                                    </p:anim>
                                    <p:animEffect transition="in" filter="fade">
                                      <p:cBhvr>
                                        <p:cTn id="26" dur="500"/>
                                        <p:tgtEl>
                                          <p:spTgt spid="12"/>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anim calcmode="lin" valueType="num">
                                      <p:cBhvr>
                                        <p:cTn id="29" dur="500" fill="hold"/>
                                        <p:tgtEl>
                                          <p:spTgt spid="19"/>
                                        </p:tgtEl>
                                        <p:attrNameLst>
                                          <p:attrName>ppt_w</p:attrName>
                                        </p:attrNameLst>
                                      </p:cBhvr>
                                      <p:tavLst>
                                        <p:tav tm="0">
                                          <p:val>
                                            <p:fltVal val="0"/>
                                          </p:val>
                                        </p:tav>
                                        <p:tav tm="100000">
                                          <p:val>
                                            <p:strVal val="#ppt_w"/>
                                          </p:val>
                                        </p:tav>
                                      </p:tavLst>
                                    </p:anim>
                                    <p:anim calcmode="lin" valueType="num">
                                      <p:cBhvr>
                                        <p:cTn id="30" dur="500" fill="hold"/>
                                        <p:tgtEl>
                                          <p:spTgt spid="19"/>
                                        </p:tgtEl>
                                        <p:attrNameLst>
                                          <p:attrName>ppt_h</p:attrName>
                                        </p:attrNameLst>
                                      </p:cBhvr>
                                      <p:tavLst>
                                        <p:tav tm="0">
                                          <p:val>
                                            <p:fltVal val="0"/>
                                          </p:val>
                                        </p:tav>
                                        <p:tav tm="100000">
                                          <p:val>
                                            <p:strVal val="#ppt_h"/>
                                          </p:val>
                                        </p:tav>
                                      </p:tavLst>
                                    </p:anim>
                                    <p:animEffect transition="in" filter="fade">
                                      <p:cBhvr>
                                        <p:cTn id="31"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9" grpId="0" animBg="1"/>
      <p:bldP spid="20" grpId="0" animBg="1"/>
      <p:bldP spid="1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FAB72-A023-BEA0-0E7F-DC5E9B52AA1E}"/>
              </a:ext>
            </a:extLst>
          </p:cNvPr>
          <p:cNvSpPr>
            <a:spLocks noGrp="1"/>
          </p:cNvSpPr>
          <p:nvPr>
            <p:ph type="title"/>
          </p:nvPr>
        </p:nvSpPr>
        <p:spPr/>
        <p:txBody>
          <a:bodyPr/>
          <a:lstStyle/>
          <a:p>
            <a:r>
              <a:rPr lang="en-US" dirty="0"/>
              <a:t>Would You Rather…</a:t>
            </a:r>
          </a:p>
        </p:txBody>
      </p:sp>
      <p:sp>
        <p:nvSpPr>
          <p:cNvPr id="7" name="TextBox 6">
            <a:extLst>
              <a:ext uri="{FF2B5EF4-FFF2-40B4-BE49-F238E27FC236}">
                <a16:creationId xmlns:a16="http://schemas.microsoft.com/office/drawing/2014/main" id="{4D576E91-8C11-E8D0-8FAC-F70DF0317F1D}"/>
              </a:ext>
            </a:extLst>
          </p:cNvPr>
          <p:cNvSpPr txBox="1"/>
          <p:nvPr/>
        </p:nvSpPr>
        <p:spPr>
          <a:xfrm>
            <a:off x="5260491" y="1897948"/>
            <a:ext cx="3426313" cy="369332"/>
          </a:xfrm>
          <a:prstGeom prst="rect">
            <a:avLst/>
          </a:prstGeom>
          <a:noFill/>
        </p:spPr>
        <p:txBody>
          <a:bodyPr wrap="square" rtlCol="0">
            <a:spAutoFit/>
          </a:bodyPr>
          <a:lstStyle/>
          <a:p>
            <a:pPr marL="274320"/>
            <a:endParaRPr lang="en-US" dirty="0"/>
          </a:p>
        </p:txBody>
      </p:sp>
      <p:sp>
        <p:nvSpPr>
          <p:cNvPr id="11" name="Rounded Rectangle 10">
            <a:extLst>
              <a:ext uri="{FF2B5EF4-FFF2-40B4-BE49-F238E27FC236}">
                <a16:creationId xmlns:a16="http://schemas.microsoft.com/office/drawing/2014/main" id="{7DE642D0-2D2E-94EC-9540-320A67D31846}"/>
              </a:ext>
            </a:extLst>
          </p:cNvPr>
          <p:cNvSpPr/>
          <p:nvPr/>
        </p:nvSpPr>
        <p:spPr bwMode="auto">
          <a:xfrm>
            <a:off x="461963" y="1887724"/>
            <a:ext cx="3418922" cy="994306"/>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0" i="0" u="none" strike="noStrike" dirty="0">
                <a:solidFill>
                  <a:schemeClr val="tx1"/>
                </a:solidFill>
                <a:effectLst/>
              </a:rPr>
              <a:t>work in a laboratory?</a:t>
            </a:r>
            <a:endParaRPr lang="en-GB" dirty="0">
              <a:solidFill>
                <a:schemeClr val="tx1"/>
              </a:solidFill>
            </a:endParaRPr>
          </a:p>
        </p:txBody>
      </p:sp>
      <p:sp>
        <p:nvSpPr>
          <p:cNvPr id="12" name="Rounded Rectangle 11">
            <a:extLst>
              <a:ext uri="{FF2B5EF4-FFF2-40B4-BE49-F238E27FC236}">
                <a16:creationId xmlns:a16="http://schemas.microsoft.com/office/drawing/2014/main" id="{6664325E-8E76-E8B6-1351-1D79D5B11ABB}"/>
              </a:ext>
            </a:extLst>
          </p:cNvPr>
          <p:cNvSpPr/>
          <p:nvPr/>
        </p:nvSpPr>
        <p:spPr bwMode="auto">
          <a:xfrm>
            <a:off x="5263117" y="1887724"/>
            <a:ext cx="3418922" cy="994306"/>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work at a crime scene?</a:t>
            </a:r>
            <a:endParaRPr lang="en-GB" dirty="0">
              <a:solidFill>
                <a:schemeClr val="tx1"/>
              </a:solidFill>
            </a:endParaRPr>
          </a:p>
        </p:txBody>
      </p:sp>
      <p:sp>
        <p:nvSpPr>
          <p:cNvPr id="19" name="Rounded Rectangle 18">
            <a:extLst>
              <a:ext uri="{FF2B5EF4-FFF2-40B4-BE49-F238E27FC236}">
                <a16:creationId xmlns:a16="http://schemas.microsoft.com/office/drawing/2014/main" id="{4A53AE98-0D55-E835-39C3-D32053A67FD9}"/>
              </a:ext>
            </a:extLst>
          </p:cNvPr>
          <p:cNvSpPr/>
          <p:nvPr/>
        </p:nvSpPr>
        <p:spPr bwMode="auto">
          <a:xfrm>
            <a:off x="5267882" y="3208205"/>
            <a:ext cx="3418922" cy="2493348"/>
          </a:xfrm>
          <a:prstGeom prst="roundRect">
            <a:avLst>
              <a:gd name="adj" fmla="val 2649"/>
            </a:avLst>
          </a:prstGeom>
          <a:blipFill>
            <a:blip r:embed="rId2" cstate="screen">
              <a:extLst>
                <a:ext uri="{28A0092B-C50C-407E-A947-70E740481C1C}">
                  <a14:useLocalDpi xmlns:a14="http://schemas.microsoft.com/office/drawing/2010/main"/>
                </a:ext>
              </a:extLst>
            </a:blip>
            <a:srcRect/>
            <a:stretch>
              <a:fillRect/>
            </a:stretch>
          </a:blip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0">
              <a:spcBef>
                <a:spcPts val="0"/>
              </a:spcBef>
              <a:spcAft>
                <a:spcPts val="1200"/>
              </a:spcAft>
            </a:pPr>
            <a:endParaRPr lang="en-US" sz="1800" b="0" dirty="0">
              <a:solidFill>
                <a:schemeClr val="tx1"/>
              </a:solidFill>
              <a:effectLst/>
              <a:latin typeface="+mn-lt"/>
            </a:endParaRPr>
          </a:p>
        </p:txBody>
      </p:sp>
      <p:sp>
        <p:nvSpPr>
          <p:cNvPr id="20" name="Rounded Rectangle 19">
            <a:extLst>
              <a:ext uri="{FF2B5EF4-FFF2-40B4-BE49-F238E27FC236}">
                <a16:creationId xmlns:a16="http://schemas.microsoft.com/office/drawing/2014/main" id="{1BEB501B-CAE0-4F95-292F-39A4FFD60171}"/>
              </a:ext>
            </a:extLst>
          </p:cNvPr>
          <p:cNvSpPr/>
          <p:nvPr/>
        </p:nvSpPr>
        <p:spPr bwMode="auto">
          <a:xfrm>
            <a:off x="457196" y="3208205"/>
            <a:ext cx="3418922" cy="2493348"/>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0">
              <a:spcBef>
                <a:spcPts val="0"/>
              </a:spcBef>
              <a:spcAft>
                <a:spcPts val="1200"/>
              </a:spcAft>
            </a:pPr>
            <a:endParaRPr lang="en-US" sz="1800" b="0" dirty="0">
              <a:solidFill>
                <a:schemeClr val="tx1"/>
              </a:solidFill>
              <a:effectLst/>
              <a:latin typeface="+mn-lt"/>
            </a:endParaRPr>
          </a:p>
        </p:txBody>
      </p:sp>
      <p:sp>
        <p:nvSpPr>
          <p:cNvPr id="18" name="Rounded Rectangle 17">
            <a:extLst>
              <a:ext uri="{FF2B5EF4-FFF2-40B4-BE49-F238E27FC236}">
                <a16:creationId xmlns:a16="http://schemas.microsoft.com/office/drawing/2014/main" id="{76D5EF96-5809-B44E-1B3E-BA63E918986D}"/>
              </a:ext>
            </a:extLst>
          </p:cNvPr>
          <p:cNvSpPr/>
          <p:nvPr/>
        </p:nvSpPr>
        <p:spPr bwMode="auto">
          <a:xfrm>
            <a:off x="457196" y="3208205"/>
            <a:ext cx="3418922" cy="2493348"/>
          </a:xfrm>
          <a:prstGeom prst="roundRect">
            <a:avLst>
              <a:gd name="adj" fmla="val 2649"/>
            </a:avLst>
          </a:prstGeom>
          <a:blipFill>
            <a:blip r:embed="rId3" cstate="screen">
              <a:extLst>
                <a:ext uri="{28A0092B-C50C-407E-A947-70E740481C1C}">
                  <a14:useLocalDpi xmlns:a14="http://schemas.microsoft.com/office/drawing/2010/main"/>
                </a:ext>
              </a:extLst>
            </a:blip>
            <a:srcRect/>
            <a:stretch>
              <a:fillRect/>
            </a:stretch>
          </a:blip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0">
              <a:spcBef>
                <a:spcPts val="0"/>
              </a:spcBef>
              <a:spcAft>
                <a:spcPts val="1200"/>
              </a:spcAft>
            </a:pPr>
            <a:endParaRPr lang="en-US" sz="1800" b="0" dirty="0">
              <a:solidFill>
                <a:schemeClr val="tx1"/>
              </a:solidFill>
              <a:effectLst/>
              <a:latin typeface="+mn-lt"/>
            </a:endParaRPr>
          </a:p>
        </p:txBody>
      </p:sp>
      <p:sp>
        <p:nvSpPr>
          <p:cNvPr id="3" name="Rectangle 2">
            <a:hlinkClick r:id="rId4"/>
            <a:extLst>
              <a:ext uri="{FF2B5EF4-FFF2-40B4-BE49-F238E27FC236}">
                <a16:creationId xmlns:a16="http://schemas.microsoft.com/office/drawing/2014/main" id="{67F3548C-F68C-EEC9-27E3-6EF6CF4C70AF}"/>
              </a:ext>
            </a:extLst>
          </p:cNvPr>
          <p:cNvSpPr/>
          <p:nvPr/>
        </p:nvSpPr>
        <p:spPr>
          <a:xfrm>
            <a:off x="8388350" y="6568926"/>
            <a:ext cx="755650" cy="2890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80922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Effect transition="in" filter="fade">
                                      <p:cBhvr>
                                        <p:cTn id="9" dur="500"/>
                                        <p:tgtEl>
                                          <p:spTgt spid="18"/>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20"/>
                                        </p:tgtEl>
                                        <p:attrNameLst>
                                          <p:attrName>style.visibility</p:attrName>
                                        </p:attrNameLst>
                                      </p:cBhvr>
                                      <p:to>
                                        <p:strVal val="visible"/>
                                      </p:to>
                                    </p:set>
                                    <p:anim calcmode="lin" valueType="num">
                                      <p:cBhvr>
                                        <p:cTn id="12" dur="500" fill="hold"/>
                                        <p:tgtEl>
                                          <p:spTgt spid="20"/>
                                        </p:tgtEl>
                                        <p:attrNameLst>
                                          <p:attrName>ppt_w</p:attrName>
                                        </p:attrNameLst>
                                      </p:cBhvr>
                                      <p:tavLst>
                                        <p:tav tm="0">
                                          <p:val>
                                            <p:fltVal val="0"/>
                                          </p:val>
                                        </p:tav>
                                        <p:tav tm="100000">
                                          <p:val>
                                            <p:strVal val="#ppt_w"/>
                                          </p:val>
                                        </p:tav>
                                      </p:tavLst>
                                    </p:anim>
                                    <p:anim calcmode="lin" valueType="num">
                                      <p:cBhvr>
                                        <p:cTn id="13" dur="500" fill="hold"/>
                                        <p:tgtEl>
                                          <p:spTgt spid="20"/>
                                        </p:tgtEl>
                                        <p:attrNameLst>
                                          <p:attrName>ppt_h</p:attrName>
                                        </p:attrNameLst>
                                      </p:cBhvr>
                                      <p:tavLst>
                                        <p:tav tm="0">
                                          <p:val>
                                            <p:fltVal val="0"/>
                                          </p:val>
                                        </p:tav>
                                        <p:tav tm="100000">
                                          <p:val>
                                            <p:strVal val="#ppt_h"/>
                                          </p:val>
                                        </p:tav>
                                      </p:tavLst>
                                    </p:anim>
                                    <p:animEffect transition="in" filter="fade">
                                      <p:cBhvr>
                                        <p:cTn id="14" dur="500"/>
                                        <p:tgtEl>
                                          <p:spTgt spid="20"/>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p:cTn id="17" dur="500" fill="hold"/>
                                        <p:tgtEl>
                                          <p:spTgt spid="11"/>
                                        </p:tgtEl>
                                        <p:attrNameLst>
                                          <p:attrName>ppt_w</p:attrName>
                                        </p:attrNameLst>
                                      </p:cBhvr>
                                      <p:tavLst>
                                        <p:tav tm="0">
                                          <p:val>
                                            <p:fltVal val="0"/>
                                          </p:val>
                                        </p:tav>
                                        <p:tav tm="100000">
                                          <p:val>
                                            <p:strVal val="#ppt_w"/>
                                          </p:val>
                                        </p:tav>
                                      </p:tavLst>
                                    </p:anim>
                                    <p:anim calcmode="lin" valueType="num">
                                      <p:cBhvr>
                                        <p:cTn id="18" dur="500" fill="hold"/>
                                        <p:tgtEl>
                                          <p:spTgt spid="11"/>
                                        </p:tgtEl>
                                        <p:attrNameLst>
                                          <p:attrName>ppt_h</p:attrName>
                                        </p:attrNameLst>
                                      </p:cBhvr>
                                      <p:tavLst>
                                        <p:tav tm="0">
                                          <p:val>
                                            <p:fltVal val="0"/>
                                          </p:val>
                                        </p:tav>
                                        <p:tav tm="100000">
                                          <p:val>
                                            <p:strVal val="#ppt_h"/>
                                          </p:val>
                                        </p:tav>
                                      </p:tavLst>
                                    </p:anim>
                                    <p:animEffect transition="in" filter="fade">
                                      <p:cBhvr>
                                        <p:cTn id="19" dur="5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12"/>
                                        </p:tgtEl>
                                        <p:attrNameLst>
                                          <p:attrName>style.visibility</p:attrName>
                                        </p:attrNameLst>
                                      </p:cBhvr>
                                      <p:to>
                                        <p:strVal val="visible"/>
                                      </p:to>
                                    </p:set>
                                    <p:anim calcmode="lin" valueType="num">
                                      <p:cBhvr>
                                        <p:cTn id="24" dur="500" fill="hold"/>
                                        <p:tgtEl>
                                          <p:spTgt spid="12"/>
                                        </p:tgtEl>
                                        <p:attrNameLst>
                                          <p:attrName>ppt_w</p:attrName>
                                        </p:attrNameLst>
                                      </p:cBhvr>
                                      <p:tavLst>
                                        <p:tav tm="0">
                                          <p:val>
                                            <p:fltVal val="0"/>
                                          </p:val>
                                        </p:tav>
                                        <p:tav tm="100000">
                                          <p:val>
                                            <p:strVal val="#ppt_w"/>
                                          </p:val>
                                        </p:tav>
                                      </p:tavLst>
                                    </p:anim>
                                    <p:anim calcmode="lin" valueType="num">
                                      <p:cBhvr>
                                        <p:cTn id="25" dur="500" fill="hold"/>
                                        <p:tgtEl>
                                          <p:spTgt spid="12"/>
                                        </p:tgtEl>
                                        <p:attrNameLst>
                                          <p:attrName>ppt_h</p:attrName>
                                        </p:attrNameLst>
                                      </p:cBhvr>
                                      <p:tavLst>
                                        <p:tav tm="0">
                                          <p:val>
                                            <p:fltVal val="0"/>
                                          </p:val>
                                        </p:tav>
                                        <p:tav tm="100000">
                                          <p:val>
                                            <p:strVal val="#ppt_h"/>
                                          </p:val>
                                        </p:tav>
                                      </p:tavLst>
                                    </p:anim>
                                    <p:animEffect transition="in" filter="fade">
                                      <p:cBhvr>
                                        <p:cTn id="26" dur="500"/>
                                        <p:tgtEl>
                                          <p:spTgt spid="12"/>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anim calcmode="lin" valueType="num">
                                      <p:cBhvr>
                                        <p:cTn id="29" dur="500" fill="hold"/>
                                        <p:tgtEl>
                                          <p:spTgt spid="19"/>
                                        </p:tgtEl>
                                        <p:attrNameLst>
                                          <p:attrName>ppt_w</p:attrName>
                                        </p:attrNameLst>
                                      </p:cBhvr>
                                      <p:tavLst>
                                        <p:tav tm="0">
                                          <p:val>
                                            <p:fltVal val="0"/>
                                          </p:val>
                                        </p:tav>
                                        <p:tav tm="100000">
                                          <p:val>
                                            <p:strVal val="#ppt_w"/>
                                          </p:val>
                                        </p:tav>
                                      </p:tavLst>
                                    </p:anim>
                                    <p:anim calcmode="lin" valueType="num">
                                      <p:cBhvr>
                                        <p:cTn id="30" dur="500" fill="hold"/>
                                        <p:tgtEl>
                                          <p:spTgt spid="19"/>
                                        </p:tgtEl>
                                        <p:attrNameLst>
                                          <p:attrName>ppt_h</p:attrName>
                                        </p:attrNameLst>
                                      </p:cBhvr>
                                      <p:tavLst>
                                        <p:tav tm="0">
                                          <p:val>
                                            <p:fltVal val="0"/>
                                          </p:val>
                                        </p:tav>
                                        <p:tav tm="100000">
                                          <p:val>
                                            <p:strVal val="#ppt_h"/>
                                          </p:val>
                                        </p:tav>
                                      </p:tavLst>
                                    </p:anim>
                                    <p:animEffect transition="in" filter="fade">
                                      <p:cBhvr>
                                        <p:cTn id="31"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9" grpId="0" animBg="1"/>
      <p:bldP spid="20" grpId="0" animBg="1"/>
      <p:bldP spid="1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FAB72-A023-BEA0-0E7F-DC5E9B52AA1E}"/>
              </a:ext>
            </a:extLst>
          </p:cNvPr>
          <p:cNvSpPr>
            <a:spLocks noGrp="1"/>
          </p:cNvSpPr>
          <p:nvPr>
            <p:ph type="title"/>
          </p:nvPr>
        </p:nvSpPr>
        <p:spPr/>
        <p:txBody>
          <a:bodyPr/>
          <a:lstStyle/>
          <a:p>
            <a:r>
              <a:rPr lang="en-US" dirty="0"/>
              <a:t>Would You Rather…</a:t>
            </a:r>
          </a:p>
        </p:txBody>
      </p:sp>
      <p:sp>
        <p:nvSpPr>
          <p:cNvPr id="7" name="TextBox 6">
            <a:extLst>
              <a:ext uri="{FF2B5EF4-FFF2-40B4-BE49-F238E27FC236}">
                <a16:creationId xmlns:a16="http://schemas.microsoft.com/office/drawing/2014/main" id="{4D576E91-8C11-E8D0-8FAC-F70DF0317F1D}"/>
              </a:ext>
            </a:extLst>
          </p:cNvPr>
          <p:cNvSpPr txBox="1"/>
          <p:nvPr/>
        </p:nvSpPr>
        <p:spPr>
          <a:xfrm>
            <a:off x="5260491" y="1897948"/>
            <a:ext cx="3426313" cy="369332"/>
          </a:xfrm>
          <a:prstGeom prst="rect">
            <a:avLst/>
          </a:prstGeom>
          <a:noFill/>
        </p:spPr>
        <p:txBody>
          <a:bodyPr wrap="square" rtlCol="0">
            <a:spAutoFit/>
          </a:bodyPr>
          <a:lstStyle/>
          <a:p>
            <a:pPr marL="274320"/>
            <a:endParaRPr lang="en-US" dirty="0"/>
          </a:p>
        </p:txBody>
      </p:sp>
      <p:sp>
        <p:nvSpPr>
          <p:cNvPr id="11" name="Rounded Rectangle 10">
            <a:extLst>
              <a:ext uri="{FF2B5EF4-FFF2-40B4-BE49-F238E27FC236}">
                <a16:creationId xmlns:a16="http://schemas.microsoft.com/office/drawing/2014/main" id="{7DE642D0-2D2E-94EC-9540-320A67D31846}"/>
              </a:ext>
            </a:extLst>
          </p:cNvPr>
          <p:cNvSpPr/>
          <p:nvPr/>
        </p:nvSpPr>
        <p:spPr bwMode="auto">
          <a:xfrm>
            <a:off x="461963" y="1887724"/>
            <a:ext cx="3418922" cy="994306"/>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b</a:t>
            </a:r>
            <a:r>
              <a:rPr lang="en-US" b="0" i="0" u="none" strike="noStrike" dirty="0">
                <a:solidFill>
                  <a:schemeClr val="tx1"/>
                </a:solidFill>
                <a:effectLst/>
              </a:rPr>
              <a:t>e an expert in anthropology?</a:t>
            </a:r>
            <a:endParaRPr lang="en-GB" dirty="0">
              <a:solidFill>
                <a:schemeClr val="tx1"/>
              </a:solidFill>
            </a:endParaRPr>
          </a:p>
        </p:txBody>
      </p:sp>
      <p:sp>
        <p:nvSpPr>
          <p:cNvPr id="12" name="Rounded Rectangle 11">
            <a:extLst>
              <a:ext uri="{FF2B5EF4-FFF2-40B4-BE49-F238E27FC236}">
                <a16:creationId xmlns:a16="http://schemas.microsoft.com/office/drawing/2014/main" id="{6664325E-8E76-E8B6-1351-1D79D5B11ABB}"/>
              </a:ext>
            </a:extLst>
          </p:cNvPr>
          <p:cNvSpPr/>
          <p:nvPr/>
        </p:nvSpPr>
        <p:spPr bwMode="auto">
          <a:xfrm>
            <a:off x="5263117" y="1887724"/>
            <a:ext cx="3418922" cy="994306"/>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548640">
              <a:defRPr/>
            </a:pPr>
            <a:r>
              <a:rPr lang="en-US" dirty="0">
                <a:solidFill>
                  <a:schemeClr val="tx1"/>
                </a:solidFill>
              </a:rPr>
              <a:t>be an expert in </a:t>
            </a:r>
            <a:br>
              <a:rPr lang="en-US" dirty="0">
                <a:solidFill>
                  <a:schemeClr val="tx1"/>
                </a:solidFill>
              </a:rPr>
            </a:br>
            <a:r>
              <a:rPr lang="en-US" dirty="0">
                <a:solidFill>
                  <a:schemeClr val="tx1"/>
                </a:solidFill>
              </a:rPr>
              <a:t>forensic entomology?</a:t>
            </a:r>
            <a:endParaRPr lang="en-GB" dirty="0">
              <a:solidFill>
                <a:schemeClr val="tx1"/>
              </a:solidFill>
            </a:endParaRPr>
          </a:p>
        </p:txBody>
      </p:sp>
      <p:sp>
        <p:nvSpPr>
          <p:cNvPr id="19" name="Rounded Rectangle 18">
            <a:extLst>
              <a:ext uri="{FF2B5EF4-FFF2-40B4-BE49-F238E27FC236}">
                <a16:creationId xmlns:a16="http://schemas.microsoft.com/office/drawing/2014/main" id="{4A53AE98-0D55-E835-39C3-D32053A67FD9}"/>
              </a:ext>
            </a:extLst>
          </p:cNvPr>
          <p:cNvSpPr/>
          <p:nvPr/>
        </p:nvSpPr>
        <p:spPr bwMode="auto">
          <a:xfrm>
            <a:off x="5267882" y="3208205"/>
            <a:ext cx="3418922" cy="2493348"/>
          </a:xfrm>
          <a:prstGeom prst="roundRect">
            <a:avLst>
              <a:gd name="adj" fmla="val 2649"/>
            </a:avLst>
          </a:prstGeom>
          <a:blipFill>
            <a:blip r:embed="rId2" cstate="screen">
              <a:extLst>
                <a:ext uri="{28A0092B-C50C-407E-A947-70E740481C1C}">
                  <a14:useLocalDpi xmlns:a14="http://schemas.microsoft.com/office/drawing/2010/main"/>
                </a:ext>
              </a:extLst>
            </a:blip>
            <a:srcRect/>
            <a:stretch>
              <a:fillRect/>
            </a:stretch>
          </a:blip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0">
              <a:spcBef>
                <a:spcPts val="0"/>
              </a:spcBef>
              <a:spcAft>
                <a:spcPts val="1200"/>
              </a:spcAft>
            </a:pPr>
            <a:endParaRPr lang="en-US" sz="1800" b="0" dirty="0">
              <a:solidFill>
                <a:schemeClr val="tx1"/>
              </a:solidFill>
              <a:effectLst/>
              <a:latin typeface="+mn-lt"/>
            </a:endParaRPr>
          </a:p>
        </p:txBody>
      </p:sp>
      <p:sp>
        <p:nvSpPr>
          <p:cNvPr id="20" name="Rounded Rectangle 19">
            <a:extLst>
              <a:ext uri="{FF2B5EF4-FFF2-40B4-BE49-F238E27FC236}">
                <a16:creationId xmlns:a16="http://schemas.microsoft.com/office/drawing/2014/main" id="{1BEB501B-CAE0-4F95-292F-39A4FFD60171}"/>
              </a:ext>
            </a:extLst>
          </p:cNvPr>
          <p:cNvSpPr/>
          <p:nvPr/>
        </p:nvSpPr>
        <p:spPr bwMode="auto">
          <a:xfrm>
            <a:off x="457196" y="3208205"/>
            <a:ext cx="3418922" cy="2493348"/>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0">
              <a:spcBef>
                <a:spcPts val="0"/>
              </a:spcBef>
              <a:spcAft>
                <a:spcPts val="1200"/>
              </a:spcAft>
            </a:pPr>
            <a:endParaRPr lang="en-US" sz="1800" b="0" dirty="0">
              <a:solidFill>
                <a:schemeClr val="tx1"/>
              </a:solidFill>
              <a:effectLst/>
              <a:latin typeface="+mn-lt"/>
            </a:endParaRPr>
          </a:p>
        </p:txBody>
      </p:sp>
      <p:sp>
        <p:nvSpPr>
          <p:cNvPr id="18" name="Rounded Rectangle 17">
            <a:extLst>
              <a:ext uri="{FF2B5EF4-FFF2-40B4-BE49-F238E27FC236}">
                <a16:creationId xmlns:a16="http://schemas.microsoft.com/office/drawing/2014/main" id="{76D5EF96-5809-B44E-1B3E-BA63E918986D}"/>
              </a:ext>
            </a:extLst>
          </p:cNvPr>
          <p:cNvSpPr/>
          <p:nvPr/>
        </p:nvSpPr>
        <p:spPr bwMode="auto">
          <a:xfrm>
            <a:off x="457196" y="3208205"/>
            <a:ext cx="3418922" cy="2493348"/>
          </a:xfrm>
          <a:prstGeom prst="roundRect">
            <a:avLst>
              <a:gd name="adj" fmla="val 2649"/>
            </a:avLst>
          </a:prstGeom>
          <a:blipFill>
            <a:blip r:embed="rId3" cstate="screen">
              <a:extLst>
                <a:ext uri="{28A0092B-C50C-407E-A947-70E740481C1C}">
                  <a14:useLocalDpi xmlns:a14="http://schemas.microsoft.com/office/drawing/2010/main"/>
                </a:ext>
              </a:extLst>
            </a:blip>
            <a:srcRect/>
            <a:stretch>
              <a:fillRect l="216"/>
            </a:stretch>
          </a:blip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0">
              <a:spcBef>
                <a:spcPts val="0"/>
              </a:spcBef>
              <a:spcAft>
                <a:spcPts val="1200"/>
              </a:spcAft>
            </a:pPr>
            <a:endParaRPr lang="en-US" sz="1800" b="0" dirty="0">
              <a:solidFill>
                <a:schemeClr val="tx1"/>
              </a:solidFill>
              <a:effectLst/>
              <a:latin typeface="+mn-lt"/>
            </a:endParaRPr>
          </a:p>
        </p:txBody>
      </p:sp>
      <p:sp>
        <p:nvSpPr>
          <p:cNvPr id="3" name="Rectangle 2">
            <a:hlinkClick r:id="rId4"/>
            <a:extLst>
              <a:ext uri="{FF2B5EF4-FFF2-40B4-BE49-F238E27FC236}">
                <a16:creationId xmlns:a16="http://schemas.microsoft.com/office/drawing/2014/main" id="{39132986-6259-DD94-C9BD-6DD2BAE5A093}"/>
              </a:ext>
            </a:extLst>
          </p:cNvPr>
          <p:cNvSpPr/>
          <p:nvPr/>
        </p:nvSpPr>
        <p:spPr>
          <a:xfrm>
            <a:off x="8388350" y="6568926"/>
            <a:ext cx="755650" cy="2890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63671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Effect transition="in" filter="fade">
                                      <p:cBhvr>
                                        <p:cTn id="9" dur="500"/>
                                        <p:tgtEl>
                                          <p:spTgt spid="18"/>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20"/>
                                        </p:tgtEl>
                                        <p:attrNameLst>
                                          <p:attrName>style.visibility</p:attrName>
                                        </p:attrNameLst>
                                      </p:cBhvr>
                                      <p:to>
                                        <p:strVal val="visible"/>
                                      </p:to>
                                    </p:set>
                                    <p:anim calcmode="lin" valueType="num">
                                      <p:cBhvr>
                                        <p:cTn id="12" dur="500" fill="hold"/>
                                        <p:tgtEl>
                                          <p:spTgt spid="20"/>
                                        </p:tgtEl>
                                        <p:attrNameLst>
                                          <p:attrName>ppt_w</p:attrName>
                                        </p:attrNameLst>
                                      </p:cBhvr>
                                      <p:tavLst>
                                        <p:tav tm="0">
                                          <p:val>
                                            <p:fltVal val="0"/>
                                          </p:val>
                                        </p:tav>
                                        <p:tav tm="100000">
                                          <p:val>
                                            <p:strVal val="#ppt_w"/>
                                          </p:val>
                                        </p:tav>
                                      </p:tavLst>
                                    </p:anim>
                                    <p:anim calcmode="lin" valueType="num">
                                      <p:cBhvr>
                                        <p:cTn id="13" dur="500" fill="hold"/>
                                        <p:tgtEl>
                                          <p:spTgt spid="20"/>
                                        </p:tgtEl>
                                        <p:attrNameLst>
                                          <p:attrName>ppt_h</p:attrName>
                                        </p:attrNameLst>
                                      </p:cBhvr>
                                      <p:tavLst>
                                        <p:tav tm="0">
                                          <p:val>
                                            <p:fltVal val="0"/>
                                          </p:val>
                                        </p:tav>
                                        <p:tav tm="100000">
                                          <p:val>
                                            <p:strVal val="#ppt_h"/>
                                          </p:val>
                                        </p:tav>
                                      </p:tavLst>
                                    </p:anim>
                                    <p:animEffect transition="in" filter="fade">
                                      <p:cBhvr>
                                        <p:cTn id="14" dur="500"/>
                                        <p:tgtEl>
                                          <p:spTgt spid="20"/>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p:cTn id="17" dur="500" fill="hold"/>
                                        <p:tgtEl>
                                          <p:spTgt spid="11"/>
                                        </p:tgtEl>
                                        <p:attrNameLst>
                                          <p:attrName>ppt_w</p:attrName>
                                        </p:attrNameLst>
                                      </p:cBhvr>
                                      <p:tavLst>
                                        <p:tav tm="0">
                                          <p:val>
                                            <p:fltVal val="0"/>
                                          </p:val>
                                        </p:tav>
                                        <p:tav tm="100000">
                                          <p:val>
                                            <p:strVal val="#ppt_w"/>
                                          </p:val>
                                        </p:tav>
                                      </p:tavLst>
                                    </p:anim>
                                    <p:anim calcmode="lin" valueType="num">
                                      <p:cBhvr>
                                        <p:cTn id="18" dur="500" fill="hold"/>
                                        <p:tgtEl>
                                          <p:spTgt spid="11"/>
                                        </p:tgtEl>
                                        <p:attrNameLst>
                                          <p:attrName>ppt_h</p:attrName>
                                        </p:attrNameLst>
                                      </p:cBhvr>
                                      <p:tavLst>
                                        <p:tav tm="0">
                                          <p:val>
                                            <p:fltVal val="0"/>
                                          </p:val>
                                        </p:tav>
                                        <p:tav tm="100000">
                                          <p:val>
                                            <p:strVal val="#ppt_h"/>
                                          </p:val>
                                        </p:tav>
                                      </p:tavLst>
                                    </p:anim>
                                    <p:animEffect transition="in" filter="fade">
                                      <p:cBhvr>
                                        <p:cTn id="19" dur="5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12"/>
                                        </p:tgtEl>
                                        <p:attrNameLst>
                                          <p:attrName>style.visibility</p:attrName>
                                        </p:attrNameLst>
                                      </p:cBhvr>
                                      <p:to>
                                        <p:strVal val="visible"/>
                                      </p:to>
                                    </p:set>
                                    <p:anim calcmode="lin" valueType="num">
                                      <p:cBhvr>
                                        <p:cTn id="24" dur="500" fill="hold"/>
                                        <p:tgtEl>
                                          <p:spTgt spid="12"/>
                                        </p:tgtEl>
                                        <p:attrNameLst>
                                          <p:attrName>ppt_w</p:attrName>
                                        </p:attrNameLst>
                                      </p:cBhvr>
                                      <p:tavLst>
                                        <p:tav tm="0">
                                          <p:val>
                                            <p:fltVal val="0"/>
                                          </p:val>
                                        </p:tav>
                                        <p:tav tm="100000">
                                          <p:val>
                                            <p:strVal val="#ppt_w"/>
                                          </p:val>
                                        </p:tav>
                                      </p:tavLst>
                                    </p:anim>
                                    <p:anim calcmode="lin" valueType="num">
                                      <p:cBhvr>
                                        <p:cTn id="25" dur="500" fill="hold"/>
                                        <p:tgtEl>
                                          <p:spTgt spid="12"/>
                                        </p:tgtEl>
                                        <p:attrNameLst>
                                          <p:attrName>ppt_h</p:attrName>
                                        </p:attrNameLst>
                                      </p:cBhvr>
                                      <p:tavLst>
                                        <p:tav tm="0">
                                          <p:val>
                                            <p:fltVal val="0"/>
                                          </p:val>
                                        </p:tav>
                                        <p:tav tm="100000">
                                          <p:val>
                                            <p:strVal val="#ppt_h"/>
                                          </p:val>
                                        </p:tav>
                                      </p:tavLst>
                                    </p:anim>
                                    <p:animEffect transition="in" filter="fade">
                                      <p:cBhvr>
                                        <p:cTn id="26" dur="500"/>
                                        <p:tgtEl>
                                          <p:spTgt spid="12"/>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anim calcmode="lin" valueType="num">
                                      <p:cBhvr>
                                        <p:cTn id="29" dur="500" fill="hold"/>
                                        <p:tgtEl>
                                          <p:spTgt spid="19"/>
                                        </p:tgtEl>
                                        <p:attrNameLst>
                                          <p:attrName>ppt_w</p:attrName>
                                        </p:attrNameLst>
                                      </p:cBhvr>
                                      <p:tavLst>
                                        <p:tav tm="0">
                                          <p:val>
                                            <p:fltVal val="0"/>
                                          </p:val>
                                        </p:tav>
                                        <p:tav tm="100000">
                                          <p:val>
                                            <p:strVal val="#ppt_w"/>
                                          </p:val>
                                        </p:tav>
                                      </p:tavLst>
                                    </p:anim>
                                    <p:anim calcmode="lin" valueType="num">
                                      <p:cBhvr>
                                        <p:cTn id="30" dur="500" fill="hold"/>
                                        <p:tgtEl>
                                          <p:spTgt spid="19"/>
                                        </p:tgtEl>
                                        <p:attrNameLst>
                                          <p:attrName>ppt_h</p:attrName>
                                        </p:attrNameLst>
                                      </p:cBhvr>
                                      <p:tavLst>
                                        <p:tav tm="0">
                                          <p:val>
                                            <p:fltVal val="0"/>
                                          </p:val>
                                        </p:tav>
                                        <p:tav tm="100000">
                                          <p:val>
                                            <p:strVal val="#ppt_h"/>
                                          </p:val>
                                        </p:tav>
                                      </p:tavLst>
                                    </p:anim>
                                    <p:animEffect transition="in" filter="fade">
                                      <p:cBhvr>
                                        <p:cTn id="31"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9" grpId="0" animBg="1"/>
      <p:bldP spid="20" grpId="0" animBg="1"/>
      <p:bldP spid="1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FAB72-A023-BEA0-0E7F-DC5E9B52AA1E}"/>
              </a:ext>
            </a:extLst>
          </p:cNvPr>
          <p:cNvSpPr>
            <a:spLocks noGrp="1"/>
          </p:cNvSpPr>
          <p:nvPr>
            <p:ph type="title"/>
          </p:nvPr>
        </p:nvSpPr>
        <p:spPr/>
        <p:txBody>
          <a:bodyPr/>
          <a:lstStyle/>
          <a:p>
            <a:r>
              <a:rPr lang="en-US" dirty="0"/>
              <a:t>Would You Rather…</a:t>
            </a:r>
          </a:p>
        </p:txBody>
      </p:sp>
      <p:sp>
        <p:nvSpPr>
          <p:cNvPr id="7" name="TextBox 6">
            <a:extLst>
              <a:ext uri="{FF2B5EF4-FFF2-40B4-BE49-F238E27FC236}">
                <a16:creationId xmlns:a16="http://schemas.microsoft.com/office/drawing/2014/main" id="{4D576E91-8C11-E8D0-8FAC-F70DF0317F1D}"/>
              </a:ext>
            </a:extLst>
          </p:cNvPr>
          <p:cNvSpPr txBox="1"/>
          <p:nvPr/>
        </p:nvSpPr>
        <p:spPr>
          <a:xfrm>
            <a:off x="5260491" y="1897948"/>
            <a:ext cx="3426313" cy="369332"/>
          </a:xfrm>
          <a:prstGeom prst="rect">
            <a:avLst/>
          </a:prstGeom>
          <a:noFill/>
        </p:spPr>
        <p:txBody>
          <a:bodyPr wrap="square" rtlCol="0">
            <a:spAutoFit/>
          </a:bodyPr>
          <a:lstStyle/>
          <a:p>
            <a:pPr marL="274320"/>
            <a:endParaRPr lang="en-US" dirty="0"/>
          </a:p>
        </p:txBody>
      </p:sp>
      <p:sp>
        <p:nvSpPr>
          <p:cNvPr id="11" name="Rounded Rectangle 10">
            <a:extLst>
              <a:ext uri="{FF2B5EF4-FFF2-40B4-BE49-F238E27FC236}">
                <a16:creationId xmlns:a16="http://schemas.microsoft.com/office/drawing/2014/main" id="{7DE642D0-2D2E-94EC-9540-320A67D31846}"/>
              </a:ext>
            </a:extLst>
          </p:cNvPr>
          <p:cNvSpPr/>
          <p:nvPr/>
        </p:nvSpPr>
        <p:spPr bwMode="auto">
          <a:xfrm>
            <a:off x="461963" y="1887724"/>
            <a:ext cx="3418922" cy="994306"/>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457200">
              <a:defRPr/>
            </a:pPr>
            <a:r>
              <a:rPr lang="en-US" dirty="0">
                <a:solidFill>
                  <a:schemeClr val="tx1"/>
                </a:solidFill>
              </a:rPr>
              <a:t>solve a case involving </a:t>
            </a:r>
            <a:br>
              <a:rPr lang="en-US" dirty="0">
                <a:solidFill>
                  <a:schemeClr val="tx1"/>
                </a:solidFill>
              </a:rPr>
            </a:br>
            <a:r>
              <a:rPr lang="en-US" dirty="0">
                <a:solidFill>
                  <a:schemeClr val="tx1"/>
                </a:solidFill>
              </a:rPr>
              <a:t>stolen </a:t>
            </a:r>
            <a:r>
              <a:rPr lang="en-US" dirty="0" err="1">
                <a:solidFill>
                  <a:schemeClr val="tx1"/>
                </a:solidFill>
              </a:rPr>
              <a:t>jewellery</a:t>
            </a:r>
            <a:r>
              <a:rPr lang="en-US" dirty="0">
                <a:solidFill>
                  <a:schemeClr val="tx1"/>
                </a:solidFill>
              </a:rPr>
              <a:t>?</a:t>
            </a:r>
            <a:endParaRPr lang="en-GB" dirty="0">
              <a:solidFill>
                <a:schemeClr val="tx1"/>
              </a:solidFill>
            </a:endParaRPr>
          </a:p>
        </p:txBody>
      </p:sp>
      <p:sp>
        <p:nvSpPr>
          <p:cNvPr id="12" name="Rounded Rectangle 11">
            <a:extLst>
              <a:ext uri="{FF2B5EF4-FFF2-40B4-BE49-F238E27FC236}">
                <a16:creationId xmlns:a16="http://schemas.microsoft.com/office/drawing/2014/main" id="{6664325E-8E76-E8B6-1351-1D79D5B11ABB}"/>
              </a:ext>
            </a:extLst>
          </p:cNvPr>
          <p:cNvSpPr/>
          <p:nvPr/>
        </p:nvSpPr>
        <p:spPr bwMode="auto">
          <a:xfrm>
            <a:off x="5263117" y="1887724"/>
            <a:ext cx="3418922" cy="994306"/>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365760">
              <a:defRPr/>
            </a:pPr>
            <a:r>
              <a:rPr lang="en-US" dirty="0">
                <a:solidFill>
                  <a:schemeClr val="tx1"/>
                </a:solidFill>
              </a:rPr>
              <a:t>solve a case involving a missing person?</a:t>
            </a:r>
            <a:endParaRPr lang="en-GB" dirty="0">
              <a:solidFill>
                <a:schemeClr val="tx1"/>
              </a:solidFill>
            </a:endParaRPr>
          </a:p>
        </p:txBody>
      </p:sp>
      <p:sp>
        <p:nvSpPr>
          <p:cNvPr id="19" name="Rounded Rectangle 18">
            <a:extLst>
              <a:ext uri="{FF2B5EF4-FFF2-40B4-BE49-F238E27FC236}">
                <a16:creationId xmlns:a16="http://schemas.microsoft.com/office/drawing/2014/main" id="{4A53AE98-0D55-E835-39C3-D32053A67FD9}"/>
              </a:ext>
            </a:extLst>
          </p:cNvPr>
          <p:cNvSpPr/>
          <p:nvPr/>
        </p:nvSpPr>
        <p:spPr bwMode="auto">
          <a:xfrm>
            <a:off x="5267882" y="3208205"/>
            <a:ext cx="3418922" cy="2493348"/>
          </a:xfrm>
          <a:prstGeom prst="roundRect">
            <a:avLst>
              <a:gd name="adj" fmla="val 2649"/>
            </a:avLst>
          </a:prstGeom>
          <a:blipFill>
            <a:blip r:embed="rId2" cstate="screen">
              <a:extLst>
                <a:ext uri="{28A0092B-C50C-407E-A947-70E740481C1C}">
                  <a14:useLocalDpi xmlns:a14="http://schemas.microsoft.com/office/drawing/2010/main"/>
                </a:ext>
              </a:extLst>
            </a:blip>
            <a:srcRect/>
            <a:stretch>
              <a:fillRect b="383"/>
            </a:stretch>
          </a:blip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0">
              <a:spcBef>
                <a:spcPts val="0"/>
              </a:spcBef>
              <a:spcAft>
                <a:spcPts val="1200"/>
              </a:spcAft>
            </a:pPr>
            <a:endParaRPr lang="en-US" sz="1800" b="0" dirty="0">
              <a:solidFill>
                <a:schemeClr val="tx1"/>
              </a:solidFill>
              <a:effectLst/>
              <a:latin typeface="+mn-lt"/>
            </a:endParaRPr>
          </a:p>
        </p:txBody>
      </p:sp>
      <p:sp>
        <p:nvSpPr>
          <p:cNvPr id="20" name="Rounded Rectangle 19">
            <a:extLst>
              <a:ext uri="{FF2B5EF4-FFF2-40B4-BE49-F238E27FC236}">
                <a16:creationId xmlns:a16="http://schemas.microsoft.com/office/drawing/2014/main" id="{1BEB501B-CAE0-4F95-292F-39A4FFD60171}"/>
              </a:ext>
            </a:extLst>
          </p:cNvPr>
          <p:cNvSpPr/>
          <p:nvPr/>
        </p:nvSpPr>
        <p:spPr bwMode="auto">
          <a:xfrm>
            <a:off x="457196" y="3208205"/>
            <a:ext cx="3418922" cy="2493348"/>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0">
              <a:spcBef>
                <a:spcPts val="0"/>
              </a:spcBef>
              <a:spcAft>
                <a:spcPts val="1200"/>
              </a:spcAft>
            </a:pPr>
            <a:endParaRPr lang="en-US" sz="1800" b="0" dirty="0">
              <a:solidFill>
                <a:schemeClr val="tx1"/>
              </a:solidFill>
              <a:effectLst/>
              <a:latin typeface="+mn-lt"/>
            </a:endParaRPr>
          </a:p>
        </p:txBody>
      </p:sp>
      <p:sp>
        <p:nvSpPr>
          <p:cNvPr id="18" name="Rounded Rectangle 17">
            <a:extLst>
              <a:ext uri="{FF2B5EF4-FFF2-40B4-BE49-F238E27FC236}">
                <a16:creationId xmlns:a16="http://schemas.microsoft.com/office/drawing/2014/main" id="{76D5EF96-5809-B44E-1B3E-BA63E918986D}"/>
              </a:ext>
            </a:extLst>
          </p:cNvPr>
          <p:cNvSpPr/>
          <p:nvPr/>
        </p:nvSpPr>
        <p:spPr bwMode="auto">
          <a:xfrm>
            <a:off x="457196" y="3208205"/>
            <a:ext cx="3418922" cy="2493348"/>
          </a:xfrm>
          <a:prstGeom prst="roundRect">
            <a:avLst>
              <a:gd name="adj" fmla="val 2649"/>
            </a:avLst>
          </a:prstGeom>
          <a:blipFill>
            <a:blip r:embed="rId3" cstate="screen">
              <a:extLst>
                <a:ext uri="{28A0092B-C50C-407E-A947-70E740481C1C}">
                  <a14:useLocalDpi xmlns:a14="http://schemas.microsoft.com/office/drawing/2010/main"/>
                </a:ext>
              </a:extLst>
            </a:blip>
            <a:srcRect/>
            <a:stretch>
              <a:fillRect l="216"/>
            </a:stretch>
          </a:blip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0">
              <a:spcBef>
                <a:spcPts val="0"/>
              </a:spcBef>
              <a:spcAft>
                <a:spcPts val="1200"/>
              </a:spcAft>
            </a:pPr>
            <a:endParaRPr lang="en-US" sz="1800" b="0" dirty="0">
              <a:solidFill>
                <a:schemeClr val="tx1"/>
              </a:solidFill>
              <a:effectLst/>
              <a:latin typeface="+mn-lt"/>
            </a:endParaRPr>
          </a:p>
        </p:txBody>
      </p:sp>
      <p:sp>
        <p:nvSpPr>
          <p:cNvPr id="3" name="Rectangle 2">
            <a:hlinkClick r:id="rId4"/>
            <a:extLst>
              <a:ext uri="{FF2B5EF4-FFF2-40B4-BE49-F238E27FC236}">
                <a16:creationId xmlns:a16="http://schemas.microsoft.com/office/drawing/2014/main" id="{595AD4E8-5B36-5B0C-2B94-17B8AE381548}"/>
              </a:ext>
            </a:extLst>
          </p:cNvPr>
          <p:cNvSpPr/>
          <p:nvPr/>
        </p:nvSpPr>
        <p:spPr>
          <a:xfrm>
            <a:off x="8388350" y="6568926"/>
            <a:ext cx="755650" cy="2890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91060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Effect transition="in" filter="fade">
                                      <p:cBhvr>
                                        <p:cTn id="9" dur="500"/>
                                        <p:tgtEl>
                                          <p:spTgt spid="18"/>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20"/>
                                        </p:tgtEl>
                                        <p:attrNameLst>
                                          <p:attrName>style.visibility</p:attrName>
                                        </p:attrNameLst>
                                      </p:cBhvr>
                                      <p:to>
                                        <p:strVal val="visible"/>
                                      </p:to>
                                    </p:set>
                                    <p:anim calcmode="lin" valueType="num">
                                      <p:cBhvr>
                                        <p:cTn id="12" dur="500" fill="hold"/>
                                        <p:tgtEl>
                                          <p:spTgt spid="20"/>
                                        </p:tgtEl>
                                        <p:attrNameLst>
                                          <p:attrName>ppt_w</p:attrName>
                                        </p:attrNameLst>
                                      </p:cBhvr>
                                      <p:tavLst>
                                        <p:tav tm="0">
                                          <p:val>
                                            <p:fltVal val="0"/>
                                          </p:val>
                                        </p:tav>
                                        <p:tav tm="100000">
                                          <p:val>
                                            <p:strVal val="#ppt_w"/>
                                          </p:val>
                                        </p:tav>
                                      </p:tavLst>
                                    </p:anim>
                                    <p:anim calcmode="lin" valueType="num">
                                      <p:cBhvr>
                                        <p:cTn id="13" dur="500" fill="hold"/>
                                        <p:tgtEl>
                                          <p:spTgt spid="20"/>
                                        </p:tgtEl>
                                        <p:attrNameLst>
                                          <p:attrName>ppt_h</p:attrName>
                                        </p:attrNameLst>
                                      </p:cBhvr>
                                      <p:tavLst>
                                        <p:tav tm="0">
                                          <p:val>
                                            <p:fltVal val="0"/>
                                          </p:val>
                                        </p:tav>
                                        <p:tav tm="100000">
                                          <p:val>
                                            <p:strVal val="#ppt_h"/>
                                          </p:val>
                                        </p:tav>
                                      </p:tavLst>
                                    </p:anim>
                                    <p:animEffect transition="in" filter="fade">
                                      <p:cBhvr>
                                        <p:cTn id="14" dur="500"/>
                                        <p:tgtEl>
                                          <p:spTgt spid="20"/>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p:cTn id="17" dur="500" fill="hold"/>
                                        <p:tgtEl>
                                          <p:spTgt spid="11"/>
                                        </p:tgtEl>
                                        <p:attrNameLst>
                                          <p:attrName>ppt_w</p:attrName>
                                        </p:attrNameLst>
                                      </p:cBhvr>
                                      <p:tavLst>
                                        <p:tav tm="0">
                                          <p:val>
                                            <p:fltVal val="0"/>
                                          </p:val>
                                        </p:tav>
                                        <p:tav tm="100000">
                                          <p:val>
                                            <p:strVal val="#ppt_w"/>
                                          </p:val>
                                        </p:tav>
                                      </p:tavLst>
                                    </p:anim>
                                    <p:anim calcmode="lin" valueType="num">
                                      <p:cBhvr>
                                        <p:cTn id="18" dur="500" fill="hold"/>
                                        <p:tgtEl>
                                          <p:spTgt spid="11"/>
                                        </p:tgtEl>
                                        <p:attrNameLst>
                                          <p:attrName>ppt_h</p:attrName>
                                        </p:attrNameLst>
                                      </p:cBhvr>
                                      <p:tavLst>
                                        <p:tav tm="0">
                                          <p:val>
                                            <p:fltVal val="0"/>
                                          </p:val>
                                        </p:tav>
                                        <p:tav tm="100000">
                                          <p:val>
                                            <p:strVal val="#ppt_h"/>
                                          </p:val>
                                        </p:tav>
                                      </p:tavLst>
                                    </p:anim>
                                    <p:animEffect transition="in" filter="fade">
                                      <p:cBhvr>
                                        <p:cTn id="19" dur="5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12"/>
                                        </p:tgtEl>
                                        <p:attrNameLst>
                                          <p:attrName>style.visibility</p:attrName>
                                        </p:attrNameLst>
                                      </p:cBhvr>
                                      <p:to>
                                        <p:strVal val="visible"/>
                                      </p:to>
                                    </p:set>
                                    <p:anim calcmode="lin" valueType="num">
                                      <p:cBhvr>
                                        <p:cTn id="24" dur="500" fill="hold"/>
                                        <p:tgtEl>
                                          <p:spTgt spid="12"/>
                                        </p:tgtEl>
                                        <p:attrNameLst>
                                          <p:attrName>ppt_w</p:attrName>
                                        </p:attrNameLst>
                                      </p:cBhvr>
                                      <p:tavLst>
                                        <p:tav tm="0">
                                          <p:val>
                                            <p:fltVal val="0"/>
                                          </p:val>
                                        </p:tav>
                                        <p:tav tm="100000">
                                          <p:val>
                                            <p:strVal val="#ppt_w"/>
                                          </p:val>
                                        </p:tav>
                                      </p:tavLst>
                                    </p:anim>
                                    <p:anim calcmode="lin" valueType="num">
                                      <p:cBhvr>
                                        <p:cTn id="25" dur="500" fill="hold"/>
                                        <p:tgtEl>
                                          <p:spTgt spid="12"/>
                                        </p:tgtEl>
                                        <p:attrNameLst>
                                          <p:attrName>ppt_h</p:attrName>
                                        </p:attrNameLst>
                                      </p:cBhvr>
                                      <p:tavLst>
                                        <p:tav tm="0">
                                          <p:val>
                                            <p:fltVal val="0"/>
                                          </p:val>
                                        </p:tav>
                                        <p:tav tm="100000">
                                          <p:val>
                                            <p:strVal val="#ppt_h"/>
                                          </p:val>
                                        </p:tav>
                                      </p:tavLst>
                                    </p:anim>
                                    <p:animEffect transition="in" filter="fade">
                                      <p:cBhvr>
                                        <p:cTn id="26" dur="500"/>
                                        <p:tgtEl>
                                          <p:spTgt spid="12"/>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anim calcmode="lin" valueType="num">
                                      <p:cBhvr>
                                        <p:cTn id="29" dur="500" fill="hold"/>
                                        <p:tgtEl>
                                          <p:spTgt spid="19"/>
                                        </p:tgtEl>
                                        <p:attrNameLst>
                                          <p:attrName>ppt_w</p:attrName>
                                        </p:attrNameLst>
                                      </p:cBhvr>
                                      <p:tavLst>
                                        <p:tav tm="0">
                                          <p:val>
                                            <p:fltVal val="0"/>
                                          </p:val>
                                        </p:tav>
                                        <p:tav tm="100000">
                                          <p:val>
                                            <p:strVal val="#ppt_w"/>
                                          </p:val>
                                        </p:tav>
                                      </p:tavLst>
                                    </p:anim>
                                    <p:anim calcmode="lin" valueType="num">
                                      <p:cBhvr>
                                        <p:cTn id="30" dur="500" fill="hold"/>
                                        <p:tgtEl>
                                          <p:spTgt spid="19"/>
                                        </p:tgtEl>
                                        <p:attrNameLst>
                                          <p:attrName>ppt_h</p:attrName>
                                        </p:attrNameLst>
                                      </p:cBhvr>
                                      <p:tavLst>
                                        <p:tav tm="0">
                                          <p:val>
                                            <p:fltVal val="0"/>
                                          </p:val>
                                        </p:tav>
                                        <p:tav tm="100000">
                                          <p:val>
                                            <p:strVal val="#ppt_h"/>
                                          </p:val>
                                        </p:tav>
                                      </p:tavLst>
                                    </p:anim>
                                    <p:animEffect transition="in" filter="fade">
                                      <p:cBhvr>
                                        <p:cTn id="31"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9" grpId="0" animBg="1"/>
      <p:bldP spid="20" grpId="0" animBg="1"/>
      <p:bldP spid="1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FAB72-A023-BEA0-0E7F-DC5E9B52AA1E}"/>
              </a:ext>
            </a:extLst>
          </p:cNvPr>
          <p:cNvSpPr>
            <a:spLocks noGrp="1"/>
          </p:cNvSpPr>
          <p:nvPr>
            <p:ph type="title"/>
          </p:nvPr>
        </p:nvSpPr>
        <p:spPr/>
        <p:txBody>
          <a:bodyPr/>
          <a:lstStyle/>
          <a:p>
            <a:r>
              <a:rPr lang="en-US" dirty="0"/>
              <a:t>Would You Rather…</a:t>
            </a:r>
          </a:p>
        </p:txBody>
      </p:sp>
      <p:sp>
        <p:nvSpPr>
          <p:cNvPr id="7" name="TextBox 6">
            <a:extLst>
              <a:ext uri="{FF2B5EF4-FFF2-40B4-BE49-F238E27FC236}">
                <a16:creationId xmlns:a16="http://schemas.microsoft.com/office/drawing/2014/main" id="{4D576E91-8C11-E8D0-8FAC-F70DF0317F1D}"/>
              </a:ext>
            </a:extLst>
          </p:cNvPr>
          <p:cNvSpPr txBox="1"/>
          <p:nvPr/>
        </p:nvSpPr>
        <p:spPr>
          <a:xfrm>
            <a:off x="5260491" y="1897948"/>
            <a:ext cx="3426313" cy="369332"/>
          </a:xfrm>
          <a:prstGeom prst="rect">
            <a:avLst/>
          </a:prstGeom>
          <a:noFill/>
        </p:spPr>
        <p:txBody>
          <a:bodyPr wrap="square" rtlCol="0">
            <a:spAutoFit/>
          </a:bodyPr>
          <a:lstStyle/>
          <a:p>
            <a:pPr marL="274320"/>
            <a:endParaRPr lang="en-US" dirty="0"/>
          </a:p>
        </p:txBody>
      </p:sp>
      <p:sp>
        <p:nvSpPr>
          <p:cNvPr id="11" name="Rounded Rectangle 10">
            <a:extLst>
              <a:ext uri="{FF2B5EF4-FFF2-40B4-BE49-F238E27FC236}">
                <a16:creationId xmlns:a16="http://schemas.microsoft.com/office/drawing/2014/main" id="{7DE642D0-2D2E-94EC-9540-320A67D31846}"/>
              </a:ext>
            </a:extLst>
          </p:cNvPr>
          <p:cNvSpPr/>
          <p:nvPr/>
        </p:nvSpPr>
        <p:spPr bwMode="auto">
          <a:xfrm>
            <a:off x="461963" y="1887724"/>
            <a:ext cx="3418922" cy="994306"/>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548640">
              <a:defRPr/>
            </a:pPr>
            <a:r>
              <a:rPr lang="en-US" dirty="0">
                <a:solidFill>
                  <a:schemeClr val="tx1"/>
                </a:solidFill>
              </a:rPr>
              <a:t>testify in court as an expert witness?</a:t>
            </a:r>
            <a:endParaRPr lang="en-GB" dirty="0">
              <a:solidFill>
                <a:schemeClr val="tx1"/>
              </a:solidFill>
            </a:endParaRPr>
          </a:p>
        </p:txBody>
      </p:sp>
      <p:sp>
        <p:nvSpPr>
          <p:cNvPr id="12" name="Rounded Rectangle 11">
            <a:extLst>
              <a:ext uri="{FF2B5EF4-FFF2-40B4-BE49-F238E27FC236}">
                <a16:creationId xmlns:a16="http://schemas.microsoft.com/office/drawing/2014/main" id="{6664325E-8E76-E8B6-1351-1D79D5B11ABB}"/>
              </a:ext>
            </a:extLst>
          </p:cNvPr>
          <p:cNvSpPr/>
          <p:nvPr/>
        </p:nvSpPr>
        <p:spPr bwMode="auto">
          <a:xfrm>
            <a:off x="5263117" y="1887724"/>
            <a:ext cx="3418922" cy="994306"/>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731520">
              <a:defRPr/>
            </a:pPr>
            <a:r>
              <a:rPr lang="en-US" dirty="0">
                <a:solidFill>
                  <a:schemeClr val="tx1"/>
                </a:solidFill>
              </a:rPr>
              <a:t>write detailed </a:t>
            </a:r>
            <a:br>
              <a:rPr lang="en-US" dirty="0">
                <a:solidFill>
                  <a:schemeClr val="tx1"/>
                </a:solidFill>
              </a:rPr>
            </a:br>
            <a:r>
              <a:rPr lang="en-US" dirty="0">
                <a:solidFill>
                  <a:schemeClr val="tx1"/>
                </a:solidFill>
              </a:rPr>
              <a:t>forensic reports?</a:t>
            </a:r>
            <a:endParaRPr lang="en-GB" dirty="0">
              <a:solidFill>
                <a:schemeClr val="tx1"/>
              </a:solidFill>
            </a:endParaRPr>
          </a:p>
        </p:txBody>
      </p:sp>
      <p:sp>
        <p:nvSpPr>
          <p:cNvPr id="19" name="Rounded Rectangle 18">
            <a:extLst>
              <a:ext uri="{FF2B5EF4-FFF2-40B4-BE49-F238E27FC236}">
                <a16:creationId xmlns:a16="http://schemas.microsoft.com/office/drawing/2014/main" id="{4A53AE98-0D55-E835-39C3-D32053A67FD9}"/>
              </a:ext>
            </a:extLst>
          </p:cNvPr>
          <p:cNvSpPr/>
          <p:nvPr/>
        </p:nvSpPr>
        <p:spPr bwMode="auto">
          <a:xfrm>
            <a:off x="5267882" y="3208205"/>
            <a:ext cx="3418922" cy="2493348"/>
          </a:xfrm>
          <a:prstGeom prst="roundRect">
            <a:avLst>
              <a:gd name="adj" fmla="val 2649"/>
            </a:avLst>
          </a:prstGeom>
          <a:blipFill>
            <a:blip r:embed="rId2" cstate="screen">
              <a:extLst>
                <a:ext uri="{28A0092B-C50C-407E-A947-70E740481C1C}">
                  <a14:useLocalDpi xmlns:a14="http://schemas.microsoft.com/office/drawing/2010/main"/>
                </a:ext>
              </a:extLst>
            </a:blip>
            <a:srcRect/>
            <a:stretch>
              <a:fillRect r="139"/>
            </a:stretch>
          </a:blip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0">
              <a:spcBef>
                <a:spcPts val="0"/>
              </a:spcBef>
              <a:spcAft>
                <a:spcPts val="1200"/>
              </a:spcAft>
            </a:pPr>
            <a:endParaRPr lang="en-US" sz="1800" b="0" dirty="0">
              <a:solidFill>
                <a:schemeClr val="tx1"/>
              </a:solidFill>
              <a:effectLst/>
              <a:latin typeface="+mn-lt"/>
            </a:endParaRPr>
          </a:p>
        </p:txBody>
      </p:sp>
      <p:sp>
        <p:nvSpPr>
          <p:cNvPr id="20" name="Rounded Rectangle 19">
            <a:extLst>
              <a:ext uri="{FF2B5EF4-FFF2-40B4-BE49-F238E27FC236}">
                <a16:creationId xmlns:a16="http://schemas.microsoft.com/office/drawing/2014/main" id="{1BEB501B-CAE0-4F95-292F-39A4FFD60171}"/>
              </a:ext>
            </a:extLst>
          </p:cNvPr>
          <p:cNvSpPr/>
          <p:nvPr/>
        </p:nvSpPr>
        <p:spPr bwMode="auto">
          <a:xfrm>
            <a:off x="457196" y="3208205"/>
            <a:ext cx="3418922" cy="2493348"/>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0">
              <a:spcBef>
                <a:spcPts val="0"/>
              </a:spcBef>
              <a:spcAft>
                <a:spcPts val="1200"/>
              </a:spcAft>
            </a:pPr>
            <a:endParaRPr lang="en-US" sz="1800" b="0" dirty="0">
              <a:solidFill>
                <a:schemeClr val="tx1"/>
              </a:solidFill>
              <a:effectLst/>
              <a:latin typeface="+mn-lt"/>
            </a:endParaRPr>
          </a:p>
        </p:txBody>
      </p:sp>
      <p:sp>
        <p:nvSpPr>
          <p:cNvPr id="18" name="Rounded Rectangle 17">
            <a:extLst>
              <a:ext uri="{FF2B5EF4-FFF2-40B4-BE49-F238E27FC236}">
                <a16:creationId xmlns:a16="http://schemas.microsoft.com/office/drawing/2014/main" id="{76D5EF96-5809-B44E-1B3E-BA63E918986D}"/>
              </a:ext>
            </a:extLst>
          </p:cNvPr>
          <p:cNvSpPr/>
          <p:nvPr/>
        </p:nvSpPr>
        <p:spPr bwMode="auto">
          <a:xfrm>
            <a:off x="457196" y="3208205"/>
            <a:ext cx="3418922" cy="2493348"/>
          </a:xfrm>
          <a:prstGeom prst="roundRect">
            <a:avLst>
              <a:gd name="adj" fmla="val 2649"/>
            </a:avLst>
          </a:prstGeom>
          <a:blipFill>
            <a:blip r:embed="rId3" cstate="screen">
              <a:extLst>
                <a:ext uri="{28A0092B-C50C-407E-A947-70E740481C1C}">
                  <a14:useLocalDpi xmlns:a14="http://schemas.microsoft.com/office/drawing/2010/main"/>
                </a:ext>
              </a:extLst>
            </a:blip>
            <a:srcRect/>
            <a:stretch>
              <a:fillRect/>
            </a:stretch>
          </a:blip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0">
              <a:spcBef>
                <a:spcPts val="0"/>
              </a:spcBef>
              <a:spcAft>
                <a:spcPts val="1200"/>
              </a:spcAft>
            </a:pPr>
            <a:endParaRPr lang="en-US" sz="1800" b="0" dirty="0">
              <a:solidFill>
                <a:schemeClr val="tx1"/>
              </a:solidFill>
              <a:effectLst/>
              <a:latin typeface="+mn-lt"/>
            </a:endParaRPr>
          </a:p>
        </p:txBody>
      </p:sp>
      <p:sp>
        <p:nvSpPr>
          <p:cNvPr id="3" name="Rectangle 2">
            <a:hlinkClick r:id="rId4"/>
            <a:extLst>
              <a:ext uri="{FF2B5EF4-FFF2-40B4-BE49-F238E27FC236}">
                <a16:creationId xmlns:a16="http://schemas.microsoft.com/office/drawing/2014/main" id="{65B89D3C-7289-084E-4EFD-DD3D7A6B431C}"/>
              </a:ext>
            </a:extLst>
          </p:cNvPr>
          <p:cNvSpPr/>
          <p:nvPr/>
        </p:nvSpPr>
        <p:spPr>
          <a:xfrm>
            <a:off x="8388350" y="6568926"/>
            <a:ext cx="755650" cy="2890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57992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Effect transition="in" filter="fade">
                                      <p:cBhvr>
                                        <p:cTn id="9" dur="500"/>
                                        <p:tgtEl>
                                          <p:spTgt spid="18"/>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20"/>
                                        </p:tgtEl>
                                        <p:attrNameLst>
                                          <p:attrName>style.visibility</p:attrName>
                                        </p:attrNameLst>
                                      </p:cBhvr>
                                      <p:to>
                                        <p:strVal val="visible"/>
                                      </p:to>
                                    </p:set>
                                    <p:anim calcmode="lin" valueType="num">
                                      <p:cBhvr>
                                        <p:cTn id="12" dur="500" fill="hold"/>
                                        <p:tgtEl>
                                          <p:spTgt spid="20"/>
                                        </p:tgtEl>
                                        <p:attrNameLst>
                                          <p:attrName>ppt_w</p:attrName>
                                        </p:attrNameLst>
                                      </p:cBhvr>
                                      <p:tavLst>
                                        <p:tav tm="0">
                                          <p:val>
                                            <p:fltVal val="0"/>
                                          </p:val>
                                        </p:tav>
                                        <p:tav tm="100000">
                                          <p:val>
                                            <p:strVal val="#ppt_w"/>
                                          </p:val>
                                        </p:tav>
                                      </p:tavLst>
                                    </p:anim>
                                    <p:anim calcmode="lin" valueType="num">
                                      <p:cBhvr>
                                        <p:cTn id="13" dur="500" fill="hold"/>
                                        <p:tgtEl>
                                          <p:spTgt spid="20"/>
                                        </p:tgtEl>
                                        <p:attrNameLst>
                                          <p:attrName>ppt_h</p:attrName>
                                        </p:attrNameLst>
                                      </p:cBhvr>
                                      <p:tavLst>
                                        <p:tav tm="0">
                                          <p:val>
                                            <p:fltVal val="0"/>
                                          </p:val>
                                        </p:tav>
                                        <p:tav tm="100000">
                                          <p:val>
                                            <p:strVal val="#ppt_h"/>
                                          </p:val>
                                        </p:tav>
                                      </p:tavLst>
                                    </p:anim>
                                    <p:animEffect transition="in" filter="fade">
                                      <p:cBhvr>
                                        <p:cTn id="14" dur="500"/>
                                        <p:tgtEl>
                                          <p:spTgt spid="20"/>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p:cTn id="17" dur="500" fill="hold"/>
                                        <p:tgtEl>
                                          <p:spTgt spid="11"/>
                                        </p:tgtEl>
                                        <p:attrNameLst>
                                          <p:attrName>ppt_w</p:attrName>
                                        </p:attrNameLst>
                                      </p:cBhvr>
                                      <p:tavLst>
                                        <p:tav tm="0">
                                          <p:val>
                                            <p:fltVal val="0"/>
                                          </p:val>
                                        </p:tav>
                                        <p:tav tm="100000">
                                          <p:val>
                                            <p:strVal val="#ppt_w"/>
                                          </p:val>
                                        </p:tav>
                                      </p:tavLst>
                                    </p:anim>
                                    <p:anim calcmode="lin" valueType="num">
                                      <p:cBhvr>
                                        <p:cTn id="18" dur="500" fill="hold"/>
                                        <p:tgtEl>
                                          <p:spTgt spid="11"/>
                                        </p:tgtEl>
                                        <p:attrNameLst>
                                          <p:attrName>ppt_h</p:attrName>
                                        </p:attrNameLst>
                                      </p:cBhvr>
                                      <p:tavLst>
                                        <p:tav tm="0">
                                          <p:val>
                                            <p:fltVal val="0"/>
                                          </p:val>
                                        </p:tav>
                                        <p:tav tm="100000">
                                          <p:val>
                                            <p:strVal val="#ppt_h"/>
                                          </p:val>
                                        </p:tav>
                                      </p:tavLst>
                                    </p:anim>
                                    <p:animEffect transition="in" filter="fade">
                                      <p:cBhvr>
                                        <p:cTn id="19" dur="5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12"/>
                                        </p:tgtEl>
                                        <p:attrNameLst>
                                          <p:attrName>style.visibility</p:attrName>
                                        </p:attrNameLst>
                                      </p:cBhvr>
                                      <p:to>
                                        <p:strVal val="visible"/>
                                      </p:to>
                                    </p:set>
                                    <p:anim calcmode="lin" valueType="num">
                                      <p:cBhvr>
                                        <p:cTn id="24" dur="500" fill="hold"/>
                                        <p:tgtEl>
                                          <p:spTgt spid="12"/>
                                        </p:tgtEl>
                                        <p:attrNameLst>
                                          <p:attrName>ppt_w</p:attrName>
                                        </p:attrNameLst>
                                      </p:cBhvr>
                                      <p:tavLst>
                                        <p:tav tm="0">
                                          <p:val>
                                            <p:fltVal val="0"/>
                                          </p:val>
                                        </p:tav>
                                        <p:tav tm="100000">
                                          <p:val>
                                            <p:strVal val="#ppt_w"/>
                                          </p:val>
                                        </p:tav>
                                      </p:tavLst>
                                    </p:anim>
                                    <p:anim calcmode="lin" valueType="num">
                                      <p:cBhvr>
                                        <p:cTn id="25" dur="500" fill="hold"/>
                                        <p:tgtEl>
                                          <p:spTgt spid="12"/>
                                        </p:tgtEl>
                                        <p:attrNameLst>
                                          <p:attrName>ppt_h</p:attrName>
                                        </p:attrNameLst>
                                      </p:cBhvr>
                                      <p:tavLst>
                                        <p:tav tm="0">
                                          <p:val>
                                            <p:fltVal val="0"/>
                                          </p:val>
                                        </p:tav>
                                        <p:tav tm="100000">
                                          <p:val>
                                            <p:strVal val="#ppt_h"/>
                                          </p:val>
                                        </p:tav>
                                      </p:tavLst>
                                    </p:anim>
                                    <p:animEffect transition="in" filter="fade">
                                      <p:cBhvr>
                                        <p:cTn id="26" dur="500"/>
                                        <p:tgtEl>
                                          <p:spTgt spid="12"/>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anim calcmode="lin" valueType="num">
                                      <p:cBhvr>
                                        <p:cTn id="29" dur="500" fill="hold"/>
                                        <p:tgtEl>
                                          <p:spTgt spid="19"/>
                                        </p:tgtEl>
                                        <p:attrNameLst>
                                          <p:attrName>ppt_w</p:attrName>
                                        </p:attrNameLst>
                                      </p:cBhvr>
                                      <p:tavLst>
                                        <p:tav tm="0">
                                          <p:val>
                                            <p:fltVal val="0"/>
                                          </p:val>
                                        </p:tav>
                                        <p:tav tm="100000">
                                          <p:val>
                                            <p:strVal val="#ppt_w"/>
                                          </p:val>
                                        </p:tav>
                                      </p:tavLst>
                                    </p:anim>
                                    <p:anim calcmode="lin" valueType="num">
                                      <p:cBhvr>
                                        <p:cTn id="30" dur="500" fill="hold"/>
                                        <p:tgtEl>
                                          <p:spTgt spid="19"/>
                                        </p:tgtEl>
                                        <p:attrNameLst>
                                          <p:attrName>ppt_h</p:attrName>
                                        </p:attrNameLst>
                                      </p:cBhvr>
                                      <p:tavLst>
                                        <p:tav tm="0">
                                          <p:val>
                                            <p:fltVal val="0"/>
                                          </p:val>
                                        </p:tav>
                                        <p:tav tm="100000">
                                          <p:val>
                                            <p:strVal val="#ppt_h"/>
                                          </p:val>
                                        </p:tav>
                                      </p:tavLst>
                                    </p:anim>
                                    <p:animEffect transition="in" filter="fade">
                                      <p:cBhvr>
                                        <p:cTn id="31"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9" grpId="0" animBg="1"/>
      <p:bldP spid="20" grpId="0" animBg="1"/>
      <p:bldP spid="1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FAB72-A023-BEA0-0E7F-DC5E9B52AA1E}"/>
              </a:ext>
            </a:extLst>
          </p:cNvPr>
          <p:cNvSpPr>
            <a:spLocks noGrp="1"/>
          </p:cNvSpPr>
          <p:nvPr>
            <p:ph type="title"/>
          </p:nvPr>
        </p:nvSpPr>
        <p:spPr/>
        <p:txBody>
          <a:bodyPr/>
          <a:lstStyle/>
          <a:p>
            <a:r>
              <a:rPr lang="en-US" dirty="0"/>
              <a:t>Would You Rather…</a:t>
            </a:r>
          </a:p>
        </p:txBody>
      </p:sp>
      <p:sp>
        <p:nvSpPr>
          <p:cNvPr id="7" name="TextBox 6">
            <a:extLst>
              <a:ext uri="{FF2B5EF4-FFF2-40B4-BE49-F238E27FC236}">
                <a16:creationId xmlns:a16="http://schemas.microsoft.com/office/drawing/2014/main" id="{4D576E91-8C11-E8D0-8FAC-F70DF0317F1D}"/>
              </a:ext>
            </a:extLst>
          </p:cNvPr>
          <p:cNvSpPr txBox="1"/>
          <p:nvPr/>
        </p:nvSpPr>
        <p:spPr>
          <a:xfrm>
            <a:off x="5260491" y="1897948"/>
            <a:ext cx="3426313" cy="369332"/>
          </a:xfrm>
          <a:prstGeom prst="rect">
            <a:avLst/>
          </a:prstGeom>
          <a:noFill/>
        </p:spPr>
        <p:txBody>
          <a:bodyPr wrap="square" rtlCol="0">
            <a:spAutoFit/>
          </a:bodyPr>
          <a:lstStyle/>
          <a:p>
            <a:pPr marL="274320"/>
            <a:endParaRPr lang="en-US" dirty="0"/>
          </a:p>
        </p:txBody>
      </p:sp>
      <p:sp>
        <p:nvSpPr>
          <p:cNvPr id="11" name="Rounded Rectangle 10">
            <a:extLst>
              <a:ext uri="{FF2B5EF4-FFF2-40B4-BE49-F238E27FC236}">
                <a16:creationId xmlns:a16="http://schemas.microsoft.com/office/drawing/2014/main" id="{7DE642D0-2D2E-94EC-9540-320A67D31846}"/>
              </a:ext>
            </a:extLst>
          </p:cNvPr>
          <p:cNvSpPr/>
          <p:nvPr/>
        </p:nvSpPr>
        <p:spPr bwMode="auto">
          <a:xfrm>
            <a:off x="461963" y="1887724"/>
            <a:ext cx="3418922" cy="994306"/>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work on cold cases?</a:t>
            </a:r>
            <a:endParaRPr lang="en-GB" dirty="0">
              <a:solidFill>
                <a:schemeClr val="tx1"/>
              </a:solidFill>
            </a:endParaRPr>
          </a:p>
        </p:txBody>
      </p:sp>
      <p:sp>
        <p:nvSpPr>
          <p:cNvPr id="12" name="Rounded Rectangle 11">
            <a:extLst>
              <a:ext uri="{FF2B5EF4-FFF2-40B4-BE49-F238E27FC236}">
                <a16:creationId xmlns:a16="http://schemas.microsoft.com/office/drawing/2014/main" id="{6664325E-8E76-E8B6-1351-1D79D5B11ABB}"/>
              </a:ext>
            </a:extLst>
          </p:cNvPr>
          <p:cNvSpPr/>
          <p:nvPr/>
        </p:nvSpPr>
        <p:spPr bwMode="auto">
          <a:xfrm>
            <a:off x="5263117" y="1887724"/>
            <a:ext cx="3418922" cy="994306"/>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work on active investigations?</a:t>
            </a:r>
            <a:endParaRPr lang="en-GB" dirty="0">
              <a:solidFill>
                <a:schemeClr val="tx1"/>
              </a:solidFill>
            </a:endParaRPr>
          </a:p>
        </p:txBody>
      </p:sp>
      <p:sp>
        <p:nvSpPr>
          <p:cNvPr id="19" name="Rounded Rectangle 18">
            <a:extLst>
              <a:ext uri="{FF2B5EF4-FFF2-40B4-BE49-F238E27FC236}">
                <a16:creationId xmlns:a16="http://schemas.microsoft.com/office/drawing/2014/main" id="{4A53AE98-0D55-E835-39C3-D32053A67FD9}"/>
              </a:ext>
            </a:extLst>
          </p:cNvPr>
          <p:cNvSpPr/>
          <p:nvPr/>
        </p:nvSpPr>
        <p:spPr bwMode="auto">
          <a:xfrm>
            <a:off x="5267882" y="3208205"/>
            <a:ext cx="3418922" cy="2493348"/>
          </a:xfrm>
          <a:prstGeom prst="roundRect">
            <a:avLst>
              <a:gd name="adj" fmla="val 2649"/>
            </a:avLst>
          </a:prstGeom>
          <a:blipFill>
            <a:blip r:embed="rId2" cstate="screen">
              <a:extLst>
                <a:ext uri="{28A0092B-C50C-407E-A947-70E740481C1C}">
                  <a14:useLocalDpi xmlns:a14="http://schemas.microsoft.com/office/drawing/2010/main"/>
                </a:ext>
              </a:extLst>
            </a:blip>
            <a:srcRect/>
            <a:stretch>
              <a:fillRect/>
            </a:stretch>
          </a:blip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0">
              <a:spcBef>
                <a:spcPts val="0"/>
              </a:spcBef>
              <a:spcAft>
                <a:spcPts val="1200"/>
              </a:spcAft>
            </a:pPr>
            <a:endParaRPr lang="en-US" sz="1800" b="0" dirty="0">
              <a:solidFill>
                <a:schemeClr val="tx1"/>
              </a:solidFill>
              <a:effectLst/>
              <a:latin typeface="+mn-lt"/>
            </a:endParaRPr>
          </a:p>
        </p:txBody>
      </p:sp>
      <p:sp>
        <p:nvSpPr>
          <p:cNvPr id="20" name="Rounded Rectangle 19">
            <a:extLst>
              <a:ext uri="{FF2B5EF4-FFF2-40B4-BE49-F238E27FC236}">
                <a16:creationId xmlns:a16="http://schemas.microsoft.com/office/drawing/2014/main" id="{1BEB501B-CAE0-4F95-292F-39A4FFD60171}"/>
              </a:ext>
            </a:extLst>
          </p:cNvPr>
          <p:cNvSpPr/>
          <p:nvPr/>
        </p:nvSpPr>
        <p:spPr bwMode="auto">
          <a:xfrm>
            <a:off x="457196" y="3208205"/>
            <a:ext cx="3418922" cy="2493348"/>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0">
              <a:spcBef>
                <a:spcPts val="0"/>
              </a:spcBef>
              <a:spcAft>
                <a:spcPts val="1200"/>
              </a:spcAft>
            </a:pPr>
            <a:endParaRPr lang="en-US" sz="1800" b="0" dirty="0">
              <a:solidFill>
                <a:schemeClr val="tx1"/>
              </a:solidFill>
              <a:effectLst/>
              <a:latin typeface="+mn-lt"/>
            </a:endParaRPr>
          </a:p>
        </p:txBody>
      </p:sp>
      <p:sp>
        <p:nvSpPr>
          <p:cNvPr id="18" name="Rounded Rectangle 17">
            <a:extLst>
              <a:ext uri="{FF2B5EF4-FFF2-40B4-BE49-F238E27FC236}">
                <a16:creationId xmlns:a16="http://schemas.microsoft.com/office/drawing/2014/main" id="{76D5EF96-5809-B44E-1B3E-BA63E918986D}"/>
              </a:ext>
            </a:extLst>
          </p:cNvPr>
          <p:cNvSpPr/>
          <p:nvPr/>
        </p:nvSpPr>
        <p:spPr bwMode="auto">
          <a:xfrm>
            <a:off x="457196" y="3208205"/>
            <a:ext cx="3418922" cy="2493348"/>
          </a:xfrm>
          <a:prstGeom prst="roundRect">
            <a:avLst>
              <a:gd name="adj" fmla="val 2649"/>
            </a:avLst>
          </a:prstGeom>
          <a:blipFill>
            <a:blip r:embed="rId3" cstate="screen">
              <a:extLst>
                <a:ext uri="{28A0092B-C50C-407E-A947-70E740481C1C}">
                  <a14:useLocalDpi xmlns:a14="http://schemas.microsoft.com/office/drawing/2010/main"/>
                </a:ext>
              </a:extLst>
            </a:blip>
            <a:srcRect/>
            <a:stretch>
              <a:fillRect/>
            </a:stretch>
          </a:blip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0">
              <a:spcBef>
                <a:spcPts val="0"/>
              </a:spcBef>
              <a:spcAft>
                <a:spcPts val="1200"/>
              </a:spcAft>
            </a:pPr>
            <a:endParaRPr lang="en-US" sz="1800" b="0" dirty="0">
              <a:solidFill>
                <a:schemeClr val="tx1"/>
              </a:solidFill>
              <a:effectLst/>
              <a:latin typeface="+mn-lt"/>
            </a:endParaRPr>
          </a:p>
        </p:txBody>
      </p:sp>
      <p:sp>
        <p:nvSpPr>
          <p:cNvPr id="3" name="Rectangle 2">
            <a:hlinkClick r:id="rId4"/>
            <a:extLst>
              <a:ext uri="{FF2B5EF4-FFF2-40B4-BE49-F238E27FC236}">
                <a16:creationId xmlns:a16="http://schemas.microsoft.com/office/drawing/2014/main" id="{1528902D-C2CE-9452-D2EB-BA8638897A10}"/>
              </a:ext>
            </a:extLst>
          </p:cNvPr>
          <p:cNvSpPr/>
          <p:nvPr/>
        </p:nvSpPr>
        <p:spPr>
          <a:xfrm>
            <a:off x="8388350" y="6568926"/>
            <a:ext cx="755650" cy="2890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77576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Effect transition="in" filter="fade">
                                      <p:cBhvr>
                                        <p:cTn id="9" dur="500"/>
                                        <p:tgtEl>
                                          <p:spTgt spid="18"/>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20"/>
                                        </p:tgtEl>
                                        <p:attrNameLst>
                                          <p:attrName>style.visibility</p:attrName>
                                        </p:attrNameLst>
                                      </p:cBhvr>
                                      <p:to>
                                        <p:strVal val="visible"/>
                                      </p:to>
                                    </p:set>
                                    <p:anim calcmode="lin" valueType="num">
                                      <p:cBhvr>
                                        <p:cTn id="12" dur="500" fill="hold"/>
                                        <p:tgtEl>
                                          <p:spTgt spid="20"/>
                                        </p:tgtEl>
                                        <p:attrNameLst>
                                          <p:attrName>ppt_w</p:attrName>
                                        </p:attrNameLst>
                                      </p:cBhvr>
                                      <p:tavLst>
                                        <p:tav tm="0">
                                          <p:val>
                                            <p:fltVal val="0"/>
                                          </p:val>
                                        </p:tav>
                                        <p:tav tm="100000">
                                          <p:val>
                                            <p:strVal val="#ppt_w"/>
                                          </p:val>
                                        </p:tav>
                                      </p:tavLst>
                                    </p:anim>
                                    <p:anim calcmode="lin" valueType="num">
                                      <p:cBhvr>
                                        <p:cTn id="13" dur="500" fill="hold"/>
                                        <p:tgtEl>
                                          <p:spTgt spid="20"/>
                                        </p:tgtEl>
                                        <p:attrNameLst>
                                          <p:attrName>ppt_h</p:attrName>
                                        </p:attrNameLst>
                                      </p:cBhvr>
                                      <p:tavLst>
                                        <p:tav tm="0">
                                          <p:val>
                                            <p:fltVal val="0"/>
                                          </p:val>
                                        </p:tav>
                                        <p:tav tm="100000">
                                          <p:val>
                                            <p:strVal val="#ppt_h"/>
                                          </p:val>
                                        </p:tav>
                                      </p:tavLst>
                                    </p:anim>
                                    <p:animEffect transition="in" filter="fade">
                                      <p:cBhvr>
                                        <p:cTn id="14" dur="500"/>
                                        <p:tgtEl>
                                          <p:spTgt spid="20"/>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p:cTn id="17" dur="500" fill="hold"/>
                                        <p:tgtEl>
                                          <p:spTgt spid="11"/>
                                        </p:tgtEl>
                                        <p:attrNameLst>
                                          <p:attrName>ppt_w</p:attrName>
                                        </p:attrNameLst>
                                      </p:cBhvr>
                                      <p:tavLst>
                                        <p:tav tm="0">
                                          <p:val>
                                            <p:fltVal val="0"/>
                                          </p:val>
                                        </p:tav>
                                        <p:tav tm="100000">
                                          <p:val>
                                            <p:strVal val="#ppt_w"/>
                                          </p:val>
                                        </p:tav>
                                      </p:tavLst>
                                    </p:anim>
                                    <p:anim calcmode="lin" valueType="num">
                                      <p:cBhvr>
                                        <p:cTn id="18" dur="500" fill="hold"/>
                                        <p:tgtEl>
                                          <p:spTgt spid="11"/>
                                        </p:tgtEl>
                                        <p:attrNameLst>
                                          <p:attrName>ppt_h</p:attrName>
                                        </p:attrNameLst>
                                      </p:cBhvr>
                                      <p:tavLst>
                                        <p:tav tm="0">
                                          <p:val>
                                            <p:fltVal val="0"/>
                                          </p:val>
                                        </p:tav>
                                        <p:tav tm="100000">
                                          <p:val>
                                            <p:strVal val="#ppt_h"/>
                                          </p:val>
                                        </p:tav>
                                      </p:tavLst>
                                    </p:anim>
                                    <p:animEffect transition="in" filter="fade">
                                      <p:cBhvr>
                                        <p:cTn id="19" dur="5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12"/>
                                        </p:tgtEl>
                                        <p:attrNameLst>
                                          <p:attrName>style.visibility</p:attrName>
                                        </p:attrNameLst>
                                      </p:cBhvr>
                                      <p:to>
                                        <p:strVal val="visible"/>
                                      </p:to>
                                    </p:set>
                                    <p:anim calcmode="lin" valueType="num">
                                      <p:cBhvr>
                                        <p:cTn id="24" dur="500" fill="hold"/>
                                        <p:tgtEl>
                                          <p:spTgt spid="12"/>
                                        </p:tgtEl>
                                        <p:attrNameLst>
                                          <p:attrName>ppt_w</p:attrName>
                                        </p:attrNameLst>
                                      </p:cBhvr>
                                      <p:tavLst>
                                        <p:tav tm="0">
                                          <p:val>
                                            <p:fltVal val="0"/>
                                          </p:val>
                                        </p:tav>
                                        <p:tav tm="100000">
                                          <p:val>
                                            <p:strVal val="#ppt_w"/>
                                          </p:val>
                                        </p:tav>
                                      </p:tavLst>
                                    </p:anim>
                                    <p:anim calcmode="lin" valueType="num">
                                      <p:cBhvr>
                                        <p:cTn id="25" dur="500" fill="hold"/>
                                        <p:tgtEl>
                                          <p:spTgt spid="12"/>
                                        </p:tgtEl>
                                        <p:attrNameLst>
                                          <p:attrName>ppt_h</p:attrName>
                                        </p:attrNameLst>
                                      </p:cBhvr>
                                      <p:tavLst>
                                        <p:tav tm="0">
                                          <p:val>
                                            <p:fltVal val="0"/>
                                          </p:val>
                                        </p:tav>
                                        <p:tav tm="100000">
                                          <p:val>
                                            <p:strVal val="#ppt_h"/>
                                          </p:val>
                                        </p:tav>
                                      </p:tavLst>
                                    </p:anim>
                                    <p:animEffect transition="in" filter="fade">
                                      <p:cBhvr>
                                        <p:cTn id="26" dur="500"/>
                                        <p:tgtEl>
                                          <p:spTgt spid="12"/>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anim calcmode="lin" valueType="num">
                                      <p:cBhvr>
                                        <p:cTn id="29" dur="500" fill="hold"/>
                                        <p:tgtEl>
                                          <p:spTgt spid="19"/>
                                        </p:tgtEl>
                                        <p:attrNameLst>
                                          <p:attrName>ppt_w</p:attrName>
                                        </p:attrNameLst>
                                      </p:cBhvr>
                                      <p:tavLst>
                                        <p:tav tm="0">
                                          <p:val>
                                            <p:fltVal val="0"/>
                                          </p:val>
                                        </p:tav>
                                        <p:tav tm="100000">
                                          <p:val>
                                            <p:strVal val="#ppt_w"/>
                                          </p:val>
                                        </p:tav>
                                      </p:tavLst>
                                    </p:anim>
                                    <p:anim calcmode="lin" valueType="num">
                                      <p:cBhvr>
                                        <p:cTn id="30" dur="500" fill="hold"/>
                                        <p:tgtEl>
                                          <p:spTgt spid="19"/>
                                        </p:tgtEl>
                                        <p:attrNameLst>
                                          <p:attrName>ppt_h</p:attrName>
                                        </p:attrNameLst>
                                      </p:cBhvr>
                                      <p:tavLst>
                                        <p:tav tm="0">
                                          <p:val>
                                            <p:fltVal val="0"/>
                                          </p:val>
                                        </p:tav>
                                        <p:tav tm="100000">
                                          <p:val>
                                            <p:strVal val="#ppt_h"/>
                                          </p:val>
                                        </p:tav>
                                      </p:tavLst>
                                    </p:anim>
                                    <p:animEffect transition="in" filter="fade">
                                      <p:cBhvr>
                                        <p:cTn id="31"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9" grpId="0" animBg="1"/>
      <p:bldP spid="20" grpId="0" animBg="1"/>
      <p:bldP spid="1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hlinkClick r:id="rId2"/>
            <a:extLst>
              <a:ext uri="{FF2B5EF4-FFF2-40B4-BE49-F238E27FC236}">
                <a16:creationId xmlns:a16="http://schemas.microsoft.com/office/drawing/2014/main" id="{BDD7CFB5-AEE9-BD3C-E553-A04E27AB6AAB}"/>
              </a:ext>
            </a:extLst>
          </p:cNvPr>
          <p:cNvSpPr/>
          <p:nvPr/>
        </p:nvSpPr>
        <p:spPr>
          <a:xfrm>
            <a:off x="0" y="0"/>
            <a:ext cx="9144000" cy="11940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68893146"/>
      </p:ext>
    </p:extLst>
  </p:cSld>
  <p:clrMapOvr>
    <a:masterClrMapping/>
  </p:clrMapOvr>
</p:sld>
</file>

<file path=ppt/theme/theme1.xml><?xml version="1.0" encoding="utf-8"?>
<a:theme xmlns:a="http://schemas.openxmlformats.org/drawingml/2006/main" name="Slide Layouts">
  <a:themeElements>
    <a:clrScheme name="Twinkl Template">
      <a:dk1>
        <a:srgbClr val="1C1C1C"/>
      </a:dk1>
      <a:lt1>
        <a:sysClr val="window" lastClr="FFFFFF"/>
      </a:lt1>
      <a:dk2>
        <a:srgbClr val="4A4A4A"/>
      </a:dk2>
      <a:lt2>
        <a:srgbClr val="F4F2F2"/>
      </a:lt2>
      <a:accent1>
        <a:srgbClr val="E34192"/>
      </a:accent1>
      <a:accent2>
        <a:srgbClr val="EB8634"/>
      </a:accent2>
      <a:accent3>
        <a:srgbClr val="E6C734"/>
      </a:accent3>
      <a:accent4>
        <a:srgbClr val="79AD42"/>
      </a:accent4>
      <a:accent5>
        <a:srgbClr val="23A7F9"/>
      </a:accent5>
      <a:accent6>
        <a:srgbClr val="954EBE"/>
      </a:accent6>
      <a:hlink>
        <a:srgbClr val="23A7F9"/>
      </a:hlink>
      <a:folHlink>
        <a:srgbClr val="757070"/>
      </a:folHlink>
    </a:clrScheme>
    <a:fontScheme name="Custom 1">
      <a:majorFont>
        <a:latin typeface="Twinkl Bold"/>
        <a:ea typeface=""/>
        <a:cs typeface=""/>
      </a:majorFont>
      <a:minorFont>
        <a:latin typeface="Twink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18A0DB"/>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00CC967E-4BD0-3C44-A864-72A1888F40CE}" vid="{2BADD513-B9D4-EF4F-80C3-AA36AFE7134E}"/>
    </a:ext>
  </a:extLst>
</a:theme>
</file>

<file path=ppt/theme/theme2.xml><?xml version="1.0" encoding="utf-8"?>
<a:theme xmlns:a="http://schemas.openxmlformats.org/drawingml/2006/main" name="Disclaimers/Guidan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00CC967E-4BD0-3C44-A864-72A1888F40CE}" vid="{B6E2F814-394B-5C45-87AF-8821C4E5FC51}"/>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Slide Layouts</Template>
  <TotalTime>51</TotalTime>
  <Words>100</Words>
  <Application>Microsoft Macintosh PowerPoint</Application>
  <PresentationFormat>On-screen Show (4:3)</PresentationFormat>
  <Paragraphs>18</Paragraphs>
  <Slides>9</Slides>
  <Notes>0</Notes>
  <HiddenSlides>1</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9</vt:i4>
      </vt:variant>
    </vt:vector>
  </HeadingPairs>
  <TitlesOfParts>
    <vt:vector size="15" baseType="lpstr">
      <vt:lpstr>Twinkl</vt:lpstr>
      <vt:lpstr>Calibri</vt:lpstr>
      <vt:lpstr>Roboto</vt:lpstr>
      <vt:lpstr>Arial</vt:lpstr>
      <vt:lpstr>Slide Layouts</vt:lpstr>
      <vt:lpstr>Disclaimers/Guidance</vt:lpstr>
      <vt:lpstr>PowerPoint Presentation</vt:lpstr>
      <vt:lpstr>PowerPoint Presentation</vt:lpstr>
      <vt:lpstr>Would You Rather…</vt:lpstr>
      <vt:lpstr>Would You Rather…</vt:lpstr>
      <vt:lpstr>Would You Rather…</vt:lpstr>
      <vt:lpstr>Would You Rather…</vt:lpstr>
      <vt:lpstr>Would You Rather…</vt:lpstr>
      <vt:lpstr>Would You Rather…</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twinkl twinkl</dc:creator>
  <cp:lastModifiedBy>twinkl twinkl</cp:lastModifiedBy>
  <cp:revision>12</cp:revision>
  <dcterms:created xsi:type="dcterms:W3CDTF">2024-07-28T15:01:09Z</dcterms:created>
  <dcterms:modified xsi:type="dcterms:W3CDTF">2024-07-29T08:56:57Z</dcterms:modified>
</cp:coreProperties>
</file>