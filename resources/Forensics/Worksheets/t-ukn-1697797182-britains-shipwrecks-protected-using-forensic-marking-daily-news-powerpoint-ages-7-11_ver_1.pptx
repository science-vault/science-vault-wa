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1"/>
  </p:sldMasterIdLst>
  <p:notesMasterIdLst>
    <p:notesMasterId r:id="rId9"/>
  </p:notesMasterIdLst>
  <p:handoutMasterIdLst>
    <p:handoutMasterId r:id="rId10"/>
  </p:handoutMasterIdLst>
  <p:sldIdLst>
    <p:sldId id="258" r:id="rId2"/>
    <p:sldId id="350" r:id="rId3"/>
    <p:sldId id="340" r:id="rId4"/>
    <p:sldId id="342" r:id="rId5"/>
    <p:sldId id="358" r:id="rId6"/>
    <p:sldId id="335" r:id="rId7"/>
    <p:sldId id="339" r:id="rId8"/>
  </p:sldIdLst>
  <p:sldSz cx="9144000" cy="6858000" type="screen4x3"/>
  <p:notesSz cx="6858000" cy="9144000"/>
  <p:embeddedFontLst>
    <p:embeddedFont>
      <p:font typeface="Calibri" panose="020F0502020204030204" pitchFamily="34" charset="0"/>
      <p:regular r:id="rId11"/>
      <p:bold r:id="rId12"/>
      <p:italic r:id="rId13"/>
      <p:boldItalic r:id="rId14"/>
    </p:embeddedFont>
    <p:embeddedFont>
      <p:font typeface="Roboto" panose="02000000000000000000" pitchFamily="2" charset="0"/>
      <p:regular r:id="rId15"/>
      <p:bold r:id="rId16"/>
      <p:italic r:id="rId17"/>
      <p:boldItalic r:id="rId18"/>
    </p:embeddedFont>
    <p:embeddedFont>
      <p:font typeface="Twinkl" panose="020B0604020202020204" charset="0"/>
      <p:regular r:id="rId19"/>
      <p:bold r:id="rId20"/>
    </p:embeddedFont>
    <p:embeddedFont>
      <p:font typeface="Twinkl ExtraBold" charset="0"/>
      <p:bold r:id="rId21"/>
    </p:embeddedFont>
    <p:embeddedFont>
      <p:font typeface="Twinkl SemiBold" charset="0"/>
      <p:bold r:id="rId22"/>
    </p:embeddedFont>
  </p:embeddedFontLst>
  <p:defaultTextStyle>
    <a:defPPr>
      <a:defRPr lang="en-US"/>
    </a:defPPr>
    <a:lvl1pPr algn="l" rtl="0" eaLnBrk="0" fontAlgn="base" hangingPunct="0">
      <a:spcBef>
        <a:spcPct val="0"/>
      </a:spcBef>
      <a:spcAft>
        <a:spcPct val="0"/>
      </a:spcAft>
      <a:defRPr kern="1200">
        <a:solidFill>
          <a:schemeClr val="tx1"/>
        </a:solidFill>
        <a:latin typeface="Twinkl" pitchFamily="2" charset="0"/>
        <a:ea typeface="+mn-ea"/>
        <a:cs typeface="+mn-cs"/>
      </a:defRPr>
    </a:lvl1pPr>
    <a:lvl2pPr marL="457200" algn="l" rtl="0" eaLnBrk="0" fontAlgn="base" hangingPunct="0">
      <a:spcBef>
        <a:spcPct val="0"/>
      </a:spcBef>
      <a:spcAft>
        <a:spcPct val="0"/>
      </a:spcAft>
      <a:defRPr kern="1200">
        <a:solidFill>
          <a:schemeClr val="tx1"/>
        </a:solidFill>
        <a:latin typeface="Twinkl" pitchFamily="2" charset="0"/>
        <a:ea typeface="+mn-ea"/>
        <a:cs typeface="+mn-cs"/>
      </a:defRPr>
    </a:lvl2pPr>
    <a:lvl3pPr marL="914400" algn="l" rtl="0" eaLnBrk="0" fontAlgn="base" hangingPunct="0">
      <a:spcBef>
        <a:spcPct val="0"/>
      </a:spcBef>
      <a:spcAft>
        <a:spcPct val="0"/>
      </a:spcAft>
      <a:defRPr kern="1200">
        <a:solidFill>
          <a:schemeClr val="tx1"/>
        </a:solidFill>
        <a:latin typeface="Twinkl" pitchFamily="2" charset="0"/>
        <a:ea typeface="+mn-ea"/>
        <a:cs typeface="+mn-cs"/>
      </a:defRPr>
    </a:lvl3pPr>
    <a:lvl4pPr marL="1371600" algn="l" rtl="0" eaLnBrk="0" fontAlgn="base" hangingPunct="0">
      <a:spcBef>
        <a:spcPct val="0"/>
      </a:spcBef>
      <a:spcAft>
        <a:spcPct val="0"/>
      </a:spcAft>
      <a:defRPr kern="1200">
        <a:solidFill>
          <a:schemeClr val="tx1"/>
        </a:solidFill>
        <a:latin typeface="Twinkl" pitchFamily="2" charset="0"/>
        <a:ea typeface="+mn-ea"/>
        <a:cs typeface="+mn-cs"/>
      </a:defRPr>
    </a:lvl4pPr>
    <a:lvl5pPr marL="1828800" algn="l" rtl="0" eaLnBrk="0" fontAlgn="base" hangingPunct="0">
      <a:spcBef>
        <a:spcPct val="0"/>
      </a:spcBef>
      <a:spcAft>
        <a:spcPct val="0"/>
      </a:spcAft>
      <a:defRPr kern="1200">
        <a:solidFill>
          <a:schemeClr val="tx1"/>
        </a:solidFill>
        <a:latin typeface="Twinkl" pitchFamily="2" charset="0"/>
        <a:ea typeface="+mn-ea"/>
        <a:cs typeface="+mn-cs"/>
      </a:defRPr>
    </a:lvl5pPr>
    <a:lvl6pPr marL="2286000" algn="l" defTabSz="914400" rtl="0" eaLnBrk="1" latinLnBrk="0" hangingPunct="1">
      <a:defRPr kern="1200">
        <a:solidFill>
          <a:schemeClr val="tx1"/>
        </a:solidFill>
        <a:latin typeface="Twinkl" pitchFamily="2" charset="0"/>
        <a:ea typeface="+mn-ea"/>
        <a:cs typeface="+mn-cs"/>
      </a:defRPr>
    </a:lvl6pPr>
    <a:lvl7pPr marL="2743200" algn="l" defTabSz="914400" rtl="0" eaLnBrk="1" latinLnBrk="0" hangingPunct="1">
      <a:defRPr kern="1200">
        <a:solidFill>
          <a:schemeClr val="tx1"/>
        </a:solidFill>
        <a:latin typeface="Twinkl" pitchFamily="2" charset="0"/>
        <a:ea typeface="+mn-ea"/>
        <a:cs typeface="+mn-cs"/>
      </a:defRPr>
    </a:lvl7pPr>
    <a:lvl8pPr marL="3200400" algn="l" defTabSz="914400" rtl="0" eaLnBrk="1" latinLnBrk="0" hangingPunct="1">
      <a:defRPr kern="1200">
        <a:solidFill>
          <a:schemeClr val="tx1"/>
        </a:solidFill>
        <a:latin typeface="Twinkl" pitchFamily="2" charset="0"/>
        <a:ea typeface="+mn-ea"/>
        <a:cs typeface="+mn-cs"/>
      </a:defRPr>
    </a:lvl8pPr>
    <a:lvl9pPr marL="3657600" algn="l" defTabSz="914400" rtl="0" eaLnBrk="1" latinLnBrk="0" hangingPunct="1">
      <a:defRPr kern="1200">
        <a:solidFill>
          <a:schemeClr val="tx1"/>
        </a:solidFill>
        <a:latin typeface="Twinkl" pitchFamily="2" charset="0"/>
        <a:ea typeface="+mn-ea"/>
        <a:cs typeface="+mn-cs"/>
      </a:defRPr>
    </a:lvl9pPr>
  </p:defaultTextStyle>
  <p:extLst>
    <p:ext uri="{EFAFB233-063F-42B5-8137-9DF3F51BA10A}">
      <p15:sldGuideLst xmlns:p15="http://schemas.microsoft.com/office/powerpoint/2012/main">
        <p15:guide id="1" pos="2880">
          <p15:clr>
            <a:srgbClr val="A4A3A4"/>
          </p15:clr>
        </p15:guide>
        <p15:guide id="2" pos="5420">
          <p15:clr>
            <a:srgbClr val="A4A3A4"/>
          </p15:clr>
        </p15:guide>
        <p15:guide id="3" orient="horz" pos="595">
          <p15:clr>
            <a:srgbClr val="A4A3A4"/>
          </p15:clr>
        </p15:guide>
        <p15:guide id="4" orient="horz" pos="640">
          <p15:clr>
            <a:srgbClr val="A4A3A4"/>
          </p15:clr>
        </p15:guide>
        <p15:guide id="5" pos="5284">
          <p15:clr>
            <a:srgbClr val="A4A3A4"/>
          </p15:clr>
        </p15:guide>
        <p15:guide id="6" pos="136">
          <p15:clr>
            <a:srgbClr val="A4A3A4"/>
          </p15:clr>
        </p15:guide>
        <p15:guide id="7" orient="horz" pos="2137">
          <p15:clr>
            <a:srgbClr val="A4A3A4"/>
          </p15:clr>
        </p15:guide>
        <p15:guide id="8" orient="horz" pos="4133">
          <p15:clr>
            <a:srgbClr val="A4A3A4"/>
          </p15:clr>
        </p15:guide>
        <p15:guide id="9" orient="horz" pos="96">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en Gething-Smith" initials="BG" lastIdx="1" clrIdx="0">
    <p:extLst>
      <p:ext uri="{19B8F6BF-5375-455C-9EA6-DF929625EA0E}">
        <p15:presenceInfo xmlns:p15="http://schemas.microsoft.com/office/powerpoint/2012/main" userId="Ben Gething-Smith" providerId="None"/>
      </p:ext>
    </p:extLst>
  </p:cmAuthor>
  <p:cmAuthor id="2" name="Ben Gething-Smith" initials="BG [2]" lastIdx="1" clrIdx="1">
    <p:extLst>
      <p:ext uri="{19B8F6BF-5375-455C-9EA6-DF929625EA0E}">
        <p15:presenceInfo xmlns:p15="http://schemas.microsoft.com/office/powerpoint/2012/main" userId="34d1119cef3aef9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44CBD"/>
    <a:srgbClr val="0F8BD1"/>
    <a:srgbClr val="D3EDFE"/>
    <a:srgbClr val="153249"/>
    <a:srgbClr val="FFFFFF"/>
    <a:srgbClr val="00649C"/>
    <a:srgbClr val="CCE1FD"/>
    <a:srgbClr val="E8F1FE"/>
    <a:srgbClr val="0887CC"/>
    <a:srgbClr val="C9E1B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9" d="100"/>
          <a:sy n="69" d="100"/>
        </p:scale>
        <p:origin x="1440" y="48"/>
      </p:cViewPr>
      <p:guideLst>
        <p:guide pos="2880"/>
        <p:guide pos="5420"/>
        <p:guide orient="horz" pos="595"/>
        <p:guide orient="horz" pos="640"/>
        <p:guide pos="5284"/>
        <p:guide pos="136"/>
        <p:guide orient="horz" pos="2137"/>
        <p:guide orient="horz" pos="4133"/>
        <p:guide orient="horz" pos="96"/>
      </p:guideLst>
    </p:cSldViewPr>
  </p:slideViewPr>
  <p:notesTextViewPr>
    <p:cViewPr>
      <p:scale>
        <a:sx n="3" d="2"/>
        <a:sy n="3" d="2"/>
      </p:scale>
      <p:origin x="0" y="0"/>
    </p:cViewPr>
  </p:notesTextViewPr>
  <p:notesViewPr>
    <p:cSldViewPr snapToGrid="0">
      <p:cViewPr varScale="1">
        <p:scale>
          <a:sx n="77" d="100"/>
          <a:sy n="77" d="100"/>
        </p:scale>
        <p:origin x="2646"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11.fntdata"/><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5.fntdata"/><Relationship Id="rId23" Type="http://schemas.openxmlformats.org/officeDocument/2006/relationships/commentAuthors" Target="commentAuthors.xml"/><Relationship Id="rId10" Type="http://schemas.openxmlformats.org/officeDocument/2006/relationships/handoutMaster" Target="handoutMasters/handoutMaster1.xml"/><Relationship Id="rId19"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4.fntdata"/><Relationship Id="rId22" Type="http://schemas.openxmlformats.org/officeDocument/2006/relationships/font" Target="fonts/font12.fntdata"/><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GB"/>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B7698ECA-1F4A-4D68-97B8-04CC951719D5}" type="datetimeFigureOut">
              <a:rPr lang="en-GB"/>
              <a:pPr>
                <a:defRPr/>
              </a:pPr>
              <a:t>20/10/2023</a:t>
            </a:fld>
            <a:endParaRPr lang="en-GB"/>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CDE2D125-C55C-4784-9EF8-361A74DA7550}" type="slidenum">
              <a:rPr lang="en-GB"/>
              <a:pPr>
                <a:defRPr/>
              </a:pPr>
              <a:t>‹#›</a:t>
            </a:fld>
            <a:endParaRPr lang="en-GB"/>
          </a:p>
        </p:txBody>
      </p:sp>
    </p:spTree>
    <p:extLst>
      <p:ext uri="{BB962C8B-B14F-4D97-AF65-F5344CB8AC3E}">
        <p14:creationId xmlns:p14="http://schemas.microsoft.com/office/powerpoint/2010/main" val="293409447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459C99D2-0418-4023-AEFD-E1C5CBE258CB}" type="datetimeFigureOut">
              <a:rPr lang="en-GB"/>
              <a:pPr>
                <a:defRPr/>
              </a:pPr>
              <a:t>20/10/2023</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en-GB"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0FDB0125-271B-4EE3-8FB1-8B73A49429F8}" type="slidenum">
              <a:rPr lang="en-GB"/>
              <a:pPr>
                <a:defRPr/>
              </a:pPr>
              <a:t>‹#›</a:t>
            </a:fld>
            <a:endParaRPr lang="en-GB"/>
          </a:p>
        </p:txBody>
      </p:sp>
    </p:spTree>
    <p:extLst>
      <p:ext uri="{BB962C8B-B14F-4D97-AF65-F5344CB8AC3E}">
        <p14:creationId xmlns:p14="http://schemas.microsoft.com/office/powerpoint/2010/main" val="16272470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a:t>Teacher Note - Please do not let the next video automatically play at the end of the clip. Please check the content in this link, including any comments, is suitable for your educational environment before showing. Twinkl accepts no responsibility for the content of third party websites. </a:t>
            </a:r>
          </a:p>
        </p:txBody>
      </p:sp>
      <p:sp>
        <p:nvSpPr>
          <p:cNvPr id="4" name="Slide Number Placeholder 3"/>
          <p:cNvSpPr>
            <a:spLocks noGrp="1"/>
          </p:cNvSpPr>
          <p:nvPr>
            <p:ph type="sldNum" sz="quarter" idx="5"/>
          </p:nvPr>
        </p:nvSpPr>
        <p:spPr/>
        <p:txBody>
          <a:bodyPr/>
          <a:lstStyle/>
          <a:p>
            <a:pPr>
              <a:defRPr/>
            </a:pPr>
            <a:fld id="{194CC134-85DB-4939-A1CC-1ABEAE0B110D}" type="slidenum">
              <a:rPr lang="en-GB" smtClean="0"/>
              <a:pPr>
                <a:defRPr/>
              </a:pPr>
              <a:t>3</a:t>
            </a:fld>
            <a:endParaRPr lang="en-GB"/>
          </a:p>
        </p:txBody>
      </p:sp>
    </p:spTree>
    <p:extLst>
      <p:ext uri="{BB962C8B-B14F-4D97-AF65-F5344CB8AC3E}">
        <p14:creationId xmlns:p14="http://schemas.microsoft.com/office/powerpoint/2010/main" val="368499886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70882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with Box">
    <p:spTree>
      <p:nvGrpSpPr>
        <p:cNvPr id="1" name=""/>
        <p:cNvGrpSpPr/>
        <p:nvPr/>
      </p:nvGrpSpPr>
      <p:grpSpPr>
        <a:xfrm>
          <a:off x="0" y="0"/>
          <a:ext cx="0" cy="0"/>
          <a:chOff x="0" y="0"/>
          <a:chExt cx="0" cy="0"/>
        </a:xfrm>
      </p:grpSpPr>
      <p:sp>
        <p:nvSpPr>
          <p:cNvPr id="2" name="Rounded Rectangle 1"/>
          <p:cNvSpPr/>
          <p:nvPr userDrawn="1"/>
        </p:nvSpPr>
        <p:spPr bwMode="auto">
          <a:xfrm>
            <a:off x="448581" y="438150"/>
            <a:ext cx="4011276" cy="5957888"/>
          </a:xfrm>
          <a:prstGeom prst="roundRect">
            <a:avLst>
              <a:gd name="adj" fmla="val 2649"/>
            </a:avLst>
          </a:prstGeom>
          <a:solidFill>
            <a:schemeClr val="bg1">
              <a:alpha val="90000"/>
            </a:schemeClr>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GB" sz="1350" dirty="0"/>
              <a:t> </a:t>
            </a:r>
          </a:p>
        </p:txBody>
      </p:sp>
      <p:sp>
        <p:nvSpPr>
          <p:cNvPr id="6" name="Rounded Rectangle 1">
            <a:extLst>
              <a:ext uri="{FF2B5EF4-FFF2-40B4-BE49-F238E27FC236}">
                <a16:creationId xmlns:a16="http://schemas.microsoft.com/office/drawing/2014/main" id="{BF17414C-A852-789C-7779-71CBD432728B}"/>
              </a:ext>
            </a:extLst>
          </p:cNvPr>
          <p:cNvSpPr/>
          <p:nvPr userDrawn="1"/>
        </p:nvSpPr>
        <p:spPr bwMode="auto">
          <a:xfrm>
            <a:off x="4684145" y="438150"/>
            <a:ext cx="4011276" cy="5957888"/>
          </a:xfrm>
          <a:prstGeom prst="roundRect">
            <a:avLst>
              <a:gd name="adj" fmla="val 2649"/>
            </a:avLst>
          </a:prstGeom>
          <a:solidFill>
            <a:schemeClr val="bg1">
              <a:alpha val="90000"/>
            </a:schemeClr>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GB" sz="1350" dirty="0"/>
              <a:t> </a:t>
            </a:r>
          </a:p>
        </p:txBody>
      </p:sp>
    </p:spTree>
    <p:extLst>
      <p:ext uri="{BB962C8B-B14F-4D97-AF65-F5344CB8AC3E}">
        <p14:creationId xmlns:p14="http://schemas.microsoft.com/office/powerpoint/2010/main" val="8617020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Rounded Rectangle 2"/>
          <p:cNvSpPr/>
          <p:nvPr userDrawn="1"/>
        </p:nvSpPr>
        <p:spPr bwMode="auto">
          <a:xfrm>
            <a:off x="457200" y="438150"/>
            <a:ext cx="8220075" cy="5957888"/>
          </a:xfrm>
          <a:prstGeom prst="roundRect">
            <a:avLst>
              <a:gd name="adj" fmla="val 2649"/>
            </a:avLst>
          </a:prstGeom>
          <a:solidFill>
            <a:schemeClr val="bg1">
              <a:alpha val="90000"/>
            </a:schemeClr>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GB" sz="1350" dirty="0"/>
              <a:t> </a:t>
            </a:r>
          </a:p>
        </p:txBody>
      </p:sp>
      <p:sp>
        <p:nvSpPr>
          <p:cNvPr id="8" name="Title 5"/>
          <p:cNvSpPr>
            <a:spLocks noGrp="1"/>
          </p:cNvSpPr>
          <p:nvPr>
            <p:ph type="title"/>
          </p:nvPr>
        </p:nvSpPr>
        <p:spPr>
          <a:xfrm>
            <a:off x="457198" y="478895"/>
            <a:ext cx="8220075" cy="994306"/>
          </a:xfrm>
        </p:spPr>
        <p:txBody>
          <a:bodyPr>
            <a:noAutofit/>
          </a:bodyPr>
          <a:lstStyle>
            <a:lvl1pPr>
              <a:defRPr>
                <a:latin typeface="Twinkl SemiBold" pitchFamily="2" charset="0"/>
              </a:defRPr>
            </a:lvl1pPr>
          </a:lstStyle>
          <a:p>
            <a:r>
              <a:rPr lang="en-US"/>
              <a:t>Click to edit Master title style</a:t>
            </a:r>
            <a:endParaRPr lang="en-GB" dirty="0"/>
          </a:p>
        </p:txBody>
      </p:sp>
    </p:spTree>
    <p:extLst>
      <p:ext uri="{BB962C8B-B14F-4D97-AF65-F5344CB8AC3E}">
        <p14:creationId xmlns:p14="http://schemas.microsoft.com/office/powerpoint/2010/main" val="6317005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E2A4FAB3-2D3E-A37D-711C-044D76E32612}"/>
              </a:ext>
            </a:extLst>
          </p:cNvPr>
          <p:cNvSpPr/>
          <p:nvPr userDrawn="1"/>
        </p:nvSpPr>
        <p:spPr bwMode="auto">
          <a:xfrm rot="5400000">
            <a:off x="3121864" y="-2261017"/>
            <a:ext cx="2900272" cy="8229600"/>
          </a:xfrm>
          <a:prstGeom prst="roundRect">
            <a:avLst>
              <a:gd name="adj" fmla="val 2649"/>
            </a:avLst>
          </a:prstGeom>
          <a:solidFill>
            <a:schemeClr val="bg1">
              <a:alpha val="90000"/>
            </a:schemeClr>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GB" sz="1350" dirty="0"/>
              <a:t> </a:t>
            </a:r>
          </a:p>
        </p:txBody>
      </p:sp>
      <p:sp>
        <p:nvSpPr>
          <p:cNvPr id="6" name="Rounded Rectangle 1">
            <a:extLst>
              <a:ext uri="{FF2B5EF4-FFF2-40B4-BE49-F238E27FC236}">
                <a16:creationId xmlns:a16="http://schemas.microsoft.com/office/drawing/2014/main" id="{2CA89610-DCD8-3199-523F-2E6B406BA4B8}"/>
              </a:ext>
            </a:extLst>
          </p:cNvPr>
          <p:cNvSpPr/>
          <p:nvPr userDrawn="1"/>
        </p:nvSpPr>
        <p:spPr bwMode="auto">
          <a:xfrm rot="5400000">
            <a:off x="3096681" y="882388"/>
            <a:ext cx="2931587" cy="8229600"/>
          </a:xfrm>
          <a:prstGeom prst="roundRect">
            <a:avLst>
              <a:gd name="adj" fmla="val 2649"/>
            </a:avLst>
          </a:prstGeom>
          <a:solidFill>
            <a:schemeClr val="bg1">
              <a:alpha val="90000"/>
            </a:schemeClr>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GB" sz="1350" baseline="-25000" dirty="0"/>
              <a:t> </a:t>
            </a:r>
          </a:p>
        </p:txBody>
      </p:sp>
    </p:spTree>
    <p:extLst>
      <p:ext uri="{BB962C8B-B14F-4D97-AF65-F5344CB8AC3E}">
        <p14:creationId xmlns:p14="http://schemas.microsoft.com/office/powerpoint/2010/main" val="23461008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ims Slide">
    <p:spTree>
      <p:nvGrpSpPr>
        <p:cNvPr id="1" name=""/>
        <p:cNvGrpSpPr/>
        <p:nvPr/>
      </p:nvGrpSpPr>
      <p:grpSpPr>
        <a:xfrm>
          <a:off x="0" y="0"/>
          <a:ext cx="0" cy="0"/>
          <a:chOff x="0" y="0"/>
          <a:chExt cx="0" cy="0"/>
        </a:xfrm>
      </p:grpSpPr>
      <p:sp>
        <p:nvSpPr>
          <p:cNvPr id="3" name="Rounded Rectangle 2"/>
          <p:cNvSpPr/>
          <p:nvPr userDrawn="1"/>
        </p:nvSpPr>
        <p:spPr bwMode="auto">
          <a:xfrm>
            <a:off x="503238" y="2930525"/>
            <a:ext cx="8137525" cy="3414713"/>
          </a:xfrm>
          <a:prstGeom prst="roundRect">
            <a:avLst>
              <a:gd name="adj" fmla="val 6409"/>
            </a:avLst>
          </a:prstGeom>
          <a:solidFill>
            <a:srgbClr val="FFF9E7"/>
          </a:solidFill>
          <a:ln w="25400" cap="rnd">
            <a:solidFill>
              <a:srgbClr val="FEFBDA"/>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GB" sz="1350" dirty="0"/>
              <a:t> </a:t>
            </a:r>
          </a:p>
        </p:txBody>
      </p:sp>
      <p:sp>
        <p:nvSpPr>
          <p:cNvPr id="4" name="Rounded Rectangle 3"/>
          <p:cNvSpPr/>
          <p:nvPr userDrawn="1"/>
        </p:nvSpPr>
        <p:spPr bwMode="auto">
          <a:xfrm>
            <a:off x="503238" y="512763"/>
            <a:ext cx="8137525" cy="2192337"/>
          </a:xfrm>
          <a:prstGeom prst="roundRect">
            <a:avLst>
              <a:gd name="adj" fmla="val 6409"/>
            </a:avLst>
          </a:prstGeom>
          <a:solidFill>
            <a:srgbClr val="FFF9E7"/>
          </a:solidFill>
          <a:ln w="25400" cap="rnd">
            <a:solidFill>
              <a:srgbClr val="FEFBDA"/>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GB" sz="1350" dirty="0"/>
              <a:t> </a:t>
            </a:r>
          </a:p>
        </p:txBody>
      </p:sp>
      <p:sp>
        <p:nvSpPr>
          <p:cNvPr id="5" name="Title 1"/>
          <p:cNvSpPr txBox="1">
            <a:spLocks/>
          </p:cNvSpPr>
          <p:nvPr userDrawn="1"/>
        </p:nvSpPr>
        <p:spPr>
          <a:xfrm>
            <a:off x="628650" y="3071813"/>
            <a:ext cx="7886700" cy="539750"/>
          </a:xfrm>
          <a:prstGeom prst="rect">
            <a:avLst/>
          </a:prstGeom>
        </p:spPr>
        <p:txBody>
          <a:bodyPr lIns="0" tIns="0" rIns="0" bIns="0" anchor="ctr" anchorCtr="1"/>
          <a:lstStyle>
            <a:lvl1pPr algn="l" defTabSz="914400" rtl="0" eaLnBrk="1" latinLnBrk="0" hangingPunct="1">
              <a:lnSpc>
                <a:spcPct val="90000"/>
              </a:lnSpc>
              <a:spcBef>
                <a:spcPct val="0"/>
              </a:spcBef>
              <a:buNone/>
              <a:defRPr sz="4000" b="1" kern="1200">
                <a:solidFill>
                  <a:schemeClr val="tx1"/>
                </a:solidFill>
                <a:latin typeface="Sassoon Infant Md" panose="02000603050000020003" pitchFamily="50" charset="0"/>
                <a:ea typeface="+mj-ea"/>
                <a:cs typeface="+mj-cs"/>
              </a:defRPr>
            </a:lvl1pPr>
          </a:lstStyle>
          <a:p>
            <a:pPr fontAlgn="auto">
              <a:spcAft>
                <a:spcPts val="0"/>
              </a:spcAft>
              <a:defRPr/>
            </a:pPr>
            <a:r>
              <a:rPr lang="en-US" sz="3600" dirty="0">
                <a:latin typeface="Twinkl" pitchFamily="50" charset="0"/>
              </a:rPr>
              <a:t>Success Criteria</a:t>
            </a:r>
          </a:p>
        </p:txBody>
      </p:sp>
      <p:sp>
        <p:nvSpPr>
          <p:cNvPr id="6" name="Title 1"/>
          <p:cNvSpPr txBox="1">
            <a:spLocks/>
          </p:cNvSpPr>
          <p:nvPr userDrawn="1"/>
        </p:nvSpPr>
        <p:spPr>
          <a:xfrm>
            <a:off x="628650" y="735013"/>
            <a:ext cx="7886700" cy="539750"/>
          </a:xfrm>
          <a:prstGeom prst="rect">
            <a:avLst/>
          </a:prstGeom>
        </p:spPr>
        <p:txBody>
          <a:bodyPr lIns="0" tIns="0" rIns="0" bIns="0" anchor="ctr" anchorCtr="1"/>
          <a:lstStyle>
            <a:lvl1pPr algn="l" defTabSz="914400" rtl="0" eaLnBrk="1" latinLnBrk="0" hangingPunct="1">
              <a:lnSpc>
                <a:spcPct val="90000"/>
              </a:lnSpc>
              <a:spcBef>
                <a:spcPct val="0"/>
              </a:spcBef>
              <a:buNone/>
              <a:defRPr sz="4000" b="1" kern="1200">
                <a:solidFill>
                  <a:schemeClr val="tx1"/>
                </a:solidFill>
                <a:latin typeface="Sassoon Infant Md" panose="02000603050000020003" pitchFamily="50" charset="0"/>
                <a:ea typeface="+mj-ea"/>
                <a:cs typeface="+mj-cs"/>
              </a:defRPr>
            </a:lvl1pPr>
          </a:lstStyle>
          <a:p>
            <a:pPr fontAlgn="auto">
              <a:spcAft>
                <a:spcPts val="0"/>
              </a:spcAft>
              <a:defRPr/>
            </a:pPr>
            <a:r>
              <a:rPr lang="en-US" sz="3600" dirty="0">
                <a:latin typeface="Twinkl" pitchFamily="50" charset="0"/>
              </a:rPr>
              <a:t>Aim</a:t>
            </a:r>
          </a:p>
        </p:txBody>
      </p:sp>
      <p:sp>
        <p:nvSpPr>
          <p:cNvPr id="7" name="Content Placeholder 15"/>
          <p:cNvSpPr txBox="1">
            <a:spLocks/>
          </p:cNvSpPr>
          <p:nvPr userDrawn="1"/>
        </p:nvSpPr>
        <p:spPr>
          <a:xfrm>
            <a:off x="628650" y="3467100"/>
            <a:ext cx="7886700" cy="1409700"/>
          </a:xfrm>
          <a:prstGeom prst="rect">
            <a:avLst/>
          </a:prstGeom>
          <a:noFill/>
          <a:ln w="25400">
            <a:noFill/>
          </a:ln>
        </p:spPr>
        <p:txBody>
          <a:bodyPr lIns="180000" tIns="252000" rIns="252000" bIns="18000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rgbClr val="1C1C1C"/>
                </a:solidFill>
                <a:latin typeface="Sassoon Infant Rg" panose="02000503030000020003" pitchFamily="50" charset="0"/>
                <a:ea typeface="Sassoon Infant Rg" panose="02000503030000020003" pitchFamily="50"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rgbClr val="1C1C1C"/>
                </a:solidFill>
                <a:latin typeface="Sassoon Infant Rg" panose="02000503030000020003" pitchFamily="50" charset="0"/>
                <a:ea typeface="Sassoon Infant Rg" panose="02000503030000020003" pitchFamily="50"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rgbClr val="1C1C1C"/>
                </a:solidFill>
                <a:latin typeface="Sassoon Infant Rg" panose="02000503030000020003" pitchFamily="50" charset="0"/>
                <a:ea typeface="Sassoon Infant Rg" panose="02000503030000020003" pitchFamily="50"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rgbClr val="1C1C1C"/>
                </a:solidFill>
                <a:latin typeface="Sassoon Infant Rg" panose="02000503030000020003" pitchFamily="50" charset="0"/>
                <a:ea typeface="Sassoon Infant Rg" panose="02000503030000020003" pitchFamily="50"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rgbClr val="1C1C1C"/>
                </a:solidFill>
                <a:latin typeface="Sassoon Infant Rg" panose="02000503030000020003" pitchFamily="50" charset="0"/>
                <a:ea typeface="Sassoon Infant Rg" panose="02000503030000020003" pitchFamily="50"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defRPr/>
            </a:pPr>
            <a:r>
              <a:rPr lang="en-GB" dirty="0">
                <a:latin typeface="Twinkl" pitchFamily="50" charset="0"/>
              </a:rPr>
              <a:t>Statement 1 Lorem ipsum </a:t>
            </a:r>
            <a:r>
              <a:rPr lang="en-GB" dirty="0" err="1">
                <a:latin typeface="Twinkl" pitchFamily="50" charset="0"/>
              </a:rPr>
              <a:t>dolor</a:t>
            </a:r>
            <a:r>
              <a:rPr lang="en-GB" dirty="0">
                <a:latin typeface="Twinkl" pitchFamily="50" charset="0"/>
              </a:rPr>
              <a:t> sit </a:t>
            </a:r>
            <a:r>
              <a:rPr lang="en-GB" dirty="0" err="1">
                <a:latin typeface="Twinkl" pitchFamily="50" charset="0"/>
              </a:rPr>
              <a:t>amet</a:t>
            </a:r>
            <a:r>
              <a:rPr lang="en-GB" dirty="0">
                <a:latin typeface="Twinkl" pitchFamily="50" charset="0"/>
              </a:rPr>
              <a:t>, consectetur </a:t>
            </a:r>
            <a:r>
              <a:rPr lang="en-GB" dirty="0" err="1">
                <a:latin typeface="Twinkl" pitchFamily="50" charset="0"/>
              </a:rPr>
              <a:t>adipiscing</a:t>
            </a:r>
            <a:r>
              <a:rPr lang="en-GB" dirty="0">
                <a:latin typeface="Twinkl" pitchFamily="50" charset="0"/>
              </a:rPr>
              <a:t> </a:t>
            </a:r>
            <a:r>
              <a:rPr lang="en-GB" dirty="0" err="1">
                <a:latin typeface="Twinkl" pitchFamily="50" charset="0"/>
              </a:rPr>
              <a:t>elit</a:t>
            </a:r>
            <a:r>
              <a:rPr lang="en-GB" dirty="0">
                <a:latin typeface="Twinkl" pitchFamily="50" charset="0"/>
              </a:rPr>
              <a:t>.</a:t>
            </a:r>
          </a:p>
          <a:p>
            <a:pPr fontAlgn="auto">
              <a:spcAft>
                <a:spcPts val="0"/>
              </a:spcAft>
              <a:defRPr/>
            </a:pPr>
            <a:r>
              <a:rPr lang="en-GB" dirty="0">
                <a:latin typeface="Twinkl" pitchFamily="50" charset="0"/>
              </a:rPr>
              <a:t>Statement 2</a:t>
            </a:r>
          </a:p>
          <a:p>
            <a:pPr lvl="1" fontAlgn="auto">
              <a:spcAft>
                <a:spcPts val="0"/>
              </a:spcAft>
              <a:defRPr/>
            </a:pPr>
            <a:r>
              <a:rPr lang="en-GB" dirty="0">
                <a:latin typeface="Twinkl" pitchFamily="50" charset="0"/>
              </a:rPr>
              <a:t>Sub statement</a:t>
            </a:r>
          </a:p>
        </p:txBody>
      </p:sp>
      <p:sp>
        <p:nvSpPr>
          <p:cNvPr id="11" name="Content Placeholder 15"/>
          <p:cNvSpPr>
            <a:spLocks noGrp="1"/>
          </p:cNvSpPr>
          <p:nvPr>
            <p:ph idx="1"/>
          </p:nvPr>
        </p:nvSpPr>
        <p:spPr>
          <a:xfrm>
            <a:off x="628650" y="1127760"/>
            <a:ext cx="7886700" cy="1409700"/>
          </a:xfrm>
        </p:spPr>
        <p:txBody>
          <a:bodyPr>
            <a:normAutofit fontScale="92500" lnSpcReduction="10000"/>
          </a:bodyPr>
          <a:lstStyle>
            <a:lvl1pPr>
              <a:defRPr>
                <a:latin typeface="Twinkl" pitchFamily="50" charset="0"/>
              </a:defRPr>
            </a:lvl1pPr>
            <a:lvl2pPr>
              <a:defRPr/>
            </a:lvl2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2636611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End Slide">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05070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8">
            <a:lum/>
          </a:blip>
          <a:srcRect/>
          <a:stretch>
            <a:fillRect/>
          </a:stretch>
        </a:blip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90538" y="695325"/>
            <a:ext cx="8162925" cy="1150938"/>
          </a:xfrm>
          <a:prstGeom prst="roundRect">
            <a:avLst>
              <a:gd name="adj" fmla="val 9639"/>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round/>
                <a:headEnd/>
                <a:tailEnd/>
              </a14:hiddenLine>
            </a:ext>
          </a:extLst>
        </p:spPr>
        <p:txBody>
          <a:bodyPr vert="horz" wrap="square" lIns="252000" tIns="252000" rIns="252000" bIns="252000" numCol="1" anchor="ctr" anchorCtr="1"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490538" y="1957388"/>
            <a:ext cx="8162925" cy="4387850"/>
          </a:xfrm>
          <a:prstGeom prst="roundRect">
            <a:avLst>
              <a:gd name="adj" fmla="val 2583"/>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round/>
                <a:headEnd/>
                <a:tailEnd/>
              </a14:hiddenLine>
            </a:ext>
          </a:extLst>
        </p:spPr>
        <p:txBody>
          <a:bodyPr vert="horz" wrap="square" lIns="252000" tIns="252000" rIns="252000" bIns="25200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Tree>
  </p:cSld>
  <p:clrMap bg1="lt1" tx1="dk1" bg2="lt2" tx2="dk2" accent1="accent1" accent2="accent2" accent3="accent3" accent4="accent4" accent5="accent5" accent6="accent6" hlink="hlink" folHlink="folHlink"/>
  <p:sldLayoutIdLst>
    <p:sldLayoutId id="2147483809" r:id="rId1"/>
    <p:sldLayoutId id="2147483810" r:id="rId2"/>
    <p:sldLayoutId id="2147483811" r:id="rId3"/>
    <p:sldLayoutId id="2147483812" r:id="rId4"/>
    <p:sldLayoutId id="2147483813" r:id="rId5"/>
    <p:sldLayoutId id="2147483814" r:id="rId6"/>
  </p:sldLayoutIdLst>
  <p:txStyles>
    <p:titleStyle>
      <a:lvl1pPr algn="l" rtl="0" eaLnBrk="1" fontAlgn="base" hangingPunct="1">
        <a:lnSpc>
          <a:spcPct val="90000"/>
        </a:lnSpc>
        <a:spcBef>
          <a:spcPct val="0"/>
        </a:spcBef>
        <a:spcAft>
          <a:spcPct val="0"/>
        </a:spcAft>
        <a:defRPr sz="4000" b="1" kern="1200">
          <a:solidFill>
            <a:srgbClr val="1C1C1C"/>
          </a:solidFill>
          <a:latin typeface="Twinkl" pitchFamily="50" charset="0"/>
          <a:ea typeface="+mj-ea"/>
          <a:cs typeface="+mj-cs"/>
        </a:defRPr>
      </a:lvl1pPr>
      <a:lvl2pPr algn="l" rtl="0" eaLnBrk="1" fontAlgn="base" hangingPunct="1">
        <a:lnSpc>
          <a:spcPct val="90000"/>
        </a:lnSpc>
        <a:spcBef>
          <a:spcPct val="0"/>
        </a:spcBef>
        <a:spcAft>
          <a:spcPct val="0"/>
        </a:spcAft>
        <a:defRPr sz="4000" b="1">
          <a:solidFill>
            <a:srgbClr val="1C1C1C"/>
          </a:solidFill>
          <a:latin typeface="Twinkl" pitchFamily="2" charset="0"/>
        </a:defRPr>
      </a:lvl2pPr>
      <a:lvl3pPr algn="l" rtl="0" eaLnBrk="1" fontAlgn="base" hangingPunct="1">
        <a:lnSpc>
          <a:spcPct val="90000"/>
        </a:lnSpc>
        <a:spcBef>
          <a:spcPct val="0"/>
        </a:spcBef>
        <a:spcAft>
          <a:spcPct val="0"/>
        </a:spcAft>
        <a:defRPr sz="4000" b="1">
          <a:solidFill>
            <a:srgbClr val="1C1C1C"/>
          </a:solidFill>
          <a:latin typeface="Twinkl" pitchFamily="2" charset="0"/>
        </a:defRPr>
      </a:lvl3pPr>
      <a:lvl4pPr algn="l" rtl="0" eaLnBrk="1" fontAlgn="base" hangingPunct="1">
        <a:lnSpc>
          <a:spcPct val="90000"/>
        </a:lnSpc>
        <a:spcBef>
          <a:spcPct val="0"/>
        </a:spcBef>
        <a:spcAft>
          <a:spcPct val="0"/>
        </a:spcAft>
        <a:defRPr sz="4000" b="1">
          <a:solidFill>
            <a:srgbClr val="1C1C1C"/>
          </a:solidFill>
          <a:latin typeface="Twinkl" pitchFamily="2" charset="0"/>
        </a:defRPr>
      </a:lvl4pPr>
      <a:lvl5pPr algn="l" rtl="0" eaLnBrk="1" fontAlgn="base" hangingPunct="1">
        <a:lnSpc>
          <a:spcPct val="90000"/>
        </a:lnSpc>
        <a:spcBef>
          <a:spcPct val="0"/>
        </a:spcBef>
        <a:spcAft>
          <a:spcPct val="0"/>
        </a:spcAft>
        <a:defRPr sz="4000" b="1">
          <a:solidFill>
            <a:srgbClr val="1C1C1C"/>
          </a:solidFill>
          <a:latin typeface="Twinkl" pitchFamily="2" charset="0"/>
        </a:defRPr>
      </a:lvl5pPr>
      <a:lvl6pPr marL="457200" algn="l" rtl="0" eaLnBrk="1" fontAlgn="base" hangingPunct="1">
        <a:lnSpc>
          <a:spcPct val="90000"/>
        </a:lnSpc>
        <a:spcBef>
          <a:spcPct val="0"/>
        </a:spcBef>
        <a:spcAft>
          <a:spcPct val="0"/>
        </a:spcAft>
        <a:defRPr sz="4000" b="1">
          <a:solidFill>
            <a:srgbClr val="1C1C1C"/>
          </a:solidFill>
          <a:latin typeface="Twinkl" pitchFamily="2" charset="0"/>
        </a:defRPr>
      </a:lvl6pPr>
      <a:lvl7pPr marL="914400" algn="l" rtl="0" eaLnBrk="1" fontAlgn="base" hangingPunct="1">
        <a:lnSpc>
          <a:spcPct val="90000"/>
        </a:lnSpc>
        <a:spcBef>
          <a:spcPct val="0"/>
        </a:spcBef>
        <a:spcAft>
          <a:spcPct val="0"/>
        </a:spcAft>
        <a:defRPr sz="4000" b="1">
          <a:solidFill>
            <a:srgbClr val="1C1C1C"/>
          </a:solidFill>
          <a:latin typeface="Twinkl" pitchFamily="2" charset="0"/>
        </a:defRPr>
      </a:lvl7pPr>
      <a:lvl8pPr marL="1371600" algn="l" rtl="0" eaLnBrk="1" fontAlgn="base" hangingPunct="1">
        <a:lnSpc>
          <a:spcPct val="90000"/>
        </a:lnSpc>
        <a:spcBef>
          <a:spcPct val="0"/>
        </a:spcBef>
        <a:spcAft>
          <a:spcPct val="0"/>
        </a:spcAft>
        <a:defRPr sz="4000" b="1">
          <a:solidFill>
            <a:srgbClr val="1C1C1C"/>
          </a:solidFill>
          <a:latin typeface="Twinkl" pitchFamily="2" charset="0"/>
        </a:defRPr>
      </a:lvl8pPr>
      <a:lvl9pPr marL="1828800" algn="l" rtl="0" eaLnBrk="1" fontAlgn="base" hangingPunct="1">
        <a:lnSpc>
          <a:spcPct val="90000"/>
        </a:lnSpc>
        <a:spcBef>
          <a:spcPct val="0"/>
        </a:spcBef>
        <a:spcAft>
          <a:spcPct val="0"/>
        </a:spcAft>
        <a:defRPr sz="4000" b="1">
          <a:solidFill>
            <a:srgbClr val="1C1C1C"/>
          </a:solidFill>
          <a:latin typeface="Twinkl" pitchFamily="2" charset="0"/>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kern="1200">
          <a:solidFill>
            <a:srgbClr val="1C1C1C"/>
          </a:solidFill>
          <a:latin typeface="Twinkl" pitchFamily="50" charset="0"/>
          <a:ea typeface="Sassoon Infant Rg" panose="02000503030000020003" pitchFamily="50" charset="0"/>
          <a:cs typeface="Sassoon Infant Rg" charset="0"/>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1600" kern="1200">
          <a:solidFill>
            <a:srgbClr val="1C1C1C"/>
          </a:solidFill>
          <a:latin typeface="Twinkl" pitchFamily="50" charset="0"/>
          <a:ea typeface="Sassoon Infant Rg" panose="02000503030000020003" pitchFamily="50" charset="0"/>
          <a:cs typeface="Sassoon Infant Rg" charset="0"/>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1400" kern="1200">
          <a:solidFill>
            <a:srgbClr val="1C1C1C"/>
          </a:solidFill>
          <a:latin typeface="Twinkl" pitchFamily="50" charset="0"/>
          <a:ea typeface="Sassoon Infant Rg" panose="02000503030000020003" pitchFamily="50" charset="0"/>
          <a:cs typeface="Sassoon Infant Rg" charset="0"/>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sz="1400" kern="1200">
          <a:solidFill>
            <a:srgbClr val="1C1C1C"/>
          </a:solidFill>
          <a:latin typeface="Twinkl" pitchFamily="50" charset="0"/>
          <a:ea typeface="Sassoon Infant Rg" panose="02000503030000020003" pitchFamily="50" charset="0"/>
          <a:cs typeface="Sassoon Infant Rg" charset="0"/>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sz="1400" kern="1200">
          <a:solidFill>
            <a:srgbClr val="1C1C1C"/>
          </a:solidFill>
          <a:latin typeface="Twinkl" pitchFamily="50" charset="0"/>
          <a:ea typeface="Sassoon Infant Rg" panose="02000503030000020003" pitchFamily="50" charset="0"/>
          <a:cs typeface="Sassoon Infant Rg"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www.twinkl.co.uk/newsro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twinkl.co.uk/newsroom" TargetMode="Externa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hyperlink" Target="https://www.twinkl.co.uk/newsroom" TargetMode="External"/><Relationship Id="rId3" Type="http://schemas.openxmlformats.org/officeDocument/2006/relationships/slide" Target="slide4.xml"/><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6.png"/><Relationship Id="rId11" Type="http://schemas.openxmlformats.org/officeDocument/2006/relationships/image" Target="../media/image8.png"/><Relationship Id="rId5" Type="http://schemas.openxmlformats.org/officeDocument/2006/relationships/image" Target="../media/image5.png"/><Relationship Id="rId10" Type="http://schemas.openxmlformats.org/officeDocument/2006/relationships/slide" Target="slide6.xml"/><Relationship Id="rId4" Type="http://schemas.openxmlformats.org/officeDocument/2006/relationships/image" Target="../media/image4.jpeg"/><Relationship Id="rId9" Type="http://schemas.openxmlformats.org/officeDocument/2006/relationships/slide" Target="slide5.xml"/></Relationships>
</file>

<file path=ppt/slides/_rels/slide4.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9.png"/><Relationship Id="rId1" Type="http://schemas.openxmlformats.org/officeDocument/2006/relationships/slideLayout" Target="../slideLayouts/slideLayout4.xml"/><Relationship Id="rId5" Type="http://schemas.openxmlformats.org/officeDocument/2006/relationships/hyperlink" Target="https://www.twinkl.co.uk/newsroom" TargetMode="Externa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 Target="slide3.xml"/><Relationship Id="rId1" Type="http://schemas.openxmlformats.org/officeDocument/2006/relationships/slideLayout" Target="../slideLayouts/slideLayout3.xml"/><Relationship Id="rId4" Type="http://schemas.openxmlformats.org/officeDocument/2006/relationships/hyperlink" Target="https://www.twinkl.co.uk/newsroom" TargetMode="External"/></Relationships>
</file>

<file path=ppt/slides/_rels/slide6.xml.rels><?xml version="1.0" encoding="UTF-8" standalone="yes"?>
<Relationships xmlns="http://schemas.openxmlformats.org/package/2006/relationships"><Relationship Id="rId8" Type="http://schemas.openxmlformats.org/officeDocument/2006/relationships/hyperlink" Target="https://www.twinkl.co.uk/newsroom" TargetMode="External"/><Relationship Id="rId3" Type="http://schemas.openxmlformats.org/officeDocument/2006/relationships/image" Target="../media/image12.png"/><Relationship Id="rId7" Type="http://schemas.openxmlformats.org/officeDocument/2006/relationships/image" Target="../media/image10.png"/><Relationship Id="rId2" Type="http://schemas.openxmlformats.org/officeDocument/2006/relationships/image" Target="../media/image11.png"/><Relationship Id="rId1" Type="http://schemas.openxmlformats.org/officeDocument/2006/relationships/slideLayout" Target="../slideLayouts/slideLayout3.xml"/><Relationship Id="rId6" Type="http://schemas.openxmlformats.org/officeDocument/2006/relationships/slide" Target="slide3.xml"/><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2" Type="http://schemas.openxmlformats.org/officeDocument/2006/relationships/hyperlink" Target="https://www.twinkl.co.uk/newsroom" TargetMode="Externa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680490"/>
            <a:ext cx="9144000" cy="3497020"/>
          </a:xfrm>
          <a:prstGeom prst="rect">
            <a:avLst/>
          </a:prstGeom>
          <a:solidFill>
            <a:srgbClr val="00649C">
              <a:alpha val="65098"/>
            </a:srgbClr>
          </a:solidFill>
        </p:spPr>
        <p:txBody>
          <a:bodyPr wrap="square" lIns="900000" tIns="360000" rIns="900000" bIns="360000" spcCol="360000">
            <a:spAutoFit/>
          </a:bodyPr>
          <a:lstStyle/>
          <a:p>
            <a:pPr algn="ctr" eaLnBrk="1" fontAlgn="auto" hangingPunct="1">
              <a:spcBef>
                <a:spcPts val="0"/>
              </a:spcBef>
              <a:spcAft>
                <a:spcPts val="1200"/>
              </a:spcAft>
              <a:defRPr/>
            </a:pPr>
            <a:r>
              <a:rPr lang="en-GB" sz="6000" b="1" dirty="0">
                <a:ln w="19050" cap="rnd" cmpd="sng">
                  <a:solidFill>
                    <a:schemeClr val="tx1"/>
                  </a:solidFill>
                </a:ln>
                <a:solidFill>
                  <a:schemeClr val="bg1"/>
                </a:solidFill>
              </a:rPr>
              <a:t>Britain’s Shipwrecks Protected Using Forensic Marking</a:t>
            </a:r>
          </a:p>
        </p:txBody>
      </p:sp>
      <p:sp>
        <p:nvSpPr>
          <p:cNvPr id="3" name="Rectangle 2">
            <a:hlinkClick r:id="rId2"/>
            <a:extLst>
              <a:ext uri="{FF2B5EF4-FFF2-40B4-BE49-F238E27FC236}">
                <a16:creationId xmlns:a16="http://schemas.microsoft.com/office/drawing/2014/main" id="{FDC3958C-0C15-DB45-CAEE-D15BE0C356D8}"/>
              </a:ext>
            </a:extLst>
          </p:cNvPr>
          <p:cNvSpPr/>
          <p:nvPr/>
        </p:nvSpPr>
        <p:spPr>
          <a:xfrm>
            <a:off x="4145280" y="5590903"/>
            <a:ext cx="836023" cy="496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4" name="Straight Connector 3">
            <a:extLst>
              <a:ext uri="{FF2B5EF4-FFF2-40B4-BE49-F238E27FC236}">
                <a16:creationId xmlns:a16="http://schemas.microsoft.com/office/drawing/2014/main" id="{4C2D0F6E-539A-29ED-8042-2A219D468BAC}"/>
              </a:ext>
            </a:extLst>
          </p:cNvPr>
          <p:cNvCxnSpPr>
            <a:cxnSpLocks/>
          </p:cNvCxnSpPr>
          <p:nvPr/>
        </p:nvCxnSpPr>
        <p:spPr>
          <a:xfrm>
            <a:off x="1029788" y="1981193"/>
            <a:ext cx="6905897" cy="0"/>
          </a:xfrm>
          <a:prstGeom prst="line">
            <a:avLst/>
          </a:prstGeom>
          <a:ln w="28575">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A6380835-C682-3353-29B8-014BDC20CD64}"/>
              </a:ext>
            </a:extLst>
          </p:cNvPr>
          <p:cNvCxnSpPr>
            <a:cxnSpLocks/>
          </p:cNvCxnSpPr>
          <p:nvPr/>
        </p:nvCxnSpPr>
        <p:spPr>
          <a:xfrm>
            <a:off x="1029789" y="4976949"/>
            <a:ext cx="6905897" cy="0"/>
          </a:xfrm>
          <a:prstGeom prst="line">
            <a:avLst/>
          </a:prstGeom>
          <a:ln w="28575">
            <a:solidFill>
              <a:srgbClr val="FFFFFF"/>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22" presetClass="entr" presetSubtype="8" fill="hold" nodeType="withEffect">
                                  <p:stCondLst>
                                    <p:cond delay="25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1000"/>
                                        <p:tgtEl>
                                          <p:spTgt spid="4"/>
                                        </p:tgtEl>
                                      </p:cBhvr>
                                    </p:animEffect>
                                  </p:childTnLst>
                                </p:cTn>
                              </p:par>
                              <p:par>
                                <p:cTn id="13" presetID="22" presetClass="entr" presetSubtype="8" fill="hold" nodeType="withEffect">
                                  <p:stCondLst>
                                    <p:cond delay="25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D5CE-8A1C-E7A9-F27B-960190BB28E8}"/>
              </a:ext>
            </a:extLst>
          </p:cNvPr>
          <p:cNvSpPr>
            <a:spLocks noGrp="1"/>
          </p:cNvSpPr>
          <p:nvPr>
            <p:ph type="title"/>
          </p:nvPr>
        </p:nvSpPr>
        <p:spPr>
          <a:xfrm>
            <a:off x="461962" y="1140823"/>
            <a:ext cx="8220075" cy="3997235"/>
          </a:xfrm>
        </p:spPr>
        <p:txBody>
          <a:bodyPr/>
          <a:lstStyle/>
          <a:p>
            <a:pPr marR="0" rtl="0"/>
            <a:r>
              <a:rPr lang="en-GB" sz="3600" b="1" i="0" u="none" strike="noStrike" baseline="30000" dirty="0">
                <a:solidFill>
                  <a:srgbClr val="131312"/>
                </a:solidFill>
                <a:latin typeface="Roboto" panose="02000000000000000000" pitchFamily="2" charset="0"/>
              </a:rPr>
              <a:t>Disclaimer</a:t>
            </a:r>
            <a:r>
              <a:rPr lang="en-GB" sz="3600" b="0" i="0" u="none" strike="noStrike" baseline="30000" dirty="0">
                <a:solidFill>
                  <a:srgbClr val="131312"/>
                </a:solidFill>
                <a:latin typeface="Roboto" panose="02000000000000000000" pitchFamily="2" charset="0"/>
              </a:rPr>
              <a:t> </a:t>
            </a:r>
            <a:br>
              <a:rPr lang="en-GB" sz="3600" b="0" i="0" u="none" strike="noStrike" baseline="30000" dirty="0">
                <a:solidFill>
                  <a:srgbClr val="131312"/>
                </a:solidFill>
                <a:latin typeface="Roboto" panose="02000000000000000000" pitchFamily="2" charset="0"/>
              </a:rPr>
            </a:br>
            <a:br>
              <a:rPr lang="en-GB" sz="2800" b="0" i="0" u="none" strike="noStrike" baseline="30000" dirty="0">
                <a:solidFill>
                  <a:srgbClr val="131312"/>
                </a:solidFill>
                <a:latin typeface="Roboto" panose="02000000000000000000" pitchFamily="2" charset="0"/>
              </a:rPr>
            </a:br>
            <a:r>
              <a:rPr lang="en-GB" sz="2800" b="0" i="0" u="none" strike="noStrike" baseline="30000" dirty="0">
                <a:solidFill>
                  <a:srgbClr val="131312"/>
                </a:solidFill>
                <a:latin typeface="Roboto" panose="02000000000000000000" pitchFamily="2" charset="0"/>
              </a:rPr>
              <a:t>This resource refers to topical events in the news and is provided for informational and educational purposes only. Events in the news may emotionally impact your learners. You should consider whether this content is appropriate for your situation. It is also your responsibility to ensure that the information/activity this resource contains is safe and appropriate to use in your situation. You should not rely on the material included within this resource and Twinkl does not accept any responsibility if you do.</a:t>
            </a:r>
            <a:endParaRPr lang="en-GB" sz="3600" b="0" i="0" u="none" strike="noStrike" baseline="30000" dirty="0">
              <a:solidFill>
                <a:srgbClr val="131312"/>
              </a:solidFill>
              <a:latin typeface="Roboto" panose="02000000000000000000" pitchFamily="2" charset="0"/>
            </a:endParaRPr>
          </a:p>
        </p:txBody>
      </p:sp>
      <p:sp>
        <p:nvSpPr>
          <p:cNvPr id="3" name="Rectangle 2">
            <a:hlinkClick r:id="rId2"/>
            <a:extLst>
              <a:ext uri="{FF2B5EF4-FFF2-40B4-BE49-F238E27FC236}">
                <a16:creationId xmlns:a16="http://schemas.microsoft.com/office/drawing/2014/main" id="{B334CF21-2122-70B6-E38D-C43F79F8751E}"/>
              </a:ext>
            </a:extLst>
          </p:cNvPr>
          <p:cNvSpPr/>
          <p:nvPr/>
        </p:nvSpPr>
        <p:spPr>
          <a:xfrm>
            <a:off x="8577943" y="6653348"/>
            <a:ext cx="566057" cy="2046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5951652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p:cNvSpPr txBox="1"/>
          <p:nvPr/>
        </p:nvSpPr>
        <p:spPr>
          <a:xfrm>
            <a:off x="619198" y="1726804"/>
            <a:ext cx="7930608" cy="4630135"/>
          </a:xfrm>
          <a:prstGeom prst="rect">
            <a:avLst/>
          </a:prstGeom>
          <a:noFill/>
        </p:spPr>
        <p:txBody>
          <a:bodyPr lIns="0" tIns="0" rIns="0" bIns="0" numCol="2" spcCol="216000"/>
          <a:lstStyle/>
          <a:p>
            <a:pPr indent="269875" eaLnBrk="1" fontAlgn="auto" hangingPunct="1">
              <a:spcBef>
                <a:spcPts val="0"/>
              </a:spcBef>
              <a:spcAft>
                <a:spcPts val="600"/>
              </a:spcAft>
              <a:defRPr/>
            </a:pPr>
            <a:r>
              <a:rPr lang="en-GB" dirty="0">
                <a:latin typeface="+mn-lt"/>
              </a:rPr>
              <a:t>Some of Britain’s 57 protected shipwreck sites are being protected using a new technology. It’s a special liquid known as </a:t>
            </a:r>
            <a:r>
              <a:rPr lang="en-GB" dirty="0">
                <a:latin typeface="+mn-lt"/>
                <a:hlinkClick r:id="rId3" action="ppaction://hlinksldjump"/>
              </a:rPr>
              <a:t>forensic</a:t>
            </a:r>
            <a:r>
              <a:rPr lang="en-GB" dirty="0">
                <a:latin typeface="+mn-lt"/>
              </a:rPr>
              <a:t> marking. </a:t>
            </a:r>
          </a:p>
          <a:p>
            <a:pPr indent="269875" eaLnBrk="1" fontAlgn="auto" hangingPunct="1">
              <a:spcBef>
                <a:spcPts val="0"/>
              </a:spcBef>
              <a:spcAft>
                <a:spcPts val="600"/>
              </a:spcAft>
              <a:defRPr/>
            </a:pPr>
            <a:r>
              <a:rPr lang="en-GB" dirty="0">
                <a:latin typeface="+mn-lt"/>
              </a:rPr>
              <a:t>According to Historic England, it has taken eight years to create. </a:t>
            </a:r>
          </a:p>
          <a:p>
            <a:pPr indent="269875" eaLnBrk="1" fontAlgn="auto" hangingPunct="1">
              <a:spcBef>
                <a:spcPts val="0"/>
              </a:spcBef>
              <a:spcAft>
                <a:spcPts val="600"/>
              </a:spcAft>
              <a:defRPr/>
            </a:pPr>
            <a:r>
              <a:rPr lang="en-GB" dirty="0">
                <a:latin typeface="+mn-lt"/>
              </a:rPr>
              <a:t>Alison James works for MSDS Marine. She says that the technology “is a game changer for </a:t>
            </a:r>
            <a:r>
              <a:rPr lang="en-GB" dirty="0">
                <a:latin typeface="+mn-lt"/>
                <a:hlinkClick r:id="rId3" action="ppaction://hlinksldjump"/>
              </a:rPr>
              <a:t>maritime</a:t>
            </a:r>
            <a:r>
              <a:rPr lang="en-GB" dirty="0">
                <a:latin typeface="+mn-lt"/>
              </a:rPr>
              <a:t> </a:t>
            </a:r>
            <a:r>
              <a:rPr lang="en-GB" dirty="0">
                <a:latin typeface="+mn-lt"/>
                <a:hlinkClick r:id="rId3" action="ppaction://hlinksldjump"/>
              </a:rPr>
              <a:t>archaeology</a:t>
            </a:r>
            <a:r>
              <a:rPr lang="en-GB" dirty="0">
                <a:latin typeface="+mn-lt"/>
              </a:rPr>
              <a:t> and how authorities protect sites underwater”.</a:t>
            </a:r>
          </a:p>
          <a:p>
            <a:pPr indent="269875" eaLnBrk="1" fontAlgn="auto" hangingPunct="1">
              <a:spcBef>
                <a:spcPts val="0"/>
              </a:spcBef>
              <a:spcAft>
                <a:spcPts val="600"/>
              </a:spcAft>
              <a:defRPr/>
            </a:pPr>
            <a:r>
              <a:rPr lang="en-GB" dirty="0">
                <a:latin typeface="+mn-lt"/>
              </a:rPr>
              <a:t>Historic England hopes the technology will act as a </a:t>
            </a:r>
            <a:r>
              <a:rPr lang="en-GB" dirty="0">
                <a:latin typeface="+mn-lt"/>
                <a:hlinkClick r:id="rId3" action="ppaction://hlinksldjump"/>
              </a:rPr>
              <a:t>deterrent</a:t>
            </a:r>
            <a:r>
              <a:rPr lang="en-GB" dirty="0">
                <a:latin typeface="+mn-lt"/>
              </a:rPr>
              <a:t> and stop people from stealing underwater artefacts.</a:t>
            </a:r>
            <a:br>
              <a:rPr lang="en-GB" dirty="0">
                <a:latin typeface="+mn-lt"/>
              </a:rPr>
            </a:br>
            <a:r>
              <a:rPr lang="en-GB" dirty="0">
                <a:latin typeface="+mn-lt"/>
              </a:rPr>
              <a:t>   The sites will have a label showing </a:t>
            </a:r>
            <a:br>
              <a:rPr lang="en-GB" dirty="0">
                <a:latin typeface="+mn-lt"/>
              </a:rPr>
            </a:br>
            <a:br>
              <a:rPr lang="en-GB" dirty="0">
                <a:latin typeface="+mn-lt"/>
              </a:rPr>
            </a:br>
            <a:br>
              <a:rPr lang="en-GB" dirty="0">
                <a:latin typeface="+mn-lt"/>
              </a:rPr>
            </a:br>
            <a:br>
              <a:rPr lang="en-GB" dirty="0">
                <a:latin typeface="+mn-lt"/>
              </a:rPr>
            </a:br>
            <a:br>
              <a:rPr lang="en-GB" dirty="0">
                <a:latin typeface="+mn-lt"/>
              </a:rPr>
            </a:br>
            <a:br>
              <a:rPr lang="en-GB" dirty="0">
                <a:latin typeface="+mn-lt"/>
              </a:rPr>
            </a:br>
            <a:br>
              <a:rPr lang="en-GB" dirty="0">
                <a:latin typeface="+mn-lt"/>
              </a:rPr>
            </a:br>
            <a:br>
              <a:rPr lang="en-GB" dirty="0">
                <a:latin typeface="+mn-lt"/>
              </a:rPr>
            </a:br>
            <a:br>
              <a:rPr lang="en-GB" dirty="0">
                <a:latin typeface="+mn-lt"/>
              </a:rPr>
            </a:br>
            <a:br>
              <a:rPr lang="en-GB" dirty="0">
                <a:latin typeface="+mn-lt"/>
              </a:rPr>
            </a:br>
            <a:r>
              <a:rPr lang="en-GB" dirty="0">
                <a:latin typeface="+mn-lt"/>
              </a:rPr>
              <a:t>that they are marked with the new technology. That’s because it cannot be seen by the naked eye. </a:t>
            </a:r>
          </a:p>
          <a:p>
            <a:pPr indent="269875" eaLnBrk="1" fontAlgn="auto" hangingPunct="1">
              <a:spcBef>
                <a:spcPts val="0"/>
              </a:spcBef>
              <a:spcAft>
                <a:spcPts val="600"/>
              </a:spcAft>
              <a:defRPr/>
            </a:pPr>
            <a:r>
              <a:rPr lang="en-GB" dirty="0">
                <a:latin typeface="+mn-lt"/>
              </a:rPr>
              <a:t>If someone were to dive down and remove something, the special liquid would transfer to their clothing and skin.</a:t>
            </a:r>
          </a:p>
        </p:txBody>
      </p:sp>
      <p:sp>
        <p:nvSpPr>
          <p:cNvPr id="12293" name="TextBox 18"/>
          <p:cNvSpPr txBox="1">
            <a:spLocks noChangeArrowheads="1"/>
          </p:cNvSpPr>
          <p:nvPr/>
        </p:nvSpPr>
        <p:spPr bwMode="auto">
          <a:xfrm>
            <a:off x="581494" y="1255113"/>
            <a:ext cx="7968312"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1000"/>
              </a:spcBef>
              <a:buFont typeface="Arial" panose="020B0604020202020204" pitchFamily="34" charset="0"/>
              <a:buChar char="•"/>
              <a:defRPr>
                <a:solidFill>
                  <a:srgbClr val="1C1C1C"/>
                </a:solidFill>
                <a:latin typeface="Twinkl" pitchFamily="2" charset="0"/>
                <a:ea typeface="Sassoon Infant Rg" panose="02000503030000020003" charset="0"/>
                <a:cs typeface="Sassoon Infant Rg" panose="02000503030000020003" charset="0"/>
              </a:defRPr>
            </a:lvl1pPr>
            <a:lvl2pPr marL="742950" indent="-285750">
              <a:lnSpc>
                <a:spcPct val="90000"/>
              </a:lnSpc>
              <a:spcBef>
                <a:spcPts val="500"/>
              </a:spcBef>
              <a:buFont typeface="Arial" panose="020B0604020202020204" pitchFamily="34" charset="0"/>
              <a:buChar char="•"/>
              <a:defRPr sz="1600">
                <a:solidFill>
                  <a:srgbClr val="1C1C1C"/>
                </a:solidFill>
                <a:latin typeface="Twinkl" pitchFamily="2" charset="0"/>
                <a:ea typeface="Sassoon Infant Rg" panose="02000503030000020003" charset="0"/>
                <a:cs typeface="Sassoon Infant Rg" panose="02000503030000020003" charset="0"/>
              </a:defRPr>
            </a:lvl2pPr>
            <a:lvl3pPr marL="1143000" indent="-228600">
              <a:lnSpc>
                <a:spcPct val="90000"/>
              </a:lnSpc>
              <a:spcBef>
                <a:spcPts val="500"/>
              </a:spcBef>
              <a:buFont typeface="Arial" panose="020B0604020202020204" pitchFamily="34" charset="0"/>
              <a:buChar char="•"/>
              <a:defRPr sz="1400">
                <a:solidFill>
                  <a:srgbClr val="1C1C1C"/>
                </a:solidFill>
                <a:latin typeface="Twinkl" pitchFamily="2" charset="0"/>
                <a:ea typeface="Sassoon Infant Rg" panose="02000503030000020003" charset="0"/>
                <a:cs typeface="Sassoon Infant Rg" panose="02000503030000020003" charset="0"/>
              </a:defRPr>
            </a:lvl3pPr>
            <a:lvl4pPr marL="1600200" indent="-228600">
              <a:lnSpc>
                <a:spcPct val="90000"/>
              </a:lnSpc>
              <a:spcBef>
                <a:spcPts val="500"/>
              </a:spcBef>
              <a:buFont typeface="Arial" panose="020B0604020202020204" pitchFamily="34" charset="0"/>
              <a:buChar char="•"/>
              <a:defRPr sz="1400">
                <a:solidFill>
                  <a:srgbClr val="1C1C1C"/>
                </a:solidFill>
                <a:latin typeface="Twinkl" pitchFamily="2" charset="0"/>
                <a:ea typeface="Sassoon Infant Rg" panose="02000503030000020003" charset="0"/>
                <a:cs typeface="Sassoon Infant Rg" panose="02000503030000020003" charset="0"/>
              </a:defRPr>
            </a:lvl4pPr>
            <a:lvl5pPr marL="2057400" indent="-228600">
              <a:lnSpc>
                <a:spcPct val="90000"/>
              </a:lnSpc>
              <a:spcBef>
                <a:spcPts val="500"/>
              </a:spcBef>
              <a:buFont typeface="Arial" panose="020B0604020202020204" pitchFamily="34" charset="0"/>
              <a:buChar char="•"/>
              <a:defRPr sz="1400">
                <a:solidFill>
                  <a:srgbClr val="1C1C1C"/>
                </a:solidFill>
                <a:latin typeface="Twinkl" pitchFamily="2" charset="0"/>
                <a:ea typeface="Sassoon Infant Rg" panose="02000503030000020003" charset="0"/>
                <a:cs typeface="Sassoon Infant Rg" panose="02000503030000020003"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ea typeface="Sassoon Infant Rg" panose="02000503030000020003" charset="0"/>
                <a:cs typeface="Sassoon Infant Rg" panose="02000503030000020003"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ea typeface="Sassoon Infant Rg" panose="02000503030000020003" charset="0"/>
                <a:cs typeface="Sassoon Infant Rg" panose="02000503030000020003"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ea typeface="Sassoon Infant Rg" panose="02000503030000020003" charset="0"/>
                <a:cs typeface="Sassoon Infant Rg" panose="02000503030000020003"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ea typeface="Sassoon Infant Rg" panose="02000503030000020003" charset="0"/>
                <a:cs typeface="Sassoon Infant Rg" panose="02000503030000020003" charset="0"/>
              </a:defRPr>
            </a:lvl9pPr>
          </a:lstStyle>
          <a:p>
            <a:pPr algn="ctr" eaLnBrk="1" hangingPunct="1">
              <a:lnSpc>
                <a:spcPct val="100000"/>
              </a:lnSpc>
              <a:spcBef>
                <a:spcPct val="0"/>
              </a:spcBef>
              <a:spcAft>
                <a:spcPts val="1200"/>
              </a:spcAft>
              <a:buFontTx/>
              <a:buNone/>
            </a:pPr>
            <a:r>
              <a:rPr lang="en-GB" altLang="en-US" sz="2400" b="1" dirty="0">
                <a:solidFill>
                  <a:schemeClr val="tx1"/>
                </a:solidFill>
              </a:rPr>
              <a:t>Britain’s Shipwrecks Protected Using Forensic Marking</a:t>
            </a:r>
          </a:p>
        </p:txBody>
      </p:sp>
      <p:pic>
        <p:nvPicPr>
          <p:cNvPr id="12294" name="Picture 14"/>
          <p:cNvPicPr>
            <a:picLocks noChangeAspect="1"/>
          </p:cNvPicPr>
          <p:nvPr/>
        </p:nvPicPr>
        <p:blipFill>
          <a:blip r:embed="rId4" cstate="print">
            <a:extLst>
              <a:ext uri="{28A0092B-C50C-407E-A947-70E740481C1C}">
                <a14:useLocalDpi xmlns:a14="http://schemas.microsoft.com/office/drawing/2010/main" val="0"/>
              </a:ext>
            </a:extLst>
          </a:blip>
          <a:srcRect t="7236" b="7236"/>
          <a:stretch/>
        </p:blipFill>
        <p:spPr bwMode="auto">
          <a:xfrm>
            <a:off x="4693920" y="1726804"/>
            <a:ext cx="3754189" cy="2408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TextBox 24"/>
          <p:cNvSpPr txBox="1"/>
          <p:nvPr/>
        </p:nvSpPr>
        <p:spPr>
          <a:xfrm>
            <a:off x="4693920" y="3933824"/>
            <a:ext cx="3754189" cy="226591"/>
          </a:xfrm>
          <a:prstGeom prst="rect">
            <a:avLst/>
          </a:prstGeom>
          <a:solidFill>
            <a:srgbClr val="944CBD"/>
          </a:solidFill>
          <a:ln>
            <a:noFill/>
          </a:ln>
        </p:spPr>
        <p:txBody>
          <a:bodyPr wrap="square" lIns="72000" tIns="36000" rIns="72000" bIns="36000" spcCol="360000">
            <a:spAutoFit/>
          </a:bodyPr>
          <a:lstStyle/>
          <a:p>
            <a:pPr algn="r" eaLnBrk="1" fontAlgn="auto" hangingPunct="1">
              <a:spcBef>
                <a:spcPts val="0"/>
              </a:spcBef>
              <a:spcAft>
                <a:spcPts val="1200"/>
              </a:spcAft>
              <a:defRPr/>
            </a:pPr>
            <a:r>
              <a:rPr lang="en-GB" sz="1000" dirty="0">
                <a:solidFill>
                  <a:schemeClr val="bg1"/>
                </a:solidFill>
                <a:latin typeface="+mn-lt"/>
              </a:rPr>
              <a:t>Illustration: A diver inspecting a forensically marked site.</a:t>
            </a:r>
          </a:p>
        </p:txBody>
      </p:sp>
      <p:grpSp>
        <p:nvGrpSpPr>
          <p:cNvPr id="2" name="Group 2">
            <a:extLst>
              <a:ext uri="{FF2B5EF4-FFF2-40B4-BE49-F238E27FC236}">
                <a16:creationId xmlns:a16="http://schemas.microsoft.com/office/drawing/2014/main" id="{EB983D2D-B39D-55DE-D94D-5AE3B4F95DB7}"/>
              </a:ext>
            </a:extLst>
          </p:cNvPr>
          <p:cNvGrpSpPr>
            <a:grpSpLocks/>
          </p:cNvGrpSpPr>
          <p:nvPr/>
        </p:nvGrpSpPr>
        <p:grpSpPr bwMode="auto">
          <a:xfrm>
            <a:off x="442913" y="851645"/>
            <a:ext cx="8251825" cy="285750"/>
            <a:chOff x="442823" y="913677"/>
            <a:chExt cx="8252603" cy="286616"/>
          </a:xfrm>
        </p:grpSpPr>
        <p:sp>
          <p:nvSpPr>
            <p:cNvPr id="3" name="TextBox 20">
              <a:extLst>
                <a:ext uri="{FF2B5EF4-FFF2-40B4-BE49-F238E27FC236}">
                  <a16:creationId xmlns:a16="http://schemas.microsoft.com/office/drawing/2014/main" id="{48530976-2D53-3BE8-BC48-0084D41AB3A9}"/>
                </a:ext>
              </a:extLst>
            </p:cNvPr>
            <p:cNvSpPr txBox="1">
              <a:spLocks noChangeArrowheads="1"/>
            </p:cNvSpPr>
            <p:nvPr/>
          </p:nvSpPr>
          <p:spPr bwMode="auto">
            <a:xfrm>
              <a:off x="619125" y="964652"/>
              <a:ext cx="3921990"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90000"/>
                </a:lnSpc>
                <a:spcBef>
                  <a:spcPts val="1000"/>
                </a:spcBef>
                <a:buFont typeface="Arial" panose="020B0604020202020204" pitchFamily="34" charset="0"/>
                <a:buChar char="•"/>
                <a:defRPr>
                  <a:solidFill>
                    <a:srgbClr val="1C1C1C"/>
                  </a:solidFill>
                  <a:latin typeface="Twinkl" pitchFamily="2" charset="0"/>
                  <a:ea typeface="Sassoon Infant Rg" panose="02000503030000020003" charset="0"/>
                  <a:cs typeface="Sassoon Infant Rg" panose="02000503030000020003" charset="0"/>
                </a:defRPr>
              </a:lvl1pPr>
              <a:lvl2pPr marL="742950" indent="-285750">
                <a:lnSpc>
                  <a:spcPct val="90000"/>
                </a:lnSpc>
                <a:spcBef>
                  <a:spcPts val="500"/>
                </a:spcBef>
                <a:buFont typeface="Arial" panose="020B0604020202020204" pitchFamily="34" charset="0"/>
                <a:buChar char="•"/>
                <a:defRPr sz="1600">
                  <a:solidFill>
                    <a:srgbClr val="1C1C1C"/>
                  </a:solidFill>
                  <a:latin typeface="Twinkl" pitchFamily="2" charset="0"/>
                  <a:ea typeface="Sassoon Infant Rg" panose="02000503030000020003" charset="0"/>
                  <a:cs typeface="Sassoon Infant Rg" panose="02000503030000020003" charset="0"/>
                </a:defRPr>
              </a:lvl2pPr>
              <a:lvl3pPr marL="1143000" indent="-228600">
                <a:lnSpc>
                  <a:spcPct val="90000"/>
                </a:lnSpc>
                <a:spcBef>
                  <a:spcPts val="500"/>
                </a:spcBef>
                <a:buFont typeface="Arial" panose="020B0604020202020204" pitchFamily="34" charset="0"/>
                <a:buChar char="•"/>
                <a:defRPr sz="1400">
                  <a:solidFill>
                    <a:srgbClr val="1C1C1C"/>
                  </a:solidFill>
                  <a:latin typeface="Twinkl" pitchFamily="2" charset="0"/>
                  <a:ea typeface="Sassoon Infant Rg" panose="02000503030000020003" charset="0"/>
                  <a:cs typeface="Sassoon Infant Rg" panose="02000503030000020003" charset="0"/>
                </a:defRPr>
              </a:lvl3pPr>
              <a:lvl4pPr marL="1600200" indent="-228600">
                <a:lnSpc>
                  <a:spcPct val="90000"/>
                </a:lnSpc>
                <a:spcBef>
                  <a:spcPts val="500"/>
                </a:spcBef>
                <a:buFont typeface="Arial" panose="020B0604020202020204" pitchFamily="34" charset="0"/>
                <a:buChar char="•"/>
                <a:defRPr sz="1400">
                  <a:solidFill>
                    <a:srgbClr val="1C1C1C"/>
                  </a:solidFill>
                  <a:latin typeface="Twinkl" pitchFamily="2" charset="0"/>
                  <a:ea typeface="Sassoon Infant Rg" panose="02000503030000020003" charset="0"/>
                  <a:cs typeface="Sassoon Infant Rg" panose="02000503030000020003" charset="0"/>
                </a:defRPr>
              </a:lvl4pPr>
              <a:lvl5pPr marL="2057400" indent="-228600">
                <a:lnSpc>
                  <a:spcPct val="90000"/>
                </a:lnSpc>
                <a:spcBef>
                  <a:spcPts val="500"/>
                </a:spcBef>
                <a:buFont typeface="Arial" panose="020B0604020202020204" pitchFamily="34" charset="0"/>
                <a:buChar char="•"/>
                <a:defRPr sz="1400">
                  <a:solidFill>
                    <a:srgbClr val="1C1C1C"/>
                  </a:solidFill>
                  <a:latin typeface="Twinkl" pitchFamily="2" charset="0"/>
                  <a:ea typeface="Sassoon Infant Rg" panose="02000503030000020003" charset="0"/>
                  <a:cs typeface="Sassoon Infant Rg" panose="02000503030000020003"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ea typeface="Sassoon Infant Rg" panose="02000503030000020003" charset="0"/>
                  <a:cs typeface="Sassoon Infant Rg" panose="02000503030000020003"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ea typeface="Sassoon Infant Rg" panose="02000503030000020003" charset="0"/>
                  <a:cs typeface="Sassoon Infant Rg" panose="02000503030000020003"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ea typeface="Sassoon Infant Rg" panose="02000503030000020003" charset="0"/>
                  <a:cs typeface="Sassoon Infant Rg" panose="02000503030000020003"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ea typeface="Sassoon Infant Rg" panose="02000503030000020003" charset="0"/>
                  <a:cs typeface="Sassoon Infant Rg" panose="02000503030000020003" charset="0"/>
                </a:defRPr>
              </a:lvl9pPr>
            </a:lstStyle>
            <a:p>
              <a:pPr eaLnBrk="1" hangingPunct="1">
                <a:lnSpc>
                  <a:spcPct val="100000"/>
                </a:lnSpc>
                <a:spcBef>
                  <a:spcPct val="0"/>
                </a:spcBef>
                <a:buFontTx/>
                <a:buNone/>
              </a:pPr>
              <a:r>
                <a:rPr lang="en-GB" altLang="en-US" sz="1200" dirty="0">
                  <a:solidFill>
                    <a:schemeClr val="tx1"/>
                  </a:solidFill>
                </a:rPr>
                <a:t>Technology         UK News  </a:t>
              </a:r>
              <a:endParaRPr lang="en-GB" altLang="en-US" sz="1200" b="1" dirty="0">
                <a:solidFill>
                  <a:schemeClr val="tx1"/>
                </a:solidFill>
              </a:endParaRPr>
            </a:p>
          </p:txBody>
        </p:sp>
        <p:sp>
          <p:nvSpPr>
            <p:cNvPr id="4" name="TextBox 9">
              <a:extLst>
                <a:ext uri="{FF2B5EF4-FFF2-40B4-BE49-F238E27FC236}">
                  <a16:creationId xmlns:a16="http://schemas.microsoft.com/office/drawing/2014/main" id="{4CF7BD18-343E-D2F2-2952-69D46FE5B06B}"/>
                </a:ext>
              </a:extLst>
            </p:cNvPr>
            <p:cNvSpPr txBox="1">
              <a:spLocks noChangeArrowheads="1"/>
            </p:cNvSpPr>
            <p:nvPr/>
          </p:nvSpPr>
          <p:spPr bwMode="auto">
            <a:xfrm>
              <a:off x="4577812" y="964652"/>
              <a:ext cx="3992454"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90000"/>
                </a:lnSpc>
                <a:spcBef>
                  <a:spcPts val="1000"/>
                </a:spcBef>
                <a:buFont typeface="Arial" panose="020B0604020202020204" pitchFamily="34" charset="0"/>
                <a:buChar char="•"/>
                <a:defRPr>
                  <a:solidFill>
                    <a:srgbClr val="1C1C1C"/>
                  </a:solidFill>
                  <a:latin typeface="Twinkl" pitchFamily="2" charset="0"/>
                  <a:ea typeface="Sassoon Infant Rg" panose="02000503030000020003" charset="0"/>
                  <a:cs typeface="Sassoon Infant Rg" panose="02000503030000020003" charset="0"/>
                </a:defRPr>
              </a:lvl1pPr>
              <a:lvl2pPr marL="742950" indent="-285750">
                <a:lnSpc>
                  <a:spcPct val="90000"/>
                </a:lnSpc>
                <a:spcBef>
                  <a:spcPts val="500"/>
                </a:spcBef>
                <a:buFont typeface="Arial" panose="020B0604020202020204" pitchFamily="34" charset="0"/>
                <a:buChar char="•"/>
                <a:defRPr sz="1600">
                  <a:solidFill>
                    <a:srgbClr val="1C1C1C"/>
                  </a:solidFill>
                  <a:latin typeface="Twinkl" pitchFamily="2" charset="0"/>
                  <a:ea typeface="Sassoon Infant Rg" panose="02000503030000020003" charset="0"/>
                  <a:cs typeface="Sassoon Infant Rg" panose="02000503030000020003" charset="0"/>
                </a:defRPr>
              </a:lvl2pPr>
              <a:lvl3pPr marL="1143000" indent="-228600">
                <a:lnSpc>
                  <a:spcPct val="90000"/>
                </a:lnSpc>
                <a:spcBef>
                  <a:spcPts val="500"/>
                </a:spcBef>
                <a:buFont typeface="Arial" panose="020B0604020202020204" pitchFamily="34" charset="0"/>
                <a:buChar char="•"/>
                <a:defRPr sz="1400">
                  <a:solidFill>
                    <a:srgbClr val="1C1C1C"/>
                  </a:solidFill>
                  <a:latin typeface="Twinkl" pitchFamily="2" charset="0"/>
                  <a:ea typeface="Sassoon Infant Rg" panose="02000503030000020003" charset="0"/>
                  <a:cs typeface="Sassoon Infant Rg" panose="02000503030000020003" charset="0"/>
                </a:defRPr>
              </a:lvl3pPr>
              <a:lvl4pPr marL="1600200" indent="-228600">
                <a:lnSpc>
                  <a:spcPct val="90000"/>
                </a:lnSpc>
                <a:spcBef>
                  <a:spcPts val="500"/>
                </a:spcBef>
                <a:buFont typeface="Arial" panose="020B0604020202020204" pitchFamily="34" charset="0"/>
                <a:buChar char="•"/>
                <a:defRPr sz="1400">
                  <a:solidFill>
                    <a:srgbClr val="1C1C1C"/>
                  </a:solidFill>
                  <a:latin typeface="Twinkl" pitchFamily="2" charset="0"/>
                  <a:ea typeface="Sassoon Infant Rg" panose="02000503030000020003" charset="0"/>
                  <a:cs typeface="Sassoon Infant Rg" panose="02000503030000020003" charset="0"/>
                </a:defRPr>
              </a:lvl4pPr>
              <a:lvl5pPr marL="2057400" indent="-228600">
                <a:lnSpc>
                  <a:spcPct val="90000"/>
                </a:lnSpc>
                <a:spcBef>
                  <a:spcPts val="500"/>
                </a:spcBef>
                <a:buFont typeface="Arial" panose="020B0604020202020204" pitchFamily="34" charset="0"/>
                <a:buChar char="•"/>
                <a:defRPr sz="1400">
                  <a:solidFill>
                    <a:srgbClr val="1C1C1C"/>
                  </a:solidFill>
                  <a:latin typeface="Twinkl" pitchFamily="2" charset="0"/>
                  <a:ea typeface="Sassoon Infant Rg" panose="02000503030000020003" charset="0"/>
                  <a:cs typeface="Sassoon Infant Rg" panose="02000503030000020003"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ea typeface="Sassoon Infant Rg" panose="02000503030000020003" charset="0"/>
                  <a:cs typeface="Sassoon Infant Rg" panose="02000503030000020003"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ea typeface="Sassoon Infant Rg" panose="02000503030000020003" charset="0"/>
                  <a:cs typeface="Sassoon Infant Rg" panose="02000503030000020003"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ea typeface="Sassoon Infant Rg" panose="02000503030000020003" charset="0"/>
                  <a:cs typeface="Sassoon Infant Rg" panose="02000503030000020003"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ea typeface="Sassoon Infant Rg" panose="02000503030000020003" charset="0"/>
                  <a:cs typeface="Sassoon Infant Rg" panose="02000503030000020003" charset="0"/>
                </a:defRPr>
              </a:lvl9pPr>
            </a:lstStyle>
            <a:p>
              <a:pPr algn="r" eaLnBrk="1" hangingPunct="1">
                <a:lnSpc>
                  <a:spcPct val="100000"/>
                </a:lnSpc>
                <a:spcBef>
                  <a:spcPct val="0"/>
                </a:spcBef>
                <a:buFontTx/>
                <a:buNone/>
              </a:pPr>
              <a:r>
                <a:rPr lang="en-GB" altLang="en-US" sz="1200" b="1" dirty="0">
                  <a:solidFill>
                    <a:schemeClr val="tx1"/>
                  </a:solidFill>
                </a:rPr>
                <a:t>21</a:t>
              </a:r>
              <a:r>
                <a:rPr lang="en-GB" altLang="en-US" sz="1200" b="1" baseline="30000" dirty="0">
                  <a:solidFill>
                    <a:schemeClr val="tx1"/>
                  </a:solidFill>
                </a:rPr>
                <a:t>st</a:t>
              </a:r>
              <a:r>
                <a:rPr lang="en-GB" altLang="en-US" sz="1200" b="1" dirty="0">
                  <a:solidFill>
                    <a:schemeClr val="tx1"/>
                  </a:solidFill>
                </a:rPr>
                <a:t> October 2023</a:t>
              </a:r>
            </a:p>
          </p:txBody>
        </p:sp>
        <p:cxnSp>
          <p:nvCxnSpPr>
            <p:cNvPr id="5" name="Straight Connector 4">
              <a:extLst>
                <a:ext uri="{FF2B5EF4-FFF2-40B4-BE49-F238E27FC236}">
                  <a16:creationId xmlns:a16="http://schemas.microsoft.com/office/drawing/2014/main" id="{E43E7BA5-4232-F641-A930-138D43075489}"/>
                </a:ext>
              </a:extLst>
            </p:cNvPr>
            <p:cNvCxnSpPr/>
            <p:nvPr/>
          </p:nvCxnSpPr>
          <p:spPr>
            <a:xfrm>
              <a:off x="442823" y="913677"/>
              <a:ext cx="8246252" cy="0"/>
            </a:xfrm>
            <a:prstGeom prst="line">
              <a:avLst/>
            </a:prstGeom>
            <a:ln w="25400">
              <a:solidFill>
                <a:srgbClr val="302524"/>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0D36CD87-523F-950F-ED5C-95B63591FD06}"/>
                </a:ext>
              </a:extLst>
            </p:cNvPr>
            <p:cNvCxnSpPr/>
            <p:nvPr/>
          </p:nvCxnSpPr>
          <p:spPr>
            <a:xfrm>
              <a:off x="442823" y="1200293"/>
              <a:ext cx="8252603" cy="0"/>
            </a:xfrm>
            <a:prstGeom prst="line">
              <a:avLst/>
            </a:prstGeom>
            <a:ln w="25400">
              <a:solidFill>
                <a:srgbClr val="302524"/>
              </a:solidFill>
            </a:ln>
          </p:spPr>
          <p:style>
            <a:lnRef idx="1">
              <a:schemeClr val="accent1"/>
            </a:lnRef>
            <a:fillRef idx="0">
              <a:schemeClr val="accent1"/>
            </a:fillRef>
            <a:effectRef idx="0">
              <a:schemeClr val="accent1"/>
            </a:effectRef>
            <a:fontRef idx="minor">
              <a:schemeClr val="tx1"/>
            </a:fontRef>
          </p:style>
        </p:cxnSp>
        <p:pic>
          <p:nvPicPr>
            <p:cNvPr id="7" name="Picture 5">
              <a:extLst>
                <a:ext uri="{FF2B5EF4-FFF2-40B4-BE49-F238E27FC236}">
                  <a16:creationId xmlns:a16="http://schemas.microsoft.com/office/drawing/2014/main" id="{8F46D02C-46A4-C237-15FB-9B2EFF94439D}"/>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bwMode="auto">
            <a:xfrm>
              <a:off x="1425957" y="965474"/>
              <a:ext cx="178863"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2">
              <a:extLst>
                <a:ext uri="{FF2B5EF4-FFF2-40B4-BE49-F238E27FC236}">
                  <a16:creationId xmlns:a16="http://schemas.microsoft.com/office/drawing/2014/main" id="{3DF00C76-796A-4F0F-FEDD-B8EA42B90EA0}"/>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bwMode="auto">
            <a:xfrm>
              <a:off x="2468267" y="959838"/>
              <a:ext cx="178863"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9" name="Picture 8">
            <a:extLst>
              <a:ext uri="{FF2B5EF4-FFF2-40B4-BE49-F238E27FC236}">
                <a16:creationId xmlns:a16="http://schemas.microsoft.com/office/drawing/2014/main" id="{77C57BC7-DD10-22D3-4E07-F27A136313EB}"/>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16235" t="-8094" r="-9336" b="-15421"/>
          <a:stretch/>
        </p:blipFill>
        <p:spPr>
          <a:xfrm>
            <a:off x="4153989" y="313509"/>
            <a:ext cx="792479" cy="767101"/>
          </a:xfrm>
          <a:prstGeom prst="ellipse">
            <a:avLst/>
          </a:prstGeom>
          <a:ln w="19050">
            <a:noFill/>
          </a:ln>
        </p:spPr>
      </p:pic>
      <p:sp>
        <p:nvSpPr>
          <p:cNvPr id="13" name="Rectangle 12">
            <a:extLst>
              <a:ext uri="{FF2B5EF4-FFF2-40B4-BE49-F238E27FC236}">
                <a16:creationId xmlns:a16="http://schemas.microsoft.com/office/drawing/2014/main" id="{78C05D01-8344-CE02-7E4B-D1FFECAE0EAD}"/>
              </a:ext>
            </a:extLst>
          </p:cNvPr>
          <p:cNvSpPr/>
          <p:nvPr/>
        </p:nvSpPr>
        <p:spPr>
          <a:xfrm>
            <a:off x="0" y="459908"/>
            <a:ext cx="9144000" cy="3159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eaLnBrk="1" fontAlgn="auto" hangingPunct="1">
              <a:spcBef>
                <a:spcPts val="0"/>
              </a:spcBef>
              <a:spcAft>
                <a:spcPts val="0"/>
              </a:spcAft>
              <a:defRPr/>
            </a:pPr>
            <a:r>
              <a:rPr lang="en-GB" sz="2800" dirty="0">
                <a:solidFill>
                  <a:schemeClr val="tx1"/>
                </a:solidFill>
                <a:latin typeface="Twinkl ExtraBold" pitchFamily="2" charset="0"/>
              </a:rPr>
              <a:t>Daily       News</a:t>
            </a:r>
          </a:p>
        </p:txBody>
      </p:sp>
      <p:sp>
        <p:nvSpPr>
          <p:cNvPr id="14" name="Rectangle 13">
            <a:hlinkClick r:id="rId8"/>
            <a:extLst>
              <a:ext uri="{FF2B5EF4-FFF2-40B4-BE49-F238E27FC236}">
                <a16:creationId xmlns:a16="http://schemas.microsoft.com/office/drawing/2014/main" id="{0D833E5C-D79B-C6DF-E568-3B1D1F7B4419}"/>
              </a:ext>
            </a:extLst>
          </p:cNvPr>
          <p:cNvSpPr/>
          <p:nvPr/>
        </p:nvSpPr>
        <p:spPr>
          <a:xfrm>
            <a:off x="8577943" y="6653348"/>
            <a:ext cx="566057" cy="2046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0" name="Group 9">
            <a:extLst>
              <a:ext uri="{FF2B5EF4-FFF2-40B4-BE49-F238E27FC236}">
                <a16:creationId xmlns:a16="http://schemas.microsoft.com/office/drawing/2014/main" id="{D5C4E1EC-7186-6FD0-72B1-A5F5D982DEC3}"/>
              </a:ext>
            </a:extLst>
          </p:cNvPr>
          <p:cNvGrpSpPr/>
          <p:nvPr/>
        </p:nvGrpSpPr>
        <p:grpSpPr>
          <a:xfrm>
            <a:off x="6627220" y="5939303"/>
            <a:ext cx="2313669" cy="761313"/>
            <a:chOff x="6740433" y="5939303"/>
            <a:chExt cx="2313669" cy="761313"/>
          </a:xfrm>
        </p:grpSpPr>
        <p:sp>
          <p:nvSpPr>
            <p:cNvPr id="11" name="TextBox 10">
              <a:hlinkClick r:id="" action="ppaction://noaction"/>
              <a:extLst>
                <a:ext uri="{FF2B5EF4-FFF2-40B4-BE49-F238E27FC236}">
                  <a16:creationId xmlns:a16="http://schemas.microsoft.com/office/drawing/2014/main" id="{FA4DB4BE-6368-B28A-BA69-CC8AD81C539B}"/>
                </a:ext>
              </a:extLst>
            </p:cNvPr>
            <p:cNvSpPr txBox="1">
              <a:spLocks noChangeArrowheads="1"/>
            </p:cNvSpPr>
            <p:nvPr/>
          </p:nvSpPr>
          <p:spPr bwMode="auto">
            <a:xfrm>
              <a:off x="6740433" y="5939303"/>
              <a:ext cx="2192601" cy="640414"/>
            </a:xfrm>
            <a:prstGeom prst="rect">
              <a:avLst/>
            </a:prstGeom>
            <a:solidFill>
              <a:schemeClr val="bg1"/>
            </a:solidFill>
            <a:ln w="28575">
              <a:solidFill>
                <a:srgbClr val="153249"/>
              </a:solidFill>
              <a:miter lim="800000"/>
              <a:headEnd/>
              <a:tailEnd/>
            </a:ln>
          </p:spPr>
          <p:txBody>
            <a:bodyPr wrap="square" lIns="108000" tIns="72000" rIns="0" bIns="72000" anchor="ctr">
              <a:spAutoFit/>
            </a:bodyPr>
            <a:lstStyle>
              <a:lvl1pPr>
                <a:lnSpc>
                  <a:spcPct val="90000"/>
                </a:lnSpc>
                <a:spcBef>
                  <a:spcPts val="1000"/>
                </a:spcBef>
                <a:buFont typeface="Arial" panose="020B0604020202020204" pitchFamily="34" charset="0"/>
                <a:buChar char="•"/>
                <a:defRPr>
                  <a:solidFill>
                    <a:srgbClr val="1C1C1C"/>
                  </a:solidFill>
                  <a:latin typeface="Twinkl" pitchFamily="2" charset="0"/>
                  <a:ea typeface="Sassoon Infant Rg" panose="02000503030000020003" charset="0"/>
                  <a:cs typeface="Sassoon Infant Rg" panose="02000503030000020003" charset="0"/>
                </a:defRPr>
              </a:lvl1pPr>
              <a:lvl2pPr marL="742950" indent="-285750">
                <a:lnSpc>
                  <a:spcPct val="90000"/>
                </a:lnSpc>
                <a:spcBef>
                  <a:spcPts val="500"/>
                </a:spcBef>
                <a:buFont typeface="Arial" panose="020B0604020202020204" pitchFamily="34" charset="0"/>
                <a:buChar char="•"/>
                <a:defRPr sz="1600">
                  <a:solidFill>
                    <a:srgbClr val="1C1C1C"/>
                  </a:solidFill>
                  <a:latin typeface="Twinkl" pitchFamily="2" charset="0"/>
                  <a:ea typeface="Sassoon Infant Rg" panose="02000503030000020003" charset="0"/>
                  <a:cs typeface="Sassoon Infant Rg" panose="02000503030000020003" charset="0"/>
                </a:defRPr>
              </a:lvl2pPr>
              <a:lvl3pPr marL="1143000" indent="-228600">
                <a:lnSpc>
                  <a:spcPct val="90000"/>
                </a:lnSpc>
                <a:spcBef>
                  <a:spcPts val="500"/>
                </a:spcBef>
                <a:buFont typeface="Arial" panose="020B0604020202020204" pitchFamily="34" charset="0"/>
                <a:buChar char="•"/>
                <a:defRPr sz="1400">
                  <a:solidFill>
                    <a:srgbClr val="1C1C1C"/>
                  </a:solidFill>
                  <a:latin typeface="Twinkl" pitchFamily="2" charset="0"/>
                  <a:ea typeface="Sassoon Infant Rg" panose="02000503030000020003" charset="0"/>
                  <a:cs typeface="Sassoon Infant Rg" panose="02000503030000020003" charset="0"/>
                </a:defRPr>
              </a:lvl3pPr>
              <a:lvl4pPr marL="1600200" indent="-228600">
                <a:lnSpc>
                  <a:spcPct val="90000"/>
                </a:lnSpc>
                <a:spcBef>
                  <a:spcPts val="500"/>
                </a:spcBef>
                <a:buFont typeface="Arial" panose="020B0604020202020204" pitchFamily="34" charset="0"/>
                <a:buChar char="•"/>
                <a:defRPr sz="1400">
                  <a:solidFill>
                    <a:srgbClr val="1C1C1C"/>
                  </a:solidFill>
                  <a:latin typeface="Twinkl" pitchFamily="2" charset="0"/>
                  <a:ea typeface="Sassoon Infant Rg" panose="02000503030000020003" charset="0"/>
                  <a:cs typeface="Sassoon Infant Rg" panose="02000503030000020003" charset="0"/>
                </a:defRPr>
              </a:lvl4pPr>
              <a:lvl5pPr marL="2057400" indent="-228600">
                <a:lnSpc>
                  <a:spcPct val="90000"/>
                </a:lnSpc>
                <a:spcBef>
                  <a:spcPts val="500"/>
                </a:spcBef>
                <a:buFont typeface="Arial" panose="020B0604020202020204" pitchFamily="34" charset="0"/>
                <a:buChar char="•"/>
                <a:defRPr sz="1400">
                  <a:solidFill>
                    <a:srgbClr val="1C1C1C"/>
                  </a:solidFill>
                  <a:latin typeface="Twinkl" pitchFamily="2" charset="0"/>
                  <a:ea typeface="Sassoon Infant Rg" panose="02000503030000020003" charset="0"/>
                  <a:cs typeface="Sassoon Infant Rg" panose="02000503030000020003"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ea typeface="Sassoon Infant Rg" panose="02000503030000020003" charset="0"/>
                  <a:cs typeface="Sassoon Infant Rg" panose="02000503030000020003"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ea typeface="Sassoon Infant Rg" panose="02000503030000020003" charset="0"/>
                  <a:cs typeface="Sassoon Infant Rg" panose="02000503030000020003"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ea typeface="Sassoon Infant Rg" panose="02000503030000020003" charset="0"/>
                  <a:cs typeface="Sassoon Infant Rg" panose="02000503030000020003"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ea typeface="Sassoon Infant Rg" panose="02000503030000020003" charset="0"/>
                  <a:cs typeface="Sassoon Infant Rg" panose="02000503030000020003" charset="0"/>
                </a:defRPr>
              </a:lvl9pPr>
            </a:lstStyle>
            <a:p>
              <a:pPr eaLnBrk="1" hangingPunct="1">
                <a:lnSpc>
                  <a:spcPct val="100000"/>
                </a:lnSpc>
                <a:spcBef>
                  <a:spcPct val="0"/>
                </a:spcBef>
                <a:spcAft>
                  <a:spcPts val="500"/>
                </a:spcAft>
                <a:buFontTx/>
                <a:buNone/>
              </a:pPr>
              <a:r>
                <a:rPr lang="en-GB" altLang="en-US" sz="1400" dirty="0">
                  <a:solidFill>
                    <a:schemeClr val="tx1"/>
                  </a:solidFill>
                  <a:hlinkClick r:id="rId9" action="ppaction://hlinksldjump"/>
                </a:rPr>
                <a:t>Comprehension Questions</a:t>
              </a:r>
              <a:endParaRPr lang="en-GB" altLang="en-US" sz="1400" dirty="0">
                <a:solidFill>
                  <a:schemeClr val="tx1"/>
                </a:solidFill>
              </a:endParaRPr>
            </a:p>
            <a:p>
              <a:pPr eaLnBrk="1" hangingPunct="1">
                <a:lnSpc>
                  <a:spcPct val="100000"/>
                </a:lnSpc>
                <a:spcBef>
                  <a:spcPct val="0"/>
                </a:spcBef>
                <a:spcAft>
                  <a:spcPts val="500"/>
                </a:spcAft>
                <a:buFontTx/>
                <a:buNone/>
              </a:pPr>
              <a:r>
                <a:rPr lang="en-GB" altLang="en-US" sz="1400" dirty="0">
                  <a:solidFill>
                    <a:schemeClr val="tx1"/>
                  </a:solidFill>
                  <a:hlinkClick r:id="rId10" action="ppaction://hlinksldjump"/>
                </a:rPr>
                <a:t>Today’s Big Question</a:t>
              </a:r>
              <a:endParaRPr lang="en-GB" altLang="en-US" sz="1400" dirty="0">
                <a:solidFill>
                  <a:schemeClr val="tx1"/>
                </a:solidFill>
              </a:endParaRPr>
            </a:p>
          </p:txBody>
        </p:sp>
        <p:pic>
          <p:nvPicPr>
            <p:cNvPr id="12" name="Picture 11">
              <a:hlinkClick r:id="rId10" action="ppaction://hlinksldjump"/>
              <a:extLst>
                <a:ext uri="{FF2B5EF4-FFF2-40B4-BE49-F238E27FC236}">
                  <a16:creationId xmlns:a16="http://schemas.microsoft.com/office/drawing/2014/main" id="{EC498175-0F5B-9088-85AF-B930B716C5CD}"/>
                </a:ext>
              </a:extLst>
            </p:cNvPr>
            <p:cNvPicPr>
              <a:picLocks noChangeAspect="1"/>
            </p:cNvPicPr>
            <p:nvPr/>
          </p:nvPicPr>
          <p:blipFill>
            <a:blip r:embed="rId11" cstate="print">
              <a:extLst>
                <a:ext uri="{28A0092B-C50C-407E-A947-70E740481C1C}">
                  <a14:useLocalDpi xmlns:a14="http://schemas.microsoft.com/office/drawing/2010/main" val="0"/>
                </a:ext>
              </a:extLst>
            </a:blip>
            <a:srcRect/>
            <a:stretch/>
          </p:blipFill>
          <p:spPr bwMode="auto">
            <a:xfrm>
              <a:off x="8612749" y="6259263"/>
              <a:ext cx="441353" cy="441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1415325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2293"/>
                                        </p:tgtEl>
                                        <p:attrNameLst>
                                          <p:attrName>style.visibility</p:attrName>
                                        </p:attrNameLst>
                                      </p:cBhvr>
                                      <p:to>
                                        <p:strVal val="visible"/>
                                      </p:to>
                                    </p:set>
                                    <p:animEffect transition="in" filter="fade">
                                      <p:cBhvr>
                                        <p:cTn id="7" dur="1000"/>
                                        <p:tgtEl>
                                          <p:spTgt spid="12293"/>
                                        </p:tgtEl>
                                      </p:cBhvr>
                                    </p:animEffect>
                                    <p:anim calcmode="lin" valueType="num">
                                      <p:cBhvr>
                                        <p:cTn id="8" dur="1000" fill="hold"/>
                                        <p:tgtEl>
                                          <p:spTgt spid="12293"/>
                                        </p:tgtEl>
                                        <p:attrNameLst>
                                          <p:attrName>ppt_x</p:attrName>
                                        </p:attrNameLst>
                                      </p:cBhvr>
                                      <p:tavLst>
                                        <p:tav tm="0">
                                          <p:val>
                                            <p:strVal val="#ppt_x"/>
                                          </p:val>
                                        </p:tav>
                                        <p:tav tm="100000">
                                          <p:val>
                                            <p:strVal val="#ppt_x"/>
                                          </p:val>
                                        </p:tav>
                                      </p:tavLst>
                                    </p:anim>
                                    <p:anim calcmode="lin" valueType="num">
                                      <p:cBhvr>
                                        <p:cTn id="9" dur="1000" fill="hold"/>
                                        <p:tgtEl>
                                          <p:spTgt spid="1229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1000"/>
                                        <p:tgtEl>
                                          <p:spTgt spid="21"/>
                                        </p:tgtEl>
                                      </p:cBhvr>
                                    </p:animEffect>
                                    <p:anim calcmode="lin" valueType="num">
                                      <p:cBhvr>
                                        <p:cTn id="13" dur="1000" fill="hold"/>
                                        <p:tgtEl>
                                          <p:spTgt spid="21"/>
                                        </p:tgtEl>
                                        <p:attrNameLst>
                                          <p:attrName>ppt_x</p:attrName>
                                        </p:attrNameLst>
                                      </p:cBhvr>
                                      <p:tavLst>
                                        <p:tav tm="0">
                                          <p:val>
                                            <p:strVal val="#ppt_x"/>
                                          </p:val>
                                        </p:tav>
                                        <p:tav tm="100000">
                                          <p:val>
                                            <p:strVal val="#ppt_x"/>
                                          </p:val>
                                        </p:tav>
                                      </p:tavLst>
                                    </p:anim>
                                    <p:anim calcmode="lin" valueType="num">
                                      <p:cBhvr>
                                        <p:cTn id="14" dur="1000" fill="hold"/>
                                        <p:tgtEl>
                                          <p:spTgt spid="21"/>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2294"/>
                                        </p:tgtEl>
                                        <p:attrNameLst>
                                          <p:attrName>style.visibility</p:attrName>
                                        </p:attrNameLst>
                                      </p:cBhvr>
                                      <p:to>
                                        <p:strVal val="visible"/>
                                      </p:to>
                                    </p:set>
                                    <p:animEffect transition="in" filter="fade">
                                      <p:cBhvr>
                                        <p:cTn id="17" dur="1000"/>
                                        <p:tgtEl>
                                          <p:spTgt spid="12294"/>
                                        </p:tgtEl>
                                      </p:cBhvr>
                                    </p:animEffect>
                                    <p:anim calcmode="lin" valueType="num">
                                      <p:cBhvr>
                                        <p:cTn id="18" dur="1000" fill="hold"/>
                                        <p:tgtEl>
                                          <p:spTgt spid="12294"/>
                                        </p:tgtEl>
                                        <p:attrNameLst>
                                          <p:attrName>ppt_x</p:attrName>
                                        </p:attrNameLst>
                                      </p:cBhvr>
                                      <p:tavLst>
                                        <p:tav tm="0">
                                          <p:val>
                                            <p:strVal val="#ppt_x"/>
                                          </p:val>
                                        </p:tav>
                                        <p:tav tm="100000">
                                          <p:val>
                                            <p:strVal val="#ppt_x"/>
                                          </p:val>
                                        </p:tav>
                                      </p:tavLst>
                                    </p:anim>
                                    <p:anim calcmode="lin" valueType="num">
                                      <p:cBhvr>
                                        <p:cTn id="19" dur="1000" fill="hold"/>
                                        <p:tgtEl>
                                          <p:spTgt spid="12294"/>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1000"/>
                                        <p:tgtEl>
                                          <p:spTgt spid="25"/>
                                        </p:tgtEl>
                                      </p:cBhvr>
                                    </p:animEffect>
                                    <p:anim calcmode="lin" valueType="num">
                                      <p:cBhvr>
                                        <p:cTn id="23" dur="1000" fill="hold"/>
                                        <p:tgtEl>
                                          <p:spTgt spid="25"/>
                                        </p:tgtEl>
                                        <p:attrNameLst>
                                          <p:attrName>ppt_x</p:attrName>
                                        </p:attrNameLst>
                                      </p:cBhvr>
                                      <p:tavLst>
                                        <p:tav tm="0">
                                          <p:val>
                                            <p:strVal val="#ppt_x"/>
                                          </p:val>
                                        </p:tav>
                                        <p:tav tm="100000">
                                          <p:val>
                                            <p:strVal val="#ppt_x"/>
                                          </p:val>
                                        </p:tav>
                                      </p:tavLst>
                                    </p:anim>
                                    <p:anim calcmode="lin" valueType="num">
                                      <p:cBhvr>
                                        <p:cTn id="24" dur="1000" fill="hold"/>
                                        <p:tgtEl>
                                          <p:spTgt spid="25"/>
                                        </p:tgtEl>
                                        <p:attrNameLst>
                                          <p:attrName>ppt_y</p:attrName>
                                        </p:attrNameLst>
                                      </p:cBhvr>
                                      <p:tavLst>
                                        <p:tav tm="0">
                                          <p:val>
                                            <p:strVal val="#ppt_y+.1"/>
                                          </p:val>
                                        </p:tav>
                                        <p:tav tm="100000">
                                          <p:val>
                                            <p:strVal val="#ppt_y"/>
                                          </p:val>
                                        </p:tav>
                                      </p:tavLst>
                                    </p:anim>
                                  </p:childTnLst>
                                </p:cTn>
                              </p:par>
                              <p:par>
                                <p:cTn id="25" presetID="22" presetClass="entr" presetSubtype="8" fill="hold" nodeType="with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left)">
                                      <p:cBhvr>
                                        <p:cTn id="27" dur="1000"/>
                                        <p:tgtEl>
                                          <p:spTgt spid="2"/>
                                        </p:tgtEl>
                                      </p:cBhvr>
                                    </p:animEffect>
                                  </p:childTnLst>
                                </p:cTn>
                              </p:par>
                              <p:par>
                                <p:cTn id="28" presetID="42" presetClass="entr" presetSubtype="0" fill="hold"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1000"/>
                                        <p:tgtEl>
                                          <p:spTgt spid="9"/>
                                        </p:tgtEl>
                                      </p:cBhvr>
                                    </p:animEffect>
                                    <p:anim calcmode="lin" valueType="num">
                                      <p:cBhvr>
                                        <p:cTn id="31" dur="1000" fill="hold"/>
                                        <p:tgtEl>
                                          <p:spTgt spid="9"/>
                                        </p:tgtEl>
                                        <p:attrNameLst>
                                          <p:attrName>ppt_x</p:attrName>
                                        </p:attrNameLst>
                                      </p:cBhvr>
                                      <p:tavLst>
                                        <p:tav tm="0">
                                          <p:val>
                                            <p:strVal val="#ppt_x"/>
                                          </p:val>
                                        </p:tav>
                                        <p:tav tm="100000">
                                          <p:val>
                                            <p:strVal val="#ppt_x"/>
                                          </p:val>
                                        </p:tav>
                                      </p:tavLst>
                                    </p:anim>
                                    <p:anim calcmode="lin" valueType="num">
                                      <p:cBhvr>
                                        <p:cTn id="32" dur="1000" fill="hold"/>
                                        <p:tgtEl>
                                          <p:spTgt spid="9"/>
                                        </p:tgtEl>
                                        <p:attrNameLst>
                                          <p:attrName>ppt_y</p:attrName>
                                        </p:attrNameLst>
                                      </p:cBhvr>
                                      <p:tavLst>
                                        <p:tav tm="0">
                                          <p:val>
                                            <p:strVal val="#ppt_y+.1"/>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1000"/>
                                        <p:tgtEl>
                                          <p:spTgt spid="13"/>
                                        </p:tgtEl>
                                      </p:cBhvr>
                                    </p:animEffect>
                                    <p:anim calcmode="lin" valueType="num">
                                      <p:cBhvr>
                                        <p:cTn id="36" dur="1000" fill="hold"/>
                                        <p:tgtEl>
                                          <p:spTgt spid="13"/>
                                        </p:tgtEl>
                                        <p:attrNameLst>
                                          <p:attrName>ppt_x</p:attrName>
                                        </p:attrNameLst>
                                      </p:cBhvr>
                                      <p:tavLst>
                                        <p:tav tm="0">
                                          <p:val>
                                            <p:strVal val="#ppt_x"/>
                                          </p:val>
                                        </p:tav>
                                        <p:tav tm="100000">
                                          <p:val>
                                            <p:strVal val="#ppt_x"/>
                                          </p:val>
                                        </p:tav>
                                      </p:tavLst>
                                    </p:anim>
                                    <p:anim calcmode="lin" valueType="num">
                                      <p:cBhvr>
                                        <p:cTn id="37"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12293" grpId="0"/>
      <p:bldP spid="25" grpId="0" animBg="1"/>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617F8684-A58E-B6B3-A15E-AFAE96D4D7F8}"/>
              </a:ext>
            </a:extLst>
          </p:cNvPr>
          <p:cNvGraphicFramePr>
            <a:graphicFrameLocks noGrp="1"/>
          </p:cNvGraphicFramePr>
          <p:nvPr>
            <p:extLst>
              <p:ext uri="{D42A27DB-BD31-4B8C-83A1-F6EECF244321}">
                <p14:modId xmlns:p14="http://schemas.microsoft.com/office/powerpoint/2010/main" val="854821791"/>
              </p:ext>
            </p:extLst>
          </p:nvPr>
        </p:nvGraphicFramePr>
        <p:xfrm>
          <a:off x="583474" y="4092834"/>
          <a:ext cx="7977052" cy="2301004"/>
        </p:xfrm>
        <a:graphic>
          <a:graphicData uri="http://schemas.openxmlformats.org/drawingml/2006/table">
            <a:tbl>
              <a:tblPr firstRow="1" bandRow="1">
                <a:tableStyleId>{7DF18680-E054-41AD-8BC1-D1AEF772440D}</a:tableStyleId>
              </a:tblPr>
              <a:tblGrid>
                <a:gridCol w="1439290">
                  <a:extLst>
                    <a:ext uri="{9D8B030D-6E8A-4147-A177-3AD203B41FA5}">
                      <a16:colId xmlns:a16="http://schemas.microsoft.com/office/drawing/2014/main" val="20000"/>
                    </a:ext>
                  </a:extLst>
                </a:gridCol>
                <a:gridCol w="6537762">
                  <a:extLst>
                    <a:ext uri="{9D8B030D-6E8A-4147-A177-3AD203B41FA5}">
                      <a16:colId xmlns:a16="http://schemas.microsoft.com/office/drawing/2014/main" val="20001"/>
                    </a:ext>
                  </a:extLst>
                </a:gridCol>
              </a:tblGrid>
              <a:tr h="407359">
                <a:tc>
                  <a:txBody>
                    <a:bodyPr/>
                    <a:lstStyle/>
                    <a:p>
                      <a:pPr algn="ctr"/>
                      <a:r>
                        <a:rPr lang="en-GB" sz="1800" dirty="0"/>
                        <a:t>Word</a:t>
                      </a:r>
                    </a:p>
                  </a:txBody>
                  <a:tcPr marL="91423" marR="91423" marT="45718" marB="45718" anchor="ctr"/>
                </a:tc>
                <a:tc>
                  <a:txBody>
                    <a:bodyPr/>
                    <a:lstStyle/>
                    <a:p>
                      <a:pPr algn="ctr"/>
                      <a:r>
                        <a:rPr lang="en-GB" sz="1800" dirty="0"/>
                        <a:t>Definition</a:t>
                      </a:r>
                    </a:p>
                  </a:txBody>
                  <a:tcPr marL="91423" marR="91423" marT="45718" marB="45718" anchor="ctr"/>
                </a:tc>
                <a:extLst>
                  <a:ext uri="{0D108BD9-81ED-4DB2-BD59-A6C34878D82A}">
                    <a16:rowId xmlns:a16="http://schemas.microsoft.com/office/drawing/2014/main" val="10000"/>
                  </a:ext>
                </a:extLst>
              </a:tr>
              <a:tr h="427531">
                <a:tc>
                  <a:txBody>
                    <a:bodyPr/>
                    <a:lstStyle/>
                    <a:p>
                      <a:pPr algn="r"/>
                      <a:r>
                        <a:rPr lang="en-GB" sz="1800" b="1" i="0" u="none" strike="noStrike" kern="1200" dirty="0">
                          <a:solidFill>
                            <a:schemeClr val="dk1"/>
                          </a:solidFill>
                          <a:effectLst/>
                          <a:latin typeface="+mn-lt"/>
                          <a:ea typeface="+mn-ea"/>
                          <a:cs typeface="+mn-cs"/>
                        </a:rPr>
                        <a:t>forensic</a:t>
                      </a:r>
                      <a:endParaRPr lang="en-GB" sz="1800" b="1" dirty="0">
                        <a:solidFill>
                          <a:schemeClr val="tx1"/>
                        </a:solidFill>
                      </a:endParaRPr>
                    </a:p>
                  </a:txBody>
                  <a:tcPr marL="36000" marR="36000" marT="45718" marB="45718"/>
                </a:tc>
                <a:tc>
                  <a:txBody>
                    <a:bodyPr/>
                    <a:lstStyle/>
                    <a:p>
                      <a:pPr algn="l"/>
                      <a:r>
                        <a:rPr lang="en-GB" sz="1800" b="0" i="0" u="none" strike="noStrike" kern="1200" dirty="0">
                          <a:solidFill>
                            <a:schemeClr val="dk1"/>
                          </a:solidFill>
                          <a:effectLst/>
                          <a:latin typeface="+mn-lt"/>
                          <a:ea typeface="+mn-ea"/>
                          <a:cs typeface="+mn-cs"/>
                        </a:rPr>
                        <a:t>Scientific tests used by the police when solving crimes. </a:t>
                      </a:r>
                      <a:endParaRPr lang="en-GB" sz="1800" dirty="0"/>
                    </a:p>
                  </a:txBody>
                  <a:tcPr marL="91423" marR="91423" marT="45718" marB="45718"/>
                </a:tc>
                <a:extLst>
                  <a:ext uri="{0D108BD9-81ED-4DB2-BD59-A6C34878D82A}">
                    <a16:rowId xmlns:a16="http://schemas.microsoft.com/office/drawing/2014/main" val="10001"/>
                  </a:ext>
                </a:extLst>
              </a:tr>
              <a:tr h="413019">
                <a:tc>
                  <a:txBody>
                    <a:bodyPr/>
                    <a:lstStyle/>
                    <a:p>
                      <a:pPr algn="r"/>
                      <a:r>
                        <a:rPr lang="en-GB" sz="1800" b="1" dirty="0"/>
                        <a:t>maritime</a:t>
                      </a:r>
                      <a:endParaRPr lang="en-GB" sz="1800" b="1" dirty="0">
                        <a:solidFill>
                          <a:schemeClr val="tx1"/>
                        </a:solidFill>
                      </a:endParaRPr>
                    </a:p>
                  </a:txBody>
                  <a:tcPr marL="36000" marR="36000" marT="45718" marB="45718"/>
                </a:tc>
                <a:tc>
                  <a:txBody>
                    <a:bodyPr/>
                    <a:lstStyle/>
                    <a:p>
                      <a:pPr algn="l"/>
                      <a:r>
                        <a:rPr lang="en-GB" sz="1800" b="0" i="0" u="none" strike="noStrike" kern="1200" dirty="0">
                          <a:solidFill>
                            <a:schemeClr val="dk1"/>
                          </a:solidFill>
                          <a:effectLst/>
                          <a:latin typeface="+mn-lt"/>
                          <a:ea typeface="+mn-ea"/>
                          <a:cs typeface="+mn-cs"/>
                        </a:rPr>
                        <a:t>Linked to ships and the sea.</a:t>
                      </a:r>
                      <a:endParaRPr lang="en-GB" sz="1800" dirty="0"/>
                    </a:p>
                  </a:txBody>
                  <a:tcPr marL="91423" marR="91423" marT="45718" marB="45718"/>
                </a:tc>
                <a:extLst>
                  <a:ext uri="{0D108BD9-81ED-4DB2-BD59-A6C34878D82A}">
                    <a16:rowId xmlns:a16="http://schemas.microsoft.com/office/drawing/2014/main" val="10002"/>
                  </a:ext>
                </a:extLst>
              </a:tr>
              <a:tr h="405998">
                <a:tc>
                  <a:txBody>
                    <a:bodyPr/>
                    <a:lstStyle/>
                    <a:p>
                      <a:pPr algn="r"/>
                      <a:r>
                        <a:rPr lang="en-GB" sz="1800" b="1" i="0" u="none" strike="noStrike" kern="1200" dirty="0">
                          <a:solidFill>
                            <a:schemeClr val="dk1"/>
                          </a:solidFill>
                          <a:effectLst/>
                          <a:latin typeface="+mn-lt"/>
                          <a:ea typeface="+mn-ea"/>
                          <a:cs typeface="+mn-cs"/>
                        </a:rPr>
                        <a:t>archaeology</a:t>
                      </a:r>
                      <a:endParaRPr lang="en-GB" sz="1800" b="0" dirty="0">
                        <a:solidFill>
                          <a:schemeClr val="tx1"/>
                        </a:solidFill>
                      </a:endParaRPr>
                    </a:p>
                  </a:txBody>
                  <a:tcPr marL="36000" marR="36000" marT="45718" marB="45718"/>
                </a:tc>
                <a:tc>
                  <a:txBody>
                    <a:bodyPr/>
                    <a:lstStyle/>
                    <a:p>
                      <a:pPr algn="l"/>
                      <a:r>
                        <a:rPr lang="en-GB" sz="1800" b="0" i="0" u="none" strike="noStrike" kern="1200" dirty="0">
                          <a:solidFill>
                            <a:schemeClr val="dk1"/>
                          </a:solidFill>
                          <a:effectLst/>
                          <a:latin typeface="+mn-lt"/>
                          <a:ea typeface="+mn-ea"/>
                          <a:cs typeface="+mn-cs"/>
                        </a:rPr>
                        <a:t>The study of the past through exploration of sites and objects found. </a:t>
                      </a:r>
                      <a:endParaRPr lang="en-GB" sz="1800" dirty="0"/>
                    </a:p>
                  </a:txBody>
                  <a:tcPr marL="91423" marR="91423" marT="45718" marB="45718"/>
                </a:tc>
                <a:extLst>
                  <a:ext uri="{0D108BD9-81ED-4DB2-BD59-A6C34878D82A}">
                    <a16:rowId xmlns:a16="http://schemas.microsoft.com/office/drawing/2014/main" val="10003"/>
                  </a:ext>
                </a:extLst>
              </a:tr>
              <a:tr h="413019">
                <a:tc>
                  <a:txBody>
                    <a:bodyPr/>
                    <a:lstStyle/>
                    <a:p>
                      <a:pPr algn="r"/>
                      <a:r>
                        <a:rPr lang="en-GB" sz="1800" b="1" i="0" u="none" strike="noStrike" kern="1200" dirty="0">
                          <a:solidFill>
                            <a:schemeClr val="dk1"/>
                          </a:solidFill>
                          <a:effectLst/>
                          <a:latin typeface="+mn-lt"/>
                          <a:ea typeface="+mn-ea"/>
                          <a:cs typeface="+mn-cs"/>
                        </a:rPr>
                        <a:t>deterrent</a:t>
                      </a:r>
                      <a:endParaRPr lang="en-GB" sz="1800" b="0" dirty="0">
                        <a:solidFill>
                          <a:schemeClr val="tx1"/>
                        </a:solidFill>
                      </a:endParaRPr>
                    </a:p>
                  </a:txBody>
                  <a:tcPr marL="36000" marR="36000" marT="45718" marB="45718"/>
                </a:tc>
                <a:tc>
                  <a:txBody>
                    <a:bodyPr/>
                    <a:lstStyle/>
                    <a:p>
                      <a:pPr algn="l"/>
                      <a:r>
                        <a:rPr lang="en-GB" sz="1800" b="0" i="0" u="none" strike="noStrike" kern="1200" dirty="0">
                          <a:solidFill>
                            <a:schemeClr val="dk1"/>
                          </a:solidFill>
                          <a:effectLst/>
                          <a:latin typeface="+mn-lt"/>
                          <a:ea typeface="+mn-ea"/>
                          <a:cs typeface="+mn-cs"/>
                        </a:rPr>
                        <a:t>Something that makes a person less likely to do something. </a:t>
                      </a:r>
                      <a:endParaRPr lang="en-GB" sz="1800" dirty="0"/>
                    </a:p>
                  </a:txBody>
                  <a:tcPr marL="91423" marR="91423" marT="45718" marB="45718"/>
                </a:tc>
                <a:extLst>
                  <a:ext uri="{0D108BD9-81ED-4DB2-BD59-A6C34878D82A}">
                    <a16:rowId xmlns:a16="http://schemas.microsoft.com/office/drawing/2014/main" val="10004"/>
                  </a:ext>
                </a:extLst>
              </a:tr>
            </a:tbl>
          </a:graphicData>
        </a:graphic>
      </p:graphicFrame>
      <p:cxnSp>
        <p:nvCxnSpPr>
          <p:cNvPr id="4" name="Straight Connector 3">
            <a:extLst>
              <a:ext uri="{FF2B5EF4-FFF2-40B4-BE49-F238E27FC236}">
                <a16:creationId xmlns:a16="http://schemas.microsoft.com/office/drawing/2014/main" id="{2474060B-4F08-7B37-CEFA-6061D881C850}"/>
              </a:ext>
            </a:extLst>
          </p:cNvPr>
          <p:cNvCxnSpPr>
            <a:cxnSpLocks/>
          </p:cNvCxnSpPr>
          <p:nvPr/>
        </p:nvCxnSpPr>
        <p:spPr>
          <a:xfrm>
            <a:off x="457198" y="3977612"/>
            <a:ext cx="8251011" cy="0"/>
          </a:xfrm>
          <a:prstGeom prst="line">
            <a:avLst/>
          </a:prstGeom>
          <a:ln w="38100">
            <a:solidFill>
              <a:srgbClr val="0F8BD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0C0AF33E-0234-F35A-E708-33C6B2BA270C}"/>
              </a:ext>
            </a:extLst>
          </p:cNvPr>
          <p:cNvCxnSpPr>
            <a:cxnSpLocks/>
          </p:cNvCxnSpPr>
          <p:nvPr/>
        </p:nvCxnSpPr>
        <p:spPr>
          <a:xfrm flipV="1">
            <a:off x="457198" y="830920"/>
            <a:ext cx="8238313" cy="58498"/>
          </a:xfrm>
          <a:prstGeom prst="line">
            <a:avLst/>
          </a:prstGeom>
          <a:ln w="38100">
            <a:solidFill>
              <a:srgbClr val="0F8BD1"/>
            </a:solidFill>
          </a:ln>
        </p:spPr>
        <p:style>
          <a:lnRef idx="1">
            <a:schemeClr val="accent1"/>
          </a:lnRef>
          <a:fillRef idx="0">
            <a:schemeClr val="accent1"/>
          </a:fillRef>
          <a:effectRef idx="0">
            <a:schemeClr val="accent1"/>
          </a:effectRef>
          <a:fontRef idx="minor">
            <a:schemeClr val="tx1"/>
          </a:fontRef>
        </p:style>
      </p:cxnSp>
      <p:sp>
        <p:nvSpPr>
          <p:cNvPr id="9" name="Title 5">
            <a:extLst>
              <a:ext uri="{FF2B5EF4-FFF2-40B4-BE49-F238E27FC236}">
                <a16:creationId xmlns:a16="http://schemas.microsoft.com/office/drawing/2014/main" id="{57A08C06-61C2-9299-9FF7-BEE84F78EC93}"/>
              </a:ext>
            </a:extLst>
          </p:cNvPr>
          <p:cNvSpPr txBox="1">
            <a:spLocks/>
          </p:cNvSpPr>
          <p:nvPr/>
        </p:nvSpPr>
        <p:spPr bwMode="auto">
          <a:xfrm>
            <a:off x="2558141" y="3571630"/>
            <a:ext cx="4010299" cy="357432"/>
          </a:xfrm>
          <a:prstGeom prst="roundRect">
            <a:avLst>
              <a:gd name="adj" fmla="val 9639"/>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round/>
                <a:headEnd/>
                <a:tailEnd/>
              </a14:hiddenLine>
            </a:ext>
          </a:extLst>
        </p:spPr>
        <p:txBody>
          <a:bodyPr vert="horz" wrap="square" lIns="252000" tIns="252000" rIns="252000" bIns="252000" numCol="1" rtlCol="0" anchor="ctr" anchorCtr="1" compatLnSpc="1">
            <a:prstTxWarp prst="textNoShape">
              <a:avLst/>
            </a:prstTxWarp>
            <a:noAutofit/>
          </a:bodyPr>
          <a:lstStyle>
            <a:lvl1pPr algn="l" rtl="0" eaLnBrk="1" fontAlgn="base" hangingPunct="1">
              <a:lnSpc>
                <a:spcPct val="90000"/>
              </a:lnSpc>
              <a:spcBef>
                <a:spcPct val="0"/>
              </a:spcBef>
              <a:spcAft>
                <a:spcPct val="0"/>
              </a:spcAft>
              <a:defRPr sz="4000" b="1" kern="1200">
                <a:solidFill>
                  <a:srgbClr val="1C1C1C"/>
                </a:solidFill>
                <a:latin typeface="Twinkl" pitchFamily="50" charset="0"/>
                <a:ea typeface="+mj-ea"/>
                <a:cs typeface="+mj-cs"/>
              </a:defRPr>
            </a:lvl1pPr>
            <a:lvl2pPr algn="l" rtl="0" eaLnBrk="1" fontAlgn="base" hangingPunct="1">
              <a:lnSpc>
                <a:spcPct val="90000"/>
              </a:lnSpc>
              <a:spcBef>
                <a:spcPct val="0"/>
              </a:spcBef>
              <a:spcAft>
                <a:spcPct val="0"/>
              </a:spcAft>
              <a:defRPr sz="4000" b="1">
                <a:solidFill>
                  <a:srgbClr val="1C1C1C"/>
                </a:solidFill>
                <a:latin typeface="Twinkl" pitchFamily="2" charset="0"/>
              </a:defRPr>
            </a:lvl2pPr>
            <a:lvl3pPr algn="l" rtl="0" eaLnBrk="1" fontAlgn="base" hangingPunct="1">
              <a:lnSpc>
                <a:spcPct val="90000"/>
              </a:lnSpc>
              <a:spcBef>
                <a:spcPct val="0"/>
              </a:spcBef>
              <a:spcAft>
                <a:spcPct val="0"/>
              </a:spcAft>
              <a:defRPr sz="4000" b="1">
                <a:solidFill>
                  <a:srgbClr val="1C1C1C"/>
                </a:solidFill>
                <a:latin typeface="Twinkl" pitchFamily="2" charset="0"/>
              </a:defRPr>
            </a:lvl3pPr>
            <a:lvl4pPr algn="l" rtl="0" eaLnBrk="1" fontAlgn="base" hangingPunct="1">
              <a:lnSpc>
                <a:spcPct val="90000"/>
              </a:lnSpc>
              <a:spcBef>
                <a:spcPct val="0"/>
              </a:spcBef>
              <a:spcAft>
                <a:spcPct val="0"/>
              </a:spcAft>
              <a:defRPr sz="4000" b="1">
                <a:solidFill>
                  <a:srgbClr val="1C1C1C"/>
                </a:solidFill>
                <a:latin typeface="Twinkl" pitchFamily="2" charset="0"/>
              </a:defRPr>
            </a:lvl4pPr>
            <a:lvl5pPr algn="l" rtl="0" eaLnBrk="1" fontAlgn="base" hangingPunct="1">
              <a:lnSpc>
                <a:spcPct val="90000"/>
              </a:lnSpc>
              <a:spcBef>
                <a:spcPct val="0"/>
              </a:spcBef>
              <a:spcAft>
                <a:spcPct val="0"/>
              </a:spcAft>
              <a:defRPr sz="4000" b="1">
                <a:solidFill>
                  <a:srgbClr val="1C1C1C"/>
                </a:solidFill>
                <a:latin typeface="Twinkl" pitchFamily="2" charset="0"/>
              </a:defRPr>
            </a:lvl5pPr>
            <a:lvl6pPr marL="457200" algn="l" rtl="0" eaLnBrk="1" fontAlgn="base" hangingPunct="1">
              <a:lnSpc>
                <a:spcPct val="90000"/>
              </a:lnSpc>
              <a:spcBef>
                <a:spcPct val="0"/>
              </a:spcBef>
              <a:spcAft>
                <a:spcPct val="0"/>
              </a:spcAft>
              <a:defRPr sz="4000" b="1">
                <a:solidFill>
                  <a:srgbClr val="1C1C1C"/>
                </a:solidFill>
                <a:latin typeface="Twinkl" pitchFamily="2" charset="0"/>
              </a:defRPr>
            </a:lvl6pPr>
            <a:lvl7pPr marL="914400" algn="l" rtl="0" eaLnBrk="1" fontAlgn="base" hangingPunct="1">
              <a:lnSpc>
                <a:spcPct val="90000"/>
              </a:lnSpc>
              <a:spcBef>
                <a:spcPct val="0"/>
              </a:spcBef>
              <a:spcAft>
                <a:spcPct val="0"/>
              </a:spcAft>
              <a:defRPr sz="4000" b="1">
                <a:solidFill>
                  <a:srgbClr val="1C1C1C"/>
                </a:solidFill>
                <a:latin typeface="Twinkl" pitchFamily="2" charset="0"/>
              </a:defRPr>
            </a:lvl7pPr>
            <a:lvl8pPr marL="1371600" algn="l" rtl="0" eaLnBrk="1" fontAlgn="base" hangingPunct="1">
              <a:lnSpc>
                <a:spcPct val="90000"/>
              </a:lnSpc>
              <a:spcBef>
                <a:spcPct val="0"/>
              </a:spcBef>
              <a:spcAft>
                <a:spcPct val="0"/>
              </a:spcAft>
              <a:defRPr sz="4000" b="1">
                <a:solidFill>
                  <a:srgbClr val="1C1C1C"/>
                </a:solidFill>
                <a:latin typeface="Twinkl" pitchFamily="2" charset="0"/>
              </a:defRPr>
            </a:lvl8pPr>
            <a:lvl9pPr marL="1828800" algn="l" rtl="0" eaLnBrk="1" fontAlgn="base" hangingPunct="1">
              <a:lnSpc>
                <a:spcPct val="90000"/>
              </a:lnSpc>
              <a:spcBef>
                <a:spcPct val="0"/>
              </a:spcBef>
              <a:spcAft>
                <a:spcPct val="0"/>
              </a:spcAft>
              <a:defRPr sz="4000" b="1">
                <a:solidFill>
                  <a:srgbClr val="1C1C1C"/>
                </a:solidFill>
                <a:latin typeface="Twinkl" pitchFamily="2" charset="0"/>
              </a:defRPr>
            </a:lvl9pPr>
          </a:lstStyle>
          <a:p>
            <a:pPr algn="ctr" fontAlgn="auto">
              <a:spcAft>
                <a:spcPts val="0"/>
              </a:spcAft>
              <a:defRPr/>
            </a:pPr>
            <a:r>
              <a:rPr lang="en-GB" sz="2600" dirty="0">
                <a:latin typeface="Twinkl" pitchFamily="2" charset="0"/>
              </a:rPr>
              <a:t>Glossary</a:t>
            </a:r>
          </a:p>
        </p:txBody>
      </p:sp>
      <p:sp>
        <p:nvSpPr>
          <p:cNvPr id="10" name="Title 1">
            <a:extLst>
              <a:ext uri="{FF2B5EF4-FFF2-40B4-BE49-F238E27FC236}">
                <a16:creationId xmlns:a16="http://schemas.microsoft.com/office/drawing/2014/main" id="{091D7AFD-601A-B1CE-65AD-32A6F9784012}"/>
              </a:ext>
            </a:extLst>
          </p:cNvPr>
          <p:cNvSpPr txBox="1">
            <a:spLocks/>
          </p:cNvSpPr>
          <p:nvPr/>
        </p:nvSpPr>
        <p:spPr>
          <a:xfrm>
            <a:off x="444500" y="433777"/>
            <a:ext cx="8242302" cy="412177"/>
          </a:xfrm>
          <a:prstGeom prst="roundRect">
            <a:avLst>
              <a:gd name="adj" fmla="val 0"/>
            </a:avLst>
          </a:prstGeom>
        </p:spPr>
        <p:txBody>
          <a:bodyPr anchor="ctr" anchorCtr="0"/>
          <a:lstStyle>
            <a:lvl1pPr algn="l" rtl="0" eaLnBrk="1" fontAlgn="base" hangingPunct="1">
              <a:lnSpc>
                <a:spcPct val="90000"/>
              </a:lnSpc>
              <a:spcBef>
                <a:spcPct val="0"/>
              </a:spcBef>
              <a:spcAft>
                <a:spcPct val="0"/>
              </a:spcAft>
              <a:defRPr sz="4000" b="1" kern="1200">
                <a:solidFill>
                  <a:srgbClr val="1C1C1C"/>
                </a:solidFill>
                <a:latin typeface="Twinkl" pitchFamily="50" charset="0"/>
                <a:ea typeface="+mj-ea"/>
                <a:cs typeface="+mj-cs"/>
              </a:defRPr>
            </a:lvl1pPr>
            <a:lvl2pPr algn="l" rtl="0" eaLnBrk="1" fontAlgn="base" hangingPunct="1">
              <a:lnSpc>
                <a:spcPct val="90000"/>
              </a:lnSpc>
              <a:spcBef>
                <a:spcPct val="0"/>
              </a:spcBef>
              <a:spcAft>
                <a:spcPct val="0"/>
              </a:spcAft>
              <a:defRPr sz="4000" b="1">
                <a:solidFill>
                  <a:srgbClr val="1C1C1C"/>
                </a:solidFill>
                <a:latin typeface="Twinkl" pitchFamily="2" charset="0"/>
              </a:defRPr>
            </a:lvl2pPr>
            <a:lvl3pPr algn="l" rtl="0" eaLnBrk="1" fontAlgn="base" hangingPunct="1">
              <a:lnSpc>
                <a:spcPct val="90000"/>
              </a:lnSpc>
              <a:spcBef>
                <a:spcPct val="0"/>
              </a:spcBef>
              <a:spcAft>
                <a:spcPct val="0"/>
              </a:spcAft>
              <a:defRPr sz="4000" b="1">
                <a:solidFill>
                  <a:srgbClr val="1C1C1C"/>
                </a:solidFill>
                <a:latin typeface="Twinkl" pitchFamily="2" charset="0"/>
              </a:defRPr>
            </a:lvl3pPr>
            <a:lvl4pPr algn="l" rtl="0" eaLnBrk="1" fontAlgn="base" hangingPunct="1">
              <a:lnSpc>
                <a:spcPct val="90000"/>
              </a:lnSpc>
              <a:spcBef>
                <a:spcPct val="0"/>
              </a:spcBef>
              <a:spcAft>
                <a:spcPct val="0"/>
              </a:spcAft>
              <a:defRPr sz="4000" b="1">
                <a:solidFill>
                  <a:srgbClr val="1C1C1C"/>
                </a:solidFill>
                <a:latin typeface="Twinkl" pitchFamily="2" charset="0"/>
              </a:defRPr>
            </a:lvl4pPr>
            <a:lvl5pPr algn="l" rtl="0" eaLnBrk="1" fontAlgn="base" hangingPunct="1">
              <a:lnSpc>
                <a:spcPct val="90000"/>
              </a:lnSpc>
              <a:spcBef>
                <a:spcPct val="0"/>
              </a:spcBef>
              <a:spcAft>
                <a:spcPct val="0"/>
              </a:spcAft>
              <a:defRPr sz="4000" b="1">
                <a:solidFill>
                  <a:srgbClr val="1C1C1C"/>
                </a:solidFill>
                <a:latin typeface="Twinkl" pitchFamily="2" charset="0"/>
              </a:defRPr>
            </a:lvl5pPr>
            <a:lvl6pPr marL="457200" algn="l" rtl="0" eaLnBrk="1" fontAlgn="base" hangingPunct="1">
              <a:lnSpc>
                <a:spcPct val="90000"/>
              </a:lnSpc>
              <a:spcBef>
                <a:spcPct val="0"/>
              </a:spcBef>
              <a:spcAft>
                <a:spcPct val="0"/>
              </a:spcAft>
              <a:defRPr sz="4000" b="1">
                <a:solidFill>
                  <a:srgbClr val="1C1C1C"/>
                </a:solidFill>
                <a:latin typeface="Twinkl" pitchFamily="2" charset="0"/>
              </a:defRPr>
            </a:lvl6pPr>
            <a:lvl7pPr marL="914400" algn="l" rtl="0" eaLnBrk="1" fontAlgn="base" hangingPunct="1">
              <a:lnSpc>
                <a:spcPct val="90000"/>
              </a:lnSpc>
              <a:spcBef>
                <a:spcPct val="0"/>
              </a:spcBef>
              <a:spcAft>
                <a:spcPct val="0"/>
              </a:spcAft>
              <a:defRPr sz="4000" b="1">
                <a:solidFill>
                  <a:srgbClr val="1C1C1C"/>
                </a:solidFill>
                <a:latin typeface="Twinkl" pitchFamily="2" charset="0"/>
              </a:defRPr>
            </a:lvl7pPr>
            <a:lvl8pPr marL="1371600" algn="l" rtl="0" eaLnBrk="1" fontAlgn="base" hangingPunct="1">
              <a:lnSpc>
                <a:spcPct val="90000"/>
              </a:lnSpc>
              <a:spcBef>
                <a:spcPct val="0"/>
              </a:spcBef>
              <a:spcAft>
                <a:spcPct val="0"/>
              </a:spcAft>
              <a:defRPr sz="4000" b="1">
                <a:solidFill>
                  <a:srgbClr val="1C1C1C"/>
                </a:solidFill>
                <a:latin typeface="Twinkl" pitchFamily="2" charset="0"/>
              </a:defRPr>
            </a:lvl8pPr>
            <a:lvl9pPr marL="1828800" algn="l" rtl="0" eaLnBrk="1" fontAlgn="base" hangingPunct="1">
              <a:lnSpc>
                <a:spcPct val="90000"/>
              </a:lnSpc>
              <a:spcBef>
                <a:spcPct val="0"/>
              </a:spcBef>
              <a:spcAft>
                <a:spcPct val="0"/>
              </a:spcAft>
              <a:defRPr sz="4000" b="1">
                <a:solidFill>
                  <a:srgbClr val="1C1C1C"/>
                </a:solidFill>
                <a:latin typeface="Twinkl" pitchFamily="2" charset="0"/>
              </a:defRPr>
            </a:lvl9pPr>
          </a:lstStyle>
          <a:p>
            <a:pPr algn="ctr"/>
            <a:r>
              <a:rPr lang="en-GB" altLang="en-US" sz="2800" dirty="0">
                <a:solidFill>
                  <a:schemeClr val="tx1"/>
                </a:solidFill>
                <a:latin typeface="Twinkl" pitchFamily="2" charset="0"/>
              </a:rPr>
              <a:t>Did You Know…?</a:t>
            </a:r>
          </a:p>
        </p:txBody>
      </p:sp>
      <p:sp>
        <p:nvSpPr>
          <p:cNvPr id="11" name="TextBox 10">
            <a:extLst>
              <a:ext uri="{FF2B5EF4-FFF2-40B4-BE49-F238E27FC236}">
                <a16:creationId xmlns:a16="http://schemas.microsoft.com/office/drawing/2014/main" id="{892763A9-52AC-D15E-EA83-014DF0F36B3F}"/>
              </a:ext>
            </a:extLst>
          </p:cNvPr>
          <p:cNvSpPr txBox="1"/>
          <p:nvPr/>
        </p:nvSpPr>
        <p:spPr>
          <a:xfrm>
            <a:off x="583474" y="997749"/>
            <a:ext cx="2716284" cy="2116831"/>
          </a:xfrm>
          <a:prstGeom prst="rect">
            <a:avLst/>
          </a:prstGeom>
          <a:solidFill>
            <a:srgbClr val="CCE1FD"/>
          </a:solidFill>
        </p:spPr>
        <p:txBody>
          <a:bodyPr wrap="square" anchor="ctr" anchorCtr="0">
            <a:noAutofit/>
          </a:bodyPr>
          <a:lstStyle/>
          <a:p>
            <a:pPr lvl="0" algn="ctr" eaLnBrk="1" fontAlgn="auto" hangingPunct="1">
              <a:spcBef>
                <a:spcPts val="0"/>
              </a:spcBef>
              <a:spcAft>
                <a:spcPts val="0"/>
              </a:spcAft>
              <a:defRPr/>
            </a:pPr>
            <a:r>
              <a:rPr lang="en-GB" dirty="0"/>
              <a:t>This year marks 50 years since The Protection of Wrecks Act was introduced in England. This act means that the area around a wreck can be protected.</a:t>
            </a:r>
            <a:endParaRPr kumimoji="0" lang="en-GB" b="0" i="0" u="none" strike="noStrike" kern="1200" cap="none" spc="0" normalizeH="0" baseline="0" noProof="0" dirty="0">
              <a:ln>
                <a:noFill/>
              </a:ln>
              <a:solidFill>
                <a:srgbClr val="1C1C1C"/>
              </a:solidFill>
              <a:effectLst/>
              <a:uLnTx/>
              <a:uFillTx/>
              <a:latin typeface="Twinkl"/>
            </a:endParaRPr>
          </a:p>
        </p:txBody>
      </p:sp>
      <p:sp>
        <p:nvSpPr>
          <p:cNvPr id="12" name="TextBox 11">
            <a:extLst>
              <a:ext uri="{FF2B5EF4-FFF2-40B4-BE49-F238E27FC236}">
                <a16:creationId xmlns:a16="http://schemas.microsoft.com/office/drawing/2014/main" id="{74884370-53CE-8447-86C5-E91B7C5DB8E2}"/>
              </a:ext>
            </a:extLst>
          </p:cNvPr>
          <p:cNvSpPr txBox="1"/>
          <p:nvPr/>
        </p:nvSpPr>
        <p:spPr>
          <a:xfrm>
            <a:off x="5492140" y="985139"/>
            <a:ext cx="3069770" cy="2084788"/>
          </a:xfrm>
          <a:prstGeom prst="rect">
            <a:avLst/>
          </a:prstGeom>
          <a:solidFill>
            <a:srgbClr val="CCE1FD"/>
          </a:solidFill>
        </p:spPr>
        <p:txBody>
          <a:bodyPr wrap="square" anchor="ctr" anchorCtr="0">
            <a:noAutofit/>
          </a:bodyPr>
          <a:lstStyle/>
          <a:p>
            <a:pPr lvl="0" algn="ctr" eaLnBrk="1" fontAlgn="auto" hangingPunct="1">
              <a:spcBef>
                <a:spcPts val="0"/>
              </a:spcBef>
              <a:spcAft>
                <a:spcPts val="0"/>
              </a:spcAft>
              <a:defRPr/>
            </a:pPr>
            <a:r>
              <a:rPr lang="en-GB" dirty="0"/>
              <a:t>One of these is known as the Klein Hollandia. It is a Dutch warship and has only recently been identified. It had been known previously as the ‘Unknown Wreck off Eastbourne’.</a:t>
            </a:r>
            <a:endParaRPr lang="en-GB" dirty="0">
              <a:solidFill>
                <a:srgbClr val="1C1C1C"/>
              </a:solidFill>
              <a:latin typeface="Twinkl"/>
            </a:endParaRPr>
          </a:p>
        </p:txBody>
      </p:sp>
      <p:sp>
        <p:nvSpPr>
          <p:cNvPr id="13" name="TextBox 12">
            <a:extLst>
              <a:ext uri="{FF2B5EF4-FFF2-40B4-BE49-F238E27FC236}">
                <a16:creationId xmlns:a16="http://schemas.microsoft.com/office/drawing/2014/main" id="{8F2CC7CA-07D6-A1CF-BB94-AF4E25764640}"/>
              </a:ext>
            </a:extLst>
          </p:cNvPr>
          <p:cNvSpPr txBox="1"/>
          <p:nvPr/>
        </p:nvSpPr>
        <p:spPr>
          <a:xfrm>
            <a:off x="3441784" y="997749"/>
            <a:ext cx="1911240" cy="2072178"/>
          </a:xfrm>
          <a:prstGeom prst="rect">
            <a:avLst/>
          </a:prstGeom>
          <a:solidFill>
            <a:srgbClr val="E8F1FE"/>
          </a:solidFill>
        </p:spPr>
        <p:txBody>
          <a:bodyPr wrap="square" anchor="ctr" anchorCtr="0">
            <a:noAutofit/>
          </a:bodyPr>
          <a:lstStyle/>
          <a:p>
            <a:pPr lvl="0" algn="ctr" eaLnBrk="1" fontAlgn="auto" hangingPunct="1">
              <a:spcBef>
                <a:spcPts val="0"/>
              </a:spcBef>
              <a:spcAft>
                <a:spcPts val="0"/>
              </a:spcAft>
              <a:defRPr/>
            </a:pPr>
            <a:r>
              <a:rPr lang="en-GB" dirty="0"/>
              <a:t>There are approximately 37,000 shipwrecks around Britain’s</a:t>
            </a:r>
            <a:br>
              <a:rPr lang="en-GB" dirty="0"/>
            </a:br>
            <a:r>
              <a:rPr lang="en-GB" dirty="0"/>
              <a:t> coasts.</a:t>
            </a:r>
            <a:endParaRPr lang="en-GB" dirty="0">
              <a:solidFill>
                <a:srgbClr val="1C1C1C"/>
              </a:solidFill>
              <a:latin typeface="Twinkl"/>
            </a:endParaRPr>
          </a:p>
        </p:txBody>
      </p:sp>
      <p:pic>
        <p:nvPicPr>
          <p:cNvPr id="15" name="Picture 14">
            <a:extLst>
              <a:ext uri="{FF2B5EF4-FFF2-40B4-BE49-F238E27FC236}">
                <a16:creationId xmlns:a16="http://schemas.microsoft.com/office/drawing/2014/main" id="{ACC28DF2-E36B-32D0-65C5-73D14E2AA723}"/>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2664450" y="2484346"/>
            <a:ext cx="1974822" cy="1186554"/>
          </a:xfrm>
          <a:prstGeom prst="rect">
            <a:avLst/>
          </a:prstGeom>
        </p:spPr>
      </p:pic>
      <p:pic>
        <p:nvPicPr>
          <p:cNvPr id="16" name="Picture 25">
            <a:hlinkClick r:id="rId3" action="ppaction://hlinksldjump"/>
            <a:extLst>
              <a:ext uri="{FF2B5EF4-FFF2-40B4-BE49-F238E27FC236}">
                <a16:creationId xmlns:a16="http://schemas.microsoft.com/office/drawing/2014/main" id="{69EE2CC1-4645-1B5A-A247-9E7E38BFFBFA}"/>
              </a:ext>
            </a:extLst>
          </p:cNvPr>
          <p:cNvPicPr>
            <a:picLocks noChangeAspect="1"/>
          </p:cNvPicPr>
          <p:nvPr/>
        </p:nvPicPr>
        <p:blipFill>
          <a:blip r:embed="rId4">
            <a:extLst>
              <a:ext uri="{28A0092B-C50C-407E-A947-70E740481C1C}">
                <a14:useLocalDpi xmlns:a14="http://schemas.microsoft.com/office/drawing/2010/main"/>
              </a:ext>
            </a:extLst>
          </a:blip>
          <a:srcRect/>
          <a:stretch>
            <a:fillRect/>
          </a:stretch>
        </p:blipFill>
        <p:spPr bwMode="auto">
          <a:xfrm>
            <a:off x="174625" y="158750"/>
            <a:ext cx="539750" cy="54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hlinkClick r:id="rId5"/>
            <a:extLst>
              <a:ext uri="{FF2B5EF4-FFF2-40B4-BE49-F238E27FC236}">
                <a16:creationId xmlns:a16="http://schemas.microsoft.com/office/drawing/2014/main" id="{01DA023C-5997-C02D-1AF3-DAB8E2CF1851}"/>
              </a:ext>
            </a:extLst>
          </p:cNvPr>
          <p:cNvSpPr/>
          <p:nvPr/>
        </p:nvSpPr>
        <p:spPr>
          <a:xfrm>
            <a:off x="8577943" y="6653348"/>
            <a:ext cx="566057" cy="2046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73856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1000"/>
                                        <p:tgtEl>
                                          <p:spTgt spid="4"/>
                                        </p:tgtEl>
                                      </p:cBhvr>
                                    </p:animEffect>
                                  </p:childTnLst>
                                </p:cTn>
                              </p:par>
                              <p:par>
                                <p:cTn id="8" presetID="22" presetClass="entr" presetSubtype="8"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1000"/>
                                        <p:tgtEl>
                                          <p:spTgt spid="6"/>
                                        </p:tgtEl>
                                      </p:cBhvr>
                                    </p:animEffect>
                                  </p:childTnLst>
                                </p:cTn>
                              </p:par>
                              <p:par>
                                <p:cTn id="11" presetID="42"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1000"/>
                                        <p:tgtEl>
                                          <p:spTgt spid="10"/>
                                        </p:tgtEl>
                                      </p:cBhvr>
                                    </p:animEffect>
                                    <p:anim calcmode="lin" valueType="num">
                                      <p:cBhvr>
                                        <p:cTn id="14" dur="1000" fill="hold"/>
                                        <p:tgtEl>
                                          <p:spTgt spid="10"/>
                                        </p:tgtEl>
                                        <p:attrNameLst>
                                          <p:attrName>ppt_x</p:attrName>
                                        </p:attrNameLst>
                                      </p:cBhvr>
                                      <p:tavLst>
                                        <p:tav tm="0">
                                          <p:val>
                                            <p:strVal val="#ppt_x"/>
                                          </p:val>
                                        </p:tav>
                                        <p:tav tm="100000">
                                          <p:val>
                                            <p:strVal val="#ppt_x"/>
                                          </p:val>
                                        </p:tav>
                                      </p:tavLst>
                                    </p:anim>
                                    <p:anim calcmode="lin" valueType="num">
                                      <p:cBhvr>
                                        <p:cTn id="15" dur="1000" fill="hold"/>
                                        <p:tgtEl>
                                          <p:spTgt spid="10"/>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1000"/>
                                        <p:tgtEl>
                                          <p:spTgt spid="12"/>
                                        </p:tgtEl>
                                      </p:cBhvr>
                                    </p:animEffect>
                                    <p:anim calcmode="lin" valueType="num">
                                      <p:cBhvr>
                                        <p:cTn id="19" dur="1000" fill="hold"/>
                                        <p:tgtEl>
                                          <p:spTgt spid="12"/>
                                        </p:tgtEl>
                                        <p:attrNameLst>
                                          <p:attrName>ppt_x</p:attrName>
                                        </p:attrNameLst>
                                      </p:cBhvr>
                                      <p:tavLst>
                                        <p:tav tm="0">
                                          <p:val>
                                            <p:strVal val="#ppt_x"/>
                                          </p:val>
                                        </p:tav>
                                        <p:tav tm="100000">
                                          <p:val>
                                            <p:strVal val="#ppt_x"/>
                                          </p:val>
                                        </p:tav>
                                      </p:tavLst>
                                    </p:anim>
                                    <p:anim calcmode="lin" valueType="num">
                                      <p:cBhvr>
                                        <p:cTn id="20" dur="1000" fill="hold"/>
                                        <p:tgtEl>
                                          <p:spTgt spid="12"/>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1000"/>
                                        <p:tgtEl>
                                          <p:spTgt spid="13"/>
                                        </p:tgtEl>
                                      </p:cBhvr>
                                    </p:animEffect>
                                    <p:anim calcmode="lin" valueType="num">
                                      <p:cBhvr>
                                        <p:cTn id="24" dur="1000" fill="hold"/>
                                        <p:tgtEl>
                                          <p:spTgt spid="13"/>
                                        </p:tgtEl>
                                        <p:attrNameLst>
                                          <p:attrName>ppt_x</p:attrName>
                                        </p:attrNameLst>
                                      </p:cBhvr>
                                      <p:tavLst>
                                        <p:tav tm="0">
                                          <p:val>
                                            <p:strVal val="#ppt_x"/>
                                          </p:val>
                                        </p:tav>
                                        <p:tav tm="100000">
                                          <p:val>
                                            <p:strVal val="#ppt_x"/>
                                          </p:val>
                                        </p:tav>
                                      </p:tavLst>
                                    </p:anim>
                                    <p:anim calcmode="lin" valueType="num">
                                      <p:cBhvr>
                                        <p:cTn id="25" dur="1000" fill="hold"/>
                                        <p:tgtEl>
                                          <p:spTgt spid="13"/>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1000"/>
                                        <p:tgtEl>
                                          <p:spTgt spid="11"/>
                                        </p:tgtEl>
                                      </p:cBhvr>
                                    </p:animEffect>
                                    <p:anim calcmode="lin" valueType="num">
                                      <p:cBhvr>
                                        <p:cTn id="29" dur="1000" fill="hold"/>
                                        <p:tgtEl>
                                          <p:spTgt spid="11"/>
                                        </p:tgtEl>
                                        <p:attrNameLst>
                                          <p:attrName>ppt_x</p:attrName>
                                        </p:attrNameLst>
                                      </p:cBhvr>
                                      <p:tavLst>
                                        <p:tav tm="0">
                                          <p:val>
                                            <p:strVal val="#ppt_x"/>
                                          </p:val>
                                        </p:tav>
                                        <p:tav tm="100000">
                                          <p:val>
                                            <p:strVal val="#ppt_x"/>
                                          </p:val>
                                        </p:tav>
                                      </p:tavLst>
                                    </p:anim>
                                    <p:anim calcmode="lin" valueType="num">
                                      <p:cBhvr>
                                        <p:cTn id="30" dur="1000" fill="hold"/>
                                        <p:tgtEl>
                                          <p:spTgt spid="11"/>
                                        </p:tgtEl>
                                        <p:attrNameLst>
                                          <p:attrName>ppt_y</p:attrName>
                                        </p:attrNameLst>
                                      </p:cBhvr>
                                      <p:tavLst>
                                        <p:tav tm="0">
                                          <p:val>
                                            <p:strVal val="#ppt_y+.1"/>
                                          </p:val>
                                        </p:tav>
                                        <p:tav tm="100000">
                                          <p:val>
                                            <p:strVal val="#ppt_y"/>
                                          </p:val>
                                        </p:tav>
                                      </p:tavLst>
                                    </p:anim>
                                  </p:childTnLst>
                                </p:cTn>
                              </p:par>
                              <p:par>
                                <p:cTn id="31" presetID="42" presetClass="entr" presetSubtype="0" fill="hold"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1000"/>
                                        <p:tgtEl>
                                          <p:spTgt spid="15"/>
                                        </p:tgtEl>
                                      </p:cBhvr>
                                    </p:animEffect>
                                    <p:anim calcmode="lin" valueType="num">
                                      <p:cBhvr>
                                        <p:cTn id="34" dur="1000" fill="hold"/>
                                        <p:tgtEl>
                                          <p:spTgt spid="15"/>
                                        </p:tgtEl>
                                        <p:attrNameLst>
                                          <p:attrName>ppt_x</p:attrName>
                                        </p:attrNameLst>
                                      </p:cBhvr>
                                      <p:tavLst>
                                        <p:tav tm="0">
                                          <p:val>
                                            <p:strVal val="#ppt_x"/>
                                          </p:val>
                                        </p:tav>
                                        <p:tav tm="100000">
                                          <p:val>
                                            <p:strVal val="#ppt_x"/>
                                          </p:val>
                                        </p:tav>
                                      </p:tavLst>
                                    </p:anim>
                                    <p:anim calcmode="lin" valueType="num">
                                      <p:cBhvr>
                                        <p:cTn id="35" dur="1000" fill="hold"/>
                                        <p:tgtEl>
                                          <p:spTgt spid="15"/>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0"/>
                                  </p:stCondLst>
                                  <p:childTnLst>
                                    <p:set>
                                      <p:cBhvr>
                                        <p:cTn id="37" dur="1" fill="hold">
                                          <p:stCondLst>
                                            <p:cond delay="0"/>
                                          </p:stCondLst>
                                        </p:cTn>
                                        <p:tgtEl>
                                          <p:spTgt spid="3"/>
                                        </p:tgtEl>
                                        <p:attrNameLst>
                                          <p:attrName>style.visibility</p:attrName>
                                        </p:attrNameLst>
                                      </p:cBhvr>
                                      <p:to>
                                        <p:strVal val="visible"/>
                                      </p:to>
                                    </p:set>
                                    <p:animEffect transition="in" filter="fade">
                                      <p:cBhvr>
                                        <p:cTn id="38" dur="1000"/>
                                        <p:tgtEl>
                                          <p:spTgt spid="3"/>
                                        </p:tgtEl>
                                      </p:cBhvr>
                                    </p:animEffect>
                                    <p:anim calcmode="lin" valueType="num">
                                      <p:cBhvr>
                                        <p:cTn id="39" dur="1000" fill="hold"/>
                                        <p:tgtEl>
                                          <p:spTgt spid="3"/>
                                        </p:tgtEl>
                                        <p:attrNameLst>
                                          <p:attrName>ppt_x</p:attrName>
                                        </p:attrNameLst>
                                      </p:cBhvr>
                                      <p:tavLst>
                                        <p:tav tm="0">
                                          <p:val>
                                            <p:strVal val="#ppt_x"/>
                                          </p:val>
                                        </p:tav>
                                        <p:tav tm="100000">
                                          <p:val>
                                            <p:strVal val="#ppt_x"/>
                                          </p:val>
                                        </p:tav>
                                      </p:tavLst>
                                    </p:anim>
                                    <p:anim calcmode="lin" valueType="num">
                                      <p:cBhvr>
                                        <p:cTn id="40" dur="1000" fill="hold"/>
                                        <p:tgtEl>
                                          <p:spTgt spid="3"/>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fade">
                                      <p:cBhvr>
                                        <p:cTn id="43" dur="1000"/>
                                        <p:tgtEl>
                                          <p:spTgt spid="9"/>
                                        </p:tgtEl>
                                      </p:cBhvr>
                                    </p:animEffect>
                                    <p:anim calcmode="lin" valueType="num">
                                      <p:cBhvr>
                                        <p:cTn id="44" dur="1000" fill="hold"/>
                                        <p:tgtEl>
                                          <p:spTgt spid="9"/>
                                        </p:tgtEl>
                                        <p:attrNameLst>
                                          <p:attrName>ppt_x</p:attrName>
                                        </p:attrNameLst>
                                      </p:cBhvr>
                                      <p:tavLst>
                                        <p:tav tm="0">
                                          <p:val>
                                            <p:strVal val="#ppt_x"/>
                                          </p:val>
                                        </p:tav>
                                        <p:tav tm="100000">
                                          <p:val>
                                            <p:strVal val="#ppt_x"/>
                                          </p:val>
                                        </p:tav>
                                      </p:tavLst>
                                    </p:anim>
                                    <p:anim calcmode="lin" valueType="num">
                                      <p:cBhvr>
                                        <p:cTn id="45" dur="1000" fill="hold"/>
                                        <p:tgtEl>
                                          <p:spTgt spid="9"/>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1000"/>
                                        <p:tgtEl>
                                          <p:spTgt spid="16"/>
                                        </p:tgtEl>
                                      </p:cBhvr>
                                    </p:animEffect>
                                    <p:anim calcmode="lin" valueType="num">
                                      <p:cBhvr>
                                        <p:cTn id="49" dur="1000" fill="hold"/>
                                        <p:tgtEl>
                                          <p:spTgt spid="16"/>
                                        </p:tgtEl>
                                        <p:attrNameLst>
                                          <p:attrName>ppt_x</p:attrName>
                                        </p:attrNameLst>
                                      </p:cBhvr>
                                      <p:tavLst>
                                        <p:tav tm="0">
                                          <p:val>
                                            <p:strVal val="#ppt_x"/>
                                          </p:val>
                                        </p:tav>
                                        <p:tav tm="100000">
                                          <p:val>
                                            <p:strVal val="#ppt_x"/>
                                          </p:val>
                                        </p:tav>
                                      </p:tavLst>
                                    </p:anim>
                                    <p:anim calcmode="lin" valueType="num">
                                      <p:cBhvr>
                                        <p:cTn id="50"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animBg="1"/>
      <p:bldP spid="12" grpId="0" animBg="1"/>
      <p:bldP spid="1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p:cNvSpPr>
            <a:spLocks noGrp="1"/>
          </p:cNvSpPr>
          <p:nvPr>
            <p:ph type="title"/>
          </p:nvPr>
        </p:nvSpPr>
        <p:spPr>
          <a:xfrm>
            <a:off x="474451" y="418513"/>
            <a:ext cx="7090548" cy="724405"/>
          </a:xfrm>
        </p:spPr>
        <p:txBody>
          <a:bodyPr/>
          <a:lstStyle/>
          <a:p>
            <a:pPr algn="ctr"/>
            <a:r>
              <a:rPr lang="en-GB" sz="3200" dirty="0">
                <a:latin typeface="Twinkl" pitchFamily="2" charset="0"/>
              </a:rPr>
              <a:t>Comprehension Questions</a:t>
            </a:r>
            <a:endParaRPr lang="en-GB" sz="2800" dirty="0">
              <a:latin typeface="Twinkl" pitchFamily="2" charset="0"/>
            </a:endParaRPr>
          </a:p>
        </p:txBody>
      </p:sp>
      <p:pic>
        <p:nvPicPr>
          <p:cNvPr id="6" name="Picture 25">
            <a:hlinkClick r:id="rId2" action="ppaction://hlinksldjump"/>
            <a:extLst>
              <a:ext uri="{FF2B5EF4-FFF2-40B4-BE49-F238E27FC236}">
                <a16:creationId xmlns:a16="http://schemas.microsoft.com/office/drawing/2014/main" id="{CA2C2E8A-5716-47D3-87AA-45582873DA04}"/>
              </a:ext>
            </a:extLst>
          </p:cNvPr>
          <p:cNvPicPr>
            <a:picLocks noChangeAspect="1"/>
          </p:cNvPicPr>
          <p:nvPr/>
        </p:nvPicPr>
        <p:blipFill>
          <a:blip r:embed="rId3">
            <a:extLst>
              <a:ext uri="{28A0092B-C50C-407E-A947-70E740481C1C}">
                <a14:useLocalDpi xmlns:a14="http://schemas.microsoft.com/office/drawing/2010/main"/>
              </a:ext>
            </a:extLst>
          </a:blip>
          <a:srcRect/>
          <a:stretch>
            <a:fillRect/>
          </a:stretch>
        </p:blipFill>
        <p:spPr bwMode="auto">
          <a:xfrm>
            <a:off x="174625" y="158750"/>
            <a:ext cx="539750" cy="54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865306CA-78C1-D7EE-534E-FB9615CDE677}"/>
              </a:ext>
            </a:extLst>
          </p:cNvPr>
          <p:cNvSpPr txBox="1"/>
          <p:nvPr/>
        </p:nvSpPr>
        <p:spPr>
          <a:xfrm>
            <a:off x="644222" y="4857189"/>
            <a:ext cx="7933721" cy="699404"/>
          </a:xfrm>
          <a:prstGeom prst="rect">
            <a:avLst/>
          </a:prstGeom>
          <a:solidFill>
            <a:schemeClr val="accent5">
              <a:lumMod val="20000"/>
              <a:lumOff val="80000"/>
            </a:schemeClr>
          </a:solidFill>
        </p:spPr>
        <p:txBody>
          <a:bodyPr wrap="square" lIns="108000" tIns="72000" rIns="108000" bIns="72000">
            <a:spAutoFit/>
          </a:bodyPr>
          <a:lstStyle/>
          <a:p>
            <a:pPr marL="261938" indent="-261938"/>
            <a:r>
              <a:rPr lang="en-GB" dirty="0"/>
              <a:t>3. Using information from the article, fill in the missing words to complete the sentence.</a:t>
            </a:r>
          </a:p>
        </p:txBody>
      </p:sp>
      <p:cxnSp>
        <p:nvCxnSpPr>
          <p:cNvPr id="8" name="Straight Connector 7">
            <a:extLst>
              <a:ext uri="{FF2B5EF4-FFF2-40B4-BE49-F238E27FC236}">
                <a16:creationId xmlns:a16="http://schemas.microsoft.com/office/drawing/2014/main" id="{008AB28C-69A9-59CB-97DE-A4D333CC2B4D}"/>
              </a:ext>
            </a:extLst>
          </p:cNvPr>
          <p:cNvCxnSpPr>
            <a:cxnSpLocks/>
          </p:cNvCxnSpPr>
          <p:nvPr/>
        </p:nvCxnSpPr>
        <p:spPr>
          <a:xfrm>
            <a:off x="457198" y="1142918"/>
            <a:ext cx="8237327" cy="0"/>
          </a:xfrm>
          <a:prstGeom prst="line">
            <a:avLst/>
          </a:prstGeom>
          <a:ln w="38100">
            <a:solidFill>
              <a:srgbClr val="0F8BD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31A329EA-7092-3DE8-4B7D-0A2612F037CE}"/>
              </a:ext>
            </a:extLst>
          </p:cNvPr>
          <p:cNvSpPr txBox="1"/>
          <p:nvPr/>
        </p:nvSpPr>
        <p:spPr>
          <a:xfrm>
            <a:off x="605135" y="1301407"/>
            <a:ext cx="7933721" cy="699404"/>
          </a:xfrm>
          <a:prstGeom prst="rect">
            <a:avLst/>
          </a:prstGeom>
          <a:solidFill>
            <a:schemeClr val="accent5">
              <a:lumMod val="20000"/>
              <a:lumOff val="80000"/>
            </a:schemeClr>
          </a:solidFill>
        </p:spPr>
        <p:txBody>
          <a:bodyPr wrap="square" lIns="108000" tIns="72000" rIns="108000" bIns="72000">
            <a:spAutoFit/>
          </a:bodyPr>
          <a:lstStyle/>
          <a:p>
            <a:pPr marL="182563" indent="-174625"/>
            <a:r>
              <a:rPr lang="en-GB" dirty="0"/>
              <a:t>1. According to the article, how long has it taken to create the forensic marking technology?</a:t>
            </a:r>
          </a:p>
        </p:txBody>
      </p:sp>
      <p:sp>
        <p:nvSpPr>
          <p:cNvPr id="11" name="TextBox 10">
            <a:extLst>
              <a:ext uri="{FF2B5EF4-FFF2-40B4-BE49-F238E27FC236}">
                <a16:creationId xmlns:a16="http://schemas.microsoft.com/office/drawing/2014/main" id="{6B955A06-2EA2-82C7-80A0-FCE49A189577}"/>
              </a:ext>
            </a:extLst>
          </p:cNvPr>
          <p:cNvSpPr txBox="1"/>
          <p:nvPr/>
        </p:nvSpPr>
        <p:spPr>
          <a:xfrm>
            <a:off x="605135" y="2573897"/>
            <a:ext cx="7933721" cy="699404"/>
          </a:xfrm>
          <a:prstGeom prst="rect">
            <a:avLst/>
          </a:prstGeom>
          <a:solidFill>
            <a:schemeClr val="accent4">
              <a:lumMod val="20000"/>
              <a:lumOff val="80000"/>
            </a:schemeClr>
          </a:solidFill>
        </p:spPr>
        <p:txBody>
          <a:bodyPr wrap="square" lIns="108000" tIns="72000" rIns="108000" bIns="72000">
            <a:spAutoFit/>
          </a:bodyPr>
          <a:lstStyle/>
          <a:p>
            <a:pPr marL="261938" indent="-261938"/>
            <a:r>
              <a:rPr lang="en-GB" dirty="0"/>
              <a:t>2. Which of the following synonyms could be used as an alternative to ‘protected’ as it is used in the opening sentence?</a:t>
            </a:r>
          </a:p>
        </p:txBody>
      </p:sp>
      <p:sp>
        <p:nvSpPr>
          <p:cNvPr id="10" name="Rectangle 9">
            <a:hlinkClick r:id="rId4"/>
            <a:extLst>
              <a:ext uri="{FF2B5EF4-FFF2-40B4-BE49-F238E27FC236}">
                <a16:creationId xmlns:a16="http://schemas.microsoft.com/office/drawing/2014/main" id="{9ACC5AE0-A75B-79EB-998F-81783841DC1D}"/>
              </a:ext>
            </a:extLst>
          </p:cNvPr>
          <p:cNvSpPr/>
          <p:nvPr/>
        </p:nvSpPr>
        <p:spPr>
          <a:xfrm>
            <a:off x="8577943" y="6653348"/>
            <a:ext cx="566057" cy="2046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1640ED99-3068-6130-1B91-B6DB73F7E588}"/>
              </a:ext>
            </a:extLst>
          </p:cNvPr>
          <p:cNvSpPr txBox="1"/>
          <p:nvPr/>
        </p:nvSpPr>
        <p:spPr>
          <a:xfrm>
            <a:off x="690238" y="2068375"/>
            <a:ext cx="7728959" cy="422405"/>
          </a:xfrm>
          <a:prstGeom prst="rect">
            <a:avLst/>
          </a:prstGeom>
          <a:noFill/>
        </p:spPr>
        <p:txBody>
          <a:bodyPr wrap="square" lIns="108000" tIns="72000" rIns="108000" bIns="72000">
            <a:spAutoFit/>
          </a:bodyPr>
          <a:lstStyle/>
          <a:p>
            <a:r>
              <a:rPr lang="en-GB" b="1" dirty="0"/>
              <a:t>eight years</a:t>
            </a:r>
          </a:p>
        </p:txBody>
      </p:sp>
      <p:sp>
        <p:nvSpPr>
          <p:cNvPr id="13" name="TextBox 12">
            <a:extLst>
              <a:ext uri="{FF2B5EF4-FFF2-40B4-BE49-F238E27FC236}">
                <a16:creationId xmlns:a16="http://schemas.microsoft.com/office/drawing/2014/main" id="{ED2344EF-E6A6-2BF8-41A7-394F11A3DDB3}"/>
              </a:ext>
            </a:extLst>
          </p:cNvPr>
          <p:cNvSpPr txBox="1">
            <a:spLocks noChangeArrowheads="1"/>
          </p:cNvSpPr>
          <p:nvPr/>
        </p:nvSpPr>
        <p:spPr bwMode="auto">
          <a:xfrm>
            <a:off x="7297785" y="481703"/>
            <a:ext cx="1323703" cy="576293"/>
          </a:xfrm>
          <a:prstGeom prst="round1Rect">
            <a:avLst>
              <a:gd name="adj" fmla="val 24223"/>
            </a:avLst>
          </a:prstGeom>
          <a:solidFill>
            <a:schemeClr val="bg1"/>
          </a:solidFill>
          <a:ln w="28575">
            <a:solidFill>
              <a:srgbClr val="0F8BD1"/>
            </a:solidFill>
            <a:miter lim="800000"/>
            <a:headEnd/>
            <a:tailEnd/>
          </a:ln>
        </p:spPr>
        <p:txBody>
          <a:bodyPr wrap="square" lIns="72000" tIns="72000" rIns="72000" bIns="72000" anchor="ctr">
            <a:spAutoFit/>
          </a:bodyPr>
          <a:lstStyle>
            <a:lvl1pPr>
              <a:lnSpc>
                <a:spcPct val="90000"/>
              </a:lnSpc>
              <a:spcBef>
                <a:spcPts val="1000"/>
              </a:spcBef>
              <a:buFont typeface="Arial" panose="020B0604020202020204" pitchFamily="34" charset="0"/>
              <a:buChar char="•"/>
              <a:defRPr>
                <a:solidFill>
                  <a:srgbClr val="1C1C1C"/>
                </a:solidFill>
                <a:latin typeface="Twinkl" pitchFamily="2" charset="0"/>
                <a:ea typeface="Sassoon Infant Rg" panose="02000503030000020003" charset="0"/>
                <a:cs typeface="Sassoon Infant Rg" panose="02000503030000020003" charset="0"/>
              </a:defRPr>
            </a:lvl1pPr>
            <a:lvl2pPr marL="742950" indent="-285750">
              <a:lnSpc>
                <a:spcPct val="90000"/>
              </a:lnSpc>
              <a:spcBef>
                <a:spcPts val="500"/>
              </a:spcBef>
              <a:buFont typeface="Arial" panose="020B0604020202020204" pitchFamily="34" charset="0"/>
              <a:buChar char="•"/>
              <a:defRPr sz="1600">
                <a:solidFill>
                  <a:srgbClr val="1C1C1C"/>
                </a:solidFill>
                <a:latin typeface="Twinkl" pitchFamily="2" charset="0"/>
                <a:ea typeface="Sassoon Infant Rg" panose="02000503030000020003" charset="0"/>
                <a:cs typeface="Sassoon Infant Rg" panose="02000503030000020003" charset="0"/>
              </a:defRPr>
            </a:lvl2pPr>
            <a:lvl3pPr marL="1143000" indent="-228600">
              <a:lnSpc>
                <a:spcPct val="90000"/>
              </a:lnSpc>
              <a:spcBef>
                <a:spcPts val="500"/>
              </a:spcBef>
              <a:buFont typeface="Arial" panose="020B0604020202020204" pitchFamily="34" charset="0"/>
              <a:buChar char="•"/>
              <a:defRPr sz="1400">
                <a:solidFill>
                  <a:srgbClr val="1C1C1C"/>
                </a:solidFill>
                <a:latin typeface="Twinkl" pitchFamily="2" charset="0"/>
                <a:ea typeface="Sassoon Infant Rg" panose="02000503030000020003" charset="0"/>
                <a:cs typeface="Sassoon Infant Rg" panose="02000503030000020003" charset="0"/>
              </a:defRPr>
            </a:lvl3pPr>
            <a:lvl4pPr marL="1600200" indent="-228600">
              <a:lnSpc>
                <a:spcPct val="90000"/>
              </a:lnSpc>
              <a:spcBef>
                <a:spcPts val="500"/>
              </a:spcBef>
              <a:buFont typeface="Arial" panose="020B0604020202020204" pitchFamily="34" charset="0"/>
              <a:buChar char="•"/>
              <a:defRPr sz="1400">
                <a:solidFill>
                  <a:srgbClr val="1C1C1C"/>
                </a:solidFill>
                <a:latin typeface="Twinkl" pitchFamily="2" charset="0"/>
                <a:ea typeface="Sassoon Infant Rg" panose="02000503030000020003" charset="0"/>
                <a:cs typeface="Sassoon Infant Rg" panose="02000503030000020003" charset="0"/>
              </a:defRPr>
            </a:lvl4pPr>
            <a:lvl5pPr marL="2057400" indent="-228600">
              <a:lnSpc>
                <a:spcPct val="90000"/>
              </a:lnSpc>
              <a:spcBef>
                <a:spcPts val="500"/>
              </a:spcBef>
              <a:buFont typeface="Arial" panose="020B0604020202020204" pitchFamily="34" charset="0"/>
              <a:buChar char="•"/>
              <a:defRPr sz="1400">
                <a:solidFill>
                  <a:srgbClr val="1C1C1C"/>
                </a:solidFill>
                <a:latin typeface="Twinkl" pitchFamily="2" charset="0"/>
                <a:ea typeface="Sassoon Infant Rg" panose="02000503030000020003" charset="0"/>
                <a:cs typeface="Sassoon Infant Rg" panose="02000503030000020003"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ea typeface="Sassoon Infant Rg" panose="02000503030000020003" charset="0"/>
                <a:cs typeface="Sassoon Infant Rg" panose="02000503030000020003"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ea typeface="Sassoon Infant Rg" panose="02000503030000020003" charset="0"/>
                <a:cs typeface="Sassoon Infant Rg" panose="02000503030000020003"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ea typeface="Sassoon Infant Rg" panose="02000503030000020003" charset="0"/>
                <a:cs typeface="Sassoon Infant Rg" panose="02000503030000020003"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1400">
                <a:solidFill>
                  <a:srgbClr val="1C1C1C"/>
                </a:solidFill>
                <a:latin typeface="Twinkl" pitchFamily="2" charset="0"/>
                <a:ea typeface="Sassoon Infant Rg" panose="02000503030000020003" charset="0"/>
                <a:cs typeface="Sassoon Infant Rg" panose="02000503030000020003" charset="0"/>
              </a:defRPr>
            </a:lvl9pPr>
          </a:lstStyle>
          <a:p>
            <a:pPr algn="ctr" eaLnBrk="1" hangingPunct="1">
              <a:lnSpc>
                <a:spcPct val="100000"/>
              </a:lnSpc>
              <a:spcBef>
                <a:spcPct val="0"/>
              </a:spcBef>
              <a:spcAft>
                <a:spcPts val="1200"/>
              </a:spcAft>
              <a:buFontTx/>
              <a:buNone/>
            </a:pPr>
            <a:r>
              <a:rPr lang="en-GB" altLang="en-US" sz="1400" dirty="0">
                <a:solidFill>
                  <a:schemeClr val="tx1"/>
                </a:solidFill>
              </a:rPr>
              <a:t>Click to reveal each answer</a:t>
            </a:r>
          </a:p>
        </p:txBody>
      </p:sp>
      <p:sp>
        <p:nvSpPr>
          <p:cNvPr id="5" name="TextBox 4">
            <a:extLst>
              <a:ext uri="{FF2B5EF4-FFF2-40B4-BE49-F238E27FC236}">
                <a16:creationId xmlns:a16="http://schemas.microsoft.com/office/drawing/2014/main" id="{9CB6F918-A497-1804-A332-97C79BF85019}"/>
              </a:ext>
            </a:extLst>
          </p:cNvPr>
          <p:cNvSpPr txBox="1"/>
          <p:nvPr/>
        </p:nvSpPr>
        <p:spPr>
          <a:xfrm>
            <a:off x="1061774" y="3380500"/>
            <a:ext cx="7489573" cy="1407290"/>
          </a:xfrm>
          <a:prstGeom prst="rect">
            <a:avLst/>
          </a:prstGeom>
          <a:noFill/>
        </p:spPr>
        <p:txBody>
          <a:bodyPr wrap="square" lIns="108000" tIns="72000" rIns="108000" bIns="72000">
            <a:spAutoFit/>
          </a:bodyPr>
          <a:lstStyle/>
          <a:p>
            <a:pPr>
              <a:spcAft>
                <a:spcPts val="400"/>
              </a:spcAft>
            </a:pPr>
            <a:r>
              <a:rPr lang="en-GB" dirty="0"/>
              <a:t>developed </a:t>
            </a:r>
          </a:p>
          <a:p>
            <a:pPr>
              <a:spcAft>
                <a:spcPts val="400"/>
              </a:spcAft>
            </a:pPr>
            <a:r>
              <a:rPr lang="en-GB" dirty="0"/>
              <a:t>guarded</a:t>
            </a:r>
          </a:p>
          <a:p>
            <a:pPr>
              <a:spcAft>
                <a:spcPts val="400"/>
              </a:spcAft>
            </a:pPr>
            <a:r>
              <a:rPr lang="en-GB" dirty="0"/>
              <a:t>removed</a:t>
            </a:r>
          </a:p>
          <a:p>
            <a:pPr>
              <a:spcAft>
                <a:spcPts val="400"/>
              </a:spcAft>
            </a:pPr>
            <a:r>
              <a:rPr lang="en-GB" dirty="0"/>
              <a:t>decorated</a:t>
            </a:r>
          </a:p>
        </p:txBody>
      </p:sp>
      <p:graphicFrame>
        <p:nvGraphicFramePr>
          <p:cNvPr id="14" name="Table 13">
            <a:extLst>
              <a:ext uri="{FF2B5EF4-FFF2-40B4-BE49-F238E27FC236}">
                <a16:creationId xmlns:a16="http://schemas.microsoft.com/office/drawing/2014/main" id="{3C825623-E5ED-80CE-E933-C09D74B4B828}"/>
              </a:ext>
            </a:extLst>
          </p:cNvPr>
          <p:cNvGraphicFramePr>
            <a:graphicFrameLocks noGrp="1"/>
          </p:cNvGraphicFramePr>
          <p:nvPr>
            <p:extLst>
              <p:ext uri="{D42A27DB-BD31-4B8C-83A1-F6EECF244321}">
                <p14:modId xmlns:p14="http://schemas.microsoft.com/office/powerpoint/2010/main" val="3130504385"/>
              </p:ext>
            </p:extLst>
          </p:nvPr>
        </p:nvGraphicFramePr>
        <p:xfrm>
          <a:off x="690238" y="3480212"/>
          <a:ext cx="356780" cy="1285480"/>
        </p:xfrm>
        <a:graphic>
          <a:graphicData uri="http://schemas.openxmlformats.org/drawingml/2006/table">
            <a:tbl>
              <a:tblPr firstRow="1" bandRow="1">
                <a:tableStyleId>{5C22544A-7EE6-4342-B048-85BDC9FD1C3A}</a:tableStyleId>
              </a:tblPr>
              <a:tblGrid>
                <a:gridCol w="356780">
                  <a:extLst>
                    <a:ext uri="{9D8B030D-6E8A-4147-A177-3AD203B41FA5}">
                      <a16:colId xmlns:a16="http://schemas.microsoft.com/office/drawing/2014/main" val="3627240078"/>
                    </a:ext>
                  </a:extLst>
                </a:gridCol>
              </a:tblGrid>
              <a:tr h="32137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b="1" dirty="0">
                        <a:solidFill>
                          <a:schemeClr val="tx1"/>
                        </a:solidFill>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6903166"/>
                  </a:ext>
                </a:extLst>
              </a:tr>
              <a:tr h="32137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dirty="0">
                          <a:solidFill>
                            <a:schemeClr val="tx1"/>
                          </a:solidFill>
                          <a:sym typeface="Wingdings" panose="05000000000000000000" pitchFamily="2" charset="2"/>
                        </a:rPr>
                        <a:t></a:t>
                      </a:r>
                      <a:endParaRPr lang="en-GB" b="1" dirty="0">
                        <a:solidFill>
                          <a:schemeClr val="tx1"/>
                        </a:solidFill>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67363045"/>
                  </a:ext>
                </a:extLst>
              </a:tr>
              <a:tr h="32137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b="1" dirty="0">
                        <a:solidFill>
                          <a:schemeClr val="tx1"/>
                        </a:solidFill>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28243"/>
                  </a:ext>
                </a:extLst>
              </a:tr>
              <a:tr h="32137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b="1" dirty="0">
                        <a:solidFill>
                          <a:schemeClr val="tx1"/>
                        </a:solidFill>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54755545"/>
                  </a:ext>
                </a:extLst>
              </a:tr>
            </a:tbl>
          </a:graphicData>
        </a:graphic>
      </p:graphicFrame>
      <p:sp>
        <p:nvSpPr>
          <p:cNvPr id="15" name="TextBox 14">
            <a:extLst>
              <a:ext uri="{FF2B5EF4-FFF2-40B4-BE49-F238E27FC236}">
                <a16:creationId xmlns:a16="http://schemas.microsoft.com/office/drawing/2014/main" id="{37F3ED4C-3ACD-5748-C2AF-31F0CE19EA28}"/>
              </a:ext>
            </a:extLst>
          </p:cNvPr>
          <p:cNvSpPr txBox="1"/>
          <p:nvPr/>
        </p:nvSpPr>
        <p:spPr>
          <a:xfrm>
            <a:off x="617626" y="5668232"/>
            <a:ext cx="7933722" cy="699404"/>
          </a:xfrm>
          <a:prstGeom prst="rect">
            <a:avLst/>
          </a:prstGeom>
          <a:noFill/>
        </p:spPr>
        <p:txBody>
          <a:bodyPr wrap="square" lIns="108000" tIns="72000" rIns="108000" bIns="72000">
            <a:spAutoFit/>
          </a:bodyPr>
          <a:lstStyle/>
          <a:p>
            <a:r>
              <a:rPr lang="en-GB" dirty="0"/>
              <a:t>Historic England hopes that the </a:t>
            </a:r>
            <a:r>
              <a:rPr lang="en-GB" u="sng" dirty="0"/>
              <a:t>                </a:t>
            </a:r>
            <a:r>
              <a:rPr lang="en-GB" dirty="0"/>
              <a:t> technology will be a  </a:t>
            </a:r>
            <a:br>
              <a:rPr lang="en-GB" dirty="0"/>
            </a:br>
            <a:r>
              <a:rPr lang="en-GB" u="sng" dirty="0"/>
              <a:t>                </a:t>
            </a:r>
            <a:r>
              <a:rPr lang="en-GB" dirty="0"/>
              <a:t> to underwater thieves.</a:t>
            </a:r>
          </a:p>
        </p:txBody>
      </p:sp>
      <p:sp>
        <p:nvSpPr>
          <p:cNvPr id="16" name="TextBox 15">
            <a:extLst>
              <a:ext uri="{FF2B5EF4-FFF2-40B4-BE49-F238E27FC236}">
                <a16:creationId xmlns:a16="http://schemas.microsoft.com/office/drawing/2014/main" id="{81E886FA-68F9-DA55-DF89-58CFE72AC5FF}"/>
              </a:ext>
            </a:extLst>
          </p:cNvPr>
          <p:cNvSpPr txBox="1"/>
          <p:nvPr/>
        </p:nvSpPr>
        <p:spPr>
          <a:xfrm>
            <a:off x="4100767" y="5648602"/>
            <a:ext cx="1245325" cy="369332"/>
          </a:xfrm>
          <a:prstGeom prst="rect">
            <a:avLst/>
          </a:prstGeom>
          <a:noFill/>
        </p:spPr>
        <p:txBody>
          <a:bodyPr wrap="square" rtlCol="0">
            <a:spAutoFit/>
          </a:bodyPr>
          <a:lstStyle/>
          <a:p>
            <a:r>
              <a:rPr lang="en-GB" b="1" dirty="0"/>
              <a:t>forensic</a:t>
            </a:r>
          </a:p>
        </p:txBody>
      </p:sp>
      <p:sp>
        <p:nvSpPr>
          <p:cNvPr id="17" name="TextBox 16">
            <a:extLst>
              <a:ext uri="{FF2B5EF4-FFF2-40B4-BE49-F238E27FC236}">
                <a16:creationId xmlns:a16="http://schemas.microsoft.com/office/drawing/2014/main" id="{CE26DB7A-61DC-2F12-FEDB-96C370A39D39}"/>
              </a:ext>
            </a:extLst>
          </p:cNvPr>
          <p:cNvSpPr txBox="1"/>
          <p:nvPr/>
        </p:nvSpPr>
        <p:spPr>
          <a:xfrm>
            <a:off x="699642" y="5920304"/>
            <a:ext cx="1245325" cy="369332"/>
          </a:xfrm>
          <a:prstGeom prst="rect">
            <a:avLst/>
          </a:prstGeom>
          <a:noFill/>
        </p:spPr>
        <p:txBody>
          <a:bodyPr wrap="square" rtlCol="0">
            <a:spAutoFit/>
          </a:bodyPr>
          <a:lstStyle/>
          <a:p>
            <a:r>
              <a:rPr lang="en-GB" b="1" dirty="0"/>
              <a:t>deterrent</a:t>
            </a:r>
          </a:p>
        </p:txBody>
      </p:sp>
    </p:spTree>
    <p:extLst>
      <p:ext uri="{BB962C8B-B14F-4D97-AF65-F5344CB8AC3E}">
        <p14:creationId xmlns:p14="http://schemas.microsoft.com/office/powerpoint/2010/main" val="3774482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1000"/>
                                        <p:tgtEl>
                                          <p:spTgt spid="21"/>
                                        </p:tgtEl>
                                      </p:cBhvr>
                                    </p:animEffect>
                                  </p:childTnLst>
                                </p:cTn>
                              </p:par>
                              <p:par>
                                <p:cTn id="8" presetID="22" presetClass="entr" presetSubtype="8" fill="hold" grpId="0" nodeType="withEffect">
                                  <p:stCondLst>
                                    <p:cond delay="650"/>
                                  </p:stCondLst>
                                  <p:childTnLst>
                                    <p:set>
                                      <p:cBhvr>
                                        <p:cTn id="9" dur="1" fill="hold">
                                          <p:stCondLst>
                                            <p:cond delay="0"/>
                                          </p:stCondLst>
                                        </p:cTn>
                                        <p:tgtEl>
                                          <p:spTgt spid="13"/>
                                        </p:tgtEl>
                                        <p:attrNameLst>
                                          <p:attrName>style.visibility</p:attrName>
                                        </p:attrNameLst>
                                      </p:cBhvr>
                                      <p:to>
                                        <p:strVal val="visible"/>
                                      </p:to>
                                    </p:set>
                                    <p:animEffect transition="in" filter="wipe(left)">
                                      <p:cBhvr>
                                        <p:cTn id="10" dur="500"/>
                                        <p:tgtEl>
                                          <p:spTgt spid="13"/>
                                        </p:tgtEl>
                                      </p:cBhvr>
                                    </p:animEffect>
                                  </p:childTnLst>
                                </p:cTn>
                              </p:par>
                              <p:par>
                                <p:cTn id="11" presetID="22" presetClass="entr" presetSubtype="8"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ipe(left)">
                                      <p:cBhvr>
                                        <p:cTn id="13" dur="10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wipe(left)">
                                      <p:cBhvr>
                                        <p:cTn id="18" dur="5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wipe(left)">
                                      <p:cBhvr>
                                        <p:cTn id="23" dur="500"/>
                                        <p:tgtEl>
                                          <p:spTgt spid="14"/>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6"/>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4" grpId="0"/>
      <p:bldP spid="13" grpId="0" animBg="1"/>
      <p:bldP spid="16" grpId="0"/>
      <p:bldP spid="1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p:cNvSpPr>
            <a:spLocks noGrp="1"/>
          </p:cNvSpPr>
          <p:nvPr>
            <p:ph type="title"/>
          </p:nvPr>
        </p:nvSpPr>
        <p:spPr>
          <a:xfrm>
            <a:off x="474450" y="418513"/>
            <a:ext cx="8220075" cy="841447"/>
          </a:xfrm>
        </p:spPr>
        <p:txBody>
          <a:bodyPr/>
          <a:lstStyle/>
          <a:p>
            <a:pPr algn="ctr"/>
            <a:r>
              <a:rPr lang="en-GB" sz="3200" dirty="0">
                <a:latin typeface="Twinkl" pitchFamily="2" charset="0"/>
              </a:rPr>
              <a:t>Big Question</a:t>
            </a:r>
            <a:endParaRPr lang="en-GB" sz="2800" dirty="0">
              <a:latin typeface="Twinkl" pitchFamily="2" charset="0"/>
            </a:endParaRPr>
          </a:p>
        </p:txBody>
      </p:sp>
      <p:sp>
        <p:nvSpPr>
          <p:cNvPr id="16" name="TextBox 15">
            <a:extLst>
              <a:ext uri="{FF2B5EF4-FFF2-40B4-BE49-F238E27FC236}">
                <a16:creationId xmlns:a16="http://schemas.microsoft.com/office/drawing/2014/main" id="{E872563A-012A-4FD0-A4FA-B3C1A95C4B4B}"/>
              </a:ext>
            </a:extLst>
          </p:cNvPr>
          <p:cNvSpPr txBox="1"/>
          <p:nvPr/>
        </p:nvSpPr>
        <p:spPr>
          <a:xfrm>
            <a:off x="1832564" y="1382169"/>
            <a:ext cx="5495109" cy="1007181"/>
          </a:xfrm>
          <a:prstGeom prst="rect">
            <a:avLst/>
          </a:prstGeom>
          <a:noFill/>
        </p:spPr>
        <p:txBody>
          <a:bodyPr wrap="square" lIns="108000" tIns="72000" rIns="108000" bIns="72000">
            <a:spAutoFit/>
          </a:bodyPr>
          <a:lstStyle/>
          <a:p>
            <a:pPr algn="ctr"/>
            <a:r>
              <a:rPr lang="en-GB" sz="2800" b="1" dirty="0"/>
              <a:t>Why might someone want to steal some of Britain’s history? </a:t>
            </a:r>
          </a:p>
        </p:txBody>
      </p:sp>
      <p:pic>
        <p:nvPicPr>
          <p:cNvPr id="2" name="white girl">
            <a:extLst>
              <a:ext uri="{FF2B5EF4-FFF2-40B4-BE49-F238E27FC236}">
                <a16:creationId xmlns:a16="http://schemas.microsoft.com/office/drawing/2014/main" id="{05A8AA02-3476-4A76-BC7D-5FE54E464237}"/>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bwMode="auto">
          <a:xfrm>
            <a:off x="849087" y="4759641"/>
            <a:ext cx="1867192" cy="2362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Asian Boy">
            <a:extLst>
              <a:ext uri="{FF2B5EF4-FFF2-40B4-BE49-F238E27FC236}">
                <a16:creationId xmlns:a16="http://schemas.microsoft.com/office/drawing/2014/main" id="{030A9D96-6114-4CA1-A474-326F14A35487}"/>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bwMode="auto">
          <a:xfrm>
            <a:off x="2712657" y="4759641"/>
            <a:ext cx="1869981" cy="2362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Black Girl">
            <a:extLst>
              <a:ext uri="{FF2B5EF4-FFF2-40B4-BE49-F238E27FC236}">
                <a16:creationId xmlns:a16="http://schemas.microsoft.com/office/drawing/2014/main" id="{9D244B22-6833-44F6-BC11-FDB20283C0B8}"/>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580119" y="4759640"/>
            <a:ext cx="1830936" cy="2362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White Boy">
            <a:extLst>
              <a:ext uri="{FF2B5EF4-FFF2-40B4-BE49-F238E27FC236}">
                <a16:creationId xmlns:a16="http://schemas.microsoft.com/office/drawing/2014/main" id="{36869BA5-A1C0-4807-BDEE-BCF79723E46A}"/>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bwMode="auto">
          <a:xfrm>
            <a:off x="6416342" y="4670394"/>
            <a:ext cx="1811414" cy="245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25">
            <a:hlinkClick r:id="rId6" action="ppaction://hlinksldjump"/>
            <a:extLst>
              <a:ext uri="{FF2B5EF4-FFF2-40B4-BE49-F238E27FC236}">
                <a16:creationId xmlns:a16="http://schemas.microsoft.com/office/drawing/2014/main" id="{CA2C2E8A-5716-47D3-87AA-45582873DA04}"/>
              </a:ext>
            </a:extLst>
          </p:cNvPr>
          <p:cNvPicPr>
            <a:picLocks noChangeAspect="1"/>
          </p:cNvPicPr>
          <p:nvPr/>
        </p:nvPicPr>
        <p:blipFill>
          <a:blip r:embed="rId7">
            <a:extLst>
              <a:ext uri="{28A0092B-C50C-407E-A947-70E740481C1C}">
                <a14:useLocalDpi xmlns:a14="http://schemas.microsoft.com/office/drawing/2010/main"/>
              </a:ext>
            </a:extLst>
          </a:blip>
          <a:srcRect/>
          <a:stretch>
            <a:fillRect/>
          </a:stretch>
        </p:blipFill>
        <p:spPr bwMode="auto">
          <a:xfrm>
            <a:off x="174625" y="158750"/>
            <a:ext cx="539750" cy="54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865306CA-78C1-D7EE-534E-FB9615CDE677}"/>
              </a:ext>
            </a:extLst>
          </p:cNvPr>
          <p:cNvSpPr txBox="1"/>
          <p:nvPr/>
        </p:nvSpPr>
        <p:spPr>
          <a:xfrm>
            <a:off x="615776" y="3710534"/>
            <a:ext cx="7933721" cy="699404"/>
          </a:xfrm>
          <a:prstGeom prst="rect">
            <a:avLst/>
          </a:prstGeom>
          <a:solidFill>
            <a:schemeClr val="accent4">
              <a:lumMod val="20000"/>
              <a:lumOff val="80000"/>
            </a:schemeClr>
          </a:solidFill>
        </p:spPr>
        <p:txBody>
          <a:bodyPr wrap="square" lIns="108000" tIns="72000" rIns="108000" bIns="72000">
            <a:spAutoFit/>
          </a:bodyPr>
          <a:lstStyle/>
          <a:p>
            <a:pPr algn="ctr"/>
            <a:r>
              <a:rPr lang="en-GB" dirty="0"/>
              <a:t>Talk to the person next to you and tell them what you think. Then, listen to what they have to say. </a:t>
            </a:r>
          </a:p>
        </p:txBody>
      </p:sp>
      <p:cxnSp>
        <p:nvCxnSpPr>
          <p:cNvPr id="8" name="Straight Connector 7">
            <a:extLst>
              <a:ext uri="{FF2B5EF4-FFF2-40B4-BE49-F238E27FC236}">
                <a16:creationId xmlns:a16="http://schemas.microsoft.com/office/drawing/2014/main" id="{008AB28C-69A9-59CB-97DE-A4D333CC2B4D}"/>
              </a:ext>
            </a:extLst>
          </p:cNvPr>
          <p:cNvCxnSpPr>
            <a:cxnSpLocks/>
          </p:cNvCxnSpPr>
          <p:nvPr/>
        </p:nvCxnSpPr>
        <p:spPr>
          <a:xfrm>
            <a:off x="457198" y="1169045"/>
            <a:ext cx="8237327" cy="0"/>
          </a:xfrm>
          <a:prstGeom prst="line">
            <a:avLst/>
          </a:prstGeom>
          <a:ln w="38100">
            <a:solidFill>
              <a:srgbClr val="0F8BD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4CA9BB90-ED88-4628-8A65-F2ED8E4A0839}"/>
              </a:ext>
            </a:extLst>
          </p:cNvPr>
          <p:cNvSpPr txBox="1"/>
          <p:nvPr/>
        </p:nvSpPr>
        <p:spPr>
          <a:xfrm>
            <a:off x="615776" y="2564202"/>
            <a:ext cx="7933721" cy="976403"/>
          </a:xfrm>
          <a:prstGeom prst="rect">
            <a:avLst/>
          </a:prstGeom>
          <a:solidFill>
            <a:schemeClr val="accent5">
              <a:lumMod val="20000"/>
              <a:lumOff val="80000"/>
            </a:schemeClr>
          </a:solidFill>
        </p:spPr>
        <p:txBody>
          <a:bodyPr wrap="square" lIns="108000" tIns="72000" rIns="108000" bIns="72000">
            <a:spAutoFit/>
          </a:bodyPr>
          <a:lstStyle/>
          <a:p>
            <a:pPr algn="ctr"/>
            <a:r>
              <a:rPr lang="en-GB" dirty="0"/>
              <a:t>Try to think critically, and see the argument from both sides. There doesn’t have to be a right answer so feel free to play with ideas and explore why you hold certain beliefs.</a:t>
            </a:r>
          </a:p>
        </p:txBody>
      </p:sp>
      <p:sp>
        <p:nvSpPr>
          <p:cNvPr id="9" name="Rectangle 8">
            <a:hlinkClick r:id="rId8"/>
            <a:extLst>
              <a:ext uri="{FF2B5EF4-FFF2-40B4-BE49-F238E27FC236}">
                <a16:creationId xmlns:a16="http://schemas.microsoft.com/office/drawing/2014/main" id="{0BB21792-8CC6-4E38-2043-3FB0EDE4E37C}"/>
              </a:ext>
            </a:extLst>
          </p:cNvPr>
          <p:cNvSpPr/>
          <p:nvPr/>
        </p:nvSpPr>
        <p:spPr>
          <a:xfrm>
            <a:off x="8577943" y="6653348"/>
            <a:ext cx="566057" cy="2046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864190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1000"/>
                                        <p:tgtEl>
                                          <p:spTgt spid="21"/>
                                        </p:tgtEl>
                                      </p:cBhvr>
                                    </p:animEffec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1000"/>
                                        <p:tgtEl>
                                          <p:spTgt spid="2"/>
                                        </p:tgtEl>
                                      </p:cBhvr>
                                    </p:animEffect>
                                  </p:childTnLst>
                                </p:cTn>
                              </p:par>
                              <p:par>
                                <p:cTn id="11" presetID="10"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000"/>
                                        <p:tgtEl>
                                          <p:spTgt spid="3"/>
                                        </p:tgtEl>
                                      </p:cBhvr>
                                    </p:animEffect>
                                  </p:childTnLst>
                                </p:cTn>
                              </p:par>
                              <p:par>
                                <p:cTn id="14" presetID="10" presetClass="entr" presetSubtype="0" fill="hold"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1000"/>
                                        <p:tgtEl>
                                          <p:spTgt spid="4"/>
                                        </p:tgtEl>
                                      </p:cBhvr>
                                    </p:animEffect>
                                  </p:childTnLst>
                                </p:cTn>
                              </p:par>
                              <p:par>
                                <p:cTn id="17" presetID="10"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childTnLst>
                                </p:cTn>
                              </p:par>
                              <p:par>
                                <p:cTn id="20" presetID="42"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1000"/>
                                        <p:tgtEl>
                                          <p:spTgt spid="16"/>
                                        </p:tgtEl>
                                      </p:cBhvr>
                                    </p:animEffect>
                                    <p:anim calcmode="lin" valueType="num">
                                      <p:cBhvr>
                                        <p:cTn id="23" dur="1000" fill="hold"/>
                                        <p:tgtEl>
                                          <p:spTgt spid="16"/>
                                        </p:tgtEl>
                                        <p:attrNameLst>
                                          <p:attrName>ppt_x</p:attrName>
                                        </p:attrNameLst>
                                      </p:cBhvr>
                                      <p:tavLst>
                                        <p:tav tm="0">
                                          <p:val>
                                            <p:strVal val="#ppt_x"/>
                                          </p:val>
                                        </p:tav>
                                        <p:tav tm="100000">
                                          <p:val>
                                            <p:strVal val="#ppt_x"/>
                                          </p:val>
                                        </p:tav>
                                      </p:tavLst>
                                    </p:anim>
                                    <p:anim calcmode="lin" valueType="num">
                                      <p:cBhvr>
                                        <p:cTn id="24" dur="1000" fill="hold"/>
                                        <p:tgtEl>
                                          <p:spTgt spid="16"/>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1000"/>
                                        <p:tgtEl>
                                          <p:spTgt spid="7"/>
                                        </p:tgtEl>
                                      </p:cBhvr>
                                    </p:animEffect>
                                    <p:anim calcmode="lin" valueType="num">
                                      <p:cBhvr>
                                        <p:cTn id="28" dur="1000" fill="hold"/>
                                        <p:tgtEl>
                                          <p:spTgt spid="7"/>
                                        </p:tgtEl>
                                        <p:attrNameLst>
                                          <p:attrName>ppt_x</p:attrName>
                                        </p:attrNameLst>
                                      </p:cBhvr>
                                      <p:tavLst>
                                        <p:tav tm="0">
                                          <p:val>
                                            <p:strVal val="#ppt_x"/>
                                          </p:val>
                                        </p:tav>
                                        <p:tav tm="100000">
                                          <p:val>
                                            <p:strVal val="#ppt_x"/>
                                          </p:val>
                                        </p:tav>
                                      </p:tavLst>
                                    </p:anim>
                                    <p:anim calcmode="lin" valueType="num">
                                      <p:cBhvr>
                                        <p:cTn id="29" dur="1000" fill="hold"/>
                                        <p:tgtEl>
                                          <p:spTgt spid="7"/>
                                        </p:tgtEl>
                                        <p:attrNameLst>
                                          <p:attrName>ppt_y</p:attrName>
                                        </p:attrNameLst>
                                      </p:cBhvr>
                                      <p:tavLst>
                                        <p:tav tm="0">
                                          <p:val>
                                            <p:strVal val="#ppt_y+.1"/>
                                          </p:val>
                                        </p:tav>
                                        <p:tav tm="100000">
                                          <p:val>
                                            <p:strVal val="#ppt_y"/>
                                          </p:val>
                                        </p:tav>
                                      </p:tavLst>
                                    </p:anim>
                                  </p:childTnLst>
                                </p:cTn>
                              </p:par>
                              <p:par>
                                <p:cTn id="30" presetID="22" presetClass="entr" presetSubtype="8" fill="hold" nodeType="with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1000"/>
                                        <p:tgtEl>
                                          <p:spTgt spid="8"/>
                                        </p:tgtEl>
                                      </p:cBhvr>
                                    </p:animEffect>
                                  </p:childTnLst>
                                </p:cTn>
                              </p:par>
                              <p:par>
                                <p:cTn id="33" presetID="42" presetClass="entr" presetSubtype="0"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1000"/>
                                        <p:tgtEl>
                                          <p:spTgt spid="10"/>
                                        </p:tgtEl>
                                      </p:cBhvr>
                                    </p:animEffect>
                                    <p:anim calcmode="lin" valueType="num">
                                      <p:cBhvr>
                                        <p:cTn id="36" dur="1000" fill="hold"/>
                                        <p:tgtEl>
                                          <p:spTgt spid="10"/>
                                        </p:tgtEl>
                                        <p:attrNameLst>
                                          <p:attrName>ppt_x</p:attrName>
                                        </p:attrNameLst>
                                      </p:cBhvr>
                                      <p:tavLst>
                                        <p:tav tm="0">
                                          <p:val>
                                            <p:strVal val="#ppt_x"/>
                                          </p:val>
                                        </p:tav>
                                        <p:tav tm="100000">
                                          <p:val>
                                            <p:strVal val="#ppt_x"/>
                                          </p:val>
                                        </p:tav>
                                      </p:tavLst>
                                    </p:anim>
                                    <p:anim calcmode="lin" valueType="num">
                                      <p:cBhvr>
                                        <p:cTn id="3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16" grpId="0" animBg="1"/>
      <p:bldP spid="7" grpId="0" animBg="1"/>
      <p:bldP spid="1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hlinkClick r:id="rId2"/>
            <a:extLst>
              <a:ext uri="{FF2B5EF4-FFF2-40B4-BE49-F238E27FC236}">
                <a16:creationId xmlns:a16="http://schemas.microsoft.com/office/drawing/2014/main" id="{4D0E7D91-EFF9-17D9-72E3-11EFCF859A4B}"/>
              </a:ext>
            </a:extLst>
          </p:cNvPr>
          <p:cNvSpPr/>
          <p:nvPr/>
        </p:nvSpPr>
        <p:spPr>
          <a:xfrm>
            <a:off x="4127863" y="3100250"/>
            <a:ext cx="836023" cy="6357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311191065"/>
      </p:ext>
    </p:extLst>
  </p:cSld>
  <p:clrMapOvr>
    <a:masterClrMapping/>
  </p:clrMapOvr>
</p:sld>
</file>

<file path=ppt/theme/theme1.xml><?xml version="1.0" encoding="utf-8"?>
<a:theme xmlns:a="http://schemas.openxmlformats.org/drawingml/2006/main" name="Office Theme">
  <a:themeElements>
    <a:clrScheme name="Twinkl Template">
      <a:dk1>
        <a:srgbClr val="1C1C1C"/>
      </a:dk1>
      <a:lt1>
        <a:sysClr val="window" lastClr="FFFFFF"/>
      </a:lt1>
      <a:dk2>
        <a:srgbClr val="4A4A4A"/>
      </a:dk2>
      <a:lt2>
        <a:srgbClr val="F4F2F2"/>
      </a:lt2>
      <a:accent1>
        <a:srgbClr val="E34192"/>
      </a:accent1>
      <a:accent2>
        <a:srgbClr val="EB8634"/>
      </a:accent2>
      <a:accent3>
        <a:srgbClr val="E6C734"/>
      </a:accent3>
      <a:accent4>
        <a:srgbClr val="79AD42"/>
      </a:accent4>
      <a:accent5>
        <a:srgbClr val="23A7F9"/>
      </a:accent5>
      <a:accent6>
        <a:srgbClr val="954EBE"/>
      </a:accent6>
      <a:hlink>
        <a:srgbClr val="23A7F9"/>
      </a:hlink>
      <a:folHlink>
        <a:srgbClr val="757070"/>
      </a:folHlink>
    </a:clrScheme>
    <a:fontScheme name="Custom 1">
      <a:majorFont>
        <a:latin typeface="Twinkl Sb"/>
        <a:ea typeface=""/>
        <a:cs typeface=""/>
      </a:majorFont>
      <a:minorFont>
        <a:latin typeface="Twink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18A0DB"/>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D1DE2026-A039-4A50-859D-97E9EBDDA385}" vid="{2D2B1625-DFC8-45BB-8A71-B86A6147421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3807</TotalTime>
  <Words>615</Words>
  <Application>Microsoft Office PowerPoint</Application>
  <PresentationFormat>On-screen Show (4:3)</PresentationFormat>
  <Paragraphs>49</Paragraphs>
  <Slides>7</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Twinkl ExtraBold</vt:lpstr>
      <vt:lpstr>Twinkl</vt:lpstr>
      <vt:lpstr>Wingdings</vt:lpstr>
      <vt:lpstr>Arial</vt:lpstr>
      <vt:lpstr>Calibri</vt:lpstr>
      <vt:lpstr>Roboto</vt:lpstr>
      <vt:lpstr>Twinkl SemiBold</vt:lpstr>
      <vt:lpstr>Office Theme</vt:lpstr>
      <vt:lpstr>PowerPoint Presentation</vt:lpstr>
      <vt:lpstr>Disclaimer   This resource refers to topical events in the news and is provided for informational and educational purposes only. Events in the news may emotionally impact your learners. You should consider whether this content is appropriate for your situation. It is also your responsibility to ensure that the information/activity this resource contains is safe and appropriate to use in your situation. You should not rely on the material included within this resource and Twinkl does not accept any responsibility if you do.</vt:lpstr>
      <vt:lpstr>PowerPoint Presentation</vt:lpstr>
      <vt:lpstr>PowerPoint Presentation</vt:lpstr>
      <vt:lpstr>Comprehension Questions</vt:lpstr>
      <vt:lpstr>Big Question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Jonathan Park</dc:creator>
  <cp:lastModifiedBy>Katie Hawksworth</cp:lastModifiedBy>
  <cp:revision>240</cp:revision>
  <dcterms:created xsi:type="dcterms:W3CDTF">2020-01-20T16:06:45Z</dcterms:created>
  <dcterms:modified xsi:type="dcterms:W3CDTF">2023-10-20T10:30:47Z</dcterms:modified>
</cp:coreProperties>
</file>