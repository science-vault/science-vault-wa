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84" r:id="rId1"/>
  </p:sldMasterIdLst>
  <p:notesMasterIdLst>
    <p:notesMasterId r:id="rId35"/>
  </p:notesMasterIdLst>
  <p:handoutMasterIdLst>
    <p:handoutMasterId r:id="rId36"/>
  </p:handoutMasterIdLst>
  <p:sldIdLst>
    <p:sldId id="256" r:id="rId2"/>
    <p:sldId id="257" r:id="rId3"/>
    <p:sldId id="258" r:id="rId4"/>
    <p:sldId id="259" r:id="rId5"/>
    <p:sldId id="260" r:id="rId6"/>
    <p:sldId id="261" r:id="rId7"/>
    <p:sldId id="273" r:id="rId8"/>
    <p:sldId id="274" r:id="rId9"/>
    <p:sldId id="269" r:id="rId10"/>
    <p:sldId id="262" r:id="rId11"/>
    <p:sldId id="263" r:id="rId12"/>
    <p:sldId id="264" r:id="rId13"/>
    <p:sldId id="265" r:id="rId14"/>
    <p:sldId id="266" r:id="rId15"/>
    <p:sldId id="267" r:id="rId16"/>
    <p:sldId id="268" r:id="rId17"/>
    <p:sldId id="270" r:id="rId18"/>
    <p:sldId id="271" r:id="rId19"/>
    <p:sldId id="272" r:id="rId20"/>
    <p:sldId id="275" r:id="rId21"/>
    <p:sldId id="277" r:id="rId22"/>
    <p:sldId id="276" r:id="rId23"/>
    <p:sldId id="281" r:id="rId24"/>
    <p:sldId id="278" r:id="rId25"/>
    <p:sldId id="279" r:id="rId26"/>
    <p:sldId id="280" r:id="rId27"/>
    <p:sldId id="282" r:id="rId28"/>
    <p:sldId id="283" r:id="rId29"/>
    <p:sldId id="284" r:id="rId30"/>
    <p:sldId id="285" r:id="rId31"/>
    <p:sldId id="287" r:id="rId32"/>
    <p:sldId id="288" r:id="rId33"/>
    <p:sldId id="289" r:id="rId34"/>
  </p:sldIdLst>
  <p:sldSz cx="9144000" cy="6858000" type="screen4x3"/>
  <p:notesSz cx="7099300" cy="10234613"/>
  <p:defaultTextStyle>
    <a:defPPr>
      <a:defRPr lang="en-AU"/>
    </a:defPPr>
    <a:lvl1pPr algn="l" rtl="0" fontAlgn="base">
      <a:spcBef>
        <a:spcPct val="0"/>
      </a:spcBef>
      <a:spcAft>
        <a:spcPct val="0"/>
      </a:spcAft>
      <a:defRPr kern="1200">
        <a:solidFill>
          <a:schemeClr val="tx1"/>
        </a:solidFill>
        <a:latin typeface="Comic Sans MS" panose="030F0702030302020204" pitchFamily="66" charset="0"/>
        <a:ea typeface="+mn-ea"/>
        <a:cs typeface="+mn-cs"/>
      </a:defRPr>
    </a:lvl1pPr>
    <a:lvl2pPr marL="457200" algn="l" rtl="0" fontAlgn="base">
      <a:spcBef>
        <a:spcPct val="0"/>
      </a:spcBef>
      <a:spcAft>
        <a:spcPct val="0"/>
      </a:spcAft>
      <a:defRPr kern="1200">
        <a:solidFill>
          <a:schemeClr val="tx1"/>
        </a:solidFill>
        <a:latin typeface="Comic Sans MS" panose="030F0702030302020204" pitchFamily="66" charset="0"/>
        <a:ea typeface="+mn-ea"/>
        <a:cs typeface="+mn-cs"/>
      </a:defRPr>
    </a:lvl2pPr>
    <a:lvl3pPr marL="914400" algn="l" rtl="0" fontAlgn="base">
      <a:spcBef>
        <a:spcPct val="0"/>
      </a:spcBef>
      <a:spcAft>
        <a:spcPct val="0"/>
      </a:spcAft>
      <a:defRPr kern="1200">
        <a:solidFill>
          <a:schemeClr val="tx1"/>
        </a:solidFill>
        <a:latin typeface="Comic Sans MS" panose="030F0702030302020204" pitchFamily="66" charset="0"/>
        <a:ea typeface="+mn-ea"/>
        <a:cs typeface="+mn-cs"/>
      </a:defRPr>
    </a:lvl3pPr>
    <a:lvl4pPr marL="1371600" algn="l" rtl="0" fontAlgn="base">
      <a:spcBef>
        <a:spcPct val="0"/>
      </a:spcBef>
      <a:spcAft>
        <a:spcPct val="0"/>
      </a:spcAft>
      <a:defRPr kern="1200">
        <a:solidFill>
          <a:schemeClr val="tx1"/>
        </a:solidFill>
        <a:latin typeface="Comic Sans MS" panose="030F0702030302020204" pitchFamily="66" charset="0"/>
        <a:ea typeface="+mn-ea"/>
        <a:cs typeface="+mn-cs"/>
      </a:defRPr>
    </a:lvl4pPr>
    <a:lvl5pPr marL="1828800" algn="l" rtl="0" fontAlgn="base">
      <a:spcBef>
        <a:spcPct val="0"/>
      </a:spcBef>
      <a:spcAft>
        <a:spcPct val="0"/>
      </a:spcAft>
      <a:defRPr kern="1200">
        <a:solidFill>
          <a:schemeClr val="tx1"/>
        </a:solidFill>
        <a:latin typeface="Comic Sans MS" panose="030F0702030302020204" pitchFamily="66" charset="0"/>
        <a:ea typeface="+mn-ea"/>
        <a:cs typeface="+mn-cs"/>
      </a:defRPr>
    </a:lvl5pPr>
    <a:lvl6pPr marL="2286000" algn="l" defTabSz="914400" rtl="0" eaLnBrk="1" latinLnBrk="0" hangingPunct="1">
      <a:defRPr kern="1200">
        <a:solidFill>
          <a:schemeClr val="tx1"/>
        </a:solidFill>
        <a:latin typeface="Comic Sans MS" panose="030F0702030302020204" pitchFamily="66" charset="0"/>
        <a:ea typeface="+mn-ea"/>
        <a:cs typeface="+mn-cs"/>
      </a:defRPr>
    </a:lvl6pPr>
    <a:lvl7pPr marL="2743200" algn="l" defTabSz="914400" rtl="0" eaLnBrk="1" latinLnBrk="0" hangingPunct="1">
      <a:defRPr kern="1200">
        <a:solidFill>
          <a:schemeClr val="tx1"/>
        </a:solidFill>
        <a:latin typeface="Comic Sans MS" panose="030F0702030302020204" pitchFamily="66" charset="0"/>
        <a:ea typeface="+mn-ea"/>
        <a:cs typeface="+mn-cs"/>
      </a:defRPr>
    </a:lvl7pPr>
    <a:lvl8pPr marL="3200400" algn="l" defTabSz="914400" rtl="0" eaLnBrk="1" latinLnBrk="0" hangingPunct="1">
      <a:defRPr kern="1200">
        <a:solidFill>
          <a:schemeClr val="tx1"/>
        </a:solidFill>
        <a:latin typeface="Comic Sans MS" panose="030F0702030302020204" pitchFamily="66" charset="0"/>
        <a:ea typeface="+mn-ea"/>
        <a:cs typeface="+mn-cs"/>
      </a:defRPr>
    </a:lvl8pPr>
    <a:lvl9pPr marL="3657600" algn="l" defTabSz="914400" rtl="0" eaLnBrk="1" latinLnBrk="0" hangingPunct="1">
      <a:defRPr kern="1200">
        <a:solidFill>
          <a:schemeClr val="tx1"/>
        </a:solidFill>
        <a:latin typeface="Comic Sans MS" panose="030F0702030302020204" pitchFamily="66" charset="0"/>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2D200454-40CA-4A62-9FC3-DE9A4176ACB9}">
      <p15:notesGuideLst xmlns:p15="http://schemas.microsoft.com/office/powerpoint/2012/main">
        <p15:guide id="1" orient="horz" pos="3224">
          <p15:clr>
            <a:srgbClr val="A4A3A4"/>
          </p15:clr>
        </p15:guide>
        <p15:guide id="2" pos="2237">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449" autoAdjust="0"/>
    <p:restoredTop sz="94660"/>
  </p:normalViewPr>
  <p:slideViewPr>
    <p:cSldViewPr>
      <p:cViewPr varScale="1">
        <p:scale>
          <a:sx n="78" d="100"/>
          <a:sy n="78" d="100"/>
        </p:scale>
        <p:origin x="1526" y="58"/>
      </p:cViewPr>
      <p:guideLst>
        <p:guide orient="horz" pos="2160"/>
        <p:guide pos="2880"/>
      </p:guideLst>
    </p:cSldViewPr>
  </p:slideViewPr>
  <p:notesTextViewPr>
    <p:cViewPr>
      <p:scale>
        <a:sx n="100" d="100"/>
        <a:sy n="100" d="100"/>
      </p:scale>
      <p:origin x="0" y="0"/>
    </p:cViewPr>
  </p:notesTextViewPr>
  <p:notesViewPr>
    <p:cSldViewPr>
      <p:cViewPr varScale="1">
        <p:scale>
          <a:sx n="59" d="100"/>
          <a:sy n="59" d="100"/>
        </p:scale>
        <p:origin x="-1890" y="-78"/>
      </p:cViewPr>
      <p:guideLst>
        <p:guide orient="horz" pos="3224"/>
        <p:guide pos="2237"/>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theme" Target="theme/theme1.xml"/><Relationship Id="rId21" Type="http://schemas.openxmlformats.org/officeDocument/2006/relationships/slide" Target="slides/slide20.xml"/><Relationship Id="rId34" Type="http://schemas.openxmlformats.org/officeDocument/2006/relationships/slide" Target="slides/slide33.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microsoft.com/office/2016/11/relationships/changesInfo" Target="changesInfos/changesInfo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presProps" Target="presProps.xml"/><Relationship Id="rId40"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handoutMaster" Target="handoutMasters/handoutMaster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notesMaster" Target="notesMasters/notesMaster1.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viewProps" Target="view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COOPER Sarina [Southern River College]" userId="7f2b4663-0468-4605-9163-1ba4158276d8" providerId="ADAL" clId="{57CED4DE-FBC2-4A51-B32C-9A04E87546E0}"/>
    <pc:docChg chg="modSld">
      <pc:chgData name="COOPER Sarina [Southern River College]" userId="7f2b4663-0468-4605-9163-1ba4158276d8" providerId="ADAL" clId="{57CED4DE-FBC2-4A51-B32C-9A04E87546E0}" dt="2024-02-19T03:37:03.200" v="12" actId="20577"/>
      <pc:docMkLst>
        <pc:docMk/>
      </pc:docMkLst>
      <pc:sldChg chg="modSp mod">
        <pc:chgData name="COOPER Sarina [Southern River College]" userId="7f2b4663-0468-4605-9163-1ba4158276d8" providerId="ADAL" clId="{57CED4DE-FBC2-4A51-B32C-9A04E87546E0}" dt="2024-02-19T03:37:03.200" v="12" actId="20577"/>
        <pc:sldMkLst>
          <pc:docMk/>
          <pc:sldMk cId="0" sldId="265"/>
        </pc:sldMkLst>
        <pc:spChg chg="mod">
          <ac:chgData name="COOPER Sarina [Southern River College]" userId="7f2b4663-0468-4605-9163-1ba4158276d8" providerId="ADAL" clId="{57CED4DE-FBC2-4A51-B32C-9A04E87546E0}" dt="2024-02-19T03:37:03.200" v="12" actId="20577"/>
          <ac:spMkLst>
            <pc:docMk/>
            <pc:sldMk cId="0" sldId="265"/>
            <ac:spMk id="181251" creationId="{C3E1A38E-E9C0-79E3-DD3E-295F0C11B617}"/>
          </ac:spMkLst>
        </pc:spChg>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05826" name="Rectangle 2">
            <a:extLst>
              <a:ext uri="{FF2B5EF4-FFF2-40B4-BE49-F238E27FC236}">
                <a16:creationId xmlns:a16="http://schemas.microsoft.com/office/drawing/2014/main" id="{5A065C59-F28E-0561-AD65-0EB890B239E6}"/>
              </a:ext>
            </a:extLst>
          </p:cNvPr>
          <p:cNvSpPr>
            <a:spLocks noGrp="1" noChangeArrowheads="1"/>
          </p:cNvSpPr>
          <p:nvPr>
            <p:ph type="hdr" sz="quarter"/>
          </p:nvPr>
        </p:nvSpPr>
        <p:spPr bwMode="auto">
          <a:xfrm>
            <a:off x="0" y="0"/>
            <a:ext cx="3074988" cy="5111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6122" tIns="48061" rIns="96122" bIns="48061" numCol="1" anchor="t" anchorCtr="0" compatLnSpc="1">
            <a:prstTxWarp prst="textNoShape">
              <a:avLst/>
            </a:prstTxWarp>
          </a:bodyPr>
          <a:lstStyle>
            <a:lvl1pPr defTabSz="960438">
              <a:defRPr sz="1300">
                <a:latin typeface="Arial" panose="020B0604020202020204" pitchFamily="34" charset="0"/>
              </a:defRPr>
            </a:lvl1pPr>
          </a:lstStyle>
          <a:p>
            <a:endParaRPr lang="en-AU" altLang="en-US"/>
          </a:p>
        </p:txBody>
      </p:sp>
      <p:sp>
        <p:nvSpPr>
          <p:cNvPr id="205827" name="Rectangle 3">
            <a:extLst>
              <a:ext uri="{FF2B5EF4-FFF2-40B4-BE49-F238E27FC236}">
                <a16:creationId xmlns:a16="http://schemas.microsoft.com/office/drawing/2014/main" id="{D7D3024A-B878-DAFC-B664-117F32199A23}"/>
              </a:ext>
            </a:extLst>
          </p:cNvPr>
          <p:cNvSpPr>
            <a:spLocks noGrp="1" noChangeArrowheads="1"/>
          </p:cNvSpPr>
          <p:nvPr>
            <p:ph type="dt" sz="quarter" idx="1"/>
          </p:nvPr>
        </p:nvSpPr>
        <p:spPr bwMode="auto">
          <a:xfrm>
            <a:off x="4022725" y="0"/>
            <a:ext cx="3074988" cy="5111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6122" tIns="48061" rIns="96122" bIns="48061" numCol="1" anchor="t" anchorCtr="0" compatLnSpc="1">
            <a:prstTxWarp prst="textNoShape">
              <a:avLst/>
            </a:prstTxWarp>
          </a:bodyPr>
          <a:lstStyle>
            <a:lvl1pPr algn="r" defTabSz="960438">
              <a:defRPr sz="1300">
                <a:latin typeface="Arial" panose="020B0604020202020204" pitchFamily="34" charset="0"/>
              </a:defRPr>
            </a:lvl1pPr>
          </a:lstStyle>
          <a:p>
            <a:endParaRPr lang="en-AU" altLang="en-US"/>
          </a:p>
        </p:txBody>
      </p:sp>
      <p:sp>
        <p:nvSpPr>
          <p:cNvPr id="205828" name="Rectangle 4">
            <a:extLst>
              <a:ext uri="{FF2B5EF4-FFF2-40B4-BE49-F238E27FC236}">
                <a16:creationId xmlns:a16="http://schemas.microsoft.com/office/drawing/2014/main" id="{9A447A54-DE7B-2847-E345-78DC13103D82}"/>
              </a:ext>
            </a:extLst>
          </p:cNvPr>
          <p:cNvSpPr>
            <a:spLocks noGrp="1" noChangeArrowheads="1"/>
          </p:cNvSpPr>
          <p:nvPr>
            <p:ph type="ftr" sz="quarter" idx="2"/>
          </p:nvPr>
        </p:nvSpPr>
        <p:spPr bwMode="auto">
          <a:xfrm>
            <a:off x="0" y="9721850"/>
            <a:ext cx="3074988" cy="5111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6122" tIns="48061" rIns="96122" bIns="48061" numCol="1" anchor="b" anchorCtr="0" compatLnSpc="1">
            <a:prstTxWarp prst="textNoShape">
              <a:avLst/>
            </a:prstTxWarp>
          </a:bodyPr>
          <a:lstStyle>
            <a:lvl1pPr defTabSz="960438">
              <a:defRPr sz="1300">
                <a:latin typeface="Arial" panose="020B0604020202020204" pitchFamily="34" charset="0"/>
              </a:defRPr>
            </a:lvl1pPr>
          </a:lstStyle>
          <a:p>
            <a:endParaRPr lang="en-AU" altLang="en-US"/>
          </a:p>
        </p:txBody>
      </p:sp>
      <p:sp>
        <p:nvSpPr>
          <p:cNvPr id="205829" name="Rectangle 5">
            <a:extLst>
              <a:ext uri="{FF2B5EF4-FFF2-40B4-BE49-F238E27FC236}">
                <a16:creationId xmlns:a16="http://schemas.microsoft.com/office/drawing/2014/main" id="{B32E52E5-0CD5-71DE-644D-924C17061091}"/>
              </a:ext>
            </a:extLst>
          </p:cNvPr>
          <p:cNvSpPr>
            <a:spLocks noGrp="1" noChangeArrowheads="1"/>
          </p:cNvSpPr>
          <p:nvPr>
            <p:ph type="sldNum" sz="quarter" idx="3"/>
          </p:nvPr>
        </p:nvSpPr>
        <p:spPr bwMode="auto">
          <a:xfrm>
            <a:off x="4022725" y="9721850"/>
            <a:ext cx="3074988" cy="5111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6122" tIns="48061" rIns="96122" bIns="48061" numCol="1" anchor="b" anchorCtr="0" compatLnSpc="1">
            <a:prstTxWarp prst="textNoShape">
              <a:avLst/>
            </a:prstTxWarp>
          </a:bodyPr>
          <a:lstStyle>
            <a:lvl1pPr algn="r" defTabSz="960438">
              <a:defRPr sz="1300">
                <a:latin typeface="Arial" panose="020B0604020202020204" pitchFamily="34" charset="0"/>
              </a:defRPr>
            </a:lvl1pPr>
          </a:lstStyle>
          <a:p>
            <a:fld id="{BB0405B3-7193-4321-861B-AB252B8EC323}" type="slidenum">
              <a:rPr lang="en-AU" altLang="en-US"/>
              <a:pPr/>
              <a:t>‹#›</a:t>
            </a:fld>
            <a:endParaRPr lang="en-AU" altLang="en-US"/>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07874" name="Rectangle 2">
            <a:extLst>
              <a:ext uri="{FF2B5EF4-FFF2-40B4-BE49-F238E27FC236}">
                <a16:creationId xmlns:a16="http://schemas.microsoft.com/office/drawing/2014/main" id="{9C358733-CBE3-9D98-AE46-B16E81275E72}"/>
              </a:ext>
            </a:extLst>
          </p:cNvPr>
          <p:cNvSpPr>
            <a:spLocks noGrp="1" noChangeArrowheads="1"/>
          </p:cNvSpPr>
          <p:nvPr>
            <p:ph type="hdr" sz="quarter"/>
          </p:nvPr>
        </p:nvSpPr>
        <p:spPr bwMode="auto">
          <a:xfrm>
            <a:off x="0" y="0"/>
            <a:ext cx="3074988" cy="5111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6122" tIns="48061" rIns="96122" bIns="48061" numCol="1" anchor="t" anchorCtr="0" compatLnSpc="1">
            <a:prstTxWarp prst="textNoShape">
              <a:avLst/>
            </a:prstTxWarp>
          </a:bodyPr>
          <a:lstStyle>
            <a:lvl1pPr defTabSz="960438">
              <a:defRPr sz="1300">
                <a:latin typeface="Arial" panose="020B0604020202020204" pitchFamily="34" charset="0"/>
              </a:defRPr>
            </a:lvl1pPr>
          </a:lstStyle>
          <a:p>
            <a:endParaRPr lang="en-AU" altLang="en-US"/>
          </a:p>
        </p:txBody>
      </p:sp>
      <p:sp>
        <p:nvSpPr>
          <p:cNvPr id="207875" name="Rectangle 3">
            <a:extLst>
              <a:ext uri="{FF2B5EF4-FFF2-40B4-BE49-F238E27FC236}">
                <a16:creationId xmlns:a16="http://schemas.microsoft.com/office/drawing/2014/main" id="{F3D3B777-3E87-663F-6B38-11491D355D1F}"/>
              </a:ext>
            </a:extLst>
          </p:cNvPr>
          <p:cNvSpPr>
            <a:spLocks noGrp="1" noChangeArrowheads="1"/>
          </p:cNvSpPr>
          <p:nvPr>
            <p:ph type="dt" idx="1"/>
          </p:nvPr>
        </p:nvSpPr>
        <p:spPr bwMode="auto">
          <a:xfrm>
            <a:off x="4022725" y="0"/>
            <a:ext cx="3074988" cy="5111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6122" tIns="48061" rIns="96122" bIns="48061" numCol="1" anchor="t" anchorCtr="0" compatLnSpc="1">
            <a:prstTxWarp prst="textNoShape">
              <a:avLst/>
            </a:prstTxWarp>
          </a:bodyPr>
          <a:lstStyle>
            <a:lvl1pPr algn="r" defTabSz="960438">
              <a:defRPr sz="1300">
                <a:latin typeface="Arial" panose="020B0604020202020204" pitchFamily="34" charset="0"/>
              </a:defRPr>
            </a:lvl1pPr>
          </a:lstStyle>
          <a:p>
            <a:endParaRPr lang="en-AU" altLang="en-US"/>
          </a:p>
        </p:txBody>
      </p:sp>
      <p:sp>
        <p:nvSpPr>
          <p:cNvPr id="207876" name="Rectangle 4">
            <a:extLst>
              <a:ext uri="{FF2B5EF4-FFF2-40B4-BE49-F238E27FC236}">
                <a16:creationId xmlns:a16="http://schemas.microsoft.com/office/drawing/2014/main" id="{71163CFF-07BB-EE40-671C-85ED3AC30E2A}"/>
              </a:ext>
            </a:extLst>
          </p:cNvPr>
          <p:cNvSpPr>
            <a:spLocks noRot="1" noChangeArrowheads="1" noTextEdit="1"/>
          </p:cNvSpPr>
          <p:nvPr>
            <p:ph type="sldImg" idx="2"/>
          </p:nvPr>
        </p:nvSpPr>
        <p:spPr bwMode="auto">
          <a:xfrm>
            <a:off x="992188" y="768350"/>
            <a:ext cx="5116512" cy="3836988"/>
          </a:xfrm>
          <a:prstGeom prst="rect">
            <a:avLst/>
          </a:prstGeom>
          <a:no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 uri="{53640926-AAD7-44D8-BBD7-CCE9431645EC}">
              <a14:shadowObscured xmlns:a14="http://schemas.microsoft.com/office/drawing/2010/main" val="1"/>
            </a:ext>
          </a:extLst>
        </p:spPr>
      </p:sp>
      <p:sp>
        <p:nvSpPr>
          <p:cNvPr id="207877" name="Rectangle 5">
            <a:extLst>
              <a:ext uri="{FF2B5EF4-FFF2-40B4-BE49-F238E27FC236}">
                <a16:creationId xmlns:a16="http://schemas.microsoft.com/office/drawing/2014/main" id="{39F5EE3E-4CFB-D828-12C4-700462BD58E7}"/>
              </a:ext>
            </a:extLst>
          </p:cNvPr>
          <p:cNvSpPr>
            <a:spLocks noGrp="1" noChangeArrowheads="1"/>
          </p:cNvSpPr>
          <p:nvPr>
            <p:ph type="body" sz="quarter" idx="3"/>
          </p:nvPr>
        </p:nvSpPr>
        <p:spPr bwMode="auto">
          <a:xfrm>
            <a:off x="709613" y="4860925"/>
            <a:ext cx="5680075" cy="46053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6122" tIns="48061" rIns="96122" bIns="48061" numCol="1" anchor="t" anchorCtr="0" compatLnSpc="1">
            <a:prstTxWarp prst="textNoShape">
              <a:avLst/>
            </a:prstTxWarp>
          </a:bodyPr>
          <a:lstStyle/>
          <a:p>
            <a:pPr lvl="0"/>
            <a:r>
              <a:rPr lang="en-AU" altLang="en-US"/>
              <a:t>Click to edit Master text styles</a:t>
            </a:r>
          </a:p>
          <a:p>
            <a:pPr lvl="1"/>
            <a:r>
              <a:rPr lang="en-AU" altLang="en-US"/>
              <a:t>Second level</a:t>
            </a:r>
          </a:p>
          <a:p>
            <a:pPr lvl="2"/>
            <a:r>
              <a:rPr lang="en-AU" altLang="en-US"/>
              <a:t>Third level</a:t>
            </a:r>
          </a:p>
          <a:p>
            <a:pPr lvl="3"/>
            <a:r>
              <a:rPr lang="en-AU" altLang="en-US"/>
              <a:t>Fourth level</a:t>
            </a:r>
          </a:p>
          <a:p>
            <a:pPr lvl="4"/>
            <a:r>
              <a:rPr lang="en-AU" altLang="en-US"/>
              <a:t>Fifth level</a:t>
            </a:r>
          </a:p>
        </p:txBody>
      </p:sp>
      <p:sp>
        <p:nvSpPr>
          <p:cNvPr id="207878" name="Rectangle 6">
            <a:extLst>
              <a:ext uri="{FF2B5EF4-FFF2-40B4-BE49-F238E27FC236}">
                <a16:creationId xmlns:a16="http://schemas.microsoft.com/office/drawing/2014/main" id="{44634093-4460-DA40-F844-C9820A0C7C1B}"/>
              </a:ext>
            </a:extLst>
          </p:cNvPr>
          <p:cNvSpPr>
            <a:spLocks noGrp="1" noChangeArrowheads="1"/>
          </p:cNvSpPr>
          <p:nvPr>
            <p:ph type="ftr" sz="quarter" idx="4"/>
          </p:nvPr>
        </p:nvSpPr>
        <p:spPr bwMode="auto">
          <a:xfrm>
            <a:off x="0" y="9721850"/>
            <a:ext cx="3074988" cy="5111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6122" tIns="48061" rIns="96122" bIns="48061" numCol="1" anchor="b" anchorCtr="0" compatLnSpc="1">
            <a:prstTxWarp prst="textNoShape">
              <a:avLst/>
            </a:prstTxWarp>
          </a:bodyPr>
          <a:lstStyle>
            <a:lvl1pPr defTabSz="960438">
              <a:defRPr sz="1300">
                <a:latin typeface="Arial" panose="020B0604020202020204" pitchFamily="34" charset="0"/>
              </a:defRPr>
            </a:lvl1pPr>
          </a:lstStyle>
          <a:p>
            <a:endParaRPr lang="en-AU" altLang="en-US"/>
          </a:p>
        </p:txBody>
      </p:sp>
      <p:sp>
        <p:nvSpPr>
          <p:cNvPr id="207879" name="Rectangle 7">
            <a:extLst>
              <a:ext uri="{FF2B5EF4-FFF2-40B4-BE49-F238E27FC236}">
                <a16:creationId xmlns:a16="http://schemas.microsoft.com/office/drawing/2014/main" id="{C6179867-CA69-0D90-FD0E-C871B4E967CF}"/>
              </a:ext>
            </a:extLst>
          </p:cNvPr>
          <p:cNvSpPr>
            <a:spLocks noGrp="1" noChangeArrowheads="1"/>
          </p:cNvSpPr>
          <p:nvPr>
            <p:ph type="sldNum" sz="quarter" idx="5"/>
          </p:nvPr>
        </p:nvSpPr>
        <p:spPr bwMode="auto">
          <a:xfrm>
            <a:off x="4022725" y="9721850"/>
            <a:ext cx="3074988" cy="5111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6122" tIns="48061" rIns="96122" bIns="48061" numCol="1" anchor="b" anchorCtr="0" compatLnSpc="1">
            <a:prstTxWarp prst="textNoShape">
              <a:avLst/>
            </a:prstTxWarp>
          </a:bodyPr>
          <a:lstStyle>
            <a:lvl1pPr algn="r" defTabSz="960438">
              <a:defRPr sz="1300">
                <a:latin typeface="Arial" panose="020B0604020202020204" pitchFamily="34" charset="0"/>
              </a:defRPr>
            </a:lvl1pPr>
          </a:lstStyle>
          <a:p>
            <a:fld id="{3ED09158-DB32-4B2D-9CB3-A964AC784D72}" type="slidenum">
              <a:rPr lang="en-AU" altLang="en-US"/>
              <a:pPr/>
              <a:t>‹#›</a:t>
            </a:fld>
            <a:endParaRPr lang="en-AU" altLang="en-US"/>
          </a:p>
        </p:txBody>
      </p:sp>
    </p:spTree>
  </p:cSld>
  <p:clrMap bg1="lt1" tx1="dk1" bg2="lt2" tx2="dk2" accent1="accent1" accent2="accent2" accent3="accent3" accent4="accent4" accent5="accent5" accent6="accent6" hlink="hlink" folHlink="folHlink"/>
  <p:notesStyle>
    <a:lvl1pPr algn="l" rtl="0" fontAlgn="base">
      <a:spcBef>
        <a:spcPct val="30000"/>
      </a:spcBef>
      <a:spcAft>
        <a:spcPct val="0"/>
      </a:spcAft>
      <a:defRPr sz="1200" kern="1200">
        <a:solidFill>
          <a:schemeClr val="tx1"/>
        </a:solidFill>
        <a:latin typeface="Arial" panose="020B0604020202020204" pitchFamily="34" charset="0"/>
        <a:ea typeface="+mn-ea"/>
        <a:cs typeface="+mn-cs"/>
      </a:defRPr>
    </a:lvl1pPr>
    <a:lvl2pPr marL="457200" algn="l" rtl="0" fontAlgn="base">
      <a:spcBef>
        <a:spcPct val="30000"/>
      </a:spcBef>
      <a:spcAft>
        <a:spcPct val="0"/>
      </a:spcAft>
      <a:defRPr sz="1200" kern="1200">
        <a:solidFill>
          <a:schemeClr val="tx1"/>
        </a:solidFill>
        <a:latin typeface="Arial" panose="020B0604020202020204" pitchFamily="34" charset="0"/>
        <a:ea typeface="+mn-ea"/>
        <a:cs typeface="+mn-cs"/>
      </a:defRPr>
    </a:lvl2pPr>
    <a:lvl3pPr marL="914400" algn="l" rtl="0" fontAlgn="base">
      <a:spcBef>
        <a:spcPct val="30000"/>
      </a:spcBef>
      <a:spcAft>
        <a:spcPct val="0"/>
      </a:spcAft>
      <a:defRPr sz="1200" kern="1200">
        <a:solidFill>
          <a:schemeClr val="tx1"/>
        </a:solidFill>
        <a:latin typeface="Arial" panose="020B0604020202020204" pitchFamily="34" charset="0"/>
        <a:ea typeface="+mn-ea"/>
        <a:cs typeface="+mn-cs"/>
      </a:defRPr>
    </a:lvl3pPr>
    <a:lvl4pPr marL="1371600" algn="l" rtl="0" fontAlgn="base">
      <a:spcBef>
        <a:spcPct val="30000"/>
      </a:spcBef>
      <a:spcAft>
        <a:spcPct val="0"/>
      </a:spcAft>
      <a:defRPr sz="1200" kern="1200">
        <a:solidFill>
          <a:schemeClr val="tx1"/>
        </a:solidFill>
        <a:latin typeface="Arial" panose="020B0604020202020204" pitchFamily="34" charset="0"/>
        <a:ea typeface="+mn-ea"/>
        <a:cs typeface="+mn-cs"/>
      </a:defRPr>
    </a:lvl4pPr>
    <a:lvl5pPr marL="1828800" algn="l" rtl="0" fontAlgn="base">
      <a:spcBef>
        <a:spcPct val="30000"/>
      </a:spcBef>
      <a:spcAft>
        <a:spcPct val="0"/>
      </a:spcAft>
      <a:defRPr sz="1200" kern="1200">
        <a:solidFill>
          <a:schemeClr val="tx1"/>
        </a:solidFill>
        <a:latin typeface="Arial" panose="020B0604020202020204" pitchFamily="34"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7">
            <a:extLst>
              <a:ext uri="{FF2B5EF4-FFF2-40B4-BE49-F238E27FC236}">
                <a16:creationId xmlns:a16="http://schemas.microsoft.com/office/drawing/2014/main" id="{6477C8D1-4024-5A1C-781D-BEF55BD536D4}"/>
              </a:ext>
            </a:extLst>
          </p:cNvPr>
          <p:cNvSpPr>
            <a:spLocks noGrp="1" noChangeArrowheads="1"/>
          </p:cNvSpPr>
          <p:nvPr>
            <p:ph type="sldNum" sz="quarter" idx="5"/>
          </p:nvPr>
        </p:nvSpPr>
        <p:spPr>
          <a:ln/>
        </p:spPr>
        <p:txBody>
          <a:bodyPr/>
          <a:lstStyle/>
          <a:p>
            <a:fld id="{CD4FDCF5-2FBD-49F7-BDBE-EE469903C60E}" type="slidenum">
              <a:rPr lang="en-AU" altLang="en-US"/>
              <a:pPr/>
              <a:t>1</a:t>
            </a:fld>
            <a:endParaRPr lang="en-AU" altLang="en-US"/>
          </a:p>
        </p:txBody>
      </p:sp>
      <p:sp>
        <p:nvSpPr>
          <p:cNvPr id="214018" name="Rectangle 2">
            <a:extLst>
              <a:ext uri="{FF2B5EF4-FFF2-40B4-BE49-F238E27FC236}">
                <a16:creationId xmlns:a16="http://schemas.microsoft.com/office/drawing/2014/main" id="{49C5D0CF-6D0A-1752-9A22-A7BDB793F8BF}"/>
              </a:ext>
            </a:extLst>
          </p:cNvPr>
          <p:cNvSpPr>
            <a:spLocks noRot="1" noChangeArrowheads="1" noTextEdit="1"/>
          </p:cNvSpPr>
          <p:nvPr>
            <p:ph type="sldImg"/>
          </p:nvPr>
        </p:nvSpPr>
        <p:spPr>
          <a:ln/>
        </p:spPr>
      </p:sp>
      <p:sp>
        <p:nvSpPr>
          <p:cNvPr id="214019" name="Rectangle 3">
            <a:extLst>
              <a:ext uri="{FF2B5EF4-FFF2-40B4-BE49-F238E27FC236}">
                <a16:creationId xmlns:a16="http://schemas.microsoft.com/office/drawing/2014/main" id="{FAF69C0F-BBEE-3F94-D5EC-D115FB9C86B8}"/>
              </a:ext>
            </a:extLst>
          </p:cNvPr>
          <p:cNvSpPr>
            <a:spLocks noGrp="1" noChangeArrowheads="1"/>
          </p:cNvSpPr>
          <p:nvPr>
            <p:ph type="body" idx="1"/>
          </p:nvPr>
        </p:nvSpPr>
        <p:spPr/>
        <p:txBody>
          <a:bodyPr/>
          <a:lstStyle/>
          <a:p>
            <a:endParaRPr lang="en-US"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7">
            <a:extLst>
              <a:ext uri="{FF2B5EF4-FFF2-40B4-BE49-F238E27FC236}">
                <a16:creationId xmlns:a16="http://schemas.microsoft.com/office/drawing/2014/main" id="{4EA941FA-CD95-0CA2-17D3-CD48EFE50B2B}"/>
              </a:ext>
            </a:extLst>
          </p:cNvPr>
          <p:cNvSpPr>
            <a:spLocks noGrp="1" noChangeArrowheads="1"/>
          </p:cNvSpPr>
          <p:nvPr>
            <p:ph type="sldNum" sz="quarter" idx="5"/>
          </p:nvPr>
        </p:nvSpPr>
        <p:spPr>
          <a:ln/>
        </p:spPr>
        <p:txBody>
          <a:bodyPr/>
          <a:lstStyle/>
          <a:p>
            <a:fld id="{FF79C6D2-4444-46B6-AC25-C5A4C6B27B15}" type="slidenum">
              <a:rPr lang="en-AU" altLang="en-US"/>
              <a:pPr/>
              <a:t>29</a:t>
            </a:fld>
            <a:endParaRPr lang="en-AU" altLang="en-US"/>
          </a:p>
        </p:txBody>
      </p:sp>
      <p:sp>
        <p:nvSpPr>
          <p:cNvPr id="211970" name="Rectangle 2">
            <a:extLst>
              <a:ext uri="{FF2B5EF4-FFF2-40B4-BE49-F238E27FC236}">
                <a16:creationId xmlns:a16="http://schemas.microsoft.com/office/drawing/2014/main" id="{6E430A1B-DF25-6B04-70B7-1BEC940137F8}"/>
              </a:ext>
            </a:extLst>
          </p:cNvPr>
          <p:cNvSpPr>
            <a:spLocks noRot="1" noChangeArrowheads="1" noTextEdit="1"/>
          </p:cNvSpPr>
          <p:nvPr>
            <p:ph type="sldImg"/>
          </p:nvPr>
        </p:nvSpPr>
        <p:spPr>
          <a:ln/>
        </p:spPr>
      </p:sp>
      <p:sp>
        <p:nvSpPr>
          <p:cNvPr id="211971" name="Rectangle 3">
            <a:extLst>
              <a:ext uri="{FF2B5EF4-FFF2-40B4-BE49-F238E27FC236}">
                <a16:creationId xmlns:a16="http://schemas.microsoft.com/office/drawing/2014/main" id="{9D6C449D-3F81-B84A-3A34-C7D6F4660A70}"/>
              </a:ext>
            </a:extLst>
          </p:cNvPr>
          <p:cNvSpPr>
            <a:spLocks noGrp="1" noChangeArrowheads="1"/>
          </p:cNvSpPr>
          <p:nvPr>
            <p:ph type="body" idx="1"/>
          </p:nvPr>
        </p:nvSpPr>
        <p:spPr/>
        <p:txBody>
          <a:bodyPr/>
          <a:lstStyle/>
          <a:p>
            <a:endParaRPr lang="en-US"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7">
            <a:extLst>
              <a:ext uri="{FF2B5EF4-FFF2-40B4-BE49-F238E27FC236}">
                <a16:creationId xmlns:a16="http://schemas.microsoft.com/office/drawing/2014/main" id="{06D9681A-71DF-A59B-2229-875A8B1E9BEF}"/>
              </a:ext>
            </a:extLst>
          </p:cNvPr>
          <p:cNvSpPr>
            <a:spLocks noGrp="1" noChangeArrowheads="1"/>
          </p:cNvSpPr>
          <p:nvPr>
            <p:ph type="sldNum" sz="quarter" idx="5"/>
          </p:nvPr>
        </p:nvSpPr>
        <p:spPr>
          <a:ln/>
        </p:spPr>
        <p:txBody>
          <a:bodyPr/>
          <a:lstStyle/>
          <a:p>
            <a:fld id="{22DA80DA-519E-4594-B9CD-5FD3E2CEED50}" type="slidenum">
              <a:rPr lang="en-AU" altLang="en-US"/>
              <a:pPr/>
              <a:t>30</a:t>
            </a:fld>
            <a:endParaRPr lang="en-AU" altLang="en-US"/>
          </a:p>
        </p:txBody>
      </p:sp>
      <p:sp>
        <p:nvSpPr>
          <p:cNvPr id="210946" name="Rectangle 2">
            <a:extLst>
              <a:ext uri="{FF2B5EF4-FFF2-40B4-BE49-F238E27FC236}">
                <a16:creationId xmlns:a16="http://schemas.microsoft.com/office/drawing/2014/main" id="{4DE89E8D-DC7C-7BE8-0D74-8C864A112AF4}"/>
              </a:ext>
            </a:extLst>
          </p:cNvPr>
          <p:cNvSpPr>
            <a:spLocks noRot="1" noChangeArrowheads="1" noTextEdit="1"/>
          </p:cNvSpPr>
          <p:nvPr>
            <p:ph type="sldImg"/>
          </p:nvPr>
        </p:nvSpPr>
        <p:spPr>
          <a:ln/>
        </p:spPr>
      </p:sp>
      <p:sp>
        <p:nvSpPr>
          <p:cNvPr id="210947" name="Rectangle 3">
            <a:extLst>
              <a:ext uri="{FF2B5EF4-FFF2-40B4-BE49-F238E27FC236}">
                <a16:creationId xmlns:a16="http://schemas.microsoft.com/office/drawing/2014/main" id="{06113EE6-610C-CC7A-38C0-87B00FBE8FC0}"/>
              </a:ext>
            </a:extLst>
          </p:cNvPr>
          <p:cNvSpPr>
            <a:spLocks noGrp="1" noChangeArrowheads="1"/>
          </p:cNvSpPr>
          <p:nvPr>
            <p:ph type="body" idx="1"/>
          </p:nvPr>
        </p:nvSpPr>
        <p:spPr/>
        <p:txBody>
          <a:bodyPr/>
          <a:lstStyle/>
          <a:p>
            <a:endParaRPr lang="en-US" alt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7">
            <a:extLst>
              <a:ext uri="{FF2B5EF4-FFF2-40B4-BE49-F238E27FC236}">
                <a16:creationId xmlns:a16="http://schemas.microsoft.com/office/drawing/2014/main" id="{DE9A261E-5903-638E-84EB-7463E34B4FA9}"/>
              </a:ext>
            </a:extLst>
          </p:cNvPr>
          <p:cNvSpPr>
            <a:spLocks noGrp="1" noChangeArrowheads="1"/>
          </p:cNvSpPr>
          <p:nvPr>
            <p:ph type="sldNum" sz="quarter" idx="5"/>
          </p:nvPr>
        </p:nvSpPr>
        <p:spPr>
          <a:ln/>
        </p:spPr>
        <p:txBody>
          <a:bodyPr/>
          <a:lstStyle/>
          <a:p>
            <a:fld id="{B6390646-4498-464B-9434-1C374F64BF5B}" type="slidenum">
              <a:rPr lang="en-AU" altLang="en-US"/>
              <a:pPr/>
              <a:t>31</a:t>
            </a:fld>
            <a:endParaRPr lang="en-AU" altLang="en-US"/>
          </a:p>
        </p:txBody>
      </p:sp>
      <p:sp>
        <p:nvSpPr>
          <p:cNvPr id="209922" name="Rectangle 2">
            <a:extLst>
              <a:ext uri="{FF2B5EF4-FFF2-40B4-BE49-F238E27FC236}">
                <a16:creationId xmlns:a16="http://schemas.microsoft.com/office/drawing/2014/main" id="{A17C1A8F-3B63-28E4-85F0-AB09617D6529}"/>
              </a:ext>
            </a:extLst>
          </p:cNvPr>
          <p:cNvSpPr>
            <a:spLocks noRot="1" noChangeArrowheads="1" noTextEdit="1"/>
          </p:cNvSpPr>
          <p:nvPr>
            <p:ph type="sldImg"/>
          </p:nvPr>
        </p:nvSpPr>
        <p:spPr>
          <a:ln/>
        </p:spPr>
      </p:sp>
      <p:sp>
        <p:nvSpPr>
          <p:cNvPr id="209923" name="Rectangle 3">
            <a:extLst>
              <a:ext uri="{FF2B5EF4-FFF2-40B4-BE49-F238E27FC236}">
                <a16:creationId xmlns:a16="http://schemas.microsoft.com/office/drawing/2014/main" id="{71A627EB-B790-CE7A-A219-F185CF07EFB2}"/>
              </a:ext>
            </a:extLst>
          </p:cNvPr>
          <p:cNvSpPr>
            <a:spLocks noGrp="1" noChangeArrowheads="1"/>
          </p:cNvSpPr>
          <p:nvPr>
            <p:ph type="body" idx="1"/>
          </p:nvPr>
        </p:nvSpPr>
        <p:spPr/>
        <p:txBody>
          <a:bodyPr/>
          <a:lstStyle/>
          <a:p>
            <a:endParaRPr lang="en-US" alt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7">
            <a:extLst>
              <a:ext uri="{FF2B5EF4-FFF2-40B4-BE49-F238E27FC236}">
                <a16:creationId xmlns:a16="http://schemas.microsoft.com/office/drawing/2014/main" id="{E4916657-B09A-2F18-C2BD-BDDD277A3B89}"/>
              </a:ext>
            </a:extLst>
          </p:cNvPr>
          <p:cNvSpPr>
            <a:spLocks noGrp="1" noChangeArrowheads="1"/>
          </p:cNvSpPr>
          <p:nvPr>
            <p:ph type="sldNum" sz="quarter" idx="5"/>
          </p:nvPr>
        </p:nvSpPr>
        <p:spPr>
          <a:ln/>
        </p:spPr>
        <p:txBody>
          <a:bodyPr/>
          <a:lstStyle/>
          <a:p>
            <a:fld id="{A8D72242-64A1-4343-8C38-CFA5367ECF1A}" type="slidenum">
              <a:rPr lang="en-AU" altLang="en-US"/>
              <a:pPr/>
              <a:t>32</a:t>
            </a:fld>
            <a:endParaRPr lang="en-AU" altLang="en-US"/>
          </a:p>
        </p:txBody>
      </p:sp>
      <p:sp>
        <p:nvSpPr>
          <p:cNvPr id="229378" name="Rectangle 2">
            <a:extLst>
              <a:ext uri="{FF2B5EF4-FFF2-40B4-BE49-F238E27FC236}">
                <a16:creationId xmlns:a16="http://schemas.microsoft.com/office/drawing/2014/main" id="{81E248F6-1CC0-9A84-3AD0-7577B8248B3E}"/>
              </a:ext>
            </a:extLst>
          </p:cNvPr>
          <p:cNvSpPr>
            <a:spLocks noRot="1" noChangeArrowheads="1" noTextEdit="1"/>
          </p:cNvSpPr>
          <p:nvPr>
            <p:ph type="sldImg"/>
          </p:nvPr>
        </p:nvSpPr>
        <p:spPr>
          <a:ln/>
        </p:spPr>
      </p:sp>
      <p:sp>
        <p:nvSpPr>
          <p:cNvPr id="229379" name="Rectangle 3">
            <a:extLst>
              <a:ext uri="{FF2B5EF4-FFF2-40B4-BE49-F238E27FC236}">
                <a16:creationId xmlns:a16="http://schemas.microsoft.com/office/drawing/2014/main" id="{4E40FF2B-4B20-167E-3264-C0AC31B3CEA4}"/>
              </a:ext>
            </a:extLst>
          </p:cNvPr>
          <p:cNvSpPr>
            <a:spLocks noGrp="1" noChangeArrowheads="1"/>
          </p:cNvSpPr>
          <p:nvPr>
            <p:ph type="body" idx="1"/>
          </p:nvPr>
        </p:nvSpPr>
        <p:spPr/>
        <p:txBody>
          <a:bodyPr/>
          <a:lstStyle/>
          <a:p>
            <a:endParaRPr lang="en-US" alt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7">
            <a:extLst>
              <a:ext uri="{FF2B5EF4-FFF2-40B4-BE49-F238E27FC236}">
                <a16:creationId xmlns:a16="http://schemas.microsoft.com/office/drawing/2014/main" id="{B4CDCB44-F47B-B7AC-95D2-EA765CB26401}"/>
              </a:ext>
            </a:extLst>
          </p:cNvPr>
          <p:cNvSpPr>
            <a:spLocks noGrp="1" noChangeArrowheads="1"/>
          </p:cNvSpPr>
          <p:nvPr>
            <p:ph type="sldNum" sz="quarter" idx="5"/>
          </p:nvPr>
        </p:nvSpPr>
        <p:spPr>
          <a:ln/>
        </p:spPr>
        <p:txBody>
          <a:bodyPr/>
          <a:lstStyle/>
          <a:p>
            <a:fld id="{F246929A-2180-4513-A8B2-17F213F62E19}" type="slidenum">
              <a:rPr lang="en-AU" altLang="en-US"/>
              <a:pPr/>
              <a:t>33</a:t>
            </a:fld>
            <a:endParaRPr lang="en-AU" altLang="en-US"/>
          </a:p>
        </p:txBody>
      </p:sp>
      <p:sp>
        <p:nvSpPr>
          <p:cNvPr id="231426" name="Rectangle 2">
            <a:extLst>
              <a:ext uri="{FF2B5EF4-FFF2-40B4-BE49-F238E27FC236}">
                <a16:creationId xmlns:a16="http://schemas.microsoft.com/office/drawing/2014/main" id="{48136074-CAEC-D789-C8B4-12C8A24AB83E}"/>
              </a:ext>
            </a:extLst>
          </p:cNvPr>
          <p:cNvSpPr>
            <a:spLocks noRot="1" noChangeArrowheads="1" noTextEdit="1"/>
          </p:cNvSpPr>
          <p:nvPr>
            <p:ph type="sldImg"/>
          </p:nvPr>
        </p:nvSpPr>
        <p:spPr>
          <a:ln/>
        </p:spPr>
      </p:sp>
      <p:sp>
        <p:nvSpPr>
          <p:cNvPr id="231427" name="Rectangle 3">
            <a:extLst>
              <a:ext uri="{FF2B5EF4-FFF2-40B4-BE49-F238E27FC236}">
                <a16:creationId xmlns:a16="http://schemas.microsoft.com/office/drawing/2014/main" id="{40F8FA2C-64C7-8DD7-4940-F25CBB087B9A}"/>
              </a:ext>
            </a:extLst>
          </p:cNvPr>
          <p:cNvSpPr>
            <a:spLocks noGrp="1" noChangeArrowheads="1"/>
          </p:cNvSpPr>
          <p:nvPr>
            <p:ph type="body" idx="1"/>
          </p:nvPr>
        </p:nvSpPr>
        <p:spPr/>
        <p:txBody>
          <a:bodyPr/>
          <a:lstStyle/>
          <a:p>
            <a:endParaRPr lang="en-US" alt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174082" name="Freeform 2">
            <a:extLst>
              <a:ext uri="{FF2B5EF4-FFF2-40B4-BE49-F238E27FC236}">
                <a16:creationId xmlns:a16="http://schemas.microsoft.com/office/drawing/2014/main" id="{2989D091-9CE6-FF2A-6676-9E94F4BE3894}"/>
              </a:ext>
            </a:extLst>
          </p:cNvPr>
          <p:cNvSpPr>
            <a:spLocks/>
          </p:cNvSpPr>
          <p:nvPr/>
        </p:nvSpPr>
        <p:spPr bwMode="blackWhite">
          <a:xfrm>
            <a:off x="20638" y="12700"/>
            <a:ext cx="8896350" cy="6780213"/>
          </a:xfrm>
          <a:custGeom>
            <a:avLst/>
            <a:gdLst>
              <a:gd name="T0" fmla="*/ 2822 w 3985"/>
              <a:gd name="T1" fmla="*/ 0 h 3619"/>
              <a:gd name="T2" fmla="*/ 0 w 3985"/>
              <a:gd name="T3" fmla="*/ 975 h 3619"/>
              <a:gd name="T4" fmla="*/ 2169 w 3985"/>
              <a:gd name="T5" fmla="*/ 3619 h 3619"/>
              <a:gd name="T6" fmla="*/ 3985 w 3985"/>
              <a:gd name="T7" fmla="*/ 1125 h 3619"/>
              <a:gd name="T8" fmla="*/ 2822 w 3985"/>
              <a:gd name="T9" fmla="*/ 0 h 3619"/>
              <a:gd name="T10" fmla="*/ 2822 w 3985"/>
              <a:gd name="T11" fmla="*/ 0 h 3619"/>
            </a:gdLst>
            <a:ahLst/>
            <a:cxnLst>
              <a:cxn ang="0">
                <a:pos x="T0" y="T1"/>
              </a:cxn>
              <a:cxn ang="0">
                <a:pos x="T2" y="T3"/>
              </a:cxn>
              <a:cxn ang="0">
                <a:pos x="T4" y="T5"/>
              </a:cxn>
              <a:cxn ang="0">
                <a:pos x="T6" y="T7"/>
              </a:cxn>
              <a:cxn ang="0">
                <a:pos x="T8" y="T9"/>
              </a:cxn>
              <a:cxn ang="0">
                <a:pos x="T10" y="T11"/>
              </a:cxn>
            </a:cxnLst>
            <a:rect l="0" t="0" r="r" b="b"/>
            <a:pathLst>
              <a:path w="3985" h="3619">
                <a:moveTo>
                  <a:pt x="2822" y="0"/>
                </a:moveTo>
                <a:lnTo>
                  <a:pt x="0" y="975"/>
                </a:lnTo>
                <a:lnTo>
                  <a:pt x="2169" y="3619"/>
                </a:lnTo>
                <a:lnTo>
                  <a:pt x="3985" y="1125"/>
                </a:lnTo>
                <a:lnTo>
                  <a:pt x="2822" y="0"/>
                </a:lnTo>
                <a:lnTo>
                  <a:pt x="2822" y="0"/>
                </a:lnTo>
                <a:close/>
              </a:path>
            </a:pathLst>
          </a:cu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AU"/>
          </a:p>
        </p:txBody>
      </p:sp>
      <p:sp>
        <p:nvSpPr>
          <p:cNvPr id="174083" name="Rectangle 3">
            <a:extLst>
              <a:ext uri="{FF2B5EF4-FFF2-40B4-BE49-F238E27FC236}">
                <a16:creationId xmlns:a16="http://schemas.microsoft.com/office/drawing/2014/main" id="{12B0D34F-93AF-7434-D8F0-6FC99D8BB9A1}"/>
              </a:ext>
            </a:extLst>
          </p:cNvPr>
          <p:cNvSpPr>
            <a:spLocks noGrp="1" noChangeArrowheads="1"/>
          </p:cNvSpPr>
          <p:nvPr>
            <p:ph type="ctrTitle"/>
          </p:nvPr>
        </p:nvSpPr>
        <p:spPr>
          <a:xfrm>
            <a:off x="1371600" y="1511300"/>
            <a:ext cx="6400800" cy="2273300"/>
          </a:xfrm>
          <a:effectLst>
            <a:outerShdw dist="45791" dir="2021404" algn="ctr" rotWithShape="0">
              <a:schemeClr val="bg2"/>
            </a:outerShdw>
          </a:effectLst>
          <a:extLst>
            <a:ext uri="{909E8E84-426E-40DD-AFC4-6F175D3DCCD1}">
              <a14:hiddenFill xmlns:a14="http://schemas.microsoft.com/office/drawing/2010/main">
                <a:solidFill>
                  <a:srgbClr val="FF3300"/>
                </a:solidFill>
              </a14:hiddenFill>
            </a:ext>
          </a:extLst>
        </p:spPr>
        <p:txBody>
          <a:bodyPr/>
          <a:lstStyle>
            <a:lvl1pPr>
              <a:defRPr>
                <a:solidFill>
                  <a:schemeClr val="tx2"/>
                </a:solidFill>
                <a:effectLst>
                  <a:outerShdw blurRad="38100" dist="38100" dir="2700000" algn="tl">
                    <a:srgbClr val="C0C0C0"/>
                  </a:outerShdw>
                </a:effectLst>
              </a:defRPr>
            </a:lvl1pPr>
          </a:lstStyle>
          <a:p>
            <a:pPr lvl="0"/>
            <a:r>
              <a:rPr lang="en-AU" altLang="en-US" noProof="0"/>
              <a:t>Click to edit Master title style</a:t>
            </a:r>
          </a:p>
        </p:txBody>
      </p:sp>
      <p:sp>
        <p:nvSpPr>
          <p:cNvPr id="174084" name="Rectangle 4">
            <a:extLst>
              <a:ext uri="{FF2B5EF4-FFF2-40B4-BE49-F238E27FC236}">
                <a16:creationId xmlns:a16="http://schemas.microsoft.com/office/drawing/2014/main" id="{D88E22BE-6284-333A-7641-9B541A56506D}"/>
              </a:ext>
            </a:extLst>
          </p:cNvPr>
          <p:cNvSpPr>
            <a:spLocks noGrp="1" noChangeArrowheads="1"/>
          </p:cNvSpPr>
          <p:nvPr>
            <p:ph type="subTitle" idx="1"/>
          </p:nvPr>
        </p:nvSpPr>
        <p:spPr>
          <a:xfrm>
            <a:off x="1549400" y="4051300"/>
            <a:ext cx="6032500" cy="1003300"/>
          </a:xfrm>
        </p:spPr>
        <p:txBody>
          <a:bodyPr/>
          <a:lstStyle>
            <a:lvl1pPr marL="0" indent="0" algn="ctr">
              <a:buFontTx/>
              <a:buNone/>
              <a:defRPr sz="2800">
                <a:effectLst>
                  <a:outerShdw blurRad="38100" dist="38100" dir="2700000" algn="tl">
                    <a:srgbClr val="C0C0C0"/>
                  </a:outerShdw>
                </a:effectLst>
              </a:defRPr>
            </a:lvl1pPr>
          </a:lstStyle>
          <a:p>
            <a:pPr lvl="0"/>
            <a:r>
              <a:rPr lang="en-AU" altLang="en-US" noProof="0"/>
              <a:t>Click to edit Master subtitle style</a:t>
            </a:r>
          </a:p>
        </p:txBody>
      </p:sp>
      <p:sp>
        <p:nvSpPr>
          <p:cNvPr id="174085" name="Rectangle 5">
            <a:extLst>
              <a:ext uri="{FF2B5EF4-FFF2-40B4-BE49-F238E27FC236}">
                <a16:creationId xmlns:a16="http://schemas.microsoft.com/office/drawing/2014/main" id="{63251D6B-AEEB-6B68-DA24-FEC53A50683E}"/>
              </a:ext>
            </a:extLst>
          </p:cNvPr>
          <p:cNvSpPr>
            <a:spLocks noGrp="1" noChangeArrowheads="1"/>
          </p:cNvSpPr>
          <p:nvPr>
            <p:ph type="dt" sz="half" idx="2"/>
          </p:nvPr>
        </p:nvSpPr>
        <p:spPr>
          <a:xfrm>
            <a:off x="685800" y="6248400"/>
            <a:ext cx="1905000" cy="457200"/>
          </a:xfrm>
        </p:spPr>
        <p:txBody>
          <a:bodyPr/>
          <a:lstStyle>
            <a:lvl1pPr>
              <a:defRPr/>
            </a:lvl1pPr>
          </a:lstStyle>
          <a:p>
            <a:endParaRPr lang="en-AU" altLang="en-US"/>
          </a:p>
        </p:txBody>
      </p:sp>
      <p:sp>
        <p:nvSpPr>
          <p:cNvPr id="174086" name="Rectangle 6">
            <a:extLst>
              <a:ext uri="{FF2B5EF4-FFF2-40B4-BE49-F238E27FC236}">
                <a16:creationId xmlns:a16="http://schemas.microsoft.com/office/drawing/2014/main" id="{687744E9-7ACD-6BCF-F4F2-6CB1C0F70F2A}"/>
              </a:ext>
            </a:extLst>
          </p:cNvPr>
          <p:cNvSpPr>
            <a:spLocks noGrp="1" noChangeArrowheads="1"/>
          </p:cNvSpPr>
          <p:nvPr>
            <p:ph type="ftr" sz="quarter" idx="3"/>
          </p:nvPr>
        </p:nvSpPr>
        <p:spPr>
          <a:xfrm>
            <a:off x="3124200" y="6248400"/>
            <a:ext cx="2895600" cy="457200"/>
          </a:xfrm>
        </p:spPr>
        <p:txBody>
          <a:bodyPr/>
          <a:lstStyle>
            <a:lvl1pPr>
              <a:defRPr/>
            </a:lvl1pPr>
          </a:lstStyle>
          <a:p>
            <a:endParaRPr lang="en-AU" altLang="en-US"/>
          </a:p>
        </p:txBody>
      </p:sp>
      <p:sp>
        <p:nvSpPr>
          <p:cNvPr id="174087" name="Rectangle 7">
            <a:extLst>
              <a:ext uri="{FF2B5EF4-FFF2-40B4-BE49-F238E27FC236}">
                <a16:creationId xmlns:a16="http://schemas.microsoft.com/office/drawing/2014/main" id="{F612BCD6-431E-87A6-D9E8-B4D13E0768F4}"/>
              </a:ext>
            </a:extLst>
          </p:cNvPr>
          <p:cNvSpPr>
            <a:spLocks noGrp="1" noChangeArrowheads="1"/>
          </p:cNvSpPr>
          <p:nvPr>
            <p:ph type="sldNum" sz="quarter" idx="4"/>
          </p:nvPr>
        </p:nvSpPr>
        <p:spPr>
          <a:xfrm>
            <a:off x="6553200" y="6248400"/>
            <a:ext cx="1905000" cy="457200"/>
          </a:xfrm>
        </p:spPr>
        <p:txBody>
          <a:bodyPr/>
          <a:lstStyle>
            <a:lvl1pPr>
              <a:defRPr/>
            </a:lvl1pPr>
          </a:lstStyle>
          <a:p>
            <a:fld id="{A417080F-B51D-4064-9BE0-45AA67BC948E}" type="slidenum">
              <a:rPr lang="en-AU" altLang="en-US"/>
              <a:pPr/>
              <a:t>‹#›</a:t>
            </a:fld>
            <a:endParaRPr lang="en-AU" altLang="en-US"/>
          </a:p>
        </p:txBody>
      </p:sp>
      <p:grpSp>
        <p:nvGrpSpPr>
          <p:cNvPr id="174088" name="Group 8">
            <a:extLst>
              <a:ext uri="{FF2B5EF4-FFF2-40B4-BE49-F238E27FC236}">
                <a16:creationId xmlns:a16="http://schemas.microsoft.com/office/drawing/2014/main" id="{B4FCFAC5-B711-1828-D38D-E28EE15CF358}"/>
              </a:ext>
            </a:extLst>
          </p:cNvPr>
          <p:cNvGrpSpPr>
            <a:grpSpLocks/>
          </p:cNvGrpSpPr>
          <p:nvPr/>
        </p:nvGrpSpPr>
        <p:grpSpPr bwMode="auto">
          <a:xfrm>
            <a:off x="195263" y="234950"/>
            <a:ext cx="3787775" cy="1778000"/>
            <a:chOff x="123" y="148"/>
            <a:chExt cx="2386" cy="1120"/>
          </a:xfrm>
        </p:grpSpPr>
        <p:sp>
          <p:nvSpPr>
            <p:cNvPr id="174089" name="Freeform 9">
              <a:extLst>
                <a:ext uri="{FF2B5EF4-FFF2-40B4-BE49-F238E27FC236}">
                  <a16:creationId xmlns:a16="http://schemas.microsoft.com/office/drawing/2014/main" id="{E00274D9-21C9-FB58-0492-0532E958DADE}"/>
                </a:ext>
              </a:extLst>
            </p:cNvPr>
            <p:cNvSpPr>
              <a:spLocks/>
            </p:cNvSpPr>
            <p:nvPr userDrawn="1"/>
          </p:nvSpPr>
          <p:spPr bwMode="auto">
            <a:xfrm>
              <a:off x="177" y="177"/>
              <a:ext cx="2250" cy="1017"/>
            </a:xfrm>
            <a:custGeom>
              <a:avLst/>
              <a:gdLst>
                <a:gd name="T0" fmla="*/ 794 w 794"/>
                <a:gd name="T1" fmla="*/ 395 h 414"/>
                <a:gd name="T2" fmla="*/ 710 w 794"/>
                <a:gd name="T3" fmla="*/ 318 h 414"/>
                <a:gd name="T4" fmla="*/ 556 w 794"/>
                <a:gd name="T5" fmla="*/ 210 h 414"/>
                <a:gd name="T6" fmla="*/ 71 w 794"/>
                <a:gd name="T7" fmla="*/ 0 h 414"/>
                <a:gd name="T8" fmla="*/ 23 w 794"/>
                <a:gd name="T9" fmla="*/ 20 h 414"/>
                <a:gd name="T10" fmla="*/ 0 w 794"/>
                <a:gd name="T11" fmla="*/ 83 h 414"/>
                <a:gd name="T12" fmla="*/ 28 w 794"/>
                <a:gd name="T13" fmla="*/ 155 h 414"/>
                <a:gd name="T14" fmla="*/ 570 w 794"/>
                <a:gd name="T15" fmla="*/ 409 h 414"/>
                <a:gd name="T16" fmla="*/ 689 w 794"/>
                <a:gd name="T17" fmla="*/ 393 h 414"/>
                <a:gd name="T18" fmla="*/ 785 w 794"/>
                <a:gd name="T19" fmla="*/ 414 h 414"/>
                <a:gd name="T20" fmla="*/ 794 w 794"/>
                <a:gd name="T21" fmla="*/ 395 h 414"/>
                <a:gd name="T22" fmla="*/ 794 w 794"/>
                <a:gd name="T23" fmla="*/ 395 h 4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794" h="414">
                  <a:moveTo>
                    <a:pt x="794" y="395"/>
                  </a:moveTo>
                  <a:lnTo>
                    <a:pt x="710" y="318"/>
                  </a:lnTo>
                  <a:lnTo>
                    <a:pt x="556" y="210"/>
                  </a:lnTo>
                  <a:lnTo>
                    <a:pt x="71" y="0"/>
                  </a:lnTo>
                  <a:lnTo>
                    <a:pt x="23" y="20"/>
                  </a:lnTo>
                  <a:lnTo>
                    <a:pt x="0" y="83"/>
                  </a:lnTo>
                  <a:lnTo>
                    <a:pt x="28" y="155"/>
                  </a:lnTo>
                  <a:lnTo>
                    <a:pt x="570" y="409"/>
                  </a:lnTo>
                  <a:lnTo>
                    <a:pt x="689" y="393"/>
                  </a:lnTo>
                  <a:lnTo>
                    <a:pt x="785" y="414"/>
                  </a:lnTo>
                  <a:lnTo>
                    <a:pt x="794" y="395"/>
                  </a:lnTo>
                  <a:lnTo>
                    <a:pt x="794" y="395"/>
                  </a:lnTo>
                  <a:close/>
                </a:path>
              </a:pathLst>
            </a:custGeom>
            <a:solidFill>
              <a:srgbClr val="F8F8F8"/>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AU"/>
            </a:p>
          </p:txBody>
        </p:sp>
        <p:sp>
          <p:nvSpPr>
            <p:cNvPr id="174090" name="Freeform 10">
              <a:extLst>
                <a:ext uri="{FF2B5EF4-FFF2-40B4-BE49-F238E27FC236}">
                  <a16:creationId xmlns:a16="http://schemas.microsoft.com/office/drawing/2014/main" id="{984F1E4E-D3CC-E252-A697-3AA0EA02FC93}"/>
                </a:ext>
              </a:extLst>
            </p:cNvPr>
            <p:cNvSpPr>
              <a:spLocks/>
            </p:cNvSpPr>
            <p:nvPr userDrawn="1"/>
          </p:nvSpPr>
          <p:spPr bwMode="auto">
            <a:xfrm>
              <a:off x="166" y="261"/>
              <a:ext cx="2244" cy="1007"/>
            </a:xfrm>
            <a:custGeom>
              <a:avLst/>
              <a:gdLst>
                <a:gd name="T0" fmla="*/ 137 w 1586"/>
                <a:gd name="T1" fmla="*/ 0 h 821"/>
                <a:gd name="T2" fmla="*/ 1331 w 1586"/>
                <a:gd name="T3" fmla="*/ 519 h 821"/>
                <a:gd name="T4" fmla="*/ 1428 w 1586"/>
                <a:gd name="T5" fmla="*/ 638 h 821"/>
                <a:gd name="T6" fmla="*/ 1586 w 1586"/>
                <a:gd name="T7" fmla="*/ 792 h 821"/>
                <a:gd name="T8" fmla="*/ 1565 w 1586"/>
                <a:gd name="T9" fmla="*/ 821 h 821"/>
                <a:gd name="T10" fmla="*/ 1350 w 1586"/>
                <a:gd name="T11" fmla="*/ 787 h 821"/>
                <a:gd name="T12" fmla="*/ 1145 w 1586"/>
                <a:gd name="T13" fmla="*/ 811 h 821"/>
                <a:gd name="T14" fmla="*/ 42 w 1586"/>
                <a:gd name="T15" fmla="*/ 298 h 821"/>
                <a:gd name="T16" fmla="*/ 0 w 1586"/>
                <a:gd name="T17" fmla="*/ 150 h 821"/>
                <a:gd name="T18" fmla="*/ 46 w 1586"/>
                <a:gd name="T19" fmla="*/ 32 h 821"/>
                <a:gd name="T20" fmla="*/ 137 w 1586"/>
                <a:gd name="T21" fmla="*/ 0 h 821"/>
                <a:gd name="T22" fmla="*/ 137 w 1586"/>
                <a:gd name="T23" fmla="*/ 0 h 82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586" h="821">
                  <a:moveTo>
                    <a:pt x="137" y="0"/>
                  </a:moveTo>
                  <a:lnTo>
                    <a:pt x="1331" y="519"/>
                  </a:lnTo>
                  <a:lnTo>
                    <a:pt x="1428" y="638"/>
                  </a:lnTo>
                  <a:lnTo>
                    <a:pt x="1586" y="792"/>
                  </a:lnTo>
                  <a:lnTo>
                    <a:pt x="1565" y="821"/>
                  </a:lnTo>
                  <a:lnTo>
                    <a:pt x="1350" y="787"/>
                  </a:lnTo>
                  <a:lnTo>
                    <a:pt x="1145" y="811"/>
                  </a:lnTo>
                  <a:lnTo>
                    <a:pt x="42" y="298"/>
                  </a:lnTo>
                  <a:lnTo>
                    <a:pt x="0" y="150"/>
                  </a:lnTo>
                  <a:lnTo>
                    <a:pt x="46" y="32"/>
                  </a:lnTo>
                  <a:lnTo>
                    <a:pt x="137" y="0"/>
                  </a:lnTo>
                  <a:lnTo>
                    <a:pt x="137" y="0"/>
                  </a:lnTo>
                  <a:close/>
                </a:path>
              </a:pathLst>
            </a:cu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AU"/>
            </a:p>
          </p:txBody>
        </p:sp>
        <p:sp>
          <p:nvSpPr>
            <p:cNvPr id="174091" name="Freeform 11">
              <a:extLst>
                <a:ext uri="{FF2B5EF4-FFF2-40B4-BE49-F238E27FC236}">
                  <a16:creationId xmlns:a16="http://schemas.microsoft.com/office/drawing/2014/main" id="{A5AF6C58-FA9D-0DA7-EE87-D1C6FA6438E0}"/>
                </a:ext>
              </a:extLst>
            </p:cNvPr>
            <p:cNvSpPr>
              <a:spLocks/>
            </p:cNvSpPr>
            <p:nvPr userDrawn="1"/>
          </p:nvSpPr>
          <p:spPr bwMode="auto">
            <a:xfrm>
              <a:off x="474" y="344"/>
              <a:ext cx="1488" cy="919"/>
            </a:xfrm>
            <a:custGeom>
              <a:avLst/>
              <a:gdLst>
                <a:gd name="T0" fmla="*/ 0 w 1049"/>
                <a:gd name="T1" fmla="*/ 325 h 747"/>
                <a:gd name="T2" fmla="*/ 922 w 1049"/>
                <a:gd name="T3" fmla="*/ 747 h 747"/>
                <a:gd name="T4" fmla="*/ 939 w 1049"/>
                <a:gd name="T5" fmla="*/ 534 h 747"/>
                <a:gd name="T6" fmla="*/ 1049 w 1049"/>
                <a:gd name="T7" fmla="*/ 422 h 747"/>
                <a:gd name="T8" fmla="*/ 78 w 1049"/>
                <a:gd name="T9" fmla="*/ 0 h 747"/>
                <a:gd name="T10" fmla="*/ 0 w 1049"/>
                <a:gd name="T11" fmla="*/ 127 h 747"/>
                <a:gd name="T12" fmla="*/ 0 w 1049"/>
                <a:gd name="T13" fmla="*/ 325 h 747"/>
                <a:gd name="T14" fmla="*/ 0 w 1049"/>
                <a:gd name="T15" fmla="*/ 325 h 747"/>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049" h="747">
                  <a:moveTo>
                    <a:pt x="0" y="325"/>
                  </a:moveTo>
                  <a:lnTo>
                    <a:pt x="922" y="747"/>
                  </a:lnTo>
                  <a:lnTo>
                    <a:pt x="939" y="534"/>
                  </a:lnTo>
                  <a:lnTo>
                    <a:pt x="1049" y="422"/>
                  </a:lnTo>
                  <a:lnTo>
                    <a:pt x="78" y="0"/>
                  </a:lnTo>
                  <a:lnTo>
                    <a:pt x="0" y="127"/>
                  </a:lnTo>
                  <a:lnTo>
                    <a:pt x="0" y="325"/>
                  </a:lnTo>
                  <a:lnTo>
                    <a:pt x="0" y="325"/>
                  </a:lnTo>
                  <a:close/>
                </a:path>
              </a:pathLst>
            </a:custGeom>
            <a:solidFill>
              <a:schemeClr val="bg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AU"/>
            </a:p>
          </p:txBody>
        </p:sp>
        <p:grpSp>
          <p:nvGrpSpPr>
            <p:cNvPr id="174092" name="Group 12">
              <a:extLst>
                <a:ext uri="{FF2B5EF4-FFF2-40B4-BE49-F238E27FC236}">
                  <a16:creationId xmlns:a16="http://schemas.microsoft.com/office/drawing/2014/main" id="{C1F26531-AB4E-FE15-5B0D-7F14F604EE27}"/>
                </a:ext>
              </a:extLst>
            </p:cNvPr>
            <p:cNvGrpSpPr>
              <a:grpSpLocks/>
            </p:cNvGrpSpPr>
            <p:nvPr userDrawn="1"/>
          </p:nvGrpSpPr>
          <p:grpSpPr bwMode="auto">
            <a:xfrm>
              <a:off x="123" y="148"/>
              <a:ext cx="2386" cy="1081"/>
              <a:chOff x="123" y="148"/>
              <a:chExt cx="2386" cy="1081"/>
            </a:xfrm>
          </p:grpSpPr>
          <p:sp>
            <p:nvSpPr>
              <p:cNvPr id="174093" name="Freeform 13">
                <a:extLst>
                  <a:ext uri="{FF2B5EF4-FFF2-40B4-BE49-F238E27FC236}">
                    <a16:creationId xmlns:a16="http://schemas.microsoft.com/office/drawing/2014/main" id="{A6020214-E27B-626F-94D4-9420763D23D2}"/>
                  </a:ext>
                </a:extLst>
              </p:cNvPr>
              <p:cNvSpPr>
                <a:spLocks/>
              </p:cNvSpPr>
              <p:nvPr userDrawn="1"/>
            </p:nvSpPr>
            <p:spPr bwMode="auto">
              <a:xfrm>
                <a:off x="2005" y="934"/>
                <a:ext cx="212" cy="214"/>
              </a:xfrm>
              <a:custGeom>
                <a:avLst/>
                <a:gdLst>
                  <a:gd name="T0" fmla="*/ 110 w 150"/>
                  <a:gd name="T1" fmla="*/ 0 h 173"/>
                  <a:gd name="T2" fmla="*/ 40 w 150"/>
                  <a:gd name="T3" fmla="*/ 66 h 173"/>
                  <a:gd name="T4" fmla="*/ 0 w 150"/>
                  <a:gd name="T5" fmla="*/ 173 h 173"/>
                  <a:gd name="T6" fmla="*/ 80 w 150"/>
                  <a:gd name="T7" fmla="*/ 160 h 173"/>
                  <a:gd name="T8" fmla="*/ 103 w 150"/>
                  <a:gd name="T9" fmla="*/ 84 h 173"/>
                  <a:gd name="T10" fmla="*/ 150 w 150"/>
                  <a:gd name="T11" fmla="*/ 27 h 173"/>
                  <a:gd name="T12" fmla="*/ 110 w 150"/>
                  <a:gd name="T13" fmla="*/ 0 h 173"/>
                  <a:gd name="T14" fmla="*/ 110 w 150"/>
                  <a:gd name="T15" fmla="*/ 0 h 173"/>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50" h="173">
                    <a:moveTo>
                      <a:pt x="110" y="0"/>
                    </a:moveTo>
                    <a:lnTo>
                      <a:pt x="40" y="66"/>
                    </a:lnTo>
                    <a:lnTo>
                      <a:pt x="0" y="173"/>
                    </a:lnTo>
                    <a:lnTo>
                      <a:pt x="80" y="160"/>
                    </a:lnTo>
                    <a:lnTo>
                      <a:pt x="103" y="84"/>
                    </a:lnTo>
                    <a:lnTo>
                      <a:pt x="150" y="27"/>
                    </a:lnTo>
                    <a:lnTo>
                      <a:pt x="110" y="0"/>
                    </a:lnTo>
                    <a:lnTo>
                      <a:pt x="110" y="0"/>
                    </a:lnTo>
                    <a:close/>
                  </a:path>
                </a:pathLst>
              </a:cu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AU"/>
              </a:p>
            </p:txBody>
          </p:sp>
          <p:sp>
            <p:nvSpPr>
              <p:cNvPr id="174094" name="Freeform 14">
                <a:extLst>
                  <a:ext uri="{FF2B5EF4-FFF2-40B4-BE49-F238E27FC236}">
                    <a16:creationId xmlns:a16="http://schemas.microsoft.com/office/drawing/2014/main" id="{1E51BC0B-BA04-D456-DC33-B65D6DABAD4C}"/>
                  </a:ext>
                </a:extLst>
              </p:cNvPr>
              <p:cNvSpPr>
                <a:spLocks/>
              </p:cNvSpPr>
              <p:nvPr userDrawn="1"/>
            </p:nvSpPr>
            <p:spPr bwMode="auto">
              <a:xfrm>
                <a:off x="123" y="148"/>
                <a:ext cx="2386" cy="1081"/>
              </a:xfrm>
              <a:custGeom>
                <a:avLst/>
                <a:gdLst>
                  <a:gd name="T0" fmla="*/ 156 w 1684"/>
                  <a:gd name="T1" fmla="*/ 0 h 880"/>
                  <a:gd name="T2" fmla="*/ 63 w 1684"/>
                  <a:gd name="T3" fmla="*/ 52 h 880"/>
                  <a:gd name="T4" fmla="*/ 0 w 1684"/>
                  <a:gd name="T5" fmla="*/ 208 h 880"/>
                  <a:gd name="T6" fmla="*/ 67 w 1684"/>
                  <a:gd name="T7" fmla="*/ 358 h 880"/>
                  <a:gd name="T8" fmla="*/ 1182 w 1684"/>
                  <a:gd name="T9" fmla="*/ 867 h 880"/>
                  <a:gd name="T10" fmla="*/ 1422 w 1684"/>
                  <a:gd name="T11" fmla="*/ 835 h 880"/>
                  <a:gd name="T12" fmla="*/ 1616 w 1684"/>
                  <a:gd name="T13" fmla="*/ 880 h 880"/>
                  <a:gd name="T14" fmla="*/ 1684 w 1684"/>
                  <a:gd name="T15" fmla="*/ 808 h 880"/>
                  <a:gd name="T16" fmla="*/ 1502 w 1684"/>
                  <a:gd name="T17" fmla="*/ 664 h 880"/>
                  <a:gd name="T18" fmla="*/ 1428 w 1684"/>
                  <a:gd name="T19" fmla="*/ 512 h 880"/>
                  <a:gd name="T20" fmla="*/ 1369 w 1684"/>
                  <a:gd name="T21" fmla="*/ 527 h 880"/>
                  <a:gd name="T22" fmla="*/ 1439 w 1684"/>
                  <a:gd name="T23" fmla="*/ 664 h 880"/>
                  <a:gd name="T24" fmla="*/ 1578 w 1684"/>
                  <a:gd name="T25" fmla="*/ 810 h 880"/>
                  <a:gd name="T26" fmla="*/ 1413 w 1684"/>
                  <a:gd name="T27" fmla="*/ 787 h 880"/>
                  <a:gd name="T28" fmla="*/ 1219 w 1684"/>
                  <a:gd name="T29" fmla="*/ 814 h 880"/>
                  <a:gd name="T30" fmla="*/ 1255 w 1684"/>
                  <a:gd name="T31" fmla="*/ 650 h 880"/>
                  <a:gd name="T32" fmla="*/ 1338 w 1684"/>
                  <a:gd name="T33" fmla="*/ 538 h 880"/>
                  <a:gd name="T34" fmla="*/ 1241 w 1684"/>
                  <a:gd name="T35" fmla="*/ 552 h 880"/>
                  <a:gd name="T36" fmla="*/ 1165 w 1684"/>
                  <a:gd name="T37" fmla="*/ 658 h 880"/>
                  <a:gd name="T38" fmla="*/ 1139 w 1684"/>
                  <a:gd name="T39" fmla="*/ 791 h 880"/>
                  <a:gd name="T40" fmla="*/ 107 w 1684"/>
                  <a:gd name="T41" fmla="*/ 310 h 880"/>
                  <a:gd name="T42" fmla="*/ 80 w 1684"/>
                  <a:gd name="T43" fmla="*/ 215 h 880"/>
                  <a:gd name="T44" fmla="*/ 103 w 1684"/>
                  <a:gd name="T45" fmla="*/ 95 h 880"/>
                  <a:gd name="T46" fmla="*/ 217 w 1684"/>
                  <a:gd name="T47" fmla="*/ 0 h 880"/>
                  <a:gd name="T48" fmla="*/ 156 w 1684"/>
                  <a:gd name="T49" fmla="*/ 0 h 880"/>
                  <a:gd name="T50" fmla="*/ 156 w 1684"/>
                  <a:gd name="T51" fmla="*/ 0 h 8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1684" h="880">
                    <a:moveTo>
                      <a:pt x="156" y="0"/>
                    </a:moveTo>
                    <a:lnTo>
                      <a:pt x="63" y="52"/>
                    </a:lnTo>
                    <a:lnTo>
                      <a:pt x="0" y="208"/>
                    </a:lnTo>
                    <a:lnTo>
                      <a:pt x="67" y="358"/>
                    </a:lnTo>
                    <a:lnTo>
                      <a:pt x="1182" y="867"/>
                    </a:lnTo>
                    <a:lnTo>
                      <a:pt x="1422" y="835"/>
                    </a:lnTo>
                    <a:lnTo>
                      <a:pt x="1616" y="880"/>
                    </a:lnTo>
                    <a:lnTo>
                      <a:pt x="1684" y="808"/>
                    </a:lnTo>
                    <a:lnTo>
                      <a:pt x="1502" y="664"/>
                    </a:lnTo>
                    <a:lnTo>
                      <a:pt x="1428" y="512"/>
                    </a:lnTo>
                    <a:lnTo>
                      <a:pt x="1369" y="527"/>
                    </a:lnTo>
                    <a:lnTo>
                      <a:pt x="1439" y="664"/>
                    </a:lnTo>
                    <a:lnTo>
                      <a:pt x="1578" y="810"/>
                    </a:lnTo>
                    <a:lnTo>
                      <a:pt x="1413" y="787"/>
                    </a:lnTo>
                    <a:lnTo>
                      <a:pt x="1219" y="814"/>
                    </a:lnTo>
                    <a:lnTo>
                      <a:pt x="1255" y="650"/>
                    </a:lnTo>
                    <a:lnTo>
                      <a:pt x="1338" y="538"/>
                    </a:lnTo>
                    <a:lnTo>
                      <a:pt x="1241" y="552"/>
                    </a:lnTo>
                    <a:lnTo>
                      <a:pt x="1165" y="658"/>
                    </a:lnTo>
                    <a:lnTo>
                      <a:pt x="1139" y="791"/>
                    </a:lnTo>
                    <a:lnTo>
                      <a:pt x="107" y="310"/>
                    </a:lnTo>
                    <a:lnTo>
                      <a:pt x="80" y="215"/>
                    </a:lnTo>
                    <a:lnTo>
                      <a:pt x="103" y="95"/>
                    </a:lnTo>
                    <a:lnTo>
                      <a:pt x="217" y="0"/>
                    </a:lnTo>
                    <a:lnTo>
                      <a:pt x="156" y="0"/>
                    </a:lnTo>
                    <a:lnTo>
                      <a:pt x="156" y="0"/>
                    </a:lnTo>
                    <a:close/>
                  </a:path>
                </a:pathLst>
              </a:cu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AU"/>
              </a:p>
            </p:txBody>
          </p:sp>
          <p:sp>
            <p:nvSpPr>
              <p:cNvPr id="174095" name="Freeform 15">
                <a:extLst>
                  <a:ext uri="{FF2B5EF4-FFF2-40B4-BE49-F238E27FC236}">
                    <a16:creationId xmlns:a16="http://schemas.microsoft.com/office/drawing/2014/main" id="{754FE7EE-5618-F4E5-8805-5B69659E4C60}"/>
                  </a:ext>
                </a:extLst>
              </p:cNvPr>
              <p:cNvSpPr>
                <a:spLocks/>
              </p:cNvSpPr>
              <p:nvPr userDrawn="1"/>
            </p:nvSpPr>
            <p:spPr bwMode="auto">
              <a:xfrm>
                <a:off x="324" y="158"/>
                <a:ext cx="1686" cy="614"/>
              </a:xfrm>
              <a:custGeom>
                <a:avLst/>
                <a:gdLst>
                  <a:gd name="T0" fmla="*/ 100 w 1190"/>
                  <a:gd name="T1" fmla="*/ 0 h 500"/>
                  <a:gd name="T2" fmla="*/ 1190 w 1190"/>
                  <a:gd name="T3" fmla="*/ 490 h 500"/>
                  <a:gd name="T4" fmla="*/ 1076 w 1190"/>
                  <a:gd name="T5" fmla="*/ 500 h 500"/>
                  <a:gd name="T6" fmla="*/ 0 w 1190"/>
                  <a:gd name="T7" fmla="*/ 27 h 500"/>
                  <a:gd name="T8" fmla="*/ 100 w 1190"/>
                  <a:gd name="T9" fmla="*/ 0 h 500"/>
                  <a:gd name="T10" fmla="*/ 100 w 1190"/>
                  <a:gd name="T11" fmla="*/ 0 h 500"/>
                </a:gdLst>
                <a:ahLst/>
                <a:cxnLst>
                  <a:cxn ang="0">
                    <a:pos x="T0" y="T1"/>
                  </a:cxn>
                  <a:cxn ang="0">
                    <a:pos x="T2" y="T3"/>
                  </a:cxn>
                  <a:cxn ang="0">
                    <a:pos x="T4" y="T5"/>
                  </a:cxn>
                  <a:cxn ang="0">
                    <a:pos x="T6" y="T7"/>
                  </a:cxn>
                  <a:cxn ang="0">
                    <a:pos x="T8" y="T9"/>
                  </a:cxn>
                  <a:cxn ang="0">
                    <a:pos x="T10" y="T11"/>
                  </a:cxn>
                </a:cxnLst>
                <a:rect l="0" t="0" r="r" b="b"/>
                <a:pathLst>
                  <a:path w="1190" h="500">
                    <a:moveTo>
                      <a:pt x="100" y="0"/>
                    </a:moveTo>
                    <a:lnTo>
                      <a:pt x="1190" y="490"/>
                    </a:lnTo>
                    <a:lnTo>
                      <a:pt x="1076" y="500"/>
                    </a:lnTo>
                    <a:lnTo>
                      <a:pt x="0" y="27"/>
                    </a:lnTo>
                    <a:lnTo>
                      <a:pt x="100" y="0"/>
                    </a:lnTo>
                    <a:lnTo>
                      <a:pt x="100" y="0"/>
                    </a:lnTo>
                    <a:close/>
                  </a:path>
                </a:pathLst>
              </a:cu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AU"/>
              </a:p>
            </p:txBody>
          </p:sp>
          <p:sp>
            <p:nvSpPr>
              <p:cNvPr id="174096" name="Freeform 16">
                <a:extLst>
                  <a:ext uri="{FF2B5EF4-FFF2-40B4-BE49-F238E27FC236}">
                    <a16:creationId xmlns:a16="http://schemas.microsoft.com/office/drawing/2014/main" id="{747FE7AF-191F-D68D-B24B-2D4F12B1AB4D}"/>
                  </a:ext>
                </a:extLst>
              </p:cNvPr>
              <p:cNvSpPr>
                <a:spLocks/>
              </p:cNvSpPr>
              <p:nvPr userDrawn="1"/>
            </p:nvSpPr>
            <p:spPr bwMode="auto">
              <a:xfrm>
                <a:off x="409" y="251"/>
                <a:ext cx="227" cy="410"/>
              </a:xfrm>
              <a:custGeom>
                <a:avLst/>
                <a:gdLst>
                  <a:gd name="T0" fmla="*/ 116 w 160"/>
                  <a:gd name="T1" fmla="*/ 0 h 335"/>
                  <a:gd name="T2" fmla="*/ 19 w 160"/>
                  <a:gd name="T3" fmla="*/ 106 h 335"/>
                  <a:gd name="T4" fmla="*/ 0 w 160"/>
                  <a:gd name="T5" fmla="*/ 230 h 335"/>
                  <a:gd name="T6" fmla="*/ 33 w 160"/>
                  <a:gd name="T7" fmla="*/ 314 h 335"/>
                  <a:gd name="T8" fmla="*/ 94 w 160"/>
                  <a:gd name="T9" fmla="*/ 335 h 335"/>
                  <a:gd name="T10" fmla="*/ 76 w 160"/>
                  <a:gd name="T11" fmla="*/ 154 h 335"/>
                  <a:gd name="T12" fmla="*/ 160 w 160"/>
                  <a:gd name="T13" fmla="*/ 17 h 335"/>
                  <a:gd name="T14" fmla="*/ 116 w 160"/>
                  <a:gd name="T15" fmla="*/ 0 h 335"/>
                  <a:gd name="T16" fmla="*/ 116 w 160"/>
                  <a:gd name="T17" fmla="*/ 0 h 3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60" h="335">
                    <a:moveTo>
                      <a:pt x="116" y="0"/>
                    </a:moveTo>
                    <a:lnTo>
                      <a:pt x="19" y="106"/>
                    </a:lnTo>
                    <a:lnTo>
                      <a:pt x="0" y="230"/>
                    </a:lnTo>
                    <a:lnTo>
                      <a:pt x="33" y="314"/>
                    </a:lnTo>
                    <a:lnTo>
                      <a:pt x="94" y="335"/>
                    </a:lnTo>
                    <a:lnTo>
                      <a:pt x="76" y="154"/>
                    </a:lnTo>
                    <a:lnTo>
                      <a:pt x="160" y="17"/>
                    </a:lnTo>
                    <a:lnTo>
                      <a:pt x="116" y="0"/>
                    </a:lnTo>
                    <a:lnTo>
                      <a:pt x="116" y="0"/>
                    </a:lnTo>
                    <a:close/>
                  </a:path>
                </a:pathLst>
              </a:cu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AU"/>
              </a:p>
            </p:txBody>
          </p:sp>
          <p:sp>
            <p:nvSpPr>
              <p:cNvPr id="174097" name="Freeform 17">
                <a:extLst>
                  <a:ext uri="{FF2B5EF4-FFF2-40B4-BE49-F238E27FC236}">
                    <a16:creationId xmlns:a16="http://schemas.microsoft.com/office/drawing/2014/main" id="{4175FED6-E95C-157E-6C44-8F677E8C4172}"/>
                  </a:ext>
                </a:extLst>
              </p:cNvPr>
              <p:cNvSpPr>
                <a:spLocks/>
              </p:cNvSpPr>
              <p:nvPr userDrawn="1"/>
            </p:nvSpPr>
            <p:spPr bwMode="auto">
              <a:xfrm>
                <a:off x="846" y="536"/>
                <a:ext cx="691" cy="364"/>
              </a:xfrm>
              <a:custGeom>
                <a:avLst/>
                <a:gdLst>
                  <a:gd name="T0" fmla="*/ 14 w 489"/>
                  <a:gd name="T1" fmla="*/ 34 h 296"/>
                  <a:gd name="T2" fmla="*/ 160 w 489"/>
                  <a:gd name="T3" fmla="*/ 66 h 296"/>
                  <a:gd name="T4" fmla="*/ 324 w 489"/>
                  <a:gd name="T5" fmla="*/ 137 h 296"/>
                  <a:gd name="T6" fmla="*/ 440 w 489"/>
                  <a:gd name="T7" fmla="*/ 243 h 296"/>
                  <a:gd name="T8" fmla="*/ 326 w 489"/>
                  <a:gd name="T9" fmla="*/ 230 h 296"/>
                  <a:gd name="T10" fmla="*/ 139 w 489"/>
                  <a:gd name="T11" fmla="*/ 146 h 296"/>
                  <a:gd name="T12" fmla="*/ 50 w 489"/>
                  <a:gd name="T13" fmla="*/ 80 h 296"/>
                  <a:gd name="T14" fmla="*/ 107 w 489"/>
                  <a:gd name="T15" fmla="*/ 163 h 296"/>
                  <a:gd name="T16" fmla="*/ 272 w 489"/>
                  <a:gd name="T17" fmla="*/ 270 h 296"/>
                  <a:gd name="T18" fmla="*/ 466 w 489"/>
                  <a:gd name="T19" fmla="*/ 296 h 296"/>
                  <a:gd name="T20" fmla="*/ 489 w 489"/>
                  <a:gd name="T21" fmla="*/ 224 h 296"/>
                  <a:gd name="T22" fmla="*/ 394 w 489"/>
                  <a:gd name="T23" fmla="*/ 120 h 296"/>
                  <a:gd name="T24" fmla="*/ 170 w 489"/>
                  <a:gd name="T25" fmla="*/ 17 h 296"/>
                  <a:gd name="T26" fmla="*/ 0 w 489"/>
                  <a:gd name="T27" fmla="*/ 0 h 296"/>
                  <a:gd name="T28" fmla="*/ 14 w 489"/>
                  <a:gd name="T29" fmla="*/ 34 h 296"/>
                  <a:gd name="T30" fmla="*/ 14 w 489"/>
                  <a:gd name="T31" fmla="*/ 34 h 2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489" h="296">
                    <a:moveTo>
                      <a:pt x="14" y="34"/>
                    </a:moveTo>
                    <a:lnTo>
                      <a:pt x="160" y="66"/>
                    </a:lnTo>
                    <a:lnTo>
                      <a:pt x="324" y="137"/>
                    </a:lnTo>
                    <a:lnTo>
                      <a:pt x="440" y="243"/>
                    </a:lnTo>
                    <a:lnTo>
                      <a:pt x="326" y="230"/>
                    </a:lnTo>
                    <a:lnTo>
                      <a:pt x="139" y="146"/>
                    </a:lnTo>
                    <a:lnTo>
                      <a:pt x="50" y="80"/>
                    </a:lnTo>
                    <a:lnTo>
                      <a:pt x="107" y="163"/>
                    </a:lnTo>
                    <a:lnTo>
                      <a:pt x="272" y="270"/>
                    </a:lnTo>
                    <a:lnTo>
                      <a:pt x="466" y="296"/>
                    </a:lnTo>
                    <a:lnTo>
                      <a:pt x="489" y="224"/>
                    </a:lnTo>
                    <a:lnTo>
                      <a:pt x="394" y="120"/>
                    </a:lnTo>
                    <a:lnTo>
                      <a:pt x="170" y="17"/>
                    </a:lnTo>
                    <a:lnTo>
                      <a:pt x="0" y="0"/>
                    </a:lnTo>
                    <a:lnTo>
                      <a:pt x="14" y="34"/>
                    </a:lnTo>
                    <a:lnTo>
                      <a:pt x="14" y="34"/>
                    </a:lnTo>
                    <a:close/>
                  </a:path>
                </a:pathLst>
              </a:cu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AU"/>
              </a:p>
            </p:txBody>
          </p:sp>
        </p:grpSp>
      </p:grpSp>
      <p:grpSp>
        <p:nvGrpSpPr>
          <p:cNvPr id="174098" name="Group 18">
            <a:extLst>
              <a:ext uri="{FF2B5EF4-FFF2-40B4-BE49-F238E27FC236}">
                <a16:creationId xmlns:a16="http://schemas.microsoft.com/office/drawing/2014/main" id="{FB07347C-DCCF-1395-5308-E48914B16B63}"/>
              </a:ext>
            </a:extLst>
          </p:cNvPr>
          <p:cNvGrpSpPr>
            <a:grpSpLocks/>
          </p:cNvGrpSpPr>
          <p:nvPr/>
        </p:nvGrpSpPr>
        <p:grpSpPr bwMode="auto">
          <a:xfrm>
            <a:off x="7915275" y="4368800"/>
            <a:ext cx="742950" cy="1058863"/>
            <a:chOff x="4986" y="2752"/>
            <a:chExt cx="468" cy="667"/>
          </a:xfrm>
        </p:grpSpPr>
        <p:sp>
          <p:nvSpPr>
            <p:cNvPr id="174099" name="Freeform 19">
              <a:extLst>
                <a:ext uri="{FF2B5EF4-FFF2-40B4-BE49-F238E27FC236}">
                  <a16:creationId xmlns:a16="http://schemas.microsoft.com/office/drawing/2014/main" id="{D06C5CD6-6829-B408-2D04-97E2CB4CFE79}"/>
                </a:ext>
              </a:extLst>
            </p:cNvPr>
            <p:cNvSpPr>
              <a:spLocks/>
            </p:cNvSpPr>
            <p:nvPr userDrawn="1"/>
          </p:nvSpPr>
          <p:spPr bwMode="auto">
            <a:xfrm rot="7320404">
              <a:off x="4909" y="2936"/>
              <a:ext cx="629" cy="293"/>
            </a:xfrm>
            <a:custGeom>
              <a:avLst/>
              <a:gdLst>
                <a:gd name="T0" fmla="*/ 794 w 794"/>
                <a:gd name="T1" fmla="*/ 395 h 414"/>
                <a:gd name="T2" fmla="*/ 710 w 794"/>
                <a:gd name="T3" fmla="*/ 318 h 414"/>
                <a:gd name="T4" fmla="*/ 556 w 794"/>
                <a:gd name="T5" fmla="*/ 210 h 414"/>
                <a:gd name="T6" fmla="*/ 71 w 794"/>
                <a:gd name="T7" fmla="*/ 0 h 414"/>
                <a:gd name="T8" fmla="*/ 23 w 794"/>
                <a:gd name="T9" fmla="*/ 20 h 414"/>
                <a:gd name="T10" fmla="*/ 0 w 794"/>
                <a:gd name="T11" fmla="*/ 83 h 414"/>
                <a:gd name="T12" fmla="*/ 28 w 794"/>
                <a:gd name="T13" fmla="*/ 155 h 414"/>
                <a:gd name="T14" fmla="*/ 570 w 794"/>
                <a:gd name="T15" fmla="*/ 409 h 414"/>
                <a:gd name="T16" fmla="*/ 689 w 794"/>
                <a:gd name="T17" fmla="*/ 393 h 414"/>
                <a:gd name="T18" fmla="*/ 785 w 794"/>
                <a:gd name="T19" fmla="*/ 414 h 414"/>
                <a:gd name="T20" fmla="*/ 794 w 794"/>
                <a:gd name="T21" fmla="*/ 395 h 414"/>
                <a:gd name="T22" fmla="*/ 794 w 794"/>
                <a:gd name="T23" fmla="*/ 395 h 4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794" h="414">
                  <a:moveTo>
                    <a:pt x="794" y="395"/>
                  </a:moveTo>
                  <a:lnTo>
                    <a:pt x="710" y="318"/>
                  </a:lnTo>
                  <a:lnTo>
                    <a:pt x="556" y="210"/>
                  </a:lnTo>
                  <a:lnTo>
                    <a:pt x="71" y="0"/>
                  </a:lnTo>
                  <a:lnTo>
                    <a:pt x="23" y="20"/>
                  </a:lnTo>
                  <a:lnTo>
                    <a:pt x="0" y="83"/>
                  </a:lnTo>
                  <a:lnTo>
                    <a:pt x="28" y="155"/>
                  </a:lnTo>
                  <a:lnTo>
                    <a:pt x="570" y="409"/>
                  </a:lnTo>
                  <a:lnTo>
                    <a:pt x="689" y="393"/>
                  </a:lnTo>
                  <a:lnTo>
                    <a:pt x="785" y="414"/>
                  </a:lnTo>
                  <a:lnTo>
                    <a:pt x="794" y="395"/>
                  </a:lnTo>
                  <a:lnTo>
                    <a:pt x="794" y="395"/>
                  </a:lnTo>
                  <a:close/>
                </a:path>
              </a:pathLst>
            </a:custGeom>
            <a:solidFill>
              <a:srgbClr val="F8F8F8"/>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AU"/>
            </a:p>
          </p:txBody>
        </p:sp>
        <p:sp>
          <p:nvSpPr>
            <p:cNvPr id="174100" name="Freeform 20">
              <a:extLst>
                <a:ext uri="{FF2B5EF4-FFF2-40B4-BE49-F238E27FC236}">
                  <a16:creationId xmlns:a16="http://schemas.microsoft.com/office/drawing/2014/main" id="{3F4B9912-0358-4828-CEF4-BBD7C8DE4770}"/>
                </a:ext>
              </a:extLst>
            </p:cNvPr>
            <p:cNvSpPr>
              <a:spLocks/>
            </p:cNvSpPr>
            <p:nvPr userDrawn="1"/>
          </p:nvSpPr>
          <p:spPr bwMode="auto">
            <a:xfrm rot="7320404">
              <a:off x="4893" y="2923"/>
              <a:ext cx="627" cy="290"/>
            </a:xfrm>
            <a:custGeom>
              <a:avLst/>
              <a:gdLst>
                <a:gd name="T0" fmla="*/ 137 w 1586"/>
                <a:gd name="T1" fmla="*/ 0 h 821"/>
                <a:gd name="T2" fmla="*/ 1331 w 1586"/>
                <a:gd name="T3" fmla="*/ 519 h 821"/>
                <a:gd name="T4" fmla="*/ 1428 w 1586"/>
                <a:gd name="T5" fmla="*/ 638 h 821"/>
                <a:gd name="T6" fmla="*/ 1586 w 1586"/>
                <a:gd name="T7" fmla="*/ 792 h 821"/>
                <a:gd name="T8" fmla="*/ 1565 w 1586"/>
                <a:gd name="T9" fmla="*/ 821 h 821"/>
                <a:gd name="T10" fmla="*/ 1350 w 1586"/>
                <a:gd name="T11" fmla="*/ 787 h 821"/>
                <a:gd name="T12" fmla="*/ 1145 w 1586"/>
                <a:gd name="T13" fmla="*/ 811 h 821"/>
                <a:gd name="T14" fmla="*/ 42 w 1586"/>
                <a:gd name="T15" fmla="*/ 298 h 821"/>
                <a:gd name="T16" fmla="*/ 0 w 1586"/>
                <a:gd name="T17" fmla="*/ 150 h 821"/>
                <a:gd name="T18" fmla="*/ 46 w 1586"/>
                <a:gd name="T19" fmla="*/ 32 h 821"/>
                <a:gd name="T20" fmla="*/ 137 w 1586"/>
                <a:gd name="T21" fmla="*/ 0 h 821"/>
                <a:gd name="T22" fmla="*/ 137 w 1586"/>
                <a:gd name="T23" fmla="*/ 0 h 82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586" h="821">
                  <a:moveTo>
                    <a:pt x="137" y="0"/>
                  </a:moveTo>
                  <a:lnTo>
                    <a:pt x="1331" y="519"/>
                  </a:lnTo>
                  <a:lnTo>
                    <a:pt x="1428" y="638"/>
                  </a:lnTo>
                  <a:lnTo>
                    <a:pt x="1586" y="792"/>
                  </a:lnTo>
                  <a:lnTo>
                    <a:pt x="1565" y="821"/>
                  </a:lnTo>
                  <a:lnTo>
                    <a:pt x="1350" y="787"/>
                  </a:lnTo>
                  <a:lnTo>
                    <a:pt x="1145" y="811"/>
                  </a:lnTo>
                  <a:lnTo>
                    <a:pt x="42" y="298"/>
                  </a:lnTo>
                  <a:lnTo>
                    <a:pt x="0" y="150"/>
                  </a:lnTo>
                  <a:lnTo>
                    <a:pt x="46" y="32"/>
                  </a:lnTo>
                  <a:lnTo>
                    <a:pt x="137" y="0"/>
                  </a:lnTo>
                  <a:lnTo>
                    <a:pt x="137" y="0"/>
                  </a:ln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AU"/>
            </a:p>
          </p:txBody>
        </p:sp>
        <p:sp>
          <p:nvSpPr>
            <p:cNvPr id="174101" name="Freeform 21">
              <a:extLst>
                <a:ext uri="{FF2B5EF4-FFF2-40B4-BE49-F238E27FC236}">
                  <a16:creationId xmlns:a16="http://schemas.microsoft.com/office/drawing/2014/main" id="{1829C5EA-EDA8-79F9-FF62-F0CCE1EF0E5C}"/>
                </a:ext>
              </a:extLst>
            </p:cNvPr>
            <p:cNvSpPr>
              <a:spLocks/>
            </p:cNvSpPr>
            <p:nvPr userDrawn="1"/>
          </p:nvSpPr>
          <p:spPr bwMode="auto">
            <a:xfrm rot="7320404">
              <a:off x="5000" y="2912"/>
              <a:ext cx="416" cy="265"/>
            </a:xfrm>
            <a:custGeom>
              <a:avLst/>
              <a:gdLst>
                <a:gd name="T0" fmla="*/ 0 w 1049"/>
                <a:gd name="T1" fmla="*/ 325 h 747"/>
                <a:gd name="T2" fmla="*/ 922 w 1049"/>
                <a:gd name="T3" fmla="*/ 747 h 747"/>
                <a:gd name="T4" fmla="*/ 939 w 1049"/>
                <a:gd name="T5" fmla="*/ 534 h 747"/>
                <a:gd name="T6" fmla="*/ 1049 w 1049"/>
                <a:gd name="T7" fmla="*/ 422 h 747"/>
                <a:gd name="T8" fmla="*/ 78 w 1049"/>
                <a:gd name="T9" fmla="*/ 0 h 747"/>
                <a:gd name="T10" fmla="*/ 0 w 1049"/>
                <a:gd name="T11" fmla="*/ 127 h 747"/>
                <a:gd name="T12" fmla="*/ 0 w 1049"/>
                <a:gd name="T13" fmla="*/ 325 h 747"/>
                <a:gd name="T14" fmla="*/ 0 w 1049"/>
                <a:gd name="T15" fmla="*/ 325 h 747"/>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049" h="747">
                  <a:moveTo>
                    <a:pt x="0" y="325"/>
                  </a:moveTo>
                  <a:lnTo>
                    <a:pt x="922" y="747"/>
                  </a:lnTo>
                  <a:lnTo>
                    <a:pt x="939" y="534"/>
                  </a:lnTo>
                  <a:lnTo>
                    <a:pt x="1049" y="422"/>
                  </a:lnTo>
                  <a:lnTo>
                    <a:pt x="78" y="0"/>
                  </a:lnTo>
                  <a:lnTo>
                    <a:pt x="0" y="127"/>
                  </a:lnTo>
                  <a:lnTo>
                    <a:pt x="0" y="325"/>
                  </a:lnTo>
                  <a:lnTo>
                    <a:pt x="0" y="325"/>
                  </a:lnTo>
                  <a:close/>
                </a:path>
              </a:pathLst>
            </a:custGeom>
            <a:solidFill>
              <a:schemeClr val="bg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AU"/>
            </a:p>
          </p:txBody>
        </p:sp>
        <p:grpSp>
          <p:nvGrpSpPr>
            <p:cNvPr id="174102" name="Group 22">
              <a:extLst>
                <a:ext uri="{FF2B5EF4-FFF2-40B4-BE49-F238E27FC236}">
                  <a16:creationId xmlns:a16="http://schemas.microsoft.com/office/drawing/2014/main" id="{B12B4CD2-16AA-C37E-ECBA-F34E16AD5083}"/>
                </a:ext>
              </a:extLst>
            </p:cNvPr>
            <p:cNvGrpSpPr>
              <a:grpSpLocks/>
            </p:cNvGrpSpPr>
            <p:nvPr userDrawn="1"/>
          </p:nvGrpSpPr>
          <p:grpSpPr bwMode="auto">
            <a:xfrm>
              <a:off x="4986" y="2752"/>
              <a:ext cx="468" cy="667"/>
              <a:chOff x="4986" y="2752"/>
              <a:chExt cx="468" cy="667"/>
            </a:xfrm>
          </p:grpSpPr>
          <p:sp>
            <p:nvSpPr>
              <p:cNvPr id="174103" name="Freeform 23">
                <a:extLst>
                  <a:ext uri="{FF2B5EF4-FFF2-40B4-BE49-F238E27FC236}">
                    <a16:creationId xmlns:a16="http://schemas.microsoft.com/office/drawing/2014/main" id="{D268DECD-B5CA-AA93-7713-2A0B6B5CCE67}"/>
                  </a:ext>
                </a:extLst>
              </p:cNvPr>
              <p:cNvSpPr>
                <a:spLocks/>
              </p:cNvSpPr>
              <p:nvPr userDrawn="1"/>
            </p:nvSpPr>
            <p:spPr bwMode="auto">
              <a:xfrm rot="7320404">
                <a:off x="4987" y="3190"/>
                <a:ext cx="59" cy="61"/>
              </a:xfrm>
              <a:custGeom>
                <a:avLst/>
                <a:gdLst>
                  <a:gd name="T0" fmla="*/ 110 w 150"/>
                  <a:gd name="T1" fmla="*/ 0 h 173"/>
                  <a:gd name="T2" fmla="*/ 40 w 150"/>
                  <a:gd name="T3" fmla="*/ 66 h 173"/>
                  <a:gd name="T4" fmla="*/ 0 w 150"/>
                  <a:gd name="T5" fmla="*/ 173 h 173"/>
                  <a:gd name="T6" fmla="*/ 80 w 150"/>
                  <a:gd name="T7" fmla="*/ 160 h 173"/>
                  <a:gd name="T8" fmla="*/ 103 w 150"/>
                  <a:gd name="T9" fmla="*/ 84 h 173"/>
                  <a:gd name="T10" fmla="*/ 150 w 150"/>
                  <a:gd name="T11" fmla="*/ 27 h 173"/>
                  <a:gd name="T12" fmla="*/ 110 w 150"/>
                  <a:gd name="T13" fmla="*/ 0 h 173"/>
                  <a:gd name="T14" fmla="*/ 110 w 150"/>
                  <a:gd name="T15" fmla="*/ 0 h 173"/>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50" h="173">
                    <a:moveTo>
                      <a:pt x="110" y="0"/>
                    </a:moveTo>
                    <a:lnTo>
                      <a:pt x="40" y="66"/>
                    </a:lnTo>
                    <a:lnTo>
                      <a:pt x="0" y="173"/>
                    </a:lnTo>
                    <a:lnTo>
                      <a:pt x="80" y="160"/>
                    </a:lnTo>
                    <a:lnTo>
                      <a:pt x="103" y="84"/>
                    </a:lnTo>
                    <a:lnTo>
                      <a:pt x="150" y="27"/>
                    </a:lnTo>
                    <a:lnTo>
                      <a:pt x="110" y="0"/>
                    </a:lnTo>
                    <a:lnTo>
                      <a:pt x="110" y="0"/>
                    </a:lnTo>
                    <a:close/>
                  </a:path>
                </a:pathLst>
              </a:cu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AU"/>
              </a:p>
            </p:txBody>
          </p:sp>
          <p:sp>
            <p:nvSpPr>
              <p:cNvPr id="174104" name="Freeform 24">
                <a:extLst>
                  <a:ext uri="{FF2B5EF4-FFF2-40B4-BE49-F238E27FC236}">
                    <a16:creationId xmlns:a16="http://schemas.microsoft.com/office/drawing/2014/main" id="{60D5554B-0731-73BB-26F3-50B4D0409EB2}"/>
                  </a:ext>
                </a:extLst>
              </p:cNvPr>
              <p:cNvSpPr>
                <a:spLocks/>
              </p:cNvSpPr>
              <p:nvPr userDrawn="1"/>
            </p:nvSpPr>
            <p:spPr bwMode="auto">
              <a:xfrm rot="7320404">
                <a:off x="4887" y="2930"/>
                <a:ext cx="667" cy="311"/>
              </a:xfrm>
              <a:custGeom>
                <a:avLst/>
                <a:gdLst>
                  <a:gd name="T0" fmla="*/ 156 w 1684"/>
                  <a:gd name="T1" fmla="*/ 0 h 880"/>
                  <a:gd name="T2" fmla="*/ 63 w 1684"/>
                  <a:gd name="T3" fmla="*/ 52 h 880"/>
                  <a:gd name="T4" fmla="*/ 0 w 1684"/>
                  <a:gd name="T5" fmla="*/ 208 h 880"/>
                  <a:gd name="T6" fmla="*/ 67 w 1684"/>
                  <a:gd name="T7" fmla="*/ 358 h 880"/>
                  <a:gd name="T8" fmla="*/ 1182 w 1684"/>
                  <a:gd name="T9" fmla="*/ 867 h 880"/>
                  <a:gd name="T10" fmla="*/ 1422 w 1684"/>
                  <a:gd name="T11" fmla="*/ 835 h 880"/>
                  <a:gd name="T12" fmla="*/ 1616 w 1684"/>
                  <a:gd name="T13" fmla="*/ 880 h 880"/>
                  <a:gd name="T14" fmla="*/ 1684 w 1684"/>
                  <a:gd name="T15" fmla="*/ 808 h 880"/>
                  <a:gd name="T16" fmla="*/ 1502 w 1684"/>
                  <a:gd name="T17" fmla="*/ 664 h 880"/>
                  <a:gd name="T18" fmla="*/ 1428 w 1684"/>
                  <a:gd name="T19" fmla="*/ 512 h 880"/>
                  <a:gd name="T20" fmla="*/ 1369 w 1684"/>
                  <a:gd name="T21" fmla="*/ 527 h 880"/>
                  <a:gd name="T22" fmla="*/ 1439 w 1684"/>
                  <a:gd name="T23" fmla="*/ 664 h 880"/>
                  <a:gd name="T24" fmla="*/ 1578 w 1684"/>
                  <a:gd name="T25" fmla="*/ 810 h 880"/>
                  <a:gd name="T26" fmla="*/ 1413 w 1684"/>
                  <a:gd name="T27" fmla="*/ 787 h 880"/>
                  <a:gd name="T28" fmla="*/ 1219 w 1684"/>
                  <a:gd name="T29" fmla="*/ 814 h 880"/>
                  <a:gd name="T30" fmla="*/ 1255 w 1684"/>
                  <a:gd name="T31" fmla="*/ 650 h 880"/>
                  <a:gd name="T32" fmla="*/ 1338 w 1684"/>
                  <a:gd name="T33" fmla="*/ 538 h 880"/>
                  <a:gd name="T34" fmla="*/ 1241 w 1684"/>
                  <a:gd name="T35" fmla="*/ 552 h 880"/>
                  <a:gd name="T36" fmla="*/ 1165 w 1684"/>
                  <a:gd name="T37" fmla="*/ 658 h 880"/>
                  <a:gd name="T38" fmla="*/ 1139 w 1684"/>
                  <a:gd name="T39" fmla="*/ 791 h 880"/>
                  <a:gd name="T40" fmla="*/ 107 w 1684"/>
                  <a:gd name="T41" fmla="*/ 310 h 880"/>
                  <a:gd name="T42" fmla="*/ 80 w 1684"/>
                  <a:gd name="T43" fmla="*/ 215 h 880"/>
                  <a:gd name="T44" fmla="*/ 103 w 1684"/>
                  <a:gd name="T45" fmla="*/ 95 h 880"/>
                  <a:gd name="T46" fmla="*/ 217 w 1684"/>
                  <a:gd name="T47" fmla="*/ 0 h 880"/>
                  <a:gd name="T48" fmla="*/ 156 w 1684"/>
                  <a:gd name="T49" fmla="*/ 0 h 880"/>
                  <a:gd name="T50" fmla="*/ 156 w 1684"/>
                  <a:gd name="T51" fmla="*/ 0 h 8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1684" h="880">
                    <a:moveTo>
                      <a:pt x="156" y="0"/>
                    </a:moveTo>
                    <a:lnTo>
                      <a:pt x="63" y="52"/>
                    </a:lnTo>
                    <a:lnTo>
                      <a:pt x="0" y="208"/>
                    </a:lnTo>
                    <a:lnTo>
                      <a:pt x="67" y="358"/>
                    </a:lnTo>
                    <a:lnTo>
                      <a:pt x="1182" y="867"/>
                    </a:lnTo>
                    <a:lnTo>
                      <a:pt x="1422" y="835"/>
                    </a:lnTo>
                    <a:lnTo>
                      <a:pt x="1616" y="880"/>
                    </a:lnTo>
                    <a:lnTo>
                      <a:pt x="1684" y="808"/>
                    </a:lnTo>
                    <a:lnTo>
                      <a:pt x="1502" y="664"/>
                    </a:lnTo>
                    <a:lnTo>
                      <a:pt x="1428" y="512"/>
                    </a:lnTo>
                    <a:lnTo>
                      <a:pt x="1369" y="527"/>
                    </a:lnTo>
                    <a:lnTo>
                      <a:pt x="1439" y="664"/>
                    </a:lnTo>
                    <a:lnTo>
                      <a:pt x="1578" y="810"/>
                    </a:lnTo>
                    <a:lnTo>
                      <a:pt x="1413" y="787"/>
                    </a:lnTo>
                    <a:lnTo>
                      <a:pt x="1219" y="814"/>
                    </a:lnTo>
                    <a:lnTo>
                      <a:pt x="1255" y="650"/>
                    </a:lnTo>
                    <a:lnTo>
                      <a:pt x="1338" y="538"/>
                    </a:lnTo>
                    <a:lnTo>
                      <a:pt x="1241" y="552"/>
                    </a:lnTo>
                    <a:lnTo>
                      <a:pt x="1165" y="658"/>
                    </a:lnTo>
                    <a:lnTo>
                      <a:pt x="1139" y="791"/>
                    </a:lnTo>
                    <a:lnTo>
                      <a:pt x="107" y="310"/>
                    </a:lnTo>
                    <a:lnTo>
                      <a:pt x="80" y="215"/>
                    </a:lnTo>
                    <a:lnTo>
                      <a:pt x="103" y="95"/>
                    </a:lnTo>
                    <a:lnTo>
                      <a:pt x="217" y="0"/>
                    </a:lnTo>
                    <a:lnTo>
                      <a:pt x="156" y="0"/>
                    </a:lnTo>
                    <a:lnTo>
                      <a:pt x="156" y="0"/>
                    </a:lnTo>
                    <a:close/>
                  </a:path>
                </a:pathLst>
              </a:cu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AU"/>
              </a:p>
            </p:txBody>
          </p:sp>
          <p:sp>
            <p:nvSpPr>
              <p:cNvPr id="174105" name="Freeform 25">
                <a:extLst>
                  <a:ext uri="{FF2B5EF4-FFF2-40B4-BE49-F238E27FC236}">
                    <a16:creationId xmlns:a16="http://schemas.microsoft.com/office/drawing/2014/main" id="{697AFFF3-425A-C986-9465-7B4C978A8DEA}"/>
                  </a:ext>
                </a:extLst>
              </p:cNvPr>
              <p:cNvSpPr>
                <a:spLocks/>
              </p:cNvSpPr>
              <p:nvPr userDrawn="1"/>
            </p:nvSpPr>
            <p:spPr bwMode="auto">
              <a:xfrm rot="7320404">
                <a:off x="5062" y="2997"/>
                <a:ext cx="472" cy="176"/>
              </a:xfrm>
              <a:custGeom>
                <a:avLst/>
                <a:gdLst>
                  <a:gd name="T0" fmla="*/ 100 w 1190"/>
                  <a:gd name="T1" fmla="*/ 0 h 500"/>
                  <a:gd name="T2" fmla="*/ 1190 w 1190"/>
                  <a:gd name="T3" fmla="*/ 490 h 500"/>
                  <a:gd name="T4" fmla="*/ 1076 w 1190"/>
                  <a:gd name="T5" fmla="*/ 500 h 500"/>
                  <a:gd name="T6" fmla="*/ 0 w 1190"/>
                  <a:gd name="T7" fmla="*/ 27 h 500"/>
                  <a:gd name="T8" fmla="*/ 100 w 1190"/>
                  <a:gd name="T9" fmla="*/ 0 h 500"/>
                  <a:gd name="T10" fmla="*/ 100 w 1190"/>
                  <a:gd name="T11" fmla="*/ 0 h 500"/>
                </a:gdLst>
                <a:ahLst/>
                <a:cxnLst>
                  <a:cxn ang="0">
                    <a:pos x="T0" y="T1"/>
                  </a:cxn>
                  <a:cxn ang="0">
                    <a:pos x="T2" y="T3"/>
                  </a:cxn>
                  <a:cxn ang="0">
                    <a:pos x="T4" y="T5"/>
                  </a:cxn>
                  <a:cxn ang="0">
                    <a:pos x="T6" y="T7"/>
                  </a:cxn>
                  <a:cxn ang="0">
                    <a:pos x="T8" y="T9"/>
                  </a:cxn>
                  <a:cxn ang="0">
                    <a:pos x="T10" y="T11"/>
                  </a:cxn>
                </a:cxnLst>
                <a:rect l="0" t="0" r="r" b="b"/>
                <a:pathLst>
                  <a:path w="1190" h="500">
                    <a:moveTo>
                      <a:pt x="100" y="0"/>
                    </a:moveTo>
                    <a:lnTo>
                      <a:pt x="1190" y="490"/>
                    </a:lnTo>
                    <a:lnTo>
                      <a:pt x="1076" y="500"/>
                    </a:lnTo>
                    <a:lnTo>
                      <a:pt x="0" y="27"/>
                    </a:lnTo>
                    <a:lnTo>
                      <a:pt x="100" y="0"/>
                    </a:lnTo>
                    <a:lnTo>
                      <a:pt x="100" y="0"/>
                    </a:lnTo>
                    <a:close/>
                  </a:path>
                </a:pathLst>
              </a:cu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AU"/>
              </a:p>
            </p:txBody>
          </p:sp>
          <p:sp>
            <p:nvSpPr>
              <p:cNvPr id="174106" name="Freeform 26">
                <a:extLst>
                  <a:ext uri="{FF2B5EF4-FFF2-40B4-BE49-F238E27FC236}">
                    <a16:creationId xmlns:a16="http://schemas.microsoft.com/office/drawing/2014/main" id="{37931FA1-837F-6AD1-8AD3-F8C4B64A9DFE}"/>
                  </a:ext>
                </a:extLst>
              </p:cNvPr>
              <p:cNvSpPr>
                <a:spLocks/>
              </p:cNvSpPr>
              <p:nvPr userDrawn="1"/>
            </p:nvSpPr>
            <p:spPr bwMode="auto">
              <a:xfrm rot="7320404">
                <a:off x="5363" y="2874"/>
                <a:ext cx="63" cy="118"/>
              </a:xfrm>
              <a:custGeom>
                <a:avLst/>
                <a:gdLst>
                  <a:gd name="T0" fmla="*/ 116 w 160"/>
                  <a:gd name="T1" fmla="*/ 0 h 335"/>
                  <a:gd name="T2" fmla="*/ 19 w 160"/>
                  <a:gd name="T3" fmla="*/ 106 h 335"/>
                  <a:gd name="T4" fmla="*/ 0 w 160"/>
                  <a:gd name="T5" fmla="*/ 230 h 335"/>
                  <a:gd name="T6" fmla="*/ 33 w 160"/>
                  <a:gd name="T7" fmla="*/ 314 h 335"/>
                  <a:gd name="T8" fmla="*/ 94 w 160"/>
                  <a:gd name="T9" fmla="*/ 335 h 335"/>
                  <a:gd name="T10" fmla="*/ 76 w 160"/>
                  <a:gd name="T11" fmla="*/ 154 h 335"/>
                  <a:gd name="T12" fmla="*/ 160 w 160"/>
                  <a:gd name="T13" fmla="*/ 17 h 335"/>
                  <a:gd name="T14" fmla="*/ 116 w 160"/>
                  <a:gd name="T15" fmla="*/ 0 h 335"/>
                  <a:gd name="T16" fmla="*/ 116 w 160"/>
                  <a:gd name="T17" fmla="*/ 0 h 3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60" h="335">
                    <a:moveTo>
                      <a:pt x="116" y="0"/>
                    </a:moveTo>
                    <a:lnTo>
                      <a:pt x="19" y="106"/>
                    </a:lnTo>
                    <a:lnTo>
                      <a:pt x="0" y="230"/>
                    </a:lnTo>
                    <a:lnTo>
                      <a:pt x="33" y="314"/>
                    </a:lnTo>
                    <a:lnTo>
                      <a:pt x="94" y="335"/>
                    </a:lnTo>
                    <a:lnTo>
                      <a:pt x="76" y="154"/>
                    </a:lnTo>
                    <a:lnTo>
                      <a:pt x="160" y="17"/>
                    </a:lnTo>
                    <a:lnTo>
                      <a:pt x="116" y="0"/>
                    </a:lnTo>
                    <a:lnTo>
                      <a:pt x="116" y="0"/>
                    </a:lnTo>
                    <a:close/>
                  </a:path>
                </a:pathLst>
              </a:cu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AU"/>
              </a:p>
            </p:txBody>
          </p:sp>
          <p:sp>
            <p:nvSpPr>
              <p:cNvPr id="174107" name="Freeform 27">
                <a:extLst>
                  <a:ext uri="{FF2B5EF4-FFF2-40B4-BE49-F238E27FC236}">
                    <a16:creationId xmlns:a16="http://schemas.microsoft.com/office/drawing/2014/main" id="{C2220919-4C74-FC32-4EE9-9D124CD2D196}"/>
                  </a:ext>
                </a:extLst>
              </p:cNvPr>
              <p:cNvSpPr>
                <a:spLocks/>
              </p:cNvSpPr>
              <p:nvPr userDrawn="1"/>
            </p:nvSpPr>
            <p:spPr bwMode="auto">
              <a:xfrm rot="7320404">
                <a:off x="5136" y="3000"/>
                <a:ext cx="193" cy="104"/>
              </a:xfrm>
              <a:custGeom>
                <a:avLst/>
                <a:gdLst>
                  <a:gd name="T0" fmla="*/ 14 w 489"/>
                  <a:gd name="T1" fmla="*/ 34 h 296"/>
                  <a:gd name="T2" fmla="*/ 160 w 489"/>
                  <a:gd name="T3" fmla="*/ 66 h 296"/>
                  <a:gd name="T4" fmla="*/ 324 w 489"/>
                  <a:gd name="T5" fmla="*/ 137 h 296"/>
                  <a:gd name="T6" fmla="*/ 440 w 489"/>
                  <a:gd name="T7" fmla="*/ 243 h 296"/>
                  <a:gd name="T8" fmla="*/ 326 w 489"/>
                  <a:gd name="T9" fmla="*/ 230 h 296"/>
                  <a:gd name="T10" fmla="*/ 139 w 489"/>
                  <a:gd name="T11" fmla="*/ 146 h 296"/>
                  <a:gd name="T12" fmla="*/ 50 w 489"/>
                  <a:gd name="T13" fmla="*/ 80 h 296"/>
                  <a:gd name="T14" fmla="*/ 107 w 489"/>
                  <a:gd name="T15" fmla="*/ 163 h 296"/>
                  <a:gd name="T16" fmla="*/ 272 w 489"/>
                  <a:gd name="T17" fmla="*/ 270 h 296"/>
                  <a:gd name="T18" fmla="*/ 466 w 489"/>
                  <a:gd name="T19" fmla="*/ 296 h 296"/>
                  <a:gd name="T20" fmla="*/ 489 w 489"/>
                  <a:gd name="T21" fmla="*/ 224 h 296"/>
                  <a:gd name="T22" fmla="*/ 394 w 489"/>
                  <a:gd name="T23" fmla="*/ 120 h 296"/>
                  <a:gd name="T24" fmla="*/ 170 w 489"/>
                  <a:gd name="T25" fmla="*/ 17 h 296"/>
                  <a:gd name="T26" fmla="*/ 0 w 489"/>
                  <a:gd name="T27" fmla="*/ 0 h 296"/>
                  <a:gd name="T28" fmla="*/ 14 w 489"/>
                  <a:gd name="T29" fmla="*/ 34 h 296"/>
                  <a:gd name="T30" fmla="*/ 14 w 489"/>
                  <a:gd name="T31" fmla="*/ 34 h 2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489" h="296">
                    <a:moveTo>
                      <a:pt x="14" y="34"/>
                    </a:moveTo>
                    <a:lnTo>
                      <a:pt x="160" y="66"/>
                    </a:lnTo>
                    <a:lnTo>
                      <a:pt x="324" y="137"/>
                    </a:lnTo>
                    <a:lnTo>
                      <a:pt x="440" y="243"/>
                    </a:lnTo>
                    <a:lnTo>
                      <a:pt x="326" y="230"/>
                    </a:lnTo>
                    <a:lnTo>
                      <a:pt x="139" y="146"/>
                    </a:lnTo>
                    <a:lnTo>
                      <a:pt x="50" y="80"/>
                    </a:lnTo>
                    <a:lnTo>
                      <a:pt x="107" y="163"/>
                    </a:lnTo>
                    <a:lnTo>
                      <a:pt x="272" y="270"/>
                    </a:lnTo>
                    <a:lnTo>
                      <a:pt x="466" y="296"/>
                    </a:lnTo>
                    <a:lnTo>
                      <a:pt x="489" y="224"/>
                    </a:lnTo>
                    <a:lnTo>
                      <a:pt x="394" y="120"/>
                    </a:lnTo>
                    <a:lnTo>
                      <a:pt x="170" y="17"/>
                    </a:lnTo>
                    <a:lnTo>
                      <a:pt x="0" y="0"/>
                    </a:lnTo>
                    <a:lnTo>
                      <a:pt x="14" y="34"/>
                    </a:lnTo>
                    <a:lnTo>
                      <a:pt x="14" y="34"/>
                    </a:lnTo>
                    <a:close/>
                  </a:path>
                </a:pathLst>
              </a:cu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AU"/>
              </a:p>
            </p:txBody>
          </p:sp>
        </p:grpSp>
      </p:grpSp>
      <p:sp>
        <p:nvSpPr>
          <p:cNvPr id="174108" name="Freeform 28">
            <a:extLst>
              <a:ext uri="{FF2B5EF4-FFF2-40B4-BE49-F238E27FC236}">
                <a16:creationId xmlns:a16="http://schemas.microsoft.com/office/drawing/2014/main" id="{9CD6D2AC-3FB4-F6EE-B5CA-A7642C88E576}"/>
              </a:ext>
            </a:extLst>
          </p:cNvPr>
          <p:cNvSpPr>
            <a:spLocks/>
          </p:cNvSpPr>
          <p:nvPr/>
        </p:nvSpPr>
        <p:spPr bwMode="auto">
          <a:xfrm>
            <a:off x="901700" y="5054600"/>
            <a:ext cx="6807200" cy="728663"/>
          </a:xfrm>
          <a:custGeom>
            <a:avLst/>
            <a:gdLst>
              <a:gd name="T0" fmla="*/ 0 w 4288"/>
              <a:gd name="T1" fmla="*/ 0 h 459"/>
              <a:gd name="T2" fmla="*/ 816 w 4288"/>
              <a:gd name="T3" fmla="*/ 256 h 459"/>
              <a:gd name="T4" fmla="*/ 1560 w 4288"/>
              <a:gd name="T5" fmla="*/ 144 h 459"/>
              <a:gd name="T6" fmla="*/ 1856 w 4288"/>
              <a:gd name="T7" fmla="*/ 376 h 459"/>
              <a:gd name="T8" fmla="*/ 2344 w 4288"/>
              <a:gd name="T9" fmla="*/ 152 h 459"/>
              <a:gd name="T10" fmla="*/ 3536 w 4288"/>
              <a:gd name="T11" fmla="*/ 456 h 459"/>
              <a:gd name="T12" fmla="*/ 4288 w 4288"/>
              <a:gd name="T13" fmla="*/ 136 h 459"/>
            </a:gdLst>
            <a:ahLst/>
            <a:cxnLst>
              <a:cxn ang="0">
                <a:pos x="T0" y="T1"/>
              </a:cxn>
              <a:cxn ang="0">
                <a:pos x="T2" y="T3"/>
              </a:cxn>
              <a:cxn ang="0">
                <a:pos x="T4" y="T5"/>
              </a:cxn>
              <a:cxn ang="0">
                <a:pos x="T6" y="T7"/>
              </a:cxn>
              <a:cxn ang="0">
                <a:pos x="T8" y="T9"/>
              </a:cxn>
              <a:cxn ang="0">
                <a:pos x="T10" y="T11"/>
              </a:cxn>
              <a:cxn ang="0">
                <a:pos x="T12" y="T13"/>
              </a:cxn>
            </a:cxnLst>
            <a:rect l="0" t="0" r="r" b="b"/>
            <a:pathLst>
              <a:path w="4288" h="459">
                <a:moveTo>
                  <a:pt x="0" y="0"/>
                </a:moveTo>
                <a:cubicBezTo>
                  <a:pt x="136" y="43"/>
                  <a:pt x="556" y="232"/>
                  <a:pt x="816" y="256"/>
                </a:cubicBezTo>
                <a:cubicBezTo>
                  <a:pt x="1076" y="280"/>
                  <a:pt x="1387" y="124"/>
                  <a:pt x="1560" y="144"/>
                </a:cubicBezTo>
                <a:cubicBezTo>
                  <a:pt x="1733" y="164"/>
                  <a:pt x="1725" y="375"/>
                  <a:pt x="1856" y="376"/>
                </a:cubicBezTo>
                <a:cubicBezTo>
                  <a:pt x="1987" y="377"/>
                  <a:pt x="2064" y="139"/>
                  <a:pt x="2344" y="152"/>
                </a:cubicBezTo>
                <a:cubicBezTo>
                  <a:pt x="2624" y="165"/>
                  <a:pt x="3212" y="459"/>
                  <a:pt x="3536" y="456"/>
                </a:cubicBezTo>
                <a:cubicBezTo>
                  <a:pt x="3860" y="453"/>
                  <a:pt x="4165" y="188"/>
                  <a:pt x="4288" y="136"/>
                </a:cubicBezTo>
              </a:path>
            </a:pathLst>
          </a:custGeom>
          <a:noFill/>
          <a:ln w="76200" cap="flat" cmpd="sng">
            <a:solidFill>
              <a:schemeClr val="folHlink"/>
            </a:solidFill>
            <a:prstDash val="solid"/>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AU"/>
          </a:p>
        </p:txBody>
      </p:sp>
      <p:sp>
        <p:nvSpPr>
          <p:cNvPr id="174109" name="Freeform 29">
            <a:extLst>
              <a:ext uri="{FF2B5EF4-FFF2-40B4-BE49-F238E27FC236}">
                <a16:creationId xmlns:a16="http://schemas.microsoft.com/office/drawing/2014/main" id="{39A56330-AF46-3F13-F550-E322BDF268A8}"/>
              </a:ext>
            </a:extLst>
          </p:cNvPr>
          <p:cNvSpPr>
            <a:spLocks/>
          </p:cNvSpPr>
          <p:nvPr/>
        </p:nvSpPr>
        <p:spPr bwMode="auto">
          <a:xfrm>
            <a:off x="4076700" y="1930400"/>
            <a:ext cx="889000" cy="381000"/>
          </a:xfrm>
          <a:custGeom>
            <a:avLst/>
            <a:gdLst>
              <a:gd name="T0" fmla="*/ 0 w 560"/>
              <a:gd name="T1" fmla="*/ 32 h 240"/>
              <a:gd name="T2" fmla="*/ 280 w 560"/>
              <a:gd name="T3" fmla="*/ 144 h 240"/>
              <a:gd name="T4" fmla="*/ 448 w 560"/>
              <a:gd name="T5" fmla="*/ 16 h 240"/>
              <a:gd name="T6" fmla="*/ 560 w 560"/>
              <a:gd name="T7" fmla="*/ 240 h 240"/>
            </a:gdLst>
            <a:ahLst/>
            <a:cxnLst>
              <a:cxn ang="0">
                <a:pos x="T0" y="T1"/>
              </a:cxn>
              <a:cxn ang="0">
                <a:pos x="T2" y="T3"/>
              </a:cxn>
              <a:cxn ang="0">
                <a:pos x="T4" y="T5"/>
              </a:cxn>
              <a:cxn ang="0">
                <a:pos x="T6" y="T7"/>
              </a:cxn>
            </a:cxnLst>
            <a:rect l="0" t="0" r="r" b="b"/>
            <a:pathLst>
              <a:path w="560" h="240">
                <a:moveTo>
                  <a:pt x="0" y="32"/>
                </a:moveTo>
                <a:cubicBezTo>
                  <a:pt x="102" y="89"/>
                  <a:pt x="205" y="147"/>
                  <a:pt x="280" y="144"/>
                </a:cubicBezTo>
                <a:cubicBezTo>
                  <a:pt x="355" y="141"/>
                  <a:pt x="401" y="0"/>
                  <a:pt x="448" y="16"/>
                </a:cubicBezTo>
                <a:cubicBezTo>
                  <a:pt x="495" y="32"/>
                  <a:pt x="541" y="201"/>
                  <a:pt x="560" y="240"/>
                </a:cubicBezTo>
              </a:path>
            </a:pathLst>
          </a:custGeom>
          <a:noFill/>
          <a:ln w="114300" cmpd="sng">
            <a:solidFill>
              <a:schemeClr val="tx2"/>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AU"/>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D66234E-50CE-A279-4FE5-88F977D72B52}"/>
              </a:ext>
            </a:extLst>
          </p:cNvPr>
          <p:cNvSpPr>
            <a:spLocks noGrp="1"/>
          </p:cNvSpPr>
          <p:nvPr>
            <p:ph type="title"/>
          </p:nvPr>
        </p:nvSpPr>
        <p:spPr/>
        <p:txBody>
          <a:bodyPr/>
          <a:lstStyle/>
          <a:p>
            <a:r>
              <a:rPr lang="en-US"/>
              <a:t>Click to edit Master title style</a:t>
            </a:r>
            <a:endParaRPr lang="en-AU"/>
          </a:p>
        </p:txBody>
      </p:sp>
      <p:sp>
        <p:nvSpPr>
          <p:cNvPr id="3" name="Content Placeholder 2">
            <a:extLst>
              <a:ext uri="{FF2B5EF4-FFF2-40B4-BE49-F238E27FC236}">
                <a16:creationId xmlns:a16="http://schemas.microsoft.com/office/drawing/2014/main" id="{DC51A168-D7B9-8F35-BE0B-625F8BF493CF}"/>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4" name="Date Placeholder 3">
            <a:extLst>
              <a:ext uri="{FF2B5EF4-FFF2-40B4-BE49-F238E27FC236}">
                <a16:creationId xmlns:a16="http://schemas.microsoft.com/office/drawing/2014/main" id="{AD5E17CC-D441-33DC-FF88-9C6330C1F085}"/>
              </a:ext>
            </a:extLst>
          </p:cNvPr>
          <p:cNvSpPr>
            <a:spLocks noGrp="1"/>
          </p:cNvSpPr>
          <p:nvPr>
            <p:ph type="dt" sz="half" idx="10"/>
          </p:nvPr>
        </p:nvSpPr>
        <p:spPr/>
        <p:txBody>
          <a:bodyPr/>
          <a:lstStyle>
            <a:lvl1pPr>
              <a:defRPr/>
            </a:lvl1pPr>
          </a:lstStyle>
          <a:p>
            <a:endParaRPr lang="en-AU" altLang="en-US"/>
          </a:p>
        </p:txBody>
      </p:sp>
      <p:sp>
        <p:nvSpPr>
          <p:cNvPr id="5" name="Footer Placeholder 4">
            <a:extLst>
              <a:ext uri="{FF2B5EF4-FFF2-40B4-BE49-F238E27FC236}">
                <a16:creationId xmlns:a16="http://schemas.microsoft.com/office/drawing/2014/main" id="{5F654DD5-A946-001B-F86C-14E8E73119AE}"/>
              </a:ext>
            </a:extLst>
          </p:cNvPr>
          <p:cNvSpPr>
            <a:spLocks noGrp="1"/>
          </p:cNvSpPr>
          <p:nvPr>
            <p:ph type="ftr" sz="quarter" idx="11"/>
          </p:nvPr>
        </p:nvSpPr>
        <p:spPr/>
        <p:txBody>
          <a:bodyPr/>
          <a:lstStyle>
            <a:lvl1pPr>
              <a:defRPr/>
            </a:lvl1pPr>
          </a:lstStyle>
          <a:p>
            <a:endParaRPr lang="en-AU" altLang="en-US"/>
          </a:p>
        </p:txBody>
      </p:sp>
      <p:sp>
        <p:nvSpPr>
          <p:cNvPr id="6" name="Slide Number Placeholder 5">
            <a:extLst>
              <a:ext uri="{FF2B5EF4-FFF2-40B4-BE49-F238E27FC236}">
                <a16:creationId xmlns:a16="http://schemas.microsoft.com/office/drawing/2014/main" id="{8F55048E-17C4-C5F9-8EDD-BB97BB301F6D}"/>
              </a:ext>
            </a:extLst>
          </p:cNvPr>
          <p:cNvSpPr>
            <a:spLocks noGrp="1"/>
          </p:cNvSpPr>
          <p:nvPr>
            <p:ph type="sldNum" sz="quarter" idx="12"/>
          </p:nvPr>
        </p:nvSpPr>
        <p:spPr/>
        <p:txBody>
          <a:bodyPr/>
          <a:lstStyle>
            <a:lvl1pPr>
              <a:defRPr/>
            </a:lvl1pPr>
          </a:lstStyle>
          <a:p>
            <a:fld id="{20BC65B6-9474-469A-8871-9DF406486055}" type="slidenum">
              <a:rPr lang="en-AU" altLang="en-US"/>
              <a:pPr/>
              <a:t>‹#›</a:t>
            </a:fld>
            <a:endParaRPr lang="en-AU" altLang="en-US"/>
          </a:p>
        </p:txBody>
      </p:sp>
    </p:spTree>
    <p:extLst>
      <p:ext uri="{BB962C8B-B14F-4D97-AF65-F5344CB8AC3E}">
        <p14:creationId xmlns:p14="http://schemas.microsoft.com/office/powerpoint/2010/main" val="268349823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B923F5-871E-F0D5-7E22-C4C7CE98B1A4}"/>
              </a:ext>
            </a:extLst>
          </p:cNvPr>
          <p:cNvSpPr>
            <a:spLocks noGrp="1"/>
          </p:cNvSpPr>
          <p:nvPr>
            <p:ph type="title"/>
          </p:nvPr>
        </p:nvSpPr>
        <p:spPr>
          <a:xfrm>
            <a:off x="623888" y="1709738"/>
            <a:ext cx="7886700" cy="2852737"/>
          </a:xfrm>
        </p:spPr>
        <p:txBody>
          <a:bodyPr/>
          <a:lstStyle>
            <a:lvl1pPr>
              <a:defRPr sz="6000"/>
            </a:lvl1pPr>
          </a:lstStyle>
          <a:p>
            <a:r>
              <a:rPr lang="en-US"/>
              <a:t>Click to edit Master title style</a:t>
            </a:r>
            <a:endParaRPr lang="en-AU"/>
          </a:p>
        </p:txBody>
      </p:sp>
      <p:sp>
        <p:nvSpPr>
          <p:cNvPr id="3" name="Text Placeholder 2">
            <a:extLst>
              <a:ext uri="{FF2B5EF4-FFF2-40B4-BE49-F238E27FC236}">
                <a16:creationId xmlns:a16="http://schemas.microsoft.com/office/drawing/2014/main" id="{157B80E1-6C09-C214-B759-84B26A29B777}"/>
              </a:ext>
            </a:extLst>
          </p:cNvPr>
          <p:cNvSpPr>
            <a:spLocks noGrp="1"/>
          </p:cNvSpPr>
          <p:nvPr>
            <p:ph type="body" idx="1"/>
          </p:nvPr>
        </p:nvSpPr>
        <p:spPr>
          <a:xfrm>
            <a:off x="623888" y="4589463"/>
            <a:ext cx="7886700" cy="1500187"/>
          </a:xfrm>
        </p:spPr>
        <p:txBody>
          <a:bodyPr/>
          <a:lstStyle>
            <a:lvl1pPr marL="0" indent="0">
              <a:buNone/>
              <a:defRPr sz="2400"/>
            </a:lvl1pPr>
            <a:lvl2pPr marL="457200" indent="0">
              <a:buNone/>
              <a:defRPr sz="2000"/>
            </a:lvl2pPr>
            <a:lvl3pPr marL="914400" indent="0">
              <a:buNone/>
              <a:defRPr sz="18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pPr lvl="0"/>
            <a:r>
              <a:rPr lang="en-US"/>
              <a:t>Click to edit Master text styles</a:t>
            </a:r>
          </a:p>
        </p:txBody>
      </p:sp>
      <p:sp>
        <p:nvSpPr>
          <p:cNvPr id="4" name="Date Placeholder 3">
            <a:extLst>
              <a:ext uri="{FF2B5EF4-FFF2-40B4-BE49-F238E27FC236}">
                <a16:creationId xmlns:a16="http://schemas.microsoft.com/office/drawing/2014/main" id="{22BBFEE0-FEC4-2133-C5A3-7796717ED6DA}"/>
              </a:ext>
            </a:extLst>
          </p:cNvPr>
          <p:cNvSpPr>
            <a:spLocks noGrp="1"/>
          </p:cNvSpPr>
          <p:nvPr>
            <p:ph type="dt" sz="half" idx="10"/>
          </p:nvPr>
        </p:nvSpPr>
        <p:spPr/>
        <p:txBody>
          <a:bodyPr/>
          <a:lstStyle>
            <a:lvl1pPr>
              <a:defRPr/>
            </a:lvl1pPr>
          </a:lstStyle>
          <a:p>
            <a:endParaRPr lang="en-AU" altLang="en-US"/>
          </a:p>
        </p:txBody>
      </p:sp>
      <p:sp>
        <p:nvSpPr>
          <p:cNvPr id="5" name="Footer Placeholder 4">
            <a:extLst>
              <a:ext uri="{FF2B5EF4-FFF2-40B4-BE49-F238E27FC236}">
                <a16:creationId xmlns:a16="http://schemas.microsoft.com/office/drawing/2014/main" id="{8F9546D3-1D7C-4107-F33C-1DB3B26DF832}"/>
              </a:ext>
            </a:extLst>
          </p:cNvPr>
          <p:cNvSpPr>
            <a:spLocks noGrp="1"/>
          </p:cNvSpPr>
          <p:nvPr>
            <p:ph type="ftr" sz="quarter" idx="11"/>
          </p:nvPr>
        </p:nvSpPr>
        <p:spPr/>
        <p:txBody>
          <a:bodyPr/>
          <a:lstStyle>
            <a:lvl1pPr>
              <a:defRPr/>
            </a:lvl1pPr>
          </a:lstStyle>
          <a:p>
            <a:endParaRPr lang="en-AU" altLang="en-US"/>
          </a:p>
        </p:txBody>
      </p:sp>
      <p:sp>
        <p:nvSpPr>
          <p:cNvPr id="6" name="Slide Number Placeholder 5">
            <a:extLst>
              <a:ext uri="{FF2B5EF4-FFF2-40B4-BE49-F238E27FC236}">
                <a16:creationId xmlns:a16="http://schemas.microsoft.com/office/drawing/2014/main" id="{C1DD0B6C-C491-CFA8-61C9-8CC72962D905}"/>
              </a:ext>
            </a:extLst>
          </p:cNvPr>
          <p:cNvSpPr>
            <a:spLocks noGrp="1"/>
          </p:cNvSpPr>
          <p:nvPr>
            <p:ph type="sldNum" sz="quarter" idx="12"/>
          </p:nvPr>
        </p:nvSpPr>
        <p:spPr/>
        <p:txBody>
          <a:bodyPr/>
          <a:lstStyle>
            <a:lvl1pPr>
              <a:defRPr/>
            </a:lvl1pPr>
          </a:lstStyle>
          <a:p>
            <a:fld id="{EAA713EE-3998-49A3-826F-42267458298E}" type="slidenum">
              <a:rPr lang="en-AU" altLang="en-US"/>
              <a:pPr/>
              <a:t>‹#›</a:t>
            </a:fld>
            <a:endParaRPr lang="en-AU" altLang="en-US"/>
          </a:p>
        </p:txBody>
      </p:sp>
    </p:spTree>
    <p:extLst>
      <p:ext uri="{BB962C8B-B14F-4D97-AF65-F5344CB8AC3E}">
        <p14:creationId xmlns:p14="http://schemas.microsoft.com/office/powerpoint/2010/main" val="401747612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E02596-0491-7BA4-9983-BA8A7E59C96A}"/>
              </a:ext>
            </a:extLst>
          </p:cNvPr>
          <p:cNvSpPr>
            <a:spLocks noGrp="1"/>
          </p:cNvSpPr>
          <p:nvPr>
            <p:ph type="title"/>
          </p:nvPr>
        </p:nvSpPr>
        <p:spPr/>
        <p:txBody>
          <a:bodyPr/>
          <a:lstStyle/>
          <a:p>
            <a:r>
              <a:rPr lang="en-US"/>
              <a:t>Click to edit Master title style</a:t>
            </a:r>
            <a:endParaRPr lang="en-AU"/>
          </a:p>
        </p:txBody>
      </p:sp>
      <p:sp>
        <p:nvSpPr>
          <p:cNvPr id="3" name="Content Placeholder 2">
            <a:extLst>
              <a:ext uri="{FF2B5EF4-FFF2-40B4-BE49-F238E27FC236}">
                <a16:creationId xmlns:a16="http://schemas.microsoft.com/office/drawing/2014/main" id="{AEA44610-2EFE-DF11-C66E-AFDC6F1D3CBB}"/>
              </a:ext>
            </a:extLst>
          </p:cNvPr>
          <p:cNvSpPr>
            <a:spLocks noGrp="1"/>
          </p:cNvSpPr>
          <p:nvPr>
            <p:ph sz="half" idx="1"/>
          </p:nvPr>
        </p:nvSpPr>
        <p:spPr>
          <a:xfrm>
            <a:off x="685800" y="1828800"/>
            <a:ext cx="3771900" cy="36576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4" name="Content Placeholder 3">
            <a:extLst>
              <a:ext uri="{FF2B5EF4-FFF2-40B4-BE49-F238E27FC236}">
                <a16:creationId xmlns:a16="http://schemas.microsoft.com/office/drawing/2014/main" id="{6ABBF448-6EE5-B2F4-9118-C30EC428C164}"/>
              </a:ext>
            </a:extLst>
          </p:cNvPr>
          <p:cNvSpPr>
            <a:spLocks noGrp="1"/>
          </p:cNvSpPr>
          <p:nvPr>
            <p:ph sz="half" idx="2"/>
          </p:nvPr>
        </p:nvSpPr>
        <p:spPr>
          <a:xfrm>
            <a:off x="4610100" y="1828800"/>
            <a:ext cx="3771900" cy="36576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5" name="Date Placeholder 4">
            <a:extLst>
              <a:ext uri="{FF2B5EF4-FFF2-40B4-BE49-F238E27FC236}">
                <a16:creationId xmlns:a16="http://schemas.microsoft.com/office/drawing/2014/main" id="{E043C5B1-D936-08DC-64D7-94D15785BC27}"/>
              </a:ext>
            </a:extLst>
          </p:cNvPr>
          <p:cNvSpPr>
            <a:spLocks noGrp="1"/>
          </p:cNvSpPr>
          <p:nvPr>
            <p:ph type="dt" sz="half" idx="10"/>
          </p:nvPr>
        </p:nvSpPr>
        <p:spPr/>
        <p:txBody>
          <a:bodyPr/>
          <a:lstStyle>
            <a:lvl1pPr>
              <a:defRPr/>
            </a:lvl1pPr>
          </a:lstStyle>
          <a:p>
            <a:endParaRPr lang="en-AU" altLang="en-US"/>
          </a:p>
        </p:txBody>
      </p:sp>
      <p:sp>
        <p:nvSpPr>
          <p:cNvPr id="6" name="Footer Placeholder 5">
            <a:extLst>
              <a:ext uri="{FF2B5EF4-FFF2-40B4-BE49-F238E27FC236}">
                <a16:creationId xmlns:a16="http://schemas.microsoft.com/office/drawing/2014/main" id="{3C605217-E6C0-5CA6-D6CB-59BA7AB53456}"/>
              </a:ext>
            </a:extLst>
          </p:cNvPr>
          <p:cNvSpPr>
            <a:spLocks noGrp="1"/>
          </p:cNvSpPr>
          <p:nvPr>
            <p:ph type="ftr" sz="quarter" idx="11"/>
          </p:nvPr>
        </p:nvSpPr>
        <p:spPr/>
        <p:txBody>
          <a:bodyPr/>
          <a:lstStyle>
            <a:lvl1pPr>
              <a:defRPr/>
            </a:lvl1pPr>
          </a:lstStyle>
          <a:p>
            <a:endParaRPr lang="en-AU" altLang="en-US"/>
          </a:p>
        </p:txBody>
      </p:sp>
      <p:sp>
        <p:nvSpPr>
          <p:cNvPr id="7" name="Slide Number Placeholder 6">
            <a:extLst>
              <a:ext uri="{FF2B5EF4-FFF2-40B4-BE49-F238E27FC236}">
                <a16:creationId xmlns:a16="http://schemas.microsoft.com/office/drawing/2014/main" id="{4A230F4E-72AD-1064-85F2-0D370084E7FB}"/>
              </a:ext>
            </a:extLst>
          </p:cNvPr>
          <p:cNvSpPr>
            <a:spLocks noGrp="1"/>
          </p:cNvSpPr>
          <p:nvPr>
            <p:ph type="sldNum" sz="quarter" idx="12"/>
          </p:nvPr>
        </p:nvSpPr>
        <p:spPr/>
        <p:txBody>
          <a:bodyPr/>
          <a:lstStyle>
            <a:lvl1pPr>
              <a:defRPr/>
            </a:lvl1pPr>
          </a:lstStyle>
          <a:p>
            <a:fld id="{815CA311-4FDC-4040-8B75-81104027C69D}" type="slidenum">
              <a:rPr lang="en-AU" altLang="en-US"/>
              <a:pPr/>
              <a:t>‹#›</a:t>
            </a:fld>
            <a:endParaRPr lang="en-AU" altLang="en-US"/>
          </a:p>
        </p:txBody>
      </p:sp>
    </p:spTree>
    <p:extLst>
      <p:ext uri="{BB962C8B-B14F-4D97-AF65-F5344CB8AC3E}">
        <p14:creationId xmlns:p14="http://schemas.microsoft.com/office/powerpoint/2010/main" val="70219560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801788-A712-602E-0A47-9EBD9BEDD7C6}"/>
              </a:ext>
            </a:extLst>
          </p:cNvPr>
          <p:cNvSpPr>
            <a:spLocks noGrp="1"/>
          </p:cNvSpPr>
          <p:nvPr>
            <p:ph type="title"/>
          </p:nvPr>
        </p:nvSpPr>
        <p:spPr>
          <a:xfrm>
            <a:off x="630238" y="365125"/>
            <a:ext cx="7886700" cy="1325563"/>
          </a:xfrm>
        </p:spPr>
        <p:txBody>
          <a:bodyPr/>
          <a:lstStyle/>
          <a:p>
            <a:r>
              <a:rPr lang="en-US"/>
              <a:t>Click to edit Master title style</a:t>
            </a:r>
            <a:endParaRPr lang="en-AU"/>
          </a:p>
        </p:txBody>
      </p:sp>
      <p:sp>
        <p:nvSpPr>
          <p:cNvPr id="3" name="Text Placeholder 2">
            <a:extLst>
              <a:ext uri="{FF2B5EF4-FFF2-40B4-BE49-F238E27FC236}">
                <a16:creationId xmlns:a16="http://schemas.microsoft.com/office/drawing/2014/main" id="{212FD31B-0781-285D-048A-5D88B022628E}"/>
              </a:ext>
            </a:extLst>
          </p:cNvPr>
          <p:cNvSpPr>
            <a:spLocks noGrp="1"/>
          </p:cNvSpPr>
          <p:nvPr>
            <p:ph type="body" idx="1"/>
          </p:nvPr>
        </p:nvSpPr>
        <p:spPr>
          <a:xfrm>
            <a:off x="630238" y="1681163"/>
            <a:ext cx="386873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732E9DAA-AC48-FF96-2EDE-E8278D9D3B6A}"/>
              </a:ext>
            </a:extLst>
          </p:cNvPr>
          <p:cNvSpPr>
            <a:spLocks noGrp="1"/>
          </p:cNvSpPr>
          <p:nvPr>
            <p:ph sz="half" idx="2"/>
          </p:nvPr>
        </p:nvSpPr>
        <p:spPr>
          <a:xfrm>
            <a:off x="630238" y="2505075"/>
            <a:ext cx="386873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5" name="Text Placeholder 4">
            <a:extLst>
              <a:ext uri="{FF2B5EF4-FFF2-40B4-BE49-F238E27FC236}">
                <a16:creationId xmlns:a16="http://schemas.microsoft.com/office/drawing/2014/main" id="{0A0D3231-3CAA-659C-E773-FEF06F34342B}"/>
              </a:ext>
            </a:extLst>
          </p:cNvPr>
          <p:cNvSpPr>
            <a:spLocks noGrp="1"/>
          </p:cNvSpPr>
          <p:nvPr>
            <p:ph type="body" sz="quarter" idx="3"/>
          </p:nvPr>
        </p:nvSpPr>
        <p:spPr>
          <a:xfrm>
            <a:off x="4629150" y="1681163"/>
            <a:ext cx="38877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0BDEED13-3CDB-FC76-8181-3B64D128EE95}"/>
              </a:ext>
            </a:extLst>
          </p:cNvPr>
          <p:cNvSpPr>
            <a:spLocks noGrp="1"/>
          </p:cNvSpPr>
          <p:nvPr>
            <p:ph sz="quarter" idx="4"/>
          </p:nvPr>
        </p:nvSpPr>
        <p:spPr>
          <a:xfrm>
            <a:off x="4629150" y="2505075"/>
            <a:ext cx="38877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7" name="Date Placeholder 6">
            <a:extLst>
              <a:ext uri="{FF2B5EF4-FFF2-40B4-BE49-F238E27FC236}">
                <a16:creationId xmlns:a16="http://schemas.microsoft.com/office/drawing/2014/main" id="{4B65A279-BC91-E4A9-8279-3E6AF0DC7228}"/>
              </a:ext>
            </a:extLst>
          </p:cNvPr>
          <p:cNvSpPr>
            <a:spLocks noGrp="1"/>
          </p:cNvSpPr>
          <p:nvPr>
            <p:ph type="dt" sz="half" idx="10"/>
          </p:nvPr>
        </p:nvSpPr>
        <p:spPr/>
        <p:txBody>
          <a:bodyPr/>
          <a:lstStyle>
            <a:lvl1pPr>
              <a:defRPr/>
            </a:lvl1pPr>
          </a:lstStyle>
          <a:p>
            <a:endParaRPr lang="en-AU" altLang="en-US"/>
          </a:p>
        </p:txBody>
      </p:sp>
      <p:sp>
        <p:nvSpPr>
          <p:cNvPr id="8" name="Footer Placeholder 7">
            <a:extLst>
              <a:ext uri="{FF2B5EF4-FFF2-40B4-BE49-F238E27FC236}">
                <a16:creationId xmlns:a16="http://schemas.microsoft.com/office/drawing/2014/main" id="{D68B19DC-C20F-66FE-0DE7-C90D2D1B2E87}"/>
              </a:ext>
            </a:extLst>
          </p:cNvPr>
          <p:cNvSpPr>
            <a:spLocks noGrp="1"/>
          </p:cNvSpPr>
          <p:nvPr>
            <p:ph type="ftr" sz="quarter" idx="11"/>
          </p:nvPr>
        </p:nvSpPr>
        <p:spPr/>
        <p:txBody>
          <a:bodyPr/>
          <a:lstStyle>
            <a:lvl1pPr>
              <a:defRPr/>
            </a:lvl1pPr>
          </a:lstStyle>
          <a:p>
            <a:endParaRPr lang="en-AU" altLang="en-US"/>
          </a:p>
        </p:txBody>
      </p:sp>
      <p:sp>
        <p:nvSpPr>
          <p:cNvPr id="9" name="Slide Number Placeholder 8">
            <a:extLst>
              <a:ext uri="{FF2B5EF4-FFF2-40B4-BE49-F238E27FC236}">
                <a16:creationId xmlns:a16="http://schemas.microsoft.com/office/drawing/2014/main" id="{07DAE8DC-BBB0-44A5-2EFA-2A50AB026A4B}"/>
              </a:ext>
            </a:extLst>
          </p:cNvPr>
          <p:cNvSpPr>
            <a:spLocks noGrp="1"/>
          </p:cNvSpPr>
          <p:nvPr>
            <p:ph type="sldNum" sz="quarter" idx="12"/>
          </p:nvPr>
        </p:nvSpPr>
        <p:spPr/>
        <p:txBody>
          <a:bodyPr/>
          <a:lstStyle>
            <a:lvl1pPr>
              <a:defRPr/>
            </a:lvl1pPr>
          </a:lstStyle>
          <a:p>
            <a:fld id="{AA721104-DD63-4049-ADCC-BCBC38C94472}" type="slidenum">
              <a:rPr lang="en-AU" altLang="en-US"/>
              <a:pPr/>
              <a:t>‹#›</a:t>
            </a:fld>
            <a:endParaRPr lang="en-AU" altLang="en-US"/>
          </a:p>
        </p:txBody>
      </p:sp>
    </p:spTree>
    <p:extLst>
      <p:ext uri="{BB962C8B-B14F-4D97-AF65-F5344CB8AC3E}">
        <p14:creationId xmlns:p14="http://schemas.microsoft.com/office/powerpoint/2010/main" val="359521205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50511C-601A-8746-E1AC-05524A5E4F31}"/>
              </a:ext>
            </a:extLst>
          </p:cNvPr>
          <p:cNvSpPr>
            <a:spLocks noGrp="1"/>
          </p:cNvSpPr>
          <p:nvPr>
            <p:ph type="title"/>
          </p:nvPr>
        </p:nvSpPr>
        <p:spPr/>
        <p:txBody>
          <a:bodyPr/>
          <a:lstStyle/>
          <a:p>
            <a:r>
              <a:rPr lang="en-US"/>
              <a:t>Click to edit Master title style</a:t>
            </a:r>
            <a:endParaRPr lang="en-AU"/>
          </a:p>
        </p:txBody>
      </p:sp>
      <p:sp>
        <p:nvSpPr>
          <p:cNvPr id="3" name="Date Placeholder 2">
            <a:extLst>
              <a:ext uri="{FF2B5EF4-FFF2-40B4-BE49-F238E27FC236}">
                <a16:creationId xmlns:a16="http://schemas.microsoft.com/office/drawing/2014/main" id="{E46203EC-F394-637F-A1BB-208DE6C55B75}"/>
              </a:ext>
            </a:extLst>
          </p:cNvPr>
          <p:cNvSpPr>
            <a:spLocks noGrp="1"/>
          </p:cNvSpPr>
          <p:nvPr>
            <p:ph type="dt" sz="half" idx="10"/>
          </p:nvPr>
        </p:nvSpPr>
        <p:spPr/>
        <p:txBody>
          <a:bodyPr/>
          <a:lstStyle>
            <a:lvl1pPr>
              <a:defRPr/>
            </a:lvl1pPr>
          </a:lstStyle>
          <a:p>
            <a:endParaRPr lang="en-AU" altLang="en-US"/>
          </a:p>
        </p:txBody>
      </p:sp>
      <p:sp>
        <p:nvSpPr>
          <p:cNvPr id="4" name="Footer Placeholder 3">
            <a:extLst>
              <a:ext uri="{FF2B5EF4-FFF2-40B4-BE49-F238E27FC236}">
                <a16:creationId xmlns:a16="http://schemas.microsoft.com/office/drawing/2014/main" id="{9972CFB4-D34E-7684-DBB8-FD81E262C929}"/>
              </a:ext>
            </a:extLst>
          </p:cNvPr>
          <p:cNvSpPr>
            <a:spLocks noGrp="1"/>
          </p:cNvSpPr>
          <p:nvPr>
            <p:ph type="ftr" sz="quarter" idx="11"/>
          </p:nvPr>
        </p:nvSpPr>
        <p:spPr/>
        <p:txBody>
          <a:bodyPr/>
          <a:lstStyle>
            <a:lvl1pPr>
              <a:defRPr/>
            </a:lvl1pPr>
          </a:lstStyle>
          <a:p>
            <a:endParaRPr lang="en-AU" altLang="en-US"/>
          </a:p>
        </p:txBody>
      </p:sp>
      <p:sp>
        <p:nvSpPr>
          <p:cNvPr id="5" name="Slide Number Placeholder 4">
            <a:extLst>
              <a:ext uri="{FF2B5EF4-FFF2-40B4-BE49-F238E27FC236}">
                <a16:creationId xmlns:a16="http://schemas.microsoft.com/office/drawing/2014/main" id="{AB1F3367-8BCD-160C-C3A4-8E2A2309A945}"/>
              </a:ext>
            </a:extLst>
          </p:cNvPr>
          <p:cNvSpPr>
            <a:spLocks noGrp="1"/>
          </p:cNvSpPr>
          <p:nvPr>
            <p:ph type="sldNum" sz="quarter" idx="12"/>
          </p:nvPr>
        </p:nvSpPr>
        <p:spPr/>
        <p:txBody>
          <a:bodyPr/>
          <a:lstStyle>
            <a:lvl1pPr>
              <a:defRPr/>
            </a:lvl1pPr>
          </a:lstStyle>
          <a:p>
            <a:fld id="{759C3CDE-D4AC-4563-A499-97B04EDF8193}" type="slidenum">
              <a:rPr lang="en-AU" altLang="en-US"/>
              <a:pPr/>
              <a:t>‹#›</a:t>
            </a:fld>
            <a:endParaRPr lang="en-AU" altLang="en-US"/>
          </a:p>
        </p:txBody>
      </p:sp>
    </p:spTree>
    <p:extLst>
      <p:ext uri="{BB962C8B-B14F-4D97-AF65-F5344CB8AC3E}">
        <p14:creationId xmlns:p14="http://schemas.microsoft.com/office/powerpoint/2010/main" val="253898114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9A799576-289F-8C20-B7B4-BE8962F91D3F}"/>
              </a:ext>
            </a:extLst>
          </p:cNvPr>
          <p:cNvSpPr>
            <a:spLocks noGrp="1"/>
          </p:cNvSpPr>
          <p:nvPr>
            <p:ph type="dt" sz="half" idx="10"/>
          </p:nvPr>
        </p:nvSpPr>
        <p:spPr/>
        <p:txBody>
          <a:bodyPr/>
          <a:lstStyle>
            <a:lvl1pPr>
              <a:defRPr/>
            </a:lvl1pPr>
          </a:lstStyle>
          <a:p>
            <a:endParaRPr lang="en-AU" altLang="en-US"/>
          </a:p>
        </p:txBody>
      </p:sp>
      <p:sp>
        <p:nvSpPr>
          <p:cNvPr id="3" name="Footer Placeholder 2">
            <a:extLst>
              <a:ext uri="{FF2B5EF4-FFF2-40B4-BE49-F238E27FC236}">
                <a16:creationId xmlns:a16="http://schemas.microsoft.com/office/drawing/2014/main" id="{89656FE9-44D9-E189-FA35-CC007D67A51D}"/>
              </a:ext>
            </a:extLst>
          </p:cNvPr>
          <p:cNvSpPr>
            <a:spLocks noGrp="1"/>
          </p:cNvSpPr>
          <p:nvPr>
            <p:ph type="ftr" sz="quarter" idx="11"/>
          </p:nvPr>
        </p:nvSpPr>
        <p:spPr/>
        <p:txBody>
          <a:bodyPr/>
          <a:lstStyle>
            <a:lvl1pPr>
              <a:defRPr/>
            </a:lvl1pPr>
          </a:lstStyle>
          <a:p>
            <a:endParaRPr lang="en-AU" altLang="en-US"/>
          </a:p>
        </p:txBody>
      </p:sp>
      <p:sp>
        <p:nvSpPr>
          <p:cNvPr id="4" name="Slide Number Placeholder 3">
            <a:extLst>
              <a:ext uri="{FF2B5EF4-FFF2-40B4-BE49-F238E27FC236}">
                <a16:creationId xmlns:a16="http://schemas.microsoft.com/office/drawing/2014/main" id="{98BE33DD-BEB0-E0A0-E979-ACFF0E1CA496}"/>
              </a:ext>
            </a:extLst>
          </p:cNvPr>
          <p:cNvSpPr>
            <a:spLocks noGrp="1"/>
          </p:cNvSpPr>
          <p:nvPr>
            <p:ph type="sldNum" sz="quarter" idx="12"/>
          </p:nvPr>
        </p:nvSpPr>
        <p:spPr/>
        <p:txBody>
          <a:bodyPr/>
          <a:lstStyle>
            <a:lvl1pPr>
              <a:defRPr/>
            </a:lvl1pPr>
          </a:lstStyle>
          <a:p>
            <a:fld id="{92771123-6BCC-4506-AA22-4325D89C9625}" type="slidenum">
              <a:rPr lang="en-AU" altLang="en-US"/>
              <a:pPr/>
              <a:t>‹#›</a:t>
            </a:fld>
            <a:endParaRPr lang="en-AU" altLang="en-US"/>
          </a:p>
        </p:txBody>
      </p:sp>
    </p:spTree>
    <p:extLst>
      <p:ext uri="{BB962C8B-B14F-4D97-AF65-F5344CB8AC3E}">
        <p14:creationId xmlns:p14="http://schemas.microsoft.com/office/powerpoint/2010/main" val="5102938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F418BB-A6D6-E729-31E4-2ECD88AC0A1F}"/>
              </a:ext>
            </a:extLst>
          </p:cNvPr>
          <p:cNvSpPr>
            <a:spLocks noGrp="1"/>
          </p:cNvSpPr>
          <p:nvPr>
            <p:ph type="title"/>
          </p:nvPr>
        </p:nvSpPr>
        <p:spPr>
          <a:xfrm>
            <a:off x="630238" y="457200"/>
            <a:ext cx="2949575" cy="1600200"/>
          </a:xfrm>
        </p:spPr>
        <p:txBody>
          <a:bodyPr/>
          <a:lstStyle>
            <a:lvl1pPr>
              <a:defRPr sz="3200"/>
            </a:lvl1pPr>
          </a:lstStyle>
          <a:p>
            <a:r>
              <a:rPr lang="en-US"/>
              <a:t>Click to edit Master title style</a:t>
            </a:r>
            <a:endParaRPr lang="en-AU"/>
          </a:p>
        </p:txBody>
      </p:sp>
      <p:sp>
        <p:nvSpPr>
          <p:cNvPr id="3" name="Content Placeholder 2">
            <a:extLst>
              <a:ext uri="{FF2B5EF4-FFF2-40B4-BE49-F238E27FC236}">
                <a16:creationId xmlns:a16="http://schemas.microsoft.com/office/drawing/2014/main" id="{C204F0DE-4CFD-71C2-BA6D-CDB1EC62C191}"/>
              </a:ext>
            </a:extLst>
          </p:cNvPr>
          <p:cNvSpPr>
            <a:spLocks noGrp="1"/>
          </p:cNvSpPr>
          <p:nvPr>
            <p:ph idx="1"/>
          </p:nvPr>
        </p:nvSpPr>
        <p:spPr>
          <a:xfrm>
            <a:off x="3887788" y="987425"/>
            <a:ext cx="462915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4" name="Text Placeholder 3">
            <a:extLst>
              <a:ext uri="{FF2B5EF4-FFF2-40B4-BE49-F238E27FC236}">
                <a16:creationId xmlns:a16="http://schemas.microsoft.com/office/drawing/2014/main" id="{F599AE58-AFF9-D13B-D7FD-B770BB4A23F8}"/>
              </a:ext>
            </a:extLst>
          </p:cNvPr>
          <p:cNvSpPr>
            <a:spLocks noGrp="1"/>
          </p:cNvSpPr>
          <p:nvPr>
            <p:ph type="body" sz="half" idx="2"/>
          </p:nvPr>
        </p:nvSpPr>
        <p:spPr>
          <a:xfrm>
            <a:off x="630238" y="2057400"/>
            <a:ext cx="2949575"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270F4F9D-9B7E-0785-5AE7-4E4EB4E71482}"/>
              </a:ext>
            </a:extLst>
          </p:cNvPr>
          <p:cNvSpPr>
            <a:spLocks noGrp="1"/>
          </p:cNvSpPr>
          <p:nvPr>
            <p:ph type="dt" sz="half" idx="10"/>
          </p:nvPr>
        </p:nvSpPr>
        <p:spPr/>
        <p:txBody>
          <a:bodyPr/>
          <a:lstStyle>
            <a:lvl1pPr>
              <a:defRPr/>
            </a:lvl1pPr>
          </a:lstStyle>
          <a:p>
            <a:endParaRPr lang="en-AU" altLang="en-US"/>
          </a:p>
        </p:txBody>
      </p:sp>
      <p:sp>
        <p:nvSpPr>
          <p:cNvPr id="6" name="Footer Placeholder 5">
            <a:extLst>
              <a:ext uri="{FF2B5EF4-FFF2-40B4-BE49-F238E27FC236}">
                <a16:creationId xmlns:a16="http://schemas.microsoft.com/office/drawing/2014/main" id="{0DDB94FD-11B1-2E84-E4B4-EDCBDBF50FE1}"/>
              </a:ext>
            </a:extLst>
          </p:cNvPr>
          <p:cNvSpPr>
            <a:spLocks noGrp="1"/>
          </p:cNvSpPr>
          <p:nvPr>
            <p:ph type="ftr" sz="quarter" idx="11"/>
          </p:nvPr>
        </p:nvSpPr>
        <p:spPr/>
        <p:txBody>
          <a:bodyPr/>
          <a:lstStyle>
            <a:lvl1pPr>
              <a:defRPr/>
            </a:lvl1pPr>
          </a:lstStyle>
          <a:p>
            <a:endParaRPr lang="en-AU" altLang="en-US"/>
          </a:p>
        </p:txBody>
      </p:sp>
      <p:sp>
        <p:nvSpPr>
          <p:cNvPr id="7" name="Slide Number Placeholder 6">
            <a:extLst>
              <a:ext uri="{FF2B5EF4-FFF2-40B4-BE49-F238E27FC236}">
                <a16:creationId xmlns:a16="http://schemas.microsoft.com/office/drawing/2014/main" id="{4804C05D-660B-3297-D80C-BC20A6EFDA90}"/>
              </a:ext>
            </a:extLst>
          </p:cNvPr>
          <p:cNvSpPr>
            <a:spLocks noGrp="1"/>
          </p:cNvSpPr>
          <p:nvPr>
            <p:ph type="sldNum" sz="quarter" idx="12"/>
          </p:nvPr>
        </p:nvSpPr>
        <p:spPr/>
        <p:txBody>
          <a:bodyPr/>
          <a:lstStyle>
            <a:lvl1pPr>
              <a:defRPr/>
            </a:lvl1pPr>
          </a:lstStyle>
          <a:p>
            <a:fld id="{2F8BE045-9852-4E19-8C98-1DA8BED95DA0}" type="slidenum">
              <a:rPr lang="en-AU" altLang="en-US"/>
              <a:pPr/>
              <a:t>‹#›</a:t>
            </a:fld>
            <a:endParaRPr lang="en-AU" altLang="en-US"/>
          </a:p>
        </p:txBody>
      </p:sp>
    </p:spTree>
    <p:extLst>
      <p:ext uri="{BB962C8B-B14F-4D97-AF65-F5344CB8AC3E}">
        <p14:creationId xmlns:p14="http://schemas.microsoft.com/office/powerpoint/2010/main" val="334574801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DB987E-9A0E-5D7D-E4A4-9981DDC5039B}"/>
              </a:ext>
            </a:extLst>
          </p:cNvPr>
          <p:cNvSpPr>
            <a:spLocks noGrp="1"/>
          </p:cNvSpPr>
          <p:nvPr>
            <p:ph type="title"/>
          </p:nvPr>
        </p:nvSpPr>
        <p:spPr>
          <a:xfrm>
            <a:off x="630238" y="457200"/>
            <a:ext cx="2949575" cy="1600200"/>
          </a:xfrm>
        </p:spPr>
        <p:txBody>
          <a:bodyPr/>
          <a:lstStyle>
            <a:lvl1pPr>
              <a:defRPr sz="3200"/>
            </a:lvl1pPr>
          </a:lstStyle>
          <a:p>
            <a:r>
              <a:rPr lang="en-US"/>
              <a:t>Click to edit Master title style</a:t>
            </a:r>
            <a:endParaRPr lang="en-AU"/>
          </a:p>
        </p:txBody>
      </p:sp>
      <p:sp>
        <p:nvSpPr>
          <p:cNvPr id="3" name="Picture Placeholder 2">
            <a:extLst>
              <a:ext uri="{FF2B5EF4-FFF2-40B4-BE49-F238E27FC236}">
                <a16:creationId xmlns:a16="http://schemas.microsoft.com/office/drawing/2014/main" id="{55853BF7-E5CD-A0DA-5984-25449B4365C6}"/>
              </a:ext>
            </a:extLst>
          </p:cNvPr>
          <p:cNvSpPr>
            <a:spLocks noGrp="1"/>
          </p:cNvSpPr>
          <p:nvPr>
            <p:ph type="pic" idx="1"/>
          </p:nvPr>
        </p:nvSpPr>
        <p:spPr>
          <a:xfrm>
            <a:off x="3887788" y="987425"/>
            <a:ext cx="462915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AU"/>
          </a:p>
        </p:txBody>
      </p:sp>
      <p:sp>
        <p:nvSpPr>
          <p:cNvPr id="4" name="Text Placeholder 3">
            <a:extLst>
              <a:ext uri="{FF2B5EF4-FFF2-40B4-BE49-F238E27FC236}">
                <a16:creationId xmlns:a16="http://schemas.microsoft.com/office/drawing/2014/main" id="{447A18AE-AC6A-4312-ABAB-4A9B2615F209}"/>
              </a:ext>
            </a:extLst>
          </p:cNvPr>
          <p:cNvSpPr>
            <a:spLocks noGrp="1"/>
          </p:cNvSpPr>
          <p:nvPr>
            <p:ph type="body" sz="half" idx="2"/>
          </p:nvPr>
        </p:nvSpPr>
        <p:spPr>
          <a:xfrm>
            <a:off x="630238" y="2057400"/>
            <a:ext cx="2949575"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304C3988-F31C-91B9-5CF0-C5AF60F1D10A}"/>
              </a:ext>
            </a:extLst>
          </p:cNvPr>
          <p:cNvSpPr>
            <a:spLocks noGrp="1"/>
          </p:cNvSpPr>
          <p:nvPr>
            <p:ph type="dt" sz="half" idx="10"/>
          </p:nvPr>
        </p:nvSpPr>
        <p:spPr/>
        <p:txBody>
          <a:bodyPr/>
          <a:lstStyle>
            <a:lvl1pPr>
              <a:defRPr/>
            </a:lvl1pPr>
          </a:lstStyle>
          <a:p>
            <a:endParaRPr lang="en-AU" altLang="en-US"/>
          </a:p>
        </p:txBody>
      </p:sp>
      <p:sp>
        <p:nvSpPr>
          <p:cNvPr id="6" name="Footer Placeholder 5">
            <a:extLst>
              <a:ext uri="{FF2B5EF4-FFF2-40B4-BE49-F238E27FC236}">
                <a16:creationId xmlns:a16="http://schemas.microsoft.com/office/drawing/2014/main" id="{47642BC6-E484-94AF-2A6C-08F4C4F3B07F}"/>
              </a:ext>
            </a:extLst>
          </p:cNvPr>
          <p:cNvSpPr>
            <a:spLocks noGrp="1"/>
          </p:cNvSpPr>
          <p:nvPr>
            <p:ph type="ftr" sz="quarter" idx="11"/>
          </p:nvPr>
        </p:nvSpPr>
        <p:spPr/>
        <p:txBody>
          <a:bodyPr/>
          <a:lstStyle>
            <a:lvl1pPr>
              <a:defRPr/>
            </a:lvl1pPr>
          </a:lstStyle>
          <a:p>
            <a:endParaRPr lang="en-AU" altLang="en-US"/>
          </a:p>
        </p:txBody>
      </p:sp>
      <p:sp>
        <p:nvSpPr>
          <p:cNvPr id="7" name="Slide Number Placeholder 6">
            <a:extLst>
              <a:ext uri="{FF2B5EF4-FFF2-40B4-BE49-F238E27FC236}">
                <a16:creationId xmlns:a16="http://schemas.microsoft.com/office/drawing/2014/main" id="{95FB7215-3E98-04A3-49D2-A70CFB8FF22C}"/>
              </a:ext>
            </a:extLst>
          </p:cNvPr>
          <p:cNvSpPr>
            <a:spLocks noGrp="1"/>
          </p:cNvSpPr>
          <p:nvPr>
            <p:ph type="sldNum" sz="quarter" idx="12"/>
          </p:nvPr>
        </p:nvSpPr>
        <p:spPr/>
        <p:txBody>
          <a:bodyPr/>
          <a:lstStyle>
            <a:lvl1pPr>
              <a:defRPr/>
            </a:lvl1pPr>
          </a:lstStyle>
          <a:p>
            <a:fld id="{F23BA074-9EC7-4581-AF96-7A61646CEEAC}" type="slidenum">
              <a:rPr lang="en-AU" altLang="en-US"/>
              <a:pPr/>
              <a:t>‹#›</a:t>
            </a:fld>
            <a:endParaRPr lang="en-AU" altLang="en-US"/>
          </a:p>
        </p:txBody>
      </p:sp>
    </p:spTree>
    <p:extLst>
      <p:ext uri="{BB962C8B-B14F-4D97-AF65-F5344CB8AC3E}">
        <p14:creationId xmlns:p14="http://schemas.microsoft.com/office/powerpoint/2010/main" val="348174669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A0D07F-BDFE-1B39-F8B0-AB90CD93D442}"/>
              </a:ext>
            </a:extLst>
          </p:cNvPr>
          <p:cNvSpPr>
            <a:spLocks noGrp="1"/>
          </p:cNvSpPr>
          <p:nvPr>
            <p:ph type="title"/>
          </p:nvPr>
        </p:nvSpPr>
        <p:spPr/>
        <p:txBody>
          <a:bodyPr/>
          <a:lstStyle/>
          <a:p>
            <a:r>
              <a:rPr lang="en-US"/>
              <a:t>Click to edit Master title style</a:t>
            </a:r>
            <a:endParaRPr lang="en-AU"/>
          </a:p>
        </p:txBody>
      </p:sp>
      <p:sp>
        <p:nvSpPr>
          <p:cNvPr id="3" name="Vertical Text Placeholder 2">
            <a:extLst>
              <a:ext uri="{FF2B5EF4-FFF2-40B4-BE49-F238E27FC236}">
                <a16:creationId xmlns:a16="http://schemas.microsoft.com/office/drawing/2014/main" id="{0868DAB6-B298-43BA-366D-5C0576F3CBE0}"/>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4" name="Date Placeholder 3">
            <a:extLst>
              <a:ext uri="{FF2B5EF4-FFF2-40B4-BE49-F238E27FC236}">
                <a16:creationId xmlns:a16="http://schemas.microsoft.com/office/drawing/2014/main" id="{45023C26-BAF4-9244-2CF7-8B0A2BCF9062}"/>
              </a:ext>
            </a:extLst>
          </p:cNvPr>
          <p:cNvSpPr>
            <a:spLocks noGrp="1"/>
          </p:cNvSpPr>
          <p:nvPr>
            <p:ph type="dt" sz="half" idx="10"/>
          </p:nvPr>
        </p:nvSpPr>
        <p:spPr/>
        <p:txBody>
          <a:bodyPr/>
          <a:lstStyle>
            <a:lvl1pPr>
              <a:defRPr/>
            </a:lvl1pPr>
          </a:lstStyle>
          <a:p>
            <a:endParaRPr lang="en-AU" altLang="en-US"/>
          </a:p>
        </p:txBody>
      </p:sp>
      <p:sp>
        <p:nvSpPr>
          <p:cNvPr id="5" name="Footer Placeholder 4">
            <a:extLst>
              <a:ext uri="{FF2B5EF4-FFF2-40B4-BE49-F238E27FC236}">
                <a16:creationId xmlns:a16="http://schemas.microsoft.com/office/drawing/2014/main" id="{B600E7CB-116C-48F6-6649-5937B71B0E8B}"/>
              </a:ext>
            </a:extLst>
          </p:cNvPr>
          <p:cNvSpPr>
            <a:spLocks noGrp="1"/>
          </p:cNvSpPr>
          <p:nvPr>
            <p:ph type="ftr" sz="quarter" idx="11"/>
          </p:nvPr>
        </p:nvSpPr>
        <p:spPr/>
        <p:txBody>
          <a:bodyPr/>
          <a:lstStyle>
            <a:lvl1pPr>
              <a:defRPr/>
            </a:lvl1pPr>
          </a:lstStyle>
          <a:p>
            <a:endParaRPr lang="en-AU" altLang="en-US"/>
          </a:p>
        </p:txBody>
      </p:sp>
      <p:sp>
        <p:nvSpPr>
          <p:cNvPr id="6" name="Slide Number Placeholder 5">
            <a:extLst>
              <a:ext uri="{FF2B5EF4-FFF2-40B4-BE49-F238E27FC236}">
                <a16:creationId xmlns:a16="http://schemas.microsoft.com/office/drawing/2014/main" id="{0868F6EE-582E-3F94-3401-D4CBB6D57CD0}"/>
              </a:ext>
            </a:extLst>
          </p:cNvPr>
          <p:cNvSpPr>
            <a:spLocks noGrp="1"/>
          </p:cNvSpPr>
          <p:nvPr>
            <p:ph type="sldNum" sz="quarter" idx="12"/>
          </p:nvPr>
        </p:nvSpPr>
        <p:spPr/>
        <p:txBody>
          <a:bodyPr/>
          <a:lstStyle>
            <a:lvl1pPr>
              <a:defRPr/>
            </a:lvl1pPr>
          </a:lstStyle>
          <a:p>
            <a:fld id="{CE6333DA-EE82-40E2-8C55-41650DB003F1}" type="slidenum">
              <a:rPr lang="en-AU" altLang="en-US"/>
              <a:pPr/>
              <a:t>‹#›</a:t>
            </a:fld>
            <a:endParaRPr lang="en-AU" altLang="en-US"/>
          </a:p>
        </p:txBody>
      </p:sp>
    </p:spTree>
    <p:extLst>
      <p:ext uri="{BB962C8B-B14F-4D97-AF65-F5344CB8AC3E}">
        <p14:creationId xmlns:p14="http://schemas.microsoft.com/office/powerpoint/2010/main" val="70319921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38DE0D0F-BAAE-D12A-60CB-F505546862E0}"/>
              </a:ext>
            </a:extLst>
          </p:cNvPr>
          <p:cNvSpPr>
            <a:spLocks noGrp="1"/>
          </p:cNvSpPr>
          <p:nvPr>
            <p:ph type="title" orient="vert"/>
          </p:nvPr>
        </p:nvSpPr>
        <p:spPr>
          <a:xfrm>
            <a:off x="6457950" y="152400"/>
            <a:ext cx="1924050" cy="5334000"/>
          </a:xfrm>
        </p:spPr>
        <p:txBody>
          <a:bodyPr vert="eaVert"/>
          <a:lstStyle/>
          <a:p>
            <a:r>
              <a:rPr lang="en-US"/>
              <a:t>Click to edit Master title style</a:t>
            </a:r>
            <a:endParaRPr lang="en-AU"/>
          </a:p>
        </p:txBody>
      </p:sp>
      <p:sp>
        <p:nvSpPr>
          <p:cNvPr id="3" name="Vertical Text Placeholder 2">
            <a:extLst>
              <a:ext uri="{FF2B5EF4-FFF2-40B4-BE49-F238E27FC236}">
                <a16:creationId xmlns:a16="http://schemas.microsoft.com/office/drawing/2014/main" id="{76AA5CC0-A3A6-EABD-4BA0-D0977D315611}"/>
              </a:ext>
            </a:extLst>
          </p:cNvPr>
          <p:cNvSpPr>
            <a:spLocks noGrp="1"/>
          </p:cNvSpPr>
          <p:nvPr>
            <p:ph type="body" orient="vert" idx="1"/>
          </p:nvPr>
        </p:nvSpPr>
        <p:spPr>
          <a:xfrm>
            <a:off x="685800" y="152400"/>
            <a:ext cx="5619750" cy="533400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4" name="Date Placeholder 3">
            <a:extLst>
              <a:ext uri="{FF2B5EF4-FFF2-40B4-BE49-F238E27FC236}">
                <a16:creationId xmlns:a16="http://schemas.microsoft.com/office/drawing/2014/main" id="{7FCB8AC0-C8E2-BE48-48A5-5233F7B2A6BF}"/>
              </a:ext>
            </a:extLst>
          </p:cNvPr>
          <p:cNvSpPr>
            <a:spLocks noGrp="1"/>
          </p:cNvSpPr>
          <p:nvPr>
            <p:ph type="dt" sz="half" idx="10"/>
          </p:nvPr>
        </p:nvSpPr>
        <p:spPr/>
        <p:txBody>
          <a:bodyPr/>
          <a:lstStyle>
            <a:lvl1pPr>
              <a:defRPr/>
            </a:lvl1pPr>
          </a:lstStyle>
          <a:p>
            <a:endParaRPr lang="en-AU" altLang="en-US"/>
          </a:p>
        </p:txBody>
      </p:sp>
      <p:sp>
        <p:nvSpPr>
          <p:cNvPr id="5" name="Footer Placeholder 4">
            <a:extLst>
              <a:ext uri="{FF2B5EF4-FFF2-40B4-BE49-F238E27FC236}">
                <a16:creationId xmlns:a16="http://schemas.microsoft.com/office/drawing/2014/main" id="{79AB4AF0-7302-03AB-297B-AE108E4A2388}"/>
              </a:ext>
            </a:extLst>
          </p:cNvPr>
          <p:cNvSpPr>
            <a:spLocks noGrp="1"/>
          </p:cNvSpPr>
          <p:nvPr>
            <p:ph type="ftr" sz="quarter" idx="11"/>
          </p:nvPr>
        </p:nvSpPr>
        <p:spPr/>
        <p:txBody>
          <a:bodyPr/>
          <a:lstStyle>
            <a:lvl1pPr>
              <a:defRPr/>
            </a:lvl1pPr>
          </a:lstStyle>
          <a:p>
            <a:endParaRPr lang="en-AU" altLang="en-US"/>
          </a:p>
        </p:txBody>
      </p:sp>
      <p:sp>
        <p:nvSpPr>
          <p:cNvPr id="6" name="Slide Number Placeholder 5">
            <a:extLst>
              <a:ext uri="{FF2B5EF4-FFF2-40B4-BE49-F238E27FC236}">
                <a16:creationId xmlns:a16="http://schemas.microsoft.com/office/drawing/2014/main" id="{A6412603-A14F-8D73-16AE-D306FD44E249}"/>
              </a:ext>
            </a:extLst>
          </p:cNvPr>
          <p:cNvSpPr>
            <a:spLocks noGrp="1"/>
          </p:cNvSpPr>
          <p:nvPr>
            <p:ph type="sldNum" sz="quarter" idx="12"/>
          </p:nvPr>
        </p:nvSpPr>
        <p:spPr/>
        <p:txBody>
          <a:bodyPr/>
          <a:lstStyle>
            <a:lvl1pPr>
              <a:defRPr/>
            </a:lvl1pPr>
          </a:lstStyle>
          <a:p>
            <a:fld id="{0CE9095E-A136-4605-AAAB-A6A05AB2B51F}" type="slidenum">
              <a:rPr lang="en-AU" altLang="en-US"/>
              <a:pPr/>
              <a:t>‹#›</a:t>
            </a:fld>
            <a:endParaRPr lang="en-AU" altLang="en-US"/>
          </a:p>
        </p:txBody>
      </p:sp>
    </p:spTree>
    <p:extLst>
      <p:ext uri="{BB962C8B-B14F-4D97-AF65-F5344CB8AC3E}">
        <p14:creationId xmlns:p14="http://schemas.microsoft.com/office/powerpoint/2010/main" val="177202941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bl" preserve="1">
  <p:cSld name="Title and Tabl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8C69A40-F615-1BE2-3511-2CDAA3421601}"/>
              </a:ext>
            </a:extLst>
          </p:cNvPr>
          <p:cNvSpPr>
            <a:spLocks noGrp="1"/>
          </p:cNvSpPr>
          <p:nvPr>
            <p:ph type="title"/>
          </p:nvPr>
        </p:nvSpPr>
        <p:spPr>
          <a:xfrm>
            <a:off x="685800" y="152400"/>
            <a:ext cx="6870700" cy="1600200"/>
          </a:xfrm>
        </p:spPr>
        <p:txBody>
          <a:bodyPr/>
          <a:lstStyle/>
          <a:p>
            <a:r>
              <a:rPr lang="en-US"/>
              <a:t>Click to edit Master title style</a:t>
            </a:r>
            <a:endParaRPr lang="en-AU"/>
          </a:p>
        </p:txBody>
      </p:sp>
      <p:sp>
        <p:nvSpPr>
          <p:cNvPr id="3" name="Table Placeholder 2">
            <a:extLst>
              <a:ext uri="{FF2B5EF4-FFF2-40B4-BE49-F238E27FC236}">
                <a16:creationId xmlns:a16="http://schemas.microsoft.com/office/drawing/2014/main" id="{E7864170-2744-DC01-81FC-DEC8FA093083}"/>
              </a:ext>
            </a:extLst>
          </p:cNvPr>
          <p:cNvSpPr>
            <a:spLocks noGrp="1"/>
          </p:cNvSpPr>
          <p:nvPr>
            <p:ph type="tbl" idx="1"/>
          </p:nvPr>
        </p:nvSpPr>
        <p:spPr>
          <a:xfrm>
            <a:off x="685800" y="1828800"/>
            <a:ext cx="7696200" cy="3657600"/>
          </a:xfrm>
        </p:spPr>
        <p:txBody>
          <a:bodyPr/>
          <a:lstStyle/>
          <a:p>
            <a:endParaRPr lang="en-AU"/>
          </a:p>
        </p:txBody>
      </p:sp>
      <p:sp>
        <p:nvSpPr>
          <p:cNvPr id="4" name="Date Placeholder 3">
            <a:extLst>
              <a:ext uri="{FF2B5EF4-FFF2-40B4-BE49-F238E27FC236}">
                <a16:creationId xmlns:a16="http://schemas.microsoft.com/office/drawing/2014/main" id="{07B66980-C491-A7F2-1244-678F403AEFA7}"/>
              </a:ext>
            </a:extLst>
          </p:cNvPr>
          <p:cNvSpPr>
            <a:spLocks noGrp="1"/>
          </p:cNvSpPr>
          <p:nvPr>
            <p:ph type="dt" sz="half" idx="10"/>
          </p:nvPr>
        </p:nvSpPr>
        <p:spPr>
          <a:xfrm>
            <a:off x="1371600" y="6248400"/>
            <a:ext cx="1905000" cy="457200"/>
          </a:xfrm>
        </p:spPr>
        <p:txBody>
          <a:bodyPr/>
          <a:lstStyle>
            <a:lvl1pPr>
              <a:defRPr/>
            </a:lvl1pPr>
          </a:lstStyle>
          <a:p>
            <a:endParaRPr lang="en-AU" altLang="en-US"/>
          </a:p>
        </p:txBody>
      </p:sp>
      <p:sp>
        <p:nvSpPr>
          <p:cNvPr id="5" name="Footer Placeholder 4">
            <a:extLst>
              <a:ext uri="{FF2B5EF4-FFF2-40B4-BE49-F238E27FC236}">
                <a16:creationId xmlns:a16="http://schemas.microsoft.com/office/drawing/2014/main" id="{375ED7C9-84DD-C280-4ACD-CFF5F7208EF7}"/>
              </a:ext>
            </a:extLst>
          </p:cNvPr>
          <p:cNvSpPr>
            <a:spLocks noGrp="1"/>
          </p:cNvSpPr>
          <p:nvPr>
            <p:ph type="ftr" sz="quarter" idx="11"/>
          </p:nvPr>
        </p:nvSpPr>
        <p:spPr>
          <a:xfrm>
            <a:off x="3556000" y="6248400"/>
            <a:ext cx="2895600" cy="457200"/>
          </a:xfrm>
        </p:spPr>
        <p:txBody>
          <a:bodyPr/>
          <a:lstStyle>
            <a:lvl1pPr>
              <a:defRPr/>
            </a:lvl1pPr>
          </a:lstStyle>
          <a:p>
            <a:endParaRPr lang="en-AU" altLang="en-US"/>
          </a:p>
        </p:txBody>
      </p:sp>
      <p:sp>
        <p:nvSpPr>
          <p:cNvPr id="6" name="Slide Number Placeholder 5">
            <a:extLst>
              <a:ext uri="{FF2B5EF4-FFF2-40B4-BE49-F238E27FC236}">
                <a16:creationId xmlns:a16="http://schemas.microsoft.com/office/drawing/2014/main" id="{9047776A-E23A-368B-A140-0E11761D541D}"/>
              </a:ext>
            </a:extLst>
          </p:cNvPr>
          <p:cNvSpPr>
            <a:spLocks noGrp="1"/>
          </p:cNvSpPr>
          <p:nvPr>
            <p:ph type="sldNum" sz="quarter" idx="12"/>
          </p:nvPr>
        </p:nvSpPr>
        <p:spPr>
          <a:xfrm>
            <a:off x="6718300" y="6248400"/>
            <a:ext cx="1905000" cy="457200"/>
          </a:xfrm>
        </p:spPr>
        <p:txBody>
          <a:bodyPr/>
          <a:lstStyle>
            <a:lvl1pPr>
              <a:defRPr/>
            </a:lvl1pPr>
          </a:lstStyle>
          <a:p>
            <a:fld id="{6E637AE2-00ED-49E9-A72A-048FBDE569CA}" type="slidenum">
              <a:rPr lang="en-AU" altLang="en-US"/>
              <a:pPr/>
              <a:t>‹#›</a:t>
            </a:fld>
            <a:endParaRPr lang="en-AU" altLang="en-US"/>
          </a:p>
        </p:txBody>
      </p:sp>
    </p:spTree>
    <p:extLst>
      <p:ext uri="{BB962C8B-B14F-4D97-AF65-F5344CB8AC3E}">
        <p14:creationId xmlns:p14="http://schemas.microsoft.com/office/powerpoint/2010/main" val="33627104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73058" name="Freeform 2">
            <a:extLst>
              <a:ext uri="{FF2B5EF4-FFF2-40B4-BE49-F238E27FC236}">
                <a16:creationId xmlns:a16="http://schemas.microsoft.com/office/drawing/2014/main" id="{DE040027-237E-713A-2AF2-74E0C715FEEA}"/>
              </a:ext>
            </a:extLst>
          </p:cNvPr>
          <p:cNvSpPr>
            <a:spLocks/>
          </p:cNvSpPr>
          <p:nvPr/>
        </p:nvSpPr>
        <p:spPr bwMode="auto">
          <a:xfrm rot="-3172564">
            <a:off x="7777957" y="-15081"/>
            <a:ext cx="1162050" cy="2084387"/>
          </a:xfrm>
          <a:custGeom>
            <a:avLst/>
            <a:gdLst>
              <a:gd name="T0" fmla="*/ 2903 w 2903"/>
              <a:gd name="T1" fmla="*/ 433 h 3686"/>
              <a:gd name="T2" fmla="*/ 2565 w 2903"/>
              <a:gd name="T3" fmla="*/ 80 h 3686"/>
              <a:gd name="T4" fmla="*/ 2241 w 2903"/>
              <a:gd name="T5" fmla="*/ 0 h 3686"/>
              <a:gd name="T6" fmla="*/ 110 w 2903"/>
              <a:gd name="T7" fmla="*/ 2811 h 3686"/>
              <a:gd name="T8" fmla="*/ 110 w 2903"/>
              <a:gd name="T9" fmla="*/ 3228 h 3686"/>
              <a:gd name="T10" fmla="*/ 0 w 2903"/>
              <a:gd name="T11" fmla="*/ 3631 h 3686"/>
              <a:gd name="T12" fmla="*/ 72 w 2903"/>
              <a:gd name="T13" fmla="*/ 3686 h 3686"/>
              <a:gd name="T14" fmla="*/ 441 w 2903"/>
              <a:gd name="T15" fmla="*/ 3355 h 3686"/>
              <a:gd name="T16" fmla="*/ 740 w 2903"/>
              <a:gd name="T17" fmla="*/ 3228 h 3686"/>
              <a:gd name="T18" fmla="*/ 2903 w 2903"/>
              <a:gd name="T19" fmla="*/ 433 h 3686"/>
              <a:gd name="T20" fmla="*/ 2903 w 2903"/>
              <a:gd name="T21" fmla="*/ 433 h 368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2903" h="3686">
                <a:moveTo>
                  <a:pt x="2903" y="433"/>
                </a:moveTo>
                <a:lnTo>
                  <a:pt x="2565" y="80"/>
                </a:lnTo>
                <a:lnTo>
                  <a:pt x="2241" y="0"/>
                </a:lnTo>
                <a:lnTo>
                  <a:pt x="110" y="2811"/>
                </a:lnTo>
                <a:lnTo>
                  <a:pt x="110" y="3228"/>
                </a:lnTo>
                <a:lnTo>
                  <a:pt x="0" y="3631"/>
                </a:lnTo>
                <a:lnTo>
                  <a:pt x="72" y="3686"/>
                </a:lnTo>
                <a:lnTo>
                  <a:pt x="441" y="3355"/>
                </a:lnTo>
                <a:lnTo>
                  <a:pt x="740" y="3228"/>
                </a:lnTo>
                <a:lnTo>
                  <a:pt x="2903" y="433"/>
                </a:lnTo>
                <a:lnTo>
                  <a:pt x="2903" y="433"/>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AU"/>
          </a:p>
        </p:txBody>
      </p:sp>
      <p:sp>
        <p:nvSpPr>
          <p:cNvPr id="173059" name="Rectangle 3">
            <a:extLst>
              <a:ext uri="{FF2B5EF4-FFF2-40B4-BE49-F238E27FC236}">
                <a16:creationId xmlns:a16="http://schemas.microsoft.com/office/drawing/2014/main" id="{A93B5A48-C558-FF86-C19F-A108BBF1C318}"/>
              </a:ext>
            </a:extLst>
          </p:cNvPr>
          <p:cNvSpPr>
            <a:spLocks noGrp="1" noChangeArrowheads="1"/>
          </p:cNvSpPr>
          <p:nvPr>
            <p:ph type="title"/>
          </p:nvPr>
        </p:nvSpPr>
        <p:spPr bwMode="auto">
          <a:xfrm>
            <a:off x="685800" y="152400"/>
            <a:ext cx="6870700" cy="1600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b" anchorCtr="0" compatLnSpc="1">
            <a:prstTxWarp prst="textNoShape">
              <a:avLst/>
            </a:prstTxWarp>
          </a:bodyPr>
          <a:lstStyle/>
          <a:p>
            <a:pPr lvl="0"/>
            <a:r>
              <a:rPr lang="en-AU" altLang="en-US"/>
              <a:t>Click to edit Master title style</a:t>
            </a:r>
          </a:p>
        </p:txBody>
      </p:sp>
      <p:sp>
        <p:nvSpPr>
          <p:cNvPr id="173060" name="Rectangle 4">
            <a:extLst>
              <a:ext uri="{FF2B5EF4-FFF2-40B4-BE49-F238E27FC236}">
                <a16:creationId xmlns:a16="http://schemas.microsoft.com/office/drawing/2014/main" id="{1B3AA2E4-83FA-AFFE-24E7-072B07C68B4D}"/>
              </a:ext>
            </a:extLst>
          </p:cNvPr>
          <p:cNvSpPr>
            <a:spLocks noGrp="1" noChangeArrowheads="1"/>
          </p:cNvSpPr>
          <p:nvPr>
            <p:ph type="body" idx="1"/>
          </p:nvPr>
        </p:nvSpPr>
        <p:spPr bwMode="auto">
          <a:xfrm>
            <a:off x="685800" y="1828800"/>
            <a:ext cx="7696200" cy="3657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AU" altLang="en-US"/>
              <a:t>Click to edit Master text styles</a:t>
            </a:r>
          </a:p>
          <a:p>
            <a:pPr lvl="1"/>
            <a:r>
              <a:rPr lang="en-AU" altLang="en-US"/>
              <a:t>Second level</a:t>
            </a:r>
          </a:p>
          <a:p>
            <a:pPr lvl="2"/>
            <a:r>
              <a:rPr lang="en-AU" altLang="en-US"/>
              <a:t>Third level</a:t>
            </a:r>
          </a:p>
          <a:p>
            <a:pPr lvl="3"/>
            <a:r>
              <a:rPr lang="en-AU" altLang="en-US"/>
              <a:t>Fourth level</a:t>
            </a:r>
          </a:p>
          <a:p>
            <a:pPr lvl="4"/>
            <a:r>
              <a:rPr lang="en-AU" altLang="en-US"/>
              <a:t>Fifth level</a:t>
            </a:r>
          </a:p>
        </p:txBody>
      </p:sp>
      <p:sp>
        <p:nvSpPr>
          <p:cNvPr id="173061" name="Rectangle 5">
            <a:extLst>
              <a:ext uri="{FF2B5EF4-FFF2-40B4-BE49-F238E27FC236}">
                <a16:creationId xmlns:a16="http://schemas.microsoft.com/office/drawing/2014/main" id="{98E4B65C-8D08-3FB1-734E-6F9F87137AA9}"/>
              </a:ext>
            </a:extLst>
          </p:cNvPr>
          <p:cNvSpPr>
            <a:spLocks noGrp="1" noChangeArrowheads="1"/>
          </p:cNvSpPr>
          <p:nvPr>
            <p:ph type="dt" sz="half" idx="2"/>
          </p:nvPr>
        </p:nvSpPr>
        <p:spPr bwMode="auto">
          <a:xfrm>
            <a:off x="13716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a:defRPr sz="1400"/>
            </a:lvl1pPr>
          </a:lstStyle>
          <a:p>
            <a:endParaRPr lang="en-AU" altLang="en-US"/>
          </a:p>
        </p:txBody>
      </p:sp>
      <p:sp>
        <p:nvSpPr>
          <p:cNvPr id="173062" name="Rectangle 6">
            <a:extLst>
              <a:ext uri="{FF2B5EF4-FFF2-40B4-BE49-F238E27FC236}">
                <a16:creationId xmlns:a16="http://schemas.microsoft.com/office/drawing/2014/main" id="{D5EB34B9-F1BD-54E7-676D-808D1B2823FF}"/>
              </a:ext>
            </a:extLst>
          </p:cNvPr>
          <p:cNvSpPr>
            <a:spLocks noGrp="1" noChangeArrowheads="1"/>
          </p:cNvSpPr>
          <p:nvPr>
            <p:ph type="ftr" sz="quarter" idx="3"/>
          </p:nvPr>
        </p:nvSpPr>
        <p:spPr bwMode="auto">
          <a:xfrm>
            <a:off x="35560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algn="ctr">
              <a:defRPr sz="1400"/>
            </a:lvl1pPr>
          </a:lstStyle>
          <a:p>
            <a:endParaRPr lang="en-AU" altLang="en-US"/>
          </a:p>
        </p:txBody>
      </p:sp>
      <p:sp>
        <p:nvSpPr>
          <p:cNvPr id="173063" name="Rectangle 7">
            <a:extLst>
              <a:ext uri="{FF2B5EF4-FFF2-40B4-BE49-F238E27FC236}">
                <a16:creationId xmlns:a16="http://schemas.microsoft.com/office/drawing/2014/main" id="{A8C929C5-EAE3-0024-0B64-730DE0FD69C8}"/>
              </a:ext>
            </a:extLst>
          </p:cNvPr>
          <p:cNvSpPr>
            <a:spLocks noGrp="1" noChangeArrowheads="1"/>
          </p:cNvSpPr>
          <p:nvPr>
            <p:ph type="sldNum" sz="quarter" idx="4"/>
          </p:nvPr>
        </p:nvSpPr>
        <p:spPr bwMode="auto">
          <a:xfrm>
            <a:off x="67183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algn="r">
              <a:defRPr sz="1400"/>
            </a:lvl1pPr>
          </a:lstStyle>
          <a:p>
            <a:fld id="{72AFDC85-63E9-46DE-BF03-356413931AD7}" type="slidenum">
              <a:rPr lang="en-AU" altLang="en-US"/>
              <a:pPr/>
              <a:t>‹#›</a:t>
            </a:fld>
            <a:endParaRPr lang="en-AU" altLang="en-US"/>
          </a:p>
        </p:txBody>
      </p:sp>
      <p:sp>
        <p:nvSpPr>
          <p:cNvPr id="173064" name="Freeform 8">
            <a:extLst>
              <a:ext uri="{FF2B5EF4-FFF2-40B4-BE49-F238E27FC236}">
                <a16:creationId xmlns:a16="http://schemas.microsoft.com/office/drawing/2014/main" id="{E7059424-D314-D41B-61DC-614F4E7D0853}"/>
              </a:ext>
            </a:extLst>
          </p:cNvPr>
          <p:cNvSpPr>
            <a:spLocks/>
          </p:cNvSpPr>
          <p:nvPr/>
        </p:nvSpPr>
        <p:spPr bwMode="auto">
          <a:xfrm rot="-3172564">
            <a:off x="7865269" y="24607"/>
            <a:ext cx="1165225" cy="2097087"/>
          </a:xfrm>
          <a:custGeom>
            <a:avLst/>
            <a:gdLst>
              <a:gd name="T0" fmla="*/ 2293 w 2911"/>
              <a:gd name="T1" fmla="*/ 0 h 3703"/>
              <a:gd name="T2" fmla="*/ 130 w 2911"/>
              <a:gd name="T3" fmla="*/ 2835 h 3703"/>
              <a:gd name="T4" fmla="*/ 131 w 2911"/>
              <a:gd name="T5" fmla="*/ 3201 h 3703"/>
              <a:gd name="T6" fmla="*/ 0 w 2911"/>
              <a:gd name="T7" fmla="*/ 3633 h 3703"/>
              <a:gd name="T8" fmla="*/ 50 w 2911"/>
              <a:gd name="T9" fmla="*/ 3703 h 3703"/>
              <a:gd name="T10" fmla="*/ 422 w 2911"/>
              <a:gd name="T11" fmla="*/ 3352 h 3703"/>
              <a:gd name="T12" fmla="*/ 763 w 2911"/>
              <a:gd name="T13" fmla="*/ 3220 h 3703"/>
              <a:gd name="T14" fmla="*/ 2911 w 2911"/>
              <a:gd name="T15" fmla="*/ 428 h 3703"/>
              <a:gd name="T16" fmla="*/ 2589 w 2911"/>
              <a:gd name="T17" fmla="*/ 96 h 3703"/>
              <a:gd name="T18" fmla="*/ 2293 w 2911"/>
              <a:gd name="T19" fmla="*/ 0 h 3703"/>
              <a:gd name="T20" fmla="*/ 2293 w 2911"/>
              <a:gd name="T21" fmla="*/ 0 h 370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2911" h="3703">
                <a:moveTo>
                  <a:pt x="2293" y="0"/>
                </a:moveTo>
                <a:lnTo>
                  <a:pt x="130" y="2835"/>
                </a:lnTo>
                <a:lnTo>
                  <a:pt x="131" y="3201"/>
                </a:lnTo>
                <a:lnTo>
                  <a:pt x="0" y="3633"/>
                </a:lnTo>
                <a:lnTo>
                  <a:pt x="50" y="3703"/>
                </a:lnTo>
                <a:lnTo>
                  <a:pt x="422" y="3352"/>
                </a:lnTo>
                <a:lnTo>
                  <a:pt x="763" y="3220"/>
                </a:lnTo>
                <a:lnTo>
                  <a:pt x="2911" y="428"/>
                </a:lnTo>
                <a:lnTo>
                  <a:pt x="2589" y="96"/>
                </a:lnTo>
                <a:lnTo>
                  <a:pt x="2293" y="0"/>
                </a:lnTo>
                <a:lnTo>
                  <a:pt x="2293" y="0"/>
                </a:ln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AU"/>
          </a:p>
        </p:txBody>
      </p:sp>
      <p:sp>
        <p:nvSpPr>
          <p:cNvPr id="173065" name="Freeform 9">
            <a:extLst>
              <a:ext uri="{FF2B5EF4-FFF2-40B4-BE49-F238E27FC236}">
                <a16:creationId xmlns:a16="http://schemas.microsoft.com/office/drawing/2014/main" id="{FB19DF42-B214-A01C-646B-C3B8277A7BE6}"/>
              </a:ext>
            </a:extLst>
          </p:cNvPr>
          <p:cNvSpPr>
            <a:spLocks/>
          </p:cNvSpPr>
          <p:nvPr/>
        </p:nvSpPr>
        <p:spPr bwMode="auto">
          <a:xfrm rot="-3172564">
            <a:off x="7831138" y="192088"/>
            <a:ext cx="1025525" cy="1571625"/>
          </a:xfrm>
          <a:custGeom>
            <a:avLst/>
            <a:gdLst>
              <a:gd name="T0" fmla="*/ 0 w 2561"/>
              <a:gd name="T1" fmla="*/ 2485 h 2777"/>
              <a:gd name="T2" fmla="*/ 432 w 2561"/>
              <a:gd name="T3" fmla="*/ 2553 h 2777"/>
              <a:gd name="T4" fmla="*/ 736 w 2561"/>
              <a:gd name="T5" fmla="*/ 2777 h 2777"/>
              <a:gd name="T6" fmla="*/ 2561 w 2561"/>
              <a:gd name="T7" fmla="*/ 399 h 2777"/>
              <a:gd name="T8" fmla="*/ 2118 w 2561"/>
              <a:gd name="T9" fmla="*/ 82 h 2777"/>
              <a:gd name="T10" fmla="*/ 1898 w 2561"/>
              <a:gd name="T11" fmla="*/ 0 h 2777"/>
              <a:gd name="T12" fmla="*/ 0 w 2561"/>
              <a:gd name="T13" fmla="*/ 2485 h 2777"/>
              <a:gd name="T14" fmla="*/ 0 w 2561"/>
              <a:gd name="T15" fmla="*/ 2485 h 2777"/>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2561" h="2777">
                <a:moveTo>
                  <a:pt x="0" y="2485"/>
                </a:moveTo>
                <a:lnTo>
                  <a:pt x="432" y="2553"/>
                </a:lnTo>
                <a:lnTo>
                  <a:pt x="736" y="2777"/>
                </a:lnTo>
                <a:lnTo>
                  <a:pt x="2561" y="399"/>
                </a:lnTo>
                <a:lnTo>
                  <a:pt x="2118" y="82"/>
                </a:lnTo>
                <a:lnTo>
                  <a:pt x="1898" y="0"/>
                </a:lnTo>
                <a:lnTo>
                  <a:pt x="0" y="2485"/>
                </a:lnTo>
                <a:lnTo>
                  <a:pt x="0" y="2485"/>
                </a:lnTo>
                <a:close/>
              </a:path>
            </a:pathLst>
          </a:custGeom>
          <a:solidFill>
            <a:schemeClr val="bg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AU"/>
          </a:p>
        </p:txBody>
      </p:sp>
      <p:grpSp>
        <p:nvGrpSpPr>
          <p:cNvPr id="173066" name="Group 10">
            <a:extLst>
              <a:ext uri="{FF2B5EF4-FFF2-40B4-BE49-F238E27FC236}">
                <a16:creationId xmlns:a16="http://schemas.microsoft.com/office/drawing/2014/main" id="{7FD92679-609E-5217-FC3F-6E2D858E31A7}"/>
              </a:ext>
            </a:extLst>
          </p:cNvPr>
          <p:cNvGrpSpPr>
            <a:grpSpLocks/>
          </p:cNvGrpSpPr>
          <p:nvPr/>
        </p:nvGrpSpPr>
        <p:grpSpPr bwMode="auto">
          <a:xfrm>
            <a:off x="7938" y="5540375"/>
            <a:ext cx="1784350" cy="1246188"/>
            <a:chOff x="5" y="3490"/>
            <a:chExt cx="1124" cy="785"/>
          </a:xfrm>
        </p:grpSpPr>
        <p:sp>
          <p:nvSpPr>
            <p:cNvPr id="173067" name="Freeform 11">
              <a:extLst>
                <a:ext uri="{FF2B5EF4-FFF2-40B4-BE49-F238E27FC236}">
                  <a16:creationId xmlns:a16="http://schemas.microsoft.com/office/drawing/2014/main" id="{DA870C3A-8F95-0A73-089D-FFF4C12EDA2D}"/>
                </a:ext>
              </a:extLst>
            </p:cNvPr>
            <p:cNvSpPr>
              <a:spLocks/>
            </p:cNvSpPr>
            <p:nvPr userDrawn="1"/>
          </p:nvSpPr>
          <p:spPr bwMode="auto">
            <a:xfrm>
              <a:off x="24" y="3505"/>
              <a:ext cx="1089" cy="649"/>
            </a:xfrm>
            <a:custGeom>
              <a:avLst/>
              <a:gdLst>
                <a:gd name="T0" fmla="*/ 1587 w 2177"/>
                <a:gd name="T1" fmla="*/ 1260 h 1298"/>
                <a:gd name="T2" fmla="*/ 1420 w 2177"/>
                <a:gd name="T3" fmla="*/ 1106 h 1298"/>
                <a:gd name="T4" fmla="*/ 1331 w 2177"/>
                <a:gd name="T5" fmla="*/ 477 h 1298"/>
                <a:gd name="T6" fmla="*/ 2139 w 2177"/>
                <a:gd name="T7" fmla="*/ 330 h 1298"/>
                <a:gd name="T8" fmla="*/ 2177 w 2177"/>
                <a:gd name="T9" fmla="*/ 203 h 1298"/>
                <a:gd name="T10" fmla="*/ 2099 w 2177"/>
                <a:gd name="T11" fmla="*/ 100 h 1298"/>
                <a:gd name="T12" fmla="*/ 1276 w 2177"/>
                <a:gd name="T13" fmla="*/ 211 h 1298"/>
                <a:gd name="T14" fmla="*/ 1219 w 2177"/>
                <a:gd name="T15" fmla="*/ 32 h 1298"/>
                <a:gd name="T16" fmla="*/ 1085 w 2177"/>
                <a:gd name="T17" fmla="*/ 0 h 1298"/>
                <a:gd name="T18" fmla="*/ 958 w 2177"/>
                <a:gd name="T19" fmla="*/ 28 h 1298"/>
                <a:gd name="T20" fmla="*/ 888 w 2177"/>
                <a:gd name="T21" fmla="*/ 106 h 1298"/>
                <a:gd name="T22" fmla="*/ 937 w 2177"/>
                <a:gd name="T23" fmla="*/ 285 h 1298"/>
                <a:gd name="T24" fmla="*/ 660 w 2177"/>
                <a:gd name="T25" fmla="*/ 441 h 1298"/>
                <a:gd name="T26" fmla="*/ 983 w 2177"/>
                <a:gd name="T27" fmla="*/ 473 h 1298"/>
                <a:gd name="T28" fmla="*/ 1112 w 2177"/>
                <a:gd name="T29" fmla="*/ 889 h 1298"/>
                <a:gd name="T30" fmla="*/ 141 w 2177"/>
                <a:gd name="T31" fmla="*/ 469 h 1298"/>
                <a:gd name="T32" fmla="*/ 46 w 2177"/>
                <a:gd name="T33" fmla="*/ 509 h 1298"/>
                <a:gd name="T34" fmla="*/ 0 w 2177"/>
                <a:gd name="T35" fmla="*/ 636 h 1298"/>
                <a:gd name="T36" fmla="*/ 55 w 2177"/>
                <a:gd name="T37" fmla="*/ 779 h 1298"/>
                <a:gd name="T38" fmla="*/ 1139 w 2177"/>
                <a:gd name="T39" fmla="*/ 1288 h 1298"/>
                <a:gd name="T40" fmla="*/ 1378 w 2177"/>
                <a:gd name="T41" fmla="*/ 1256 h 1298"/>
                <a:gd name="T42" fmla="*/ 1570 w 2177"/>
                <a:gd name="T43" fmla="*/ 1298 h 1298"/>
                <a:gd name="T44" fmla="*/ 1587 w 2177"/>
                <a:gd name="T45" fmla="*/ 1260 h 1298"/>
                <a:gd name="T46" fmla="*/ 1587 w 2177"/>
                <a:gd name="T47" fmla="*/ 1260 h 12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2177" h="1298">
                  <a:moveTo>
                    <a:pt x="1587" y="1260"/>
                  </a:moveTo>
                  <a:lnTo>
                    <a:pt x="1420" y="1106"/>
                  </a:lnTo>
                  <a:lnTo>
                    <a:pt x="1331" y="477"/>
                  </a:lnTo>
                  <a:lnTo>
                    <a:pt x="2139" y="330"/>
                  </a:lnTo>
                  <a:lnTo>
                    <a:pt x="2177" y="203"/>
                  </a:lnTo>
                  <a:lnTo>
                    <a:pt x="2099" y="100"/>
                  </a:lnTo>
                  <a:lnTo>
                    <a:pt x="1276" y="211"/>
                  </a:lnTo>
                  <a:lnTo>
                    <a:pt x="1219" y="32"/>
                  </a:lnTo>
                  <a:lnTo>
                    <a:pt x="1085" y="0"/>
                  </a:lnTo>
                  <a:lnTo>
                    <a:pt x="958" y="28"/>
                  </a:lnTo>
                  <a:lnTo>
                    <a:pt x="888" y="106"/>
                  </a:lnTo>
                  <a:lnTo>
                    <a:pt x="937" y="285"/>
                  </a:lnTo>
                  <a:lnTo>
                    <a:pt x="660" y="441"/>
                  </a:lnTo>
                  <a:lnTo>
                    <a:pt x="983" y="473"/>
                  </a:lnTo>
                  <a:lnTo>
                    <a:pt x="1112" y="889"/>
                  </a:lnTo>
                  <a:lnTo>
                    <a:pt x="141" y="469"/>
                  </a:lnTo>
                  <a:lnTo>
                    <a:pt x="46" y="509"/>
                  </a:lnTo>
                  <a:lnTo>
                    <a:pt x="0" y="636"/>
                  </a:lnTo>
                  <a:lnTo>
                    <a:pt x="55" y="779"/>
                  </a:lnTo>
                  <a:lnTo>
                    <a:pt x="1139" y="1288"/>
                  </a:lnTo>
                  <a:lnTo>
                    <a:pt x="1378" y="1256"/>
                  </a:lnTo>
                  <a:lnTo>
                    <a:pt x="1570" y="1298"/>
                  </a:lnTo>
                  <a:lnTo>
                    <a:pt x="1587" y="1260"/>
                  </a:lnTo>
                  <a:lnTo>
                    <a:pt x="1587" y="1260"/>
                  </a:lnTo>
                  <a:close/>
                </a:path>
              </a:pathLst>
            </a:custGeom>
            <a:solidFill>
              <a:srgbClr val="F8F8F8"/>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AU"/>
            </a:p>
          </p:txBody>
        </p:sp>
        <p:sp>
          <p:nvSpPr>
            <p:cNvPr id="173068" name="Freeform 12">
              <a:extLst>
                <a:ext uri="{FF2B5EF4-FFF2-40B4-BE49-F238E27FC236}">
                  <a16:creationId xmlns:a16="http://schemas.microsoft.com/office/drawing/2014/main" id="{D82C39D5-4255-B6E6-2390-229D861A8F91}"/>
                </a:ext>
              </a:extLst>
            </p:cNvPr>
            <p:cNvSpPr>
              <a:spLocks/>
            </p:cNvSpPr>
            <p:nvPr userDrawn="1"/>
          </p:nvSpPr>
          <p:spPr bwMode="auto">
            <a:xfrm>
              <a:off x="1022" y="3582"/>
              <a:ext cx="71" cy="129"/>
            </a:xfrm>
            <a:custGeom>
              <a:avLst/>
              <a:gdLst>
                <a:gd name="T0" fmla="*/ 0 w 143"/>
                <a:gd name="T1" fmla="*/ 7 h 258"/>
                <a:gd name="T2" fmla="*/ 120 w 143"/>
                <a:gd name="T3" fmla="*/ 0 h 258"/>
                <a:gd name="T4" fmla="*/ 143 w 143"/>
                <a:gd name="T5" fmla="*/ 233 h 258"/>
                <a:gd name="T6" fmla="*/ 8 w 143"/>
                <a:gd name="T7" fmla="*/ 258 h 258"/>
                <a:gd name="T8" fmla="*/ 0 w 143"/>
                <a:gd name="T9" fmla="*/ 7 h 258"/>
                <a:gd name="T10" fmla="*/ 0 w 143"/>
                <a:gd name="T11" fmla="*/ 7 h 258"/>
              </a:gdLst>
              <a:ahLst/>
              <a:cxnLst>
                <a:cxn ang="0">
                  <a:pos x="T0" y="T1"/>
                </a:cxn>
                <a:cxn ang="0">
                  <a:pos x="T2" y="T3"/>
                </a:cxn>
                <a:cxn ang="0">
                  <a:pos x="T4" y="T5"/>
                </a:cxn>
                <a:cxn ang="0">
                  <a:pos x="T6" y="T7"/>
                </a:cxn>
                <a:cxn ang="0">
                  <a:pos x="T8" y="T9"/>
                </a:cxn>
                <a:cxn ang="0">
                  <a:pos x="T10" y="T11"/>
                </a:cxn>
              </a:cxnLst>
              <a:rect l="0" t="0" r="r" b="b"/>
              <a:pathLst>
                <a:path w="143" h="258">
                  <a:moveTo>
                    <a:pt x="0" y="7"/>
                  </a:moveTo>
                  <a:lnTo>
                    <a:pt x="120" y="0"/>
                  </a:lnTo>
                  <a:lnTo>
                    <a:pt x="143" y="233"/>
                  </a:lnTo>
                  <a:lnTo>
                    <a:pt x="8" y="258"/>
                  </a:lnTo>
                  <a:lnTo>
                    <a:pt x="0" y="7"/>
                  </a:lnTo>
                  <a:lnTo>
                    <a:pt x="0" y="7"/>
                  </a:lnTo>
                  <a:close/>
                </a:path>
              </a:pathLst>
            </a:cu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AU"/>
            </a:p>
          </p:txBody>
        </p:sp>
        <p:sp>
          <p:nvSpPr>
            <p:cNvPr id="173069" name="Freeform 13">
              <a:extLst>
                <a:ext uri="{FF2B5EF4-FFF2-40B4-BE49-F238E27FC236}">
                  <a16:creationId xmlns:a16="http://schemas.microsoft.com/office/drawing/2014/main" id="{9EEC46D2-B0F9-E123-0752-252647B58AE8}"/>
                </a:ext>
              </a:extLst>
            </p:cNvPr>
            <p:cNvSpPr>
              <a:spLocks/>
            </p:cNvSpPr>
            <p:nvPr userDrawn="1"/>
          </p:nvSpPr>
          <p:spPr bwMode="auto">
            <a:xfrm>
              <a:off x="20" y="3774"/>
              <a:ext cx="792" cy="410"/>
            </a:xfrm>
            <a:custGeom>
              <a:avLst/>
              <a:gdLst>
                <a:gd name="T0" fmla="*/ 137 w 1586"/>
                <a:gd name="T1" fmla="*/ 0 h 821"/>
                <a:gd name="T2" fmla="*/ 1331 w 1586"/>
                <a:gd name="T3" fmla="*/ 519 h 821"/>
                <a:gd name="T4" fmla="*/ 1428 w 1586"/>
                <a:gd name="T5" fmla="*/ 638 h 821"/>
                <a:gd name="T6" fmla="*/ 1586 w 1586"/>
                <a:gd name="T7" fmla="*/ 792 h 821"/>
                <a:gd name="T8" fmla="*/ 1565 w 1586"/>
                <a:gd name="T9" fmla="*/ 821 h 821"/>
                <a:gd name="T10" fmla="*/ 1350 w 1586"/>
                <a:gd name="T11" fmla="*/ 787 h 821"/>
                <a:gd name="T12" fmla="*/ 1145 w 1586"/>
                <a:gd name="T13" fmla="*/ 811 h 821"/>
                <a:gd name="T14" fmla="*/ 42 w 1586"/>
                <a:gd name="T15" fmla="*/ 298 h 821"/>
                <a:gd name="T16" fmla="*/ 0 w 1586"/>
                <a:gd name="T17" fmla="*/ 150 h 821"/>
                <a:gd name="T18" fmla="*/ 46 w 1586"/>
                <a:gd name="T19" fmla="*/ 32 h 821"/>
                <a:gd name="T20" fmla="*/ 137 w 1586"/>
                <a:gd name="T21" fmla="*/ 0 h 821"/>
                <a:gd name="T22" fmla="*/ 137 w 1586"/>
                <a:gd name="T23" fmla="*/ 0 h 82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586" h="821">
                  <a:moveTo>
                    <a:pt x="137" y="0"/>
                  </a:moveTo>
                  <a:lnTo>
                    <a:pt x="1331" y="519"/>
                  </a:lnTo>
                  <a:lnTo>
                    <a:pt x="1428" y="638"/>
                  </a:lnTo>
                  <a:lnTo>
                    <a:pt x="1586" y="792"/>
                  </a:lnTo>
                  <a:lnTo>
                    <a:pt x="1565" y="821"/>
                  </a:lnTo>
                  <a:lnTo>
                    <a:pt x="1350" y="787"/>
                  </a:lnTo>
                  <a:lnTo>
                    <a:pt x="1145" y="811"/>
                  </a:lnTo>
                  <a:lnTo>
                    <a:pt x="42" y="298"/>
                  </a:lnTo>
                  <a:lnTo>
                    <a:pt x="0" y="150"/>
                  </a:lnTo>
                  <a:lnTo>
                    <a:pt x="46" y="32"/>
                  </a:lnTo>
                  <a:lnTo>
                    <a:pt x="137" y="0"/>
                  </a:lnTo>
                  <a:lnTo>
                    <a:pt x="137" y="0"/>
                  </a:lnTo>
                  <a:close/>
                </a:path>
              </a:pathLst>
            </a:cu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AU"/>
            </a:p>
          </p:txBody>
        </p:sp>
        <p:sp>
          <p:nvSpPr>
            <p:cNvPr id="173070" name="Freeform 14">
              <a:extLst>
                <a:ext uri="{FF2B5EF4-FFF2-40B4-BE49-F238E27FC236}">
                  <a16:creationId xmlns:a16="http://schemas.microsoft.com/office/drawing/2014/main" id="{91D44F60-A345-16AE-10C8-67BA70CEC64B}"/>
                </a:ext>
              </a:extLst>
            </p:cNvPr>
            <p:cNvSpPr>
              <a:spLocks/>
            </p:cNvSpPr>
            <p:nvPr userDrawn="1"/>
          </p:nvSpPr>
          <p:spPr bwMode="auto">
            <a:xfrm>
              <a:off x="129" y="3808"/>
              <a:ext cx="525" cy="374"/>
            </a:xfrm>
            <a:custGeom>
              <a:avLst/>
              <a:gdLst>
                <a:gd name="T0" fmla="*/ 0 w 1049"/>
                <a:gd name="T1" fmla="*/ 325 h 747"/>
                <a:gd name="T2" fmla="*/ 922 w 1049"/>
                <a:gd name="T3" fmla="*/ 747 h 747"/>
                <a:gd name="T4" fmla="*/ 939 w 1049"/>
                <a:gd name="T5" fmla="*/ 534 h 747"/>
                <a:gd name="T6" fmla="*/ 1049 w 1049"/>
                <a:gd name="T7" fmla="*/ 422 h 747"/>
                <a:gd name="T8" fmla="*/ 78 w 1049"/>
                <a:gd name="T9" fmla="*/ 0 h 747"/>
                <a:gd name="T10" fmla="*/ 0 w 1049"/>
                <a:gd name="T11" fmla="*/ 127 h 747"/>
                <a:gd name="T12" fmla="*/ 0 w 1049"/>
                <a:gd name="T13" fmla="*/ 325 h 747"/>
                <a:gd name="T14" fmla="*/ 0 w 1049"/>
                <a:gd name="T15" fmla="*/ 325 h 747"/>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049" h="747">
                  <a:moveTo>
                    <a:pt x="0" y="325"/>
                  </a:moveTo>
                  <a:lnTo>
                    <a:pt x="922" y="747"/>
                  </a:lnTo>
                  <a:lnTo>
                    <a:pt x="939" y="534"/>
                  </a:lnTo>
                  <a:lnTo>
                    <a:pt x="1049" y="422"/>
                  </a:lnTo>
                  <a:lnTo>
                    <a:pt x="78" y="0"/>
                  </a:lnTo>
                  <a:lnTo>
                    <a:pt x="0" y="127"/>
                  </a:lnTo>
                  <a:lnTo>
                    <a:pt x="0" y="325"/>
                  </a:lnTo>
                  <a:lnTo>
                    <a:pt x="0" y="325"/>
                  </a:lnTo>
                  <a:close/>
                </a:path>
              </a:pathLst>
            </a:custGeom>
            <a:solidFill>
              <a:schemeClr val="bg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AU"/>
            </a:p>
          </p:txBody>
        </p:sp>
        <p:sp>
          <p:nvSpPr>
            <p:cNvPr id="173071" name="Freeform 15">
              <a:extLst>
                <a:ext uri="{FF2B5EF4-FFF2-40B4-BE49-F238E27FC236}">
                  <a16:creationId xmlns:a16="http://schemas.microsoft.com/office/drawing/2014/main" id="{F2324A83-4185-A6AE-BDEA-06F387EE4174}"/>
                </a:ext>
              </a:extLst>
            </p:cNvPr>
            <p:cNvSpPr>
              <a:spLocks/>
            </p:cNvSpPr>
            <p:nvPr userDrawn="1"/>
          </p:nvSpPr>
          <p:spPr bwMode="auto">
            <a:xfrm>
              <a:off x="485" y="3532"/>
              <a:ext cx="135" cy="121"/>
            </a:xfrm>
            <a:custGeom>
              <a:avLst/>
              <a:gdLst>
                <a:gd name="T0" fmla="*/ 0 w 272"/>
                <a:gd name="T1" fmla="*/ 28 h 241"/>
                <a:gd name="T2" fmla="*/ 160 w 272"/>
                <a:gd name="T3" fmla="*/ 0 h 241"/>
                <a:gd name="T4" fmla="*/ 251 w 272"/>
                <a:gd name="T5" fmla="*/ 36 h 241"/>
                <a:gd name="T6" fmla="*/ 272 w 272"/>
                <a:gd name="T7" fmla="*/ 139 h 241"/>
                <a:gd name="T8" fmla="*/ 164 w 272"/>
                <a:gd name="T9" fmla="*/ 146 h 241"/>
                <a:gd name="T10" fmla="*/ 32 w 272"/>
                <a:gd name="T11" fmla="*/ 241 h 241"/>
                <a:gd name="T12" fmla="*/ 0 w 272"/>
                <a:gd name="T13" fmla="*/ 28 h 241"/>
                <a:gd name="T14" fmla="*/ 0 w 272"/>
                <a:gd name="T15" fmla="*/ 28 h 241"/>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272" h="241">
                  <a:moveTo>
                    <a:pt x="0" y="28"/>
                  </a:moveTo>
                  <a:lnTo>
                    <a:pt x="160" y="0"/>
                  </a:lnTo>
                  <a:lnTo>
                    <a:pt x="251" y="36"/>
                  </a:lnTo>
                  <a:lnTo>
                    <a:pt x="272" y="139"/>
                  </a:lnTo>
                  <a:lnTo>
                    <a:pt x="164" y="146"/>
                  </a:lnTo>
                  <a:lnTo>
                    <a:pt x="32" y="241"/>
                  </a:lnTo>
                  <a:lnTo>
                    <a:pt x="0" y="28"/>
                  </a:lnTo>
                  <a:lnTo>
                    <a:pt x="0" y="28"/>
                  </a:lnTo>
                  <a:close/>
                </a:path>
              </a:pathLst>
            </a:custGeom>
            <a:solidFill>
              <a:schemeClr val="hlink"/>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AU"/>
            </a:p>
          </p:txBody>
        </p:sp>
        <p:sp>
          <p:nvSpPr>
            <p:cNvPr id="173072" name="Freeform 16">
              <a:extLst>
                <a:ext uri="{FF2B5EF4-FFF2-40B4-BE49-F238E27FC236}">
                  <a16:creationId xmlns:a16="http://schemas.microsoft.com/office/drawing/2014/main" id="{8FFB5753-BC38-B66B-F982-2A3A0F6A5F0F}"/>
                </a:ext>
              </a:extLst>
            </p:cNvPr>
            <p:cNvSpPr>
              <a:spLocks/>
            </p:cNvSpPr>
            <p:nvPr userDrawn="1"/>
          </p:nvSpPr>
          <p:spPr bwMode="auto">
            <a:xfrm>
              <a:off x="641" y="4163"/>
              <a:ext cx="76" cy="112"/>
            </a:xfrm>
            <a:custGeom>
              <a:avLst/>
              <a:gdLst>
                <a:gd name="T0" fmla="*/ 152 w 152"/>
                <a:gd name="T1" fmla="*/ 4 h 224"/>
                <a:gd name="T2" fmla="*/ 152 w 152"/>
                <a:gd name="T3" fmla="*/ 224 h 224"/>
                <a:gd name="T4" fmla="*/ 0 w 152"/>
                <a:gd name="T5" fmla="*/ 8 h 224"/>
                <a:gd name="T6" fmla="*/ 72 w 152"/>
                <a:gd name="T7" fmla="*/ 0 h 224"/>
                <a:gd name="T8" fmla="*/ 152 w 152"/>
                <a:gd name="T9" fmla="*/ 4 h 224"/>
                <a:gd name="T10" fmla="*/ 152 w 152"/>
                <a:gd name="T11" fmla="*/ 4 h 224"/>
              </a:gdLst>
              <a:ahLst/>
              <a:cxnLst>
                <a:cxn ang="0">
                  <a:pos x="T0" y="T1"/>
                </a:cxn>
                <a:cxn ang="0">
                  <a:pos x="T2" y="T3"/>
                </a:cxn>
                <a:cxn ang="0">
                  <a:pos x="T4" y="T5"/>
                </a:cxn>
                <a:cxn ang="0">
                  <a:pos x="T6" y="T7"/>
                </a:cxn>
                <a:cxn ang="0">
                  <a:pos x="T8" y="T9"/>
                </a:cxn>
                <a:cxn ang="0">
                  <a:pos x="T10" y="T11"/>
                </a:cxn>
              </a:cxnLst>
              <a:rect l="0" t="0" r="r" b="b"/>
              <a:pathLst>
                <a:path w="152" h="224">
                  <a:moveTo>
                    <a:pt x="152" y="4"/>
                  </a:moveTo>
                  <a:lnTo>
                    <a:pt x="152" y="224"/>
                  </a:lnTo>
                  <a:lnTo>
                    <a:pt x="0" y="8"/>
                  </a:lnTo>
                  <a:lnTo>
                    <a:pt x="72" y="0"/>
                  </a:lnTo>
                  <a:lnTo>
                    <a:pt x="152" y="4"/>
                  </a:lnTo>
                  <a:lnTo>
                    <a:pt x="152" y="4"/>
                  </a:lnTo>
                  <a:close/>
                </a:path>
              </a:pathLst>
            </a:custGeom>
            <a:solidFill>
              <a:schemeClr val="hlink"/>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AU"/>
            </a:p>
          </p:txBody>
        </p:sp>
        <p:sp>
          <p:nvSpPr>
            <p:cNvPr id="173073" name="Freeform 17">
              <a:extLst>
                <a:ext uri="{FF2B5EF4-FFF2-40B4-BE49-F238E27FC236}">
                  <a16:creationId xmlns:a16="http://schemas.microsoft.com/office/drawing/2014/main" id="{76254DBA-5AEB-9F01-541C-29E0074244ED}"/>
                </a:ext>
              </a:extLst>
            </p:cNvPr>
            <p:cNvSpPr>
              <a:spLocks/>
            </p:cNvSpPr>
            <p:nvPr userDrawn="1"/>
          </p:nvSpPr>
          <p:spPr bwMode="auto">
            <a:xfrm>
              <a:off x="504" y="3607"/>
              <a:ext cx="193" cy="383"/>
            </a:xfrm>
            <a:custGeom>
              <a:avLst/>
              <a:gdLst>
                <a:gd name="T0" fmla="*/ 0 w 386"/>
                <a:gd name="T1" fmla="*/ 80 h 764"/>
                <a:gd name="T2" fmla="*/ 87 w 386"/>
                <a:gd name="T3" fmla="*/ 0 h 764"/>
                <a:gd name="T4" fmla="*/ 232 w 386"/>
                <a:gd name="T5" fmla="*/ 6 h 764"/>
                <a:gd name="T6" fmla="*/ 386 w 386"/>
                <a:gd name="T7" fmla="*/ 764 h 764"/>
                <a:gd name="T8" fmla="*/ 279 w 386"/>
                <a:gd name="T9" fmla="*/ 720 h 764"/>
                <a:gd name="T10" fmla="*/ 152 w 386"/>
                <a:gd name="T11" fmla="*/ 677 h 764"/>
                <a:gd name="T12" fmla="*/ 0 w 386"/>
                <a:gd name="T13" fmla="*/ 80 h 764"/>
                <a:gd name="T14" fmla="*/ 0 w 386"/>
                <a:gd name="T15" fmla="*/ 80 h 764"/>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386" h="764">
                  <a:moveTo>
                    <a:pt x="0" y="80"/>
                  </a:moveTo>
                  <a:lnTo>
                    <a:pt x="87" y="0"/>
                  </a:lnTo>
                  <a:lnTo>
                    <a:pt x="232" y="6"/>
                  </a:lnTo>
                  <a:lnTo>
                    <a:pt x="386" y="764"/>
                  </a:lnTo>
                  <a:lnTo>
                    <a:pt x="279" y="720"/>
                  </a:lnTo>
                  <a:lnTo>
                    <a:pt x="152" y="677"/>
                  </a:lnTo>
                  <a:lnTo>
                    <a:pt x="0" y="80"/>
                  </a:lnTo>
                  <a:lnTo>
                    <a:pt x="0" y="80"/>
                  </a:lnTo>
                  <a:close/>
                </a:path>
              </a:pathLst>
            </a:custGeom>
            <a:solidFill>
              <a:schemeClr val="bg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AU"/>
            </a:p>
          </p:txBody>
        </p:sp>
        <p:sp>
          <p:nvSpPr>
            <p:cNvPr id="173074" name="Freeform 18">
              <a:extLst>
                <a:ext uri="{FF2B5EF4-FFF2-40B4-BE49-F238E27FC236}">
                  <a16:creationId xmlns:a16="http://schemas.microsoft.com/office/drawing/2014/main" id="{C823B309-93C2-B9A5-ABB2-172C4B4B9472}"/>
                </a:ext>
              </a:extLst>
            </p:cNvPr>
            <p:cNvSpPr>
              <a:spLocks/>
            </p:cNvSpPr>
            <p:nvPr userDrawn="1"/>
          </p:nvSpPr>
          <p:spPr bwMode="auto">
            <a:xfrm>
              <a:off x="668" y="3590"/>
              <a:ext cx="364" cy="174"/>
            </a:xfrm>
            <a:custGeom>
              <a:avLst/>
              <a:gdLst>
                <a:gd name="T0" fmla="*/ 692 w 728"/>
                <a:gd name="T1" fmla="*/ 0 h 348"/>
                <a:gd name="T2" fmla="*/ 0 w 728"/>
                <a:gd name="T3" fmla="*/ 106 h 348"/>
                <a:gd name="T4" fmla="*/ 28 w 728"/>
                <a:gd name="T5" fmla="*/ 348 h 348"/>
                <a:gd name="T6" fmla="*/ 715 w 728"/>
                <a:gd name="T7" fmla="*/ 237 h 348"/>
                <a:gd name="T8" fmla="*/ 728 w 728"/>
                <a:gd name="T9" fmla="*/ 43 h 348"/>
                <a:gd name="T10" fmla="*/ 692 w 728"/>
                <a:gd name="T11" fmla="*/ 0 h 348"/>
                <a:gd name="T12" fmla="*/ 692 w 728"/>
                <a:gd name="T13" fmla="*/ 0 h 348"/>
              </a:gdLst>
              <a:ahLst/>
              <a:cxnLst>
                <a:cxn ang="0">
                  <a:pos x="T0" y="T1"/>
                </a:cxn>
                <a:cxn ang="0">
                  <a:pos x="T2" y="T3"/>
                </a:cxn>
                <a:cxn ang="0">
                  <a:pos x="T4" y="T5"/>
                </a:cxn>
                <a:cxn ang="0">
                  <a:pos x="T6" y="T7"/>
                </a:cxn>
                <a:cxn ang="0">
                  <a:pos x="T8" y="T9"/>
                </a:cxn>
                <a:cxn ang="0">
                  <a:pos x="T10" y="T11"/>
                </a:cxn>
                <a:cxn ang="0">
                  <a:pos x="T12" y="T13"/>
                </a:cxn>
              </a:cxnLst>
              <a:rect l="0" t="0" r="r" b="b"/>
              <a:pathLst>
                <a:path w="728" h="348">
                  <a:moveTo>
                    <a:pt x="692" y="0"/>
                  </a:moveTo>
                  <a:lnTo>
                    <a:pt x="0" y="106"/>
                  </a:lnTo>
                  <a:lnTo>
                    <a:pt x="28" y="348"/>
                  </a:lnTo>
                  <a:lnTo>
                    <a:pt x="715" y="237"/>
                  </a:lnTo>
                  <a:lnTo>
                    <a:pt x="728" y="43"/>
                  </a:lnTo>
                  <a:lnTo>
                    <a:pt x="692" y="0"/>
                  </a:lnTo>
                  <a:lnTo>
                    <a:pt x="692" y="0"/>
                  </a:lnTo>
                  <a:close/>
                </a:path>
              </a:pathLst>
            </a:custGeom>
            <a:solidFill>
              <a:schemeClr val="bg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AU"/>
            </a:p>
          </p:txBody>
        </p:sp>
        <p:sp>
          <p:nvSpPr>
            <p:cNvPr id="173075" name="Freeform 19">
              <a:extLst>
                <a:ext uri="{FF2B5EF4-FFF2-40B4-BE49-F238E27FC236}">
                  <a16:creationId xmlns:a16="http://schemas.microsoft.com/office/drawing/2014/main" id="{973CF2B3-13FE-963E-74F5-4159F339BA82}"/>
                </a:ext>
              </a:extLst>
            </p:cNvPr>
            <p:cNvSpPr>
              <a:spLocks/>
            </p:cNvSpPr>
            <p:nvPr userDrawn="1"/>
          </p:nvSpPr>
          <p:spPr bwMode="auto">
            <a:xfrm>
              <a:off x="347" y="3693"/>
              <a:ext cx="156" cy="67"/>
            </a:xfrm>
            <a:custGeom>
              <a:avLst/>
              <a:gdLst>
                <a:gd name="T0" fmla="*/ 272 w 312"/>
                <a:gd name="T1" fmla="*/ 0 h 135"/>
                <a:gd name="T2" fmla="*/ 0 w 312"/>
                <a:gd name="T3" fmla="*/ 78 h 135"/>
                <a:gd name="T4" fmla="*/ 312 w 312"/>
                <a:gd name="T5" fmla="*/ 135 h 135"/>
                <a:gd name="T6" fmla="*/ 272 w 312"/>
                <a:gd name="T7" fmla="*/ 0 h 135"/>
                <a:gd name="T8" fmla="*/ 272 w 312"/>
                <a:gd name="T9" fmla="*/ 0 h 135"/>
              </a:gdLst>
              <a:ahLst/>
              <a:cxnLst>
                <a:cxn ang="0">
                  <a:pos x="T0" y="T1"/>
                </a:cxn>
                <a:cxn ang="0">
                  <a:pos x="T2" y="T3"/>
                </a:cxn>
                <a:cxn ang="0">
                  <a:pos x="T4" y="T5"/>
                </a:cxn>
                <a:cxn ang="0">
                  <a:pos x="T6" y="T7"/>
                </a:cxn>
                <a:cxn ang="0">
                  <a:pos x="T8" y="T9"/>
                </a:cxn>
              </a:cxnLst>
              <a:rect l="0" t="0" r="r" b="b"/>
              <a:pathLst>
                <a:path w="312" h="135">
                  <a:moveTo>
                    <a:pt x="272" y="0"/>
                  </a:moveTo>
                  <a:lnTo>
                    <a:pt x="0" y="78"/>
                  </a:lnTo>
                  <a:lnTo>
                    <a:pt x="312" y="135"/>
                  </a:lnTo>
                  <a:lnTo>
                    <a:pt x="272" y="0"/>
                  </a:lnTo>
                  <a:lnTo>
                    <a:pt x="272" y="0"/>
                  </a:lnTo>
                  <a:close/>
                </a:path>
              </a:pathLst>
            </a:cu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AU"/>
            </a:p>
          </p:txBody>
        </p:sp>
        <p:grpSp>
          <p:nvGrpSpPr>
            <p:cNvPr id="173076" name="Group 20">
              <a:extLst>
                <a:ext uri="{FF2B5EF4-FFF2-40B4-BE49-F238E27FC236}">
                  <a16:creationId xmlns:a16="http://schemas.microsoft.com/office/drawing/2014/main" id="{1CA9BA67-9C79-9E24-BED3-AC801A73EB35}"/>
                </a:ext>
              </a:extLst>
            </p:cNvPr>
            <p:cNvGrpSpPr>
              <a:grpSpLocks/>
            </p:cNvGrpSpPr>
            <p:nvPr userDrawn="1"/>
          </p:nvGrpSpPr>
          <p:grpSpPr bwMode="auto">
            <a:xfrm>
              <a:off x="5" y="3490"/>
              <a:ext cx="1124" cy="780"/>
              <a:chOff x="5" y="3490"/>
              <a:chExt cx="1124" cy="780"/>
            </a:xfrm>
          </p:grpSpPr>
          <p:grpSp>
            <p:nvGrpSpPr>
              <p:cNvPr id="173077" name="Group 21">
                <a:extLst>
                  <a:ext uri="{FF2B5EF4-FFF2-40B4-BE49-F238E27FC236}">
                    <a16:creationId xmlns:a16="http://schemas.microsoft.com/office/drawing/2014/main" id="{4AF007C4-B69B-7911-9EA5-52A934DEE23F}"/>
                  </a:ext>
                </a:extLst>
              </p:cNvPr>
              <p:cNvGrpSpPr>
                <a:grpSpLocks/>
              </p:cNvGrpSpPr>
              <p:nvPr userDrawn="1"/>
            </p:nvGrpSpPr>
            <p:grpSpPr bwMode="auto">
              <a:xfrm>
                <a:off x="499" y="3562"/>
                <a:ext cx="548" cy="708"/>
                <a:chOff x="499" y="3562"/>
                <a:chExt cx="548" cy="708"/>
              </a:xfrm>
            </p:grpSpPr>
            <p:sp>
              <p:nvSpPr>
                <p:cNvPr id="173078" name="Freeform 22">
                  <a:extLst>
                    <a:ext uri="{FF2B5EF4-FFF2-40B4-BE49-F238E27FC236}">
                      <a16:creationId xmlns:a16="http://schemas.microsoft.com/office/drawing/2014/main" id="{9B0154A2-AE20-3C46-D943-72157A49DD53}"/>
                    </a:ext>
                  </a:extLst>
                </p:cNvPr>
                <p:cNvSpPr>
                  <a:spLocks/>
                </p:cNvSpPr>
                <p:nvPr userDrawn="1"/>
              </p:nvSpPr>
              <p:spPr bwMode="auto">
                <a:xfrm>
                  <a:off x="499" y="3587"/>
                  <a:ext cx="157" cy="87"/>
                </a:xfrm>
                <a:custGeom>
                  <a:avLst/>
                  <a:gdLst>
                    <a:gd name="T0" fmla="*/ 0 w 313"/>
                    <a:gd name="T1" fmla="*/ 107 h 175"/>
                    <a:gd name="T2" fmla="*/ 114 w 313"/>
                    <a:gd name="T3" fmla="*/ 10 h 175"/>
                    <a:gd name="T4" fmla="*/ 213 w 313"/>
                    <a:gd name="T5" fmla="*/ 0 h 175"/>
                    <a:gd name="T6" fmla="*/ 292 w 313"/>
                    <a:gd name="T7" fmla="*/ 27 h 175"/>
                    <a:gd name="T8" fmla="*/ 313 w 313"/>
                    <a:gd name="T9" fmla="*/ 91 h 175"/>
                    <a:gd name="T10" fmla="*/ 167 w 313"/>
                    <a:gd name="T11" fmla="*/ 67 h 175"/>
                    <a:gd name="T12" fmla="*/ 74 w 313"/>
                    <a:gd name="T13" fmla="*/ 101 h 175"/>
                    <a:gd name="T14" fmla="*/ 13 w 313"/>
                    <a:gd name="T15" fmla="*/ 175 h 175"/>
                    <a:gd name="T16" fmla="*/ 0 w 313"/>
                    <a:gd name="T17" fmla="*/ 107 h 175"/>
                    <a:gd name="T18" fmla="*/ 0 w 313"/>
                    <a:gd name="T19" fmla="*/ 107 h 17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313" h="175">
                      <a:moveTo>
                        <a:pt x="0" y="107"/>
                      </a:moveTo>
                      <a:lnTo>
                        <a:pt x="114" y="10"/>
                      </a:lnTo>
                      <a:lnTo>
                        <a:pt x="213" y="0"/>
                      </a:lnTo>
                      <a:lnTo>
                        <a:pt x="292" y="27"/>
                      </a:lnTo>
                      <a:lnTo>
                        <a:pt x="313" y="91"/>
                      </a:lnTo>
                      <a:lnTo>
                        <a:pt x="167" y="67"/>
                      </a:lnTo>
                      <a:lnTo>
                        <a:pt x="74" y="101"/>
                      </a:lnTo>
                      <a:lnTo>
                        <a:pt x="13" y="175"/>
                      </a:lnTo>
                      <a:lnTo>
                        <a:pt x="0" y="107"/>
                      </a:lnTo>
                      <a:lnTo>
                        <a:pt x="0" y="107"/>
                      </a:lnTo>
                      <a:close/>
                    </a:path>
                  </a:pathLst>
                </a:cu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AU"/>
                </a:p>
              </p:txBody>
            </p:sp>
            <p:sp>
              <p:nvSpPr>
                <p:cNvPr id="173079" name="Freeform 23">
                  <a:extLst>
                    <a:ext uri="{FF2B5EF4-FFF2-40B4-BE49-F238E27FC236}">
                      <a16:creationId xmlns:a16="http://schemas.microsoft.com/office/drawing/2014/main" id="{BE8BF312-EC0A-F176-2093-2CC8656DC367}"/>
                    </a:ext>
                  </a:extLst>
                </p:cNvPr>
                <p:cNvSpPr>
                  <a:spLocks/>
                </p:cNvSpPr>
                <p:nvPr userDrawn="1"/>
              </p:nvSpPr>
              <p:spPr bwMode="auto">
                <a:xfrm>
                  <a:off x="636" y="4137"/>
                  <a:ext cx="115" cy="133"/>
                </a:xfrm>
                <a:custGeom>
                  <a:avLst/>
                  <a:gdLst>
                    <a:gd name="T0" fmla="*/ 0 w 230"/>
                    <a:gd name="T1" fmla="*/ 40 h 266"/>
                    <a:gd name="T2" fmla="*/ 160 w 230"/>
                    <a:gd name="T3" fmla="*/ 266 h 266"/>
                    <a:gd name="T4" fmla="*/ 230 w 230"/>
                    <a:gd name="T5" fmla="*/ 251 h 266"/>
                    <a:gd name="T6" fmla="*/ 223 w 230"/>
                    <a:gd name="T7" fmla="*/ 17 h 266"/>
                    <a:gd name="T8" fmla="*/ 166 w 230"/>
                    <a:gd name="T9" fmla="*/ 0 h 266"/>
                    <a:gd name="T10" fmla="*/ 179 w 230"/>
                    <a:gd name="T11" fmla="*/ 197 h 266"/>
                    <a:gd name="T12" fmla="*/ 71 w 230"/>
                    <a:gd name="T13" fmla="*/ 4 h 266"/>
                    <a:gd name="T14" fmla="*/ 0 w 230"/>
                    <a:gd name="T15" fmla="*/ 40 h 266"/>
                    <a:gd name="T16" fmla="*/ 0 w 230"/>
                    <a:gd name="T17" fmla="*/ 40 h 2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30" h="266">
                      <a:moveTo>
                        <a:pt x="0" y="40"/>
                      </a:moveTo>
                      <a:lnTo>
                        <a:pt x="160" y="266"/>
                      </a:lnTo>
                      <a:lnTo>
                        <a:pt x="230" y="251"/>
                      </a:lnTo>
                      <a:lnTo>
                        <a:pt x="223" y="17"/>
                      </a:lnTo>
                      <a:lnTo>
                        <a:pt x="166" y="0"/>
                      </a:lnTo>
                      <a:lnTo>
                        <a:pt x="179" y="197"/>
                      </a:lnTo>
                      <a:lnTo>
                        <a:pt x="71" y="4"/>
                      </a:lnTo>
                      <a:lnTo>
                        <a:pt x="0" y="40"/>
                      </a:lnTo>
                      <a:lnTo>
                        <a:pt x="0" y="40"/>
                      </a:lnTo>
                      <a:close/>
                    </a:path>
                  </a:pathLst>
                </a:cu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AU"/>
                </a:p>
              </p:txBody>
            </p:sp>
            <p:sp>
              <p:nvSpPr>
                <p:cNvPr id="173080" name="Freeform 24">
                  <a:extLst>
                    <a:ext uri="{FF2B5EF4-FFF2-40B4-BE49-F238E27FC236}">
                      <a16:creationId xmlns:a16="http://schemas.microsoft.com/office/drawing/2014/main" id="{F2208BB0-1AE9-D704-1C4A-4395323677E0}"/>
                    </a:ext>
                  </a:extLst>
                </p:cNvPr>
                <p:cNvSpPr>
                  <a:spLocks/>
                </p:cNvSpPr>
                <p:nvPr userDrawn="1"/>
              </p:nvSpPr>
              <p:spPr bwMode="auto">
                <a:xfrm>
                  <a:off x="1004" y="3562"/>
                  <a:ext cx="43" cy="117"/>
                </a:xfrm>
                <a:custGeom>
                  <a:avLst/>
                  <a:gdLst>
                    <a:gd name="T0" fmla="*/ 0 w 87"/>
                    <a:gd name="T1" fmla="*/ 19 h 234"/>
                    <a:gd name="T2" fmla="*/ 36 w 87"/>
                    <a:gd name="T3" fmla="*/ 93 h 234"/>
                    <a:gd name="T4" fmla="*/ 44 w 87"/>
                    <a:gd name="T5" fmla="*/ 154 h 234"/>
                    <a:gd name="T6" fmla="*/ 27 w 87"/>
                    <a:gd name="T7" fmla="*/ 234 h 234"/>
                    <a:gd name="T8" fmla="*/ 80 w 87"/>
                    <a:gd name="T9" fmla="*/ 220 h 234"/>
                    <a:gd name="T10" fmla="*/ 87 w 87"/>
                    <a:gd name="T11" fmla="*/ 116 h 234"/>
                    <a:gd name="T12" fmla="*/ 46 w 87"/>
                    <a:gd name="T13" fmla="*/ 0 h 234"/>
                    <a:gd name="T14" fmla="*/ 0 w 87"/>
                    <a:gd name="T15" fmla="*/ 19 h 234"/>
                    <a:gd name="T16" fmla="*/ 0 w 87"/>
                    <a:gd name="T17" fmla="*/ 19 h 2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87" h="234">
                      <a:moveTo>
                        <a:pt x="0" y="19"/>
                      </a:moveTo>
                      <a:lnTo>
                        <a:pt x="36" y="93"/>
                      </a:lnTo>
                      <a:lnTo>
                        <a:pt x="44" y="154"/>
                      </a:lnTo>
                      <a:lnTo>
                        <a:pt x="27" y="234"/>
                      </a:lnTo>
                      <a:lnTo>
                        <a:pt x="80" y="220"/>
                      </a:lnTo>
                      <a:lnTo>
                        <a:pt x="87" y="116"/>
                      </a:lnTo>
                      <a:lnTo>
                        <a:pt x="46" y="0"/>
                      </a:lnTo>
                      <a:lnTo>
                        <a:pt x="0" y="19"/>
                      </a:lnTo>
                      <a:lnTo>
                        <a:pt x="0" y="19"/>
                      </a:lnTo>
                      <a:close/>
                    </a:path>
                  </a:pathLst>
                </a:cu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AU"/>
                </a:p>
              </p:txBody>
            </p:sp>
          </p:grpSp>
          <p:sp>
            <p:nvSpPr>
              <p:cNvPr id="173081" name="Freeform 25">
                <a:extLst>
                  <a:ext uri="{FF2B5EF4-FFF2-40B4-BE49-F238E27FC236}">
                    <a16:creationId xmlns:a16="http://schemas.microsoft.com/office/drawing/2014/main" id="{9EB939FF-14F3-F56E-81A9-EA6DD4069E70}"/>
                  </a:ext>
                </a:extLst>
              </p:cNvPr>
              <p:cNvSpPr>
                <a:spLocks/>
              </p:cNvSpPr>
              <p:nvPr userDrawn="1"/>
            </p:nvSpPr>
            <p:spPr bwMode="auto">
              <a:xfrm>
                <a:off x="76" y="3732"/>
                <a:ext cx="595" cy="250"/>
              </a:xfrm>
              <a:custGeom>
                <a:avLst/>
                <a:gdLst>
                  <a:gd name="T0" fmla="*/ 100 w 1190"/>
                  <a:gd name="T1" fmla="*/ 0 h 500"/>
                  <a:gd name="T2" fmla="*/ 1190 w 1190"/>
                  <a:gd name="T3" fmla="*/ 490 h 500"/>
                  <a:gd name="T4" fmla="*/ 1076 w 1190"/>
                  <a:gd name="T5" fmla="*/ 500 h 500"/>
                  <a:gd name="T6" fmla="*/ 0 w 1190"/>
                  <a:gd name="T7" fmla="*/ 27 h 500"/>
                  <a:gd name="T8" fmla="*/ 100 w 1190"/>
                  <a:gd name="T9" fmla="*/ 0 h 500"/>
                  <a:gd name="T10" fmla="*/ 100 w 1190"/>
                  <a:gd name="T11" fmla="*/ 0 h 500"/>
                </a:gdLst>
                <a:ahLst/>
                <a:cxnLst>
                  <a:cxn ang="0">
                    <a:pos x="T0" y="T1"/>
                  </a:cxn>
                  <a:cxn ang="0">
                    <a:pos x="T2" y="T3"/>
                  </a:cxn>
                  <a:cxn ang="0">
                    <a:pos x="T4" y="T5"/>
                  </a:cxn>
                  <a:cxn ang="0">
                    <a:pos x="T6" y="T7"/>
                  </a:cxn>
                  <a:cxn ang="0">
                    <a:pos x="T8" y="T9"/>
                  </a:cxn>
                  <a:cxn ang="0">
                    <a:pos x="T10" y="T11"/>
                  </a:cxn>
                </a:cxnLst>
                <a:rect l="0" t="0" r="r" b="b"/>
                <a:pathLst>
                  <a:path w="1190" h="500">
                    <a:moveTo>
                      <a:pt x="100" y="0"/>
                    </a:moveTo>
                    <a:lnTo>
                      <a:pt x="1190" y="490"/>
                    </a:lnTo>
                    <a:lnTo>
                      <a:pt x="1076" y="500"/>
                    </a:lnTo>
                    <a:lnTo>
                      <a:pt x="0" y="27"/>
                    </a:lnTo>
                    <a:lnTo>
                      <a:pt x="100" y="0"/>
                    </a:lnTo>
                    <a:lnTo>
                      <a:pt x="100" y="0"/>
                    </a:lnTo>
                    <a:close/>
                  </a:path>
                </a:pathLst>
              </a:cu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AU"/>
              </a:p>
            </p:txBody>
          </p:sp>
          <p:sp>
            <p:nvSpPr>
              <p:cNvPr id="173082" name="Freeform 26">
                <a:extLst>
                  <a:ext uri="{FF2B5EF4-FFF2-40B4-BE49-F238E27FC236}">
                    <a16:creationId xmlns:a16="http://schemas.microsoft.com/office/drawing/2014/main" id="{B26462DC-2640-0C2C-4830-44995F546205}"/>
                  </a:ext>
                </a:extLst>
              </p:cNvPr>
              <p:cNvSpPr>
                <a:spLocks/>
              </p:cNvSpPr>
              <p:nvPr userDrawn="1"/>
            </p:nvSpPr>
            <p:spPr bwMode="auto">
              <a:xfrm>
                <a:off x="260" y="3886"/>
                <a:ext cx="244" cy="148"/>
              </a:xfrm>
              <a:custGeom>
                <a:avLst/>
                <a:gdLst>
                  <a:gd name="T0" fmla="*/ 14 w 489"/>
                  <a:gd name="T1" fmla="*/ 34 h 296"/>
                  <a:gd name="T2" fmla="*/ 160 w 489"/>
                  <a:gd name="T3" fmla="*/ 66 h 296"/>
                  <a:gd name="T4" fmla="*/ 324 w 489"/>
                  <a:gd name="T5" fmla="*/ 137 h 296"/>
                  <a:gd name="T6" fmla="*/ 440 w 489"/>
                  <a:gd name="T7" fmla="*/ 243 h 296"/>
                  <a:gd name="T8" fmla="*/ 326 w 489"/>
                  <a:gd name="T9" fmla="*/ 230 h 296"/>
                  <a:gd name="T10" fmla="*/ 139 w 489"/>
                  <a:gd name="T11" fmla="*/ 146 h 296"/>
                  <a:gd name="T12" fmla="*/ 50 w 489"/>
                  <a:gd name="T13" fmla="*/ 80 h 296"/>
                  <a:gd name="T14" fmla="*/ 107 w 489"/>
                  <a:gd name="T15" fmla="*/ 163 h 296"/>
                  <a:gd name="T16" fmla="*/ 272 w 489"/>
                  <a:gd name="T17" fmla="*/ 270 h 296"/>
                  <a:gd name="T18" fmla="*/ 466 w 489"/>
                  <a:gd name="T19" fmla="*/ 296 h 296"/>
                  <a:gd name="T20" fmla="*/ 489 w 489"/>
                  <a:gd name="T21" fmla="*/ 224 h 296"/>
                  <a:gd name="T22" fmla="*/ 394 w 489"/>
                  <a:gd name="T23" fmla="*/ 120 h 296"/>
                  <a:gd name="T24" fmla="*/ 170 w 489"/>
                  <a:gd name="T25" fmla="*/ 17 h 296"/>
                  <a:gd name="T26" fmla="*/ 0 w 489"/>
                  <a:gd name="T27" fmla="*/ 0 h 296"/>
                  <a:gd name="T28" fmla="*/ 14 w 489"/>
                  <a:gd name="T29" fmla="*/ 34 h 296"/>
                  <a:gd name="T30" fmla="*/ 14 w 489"/>
                  <a:gd name="T31" fmla="*/ 34 h 2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489" h="296">
                    <a:moveTo>
                      <a:pt x="14" y="34"/>
                    </a:moveTo>
                    <a:lnTo>
                      <a:pt x="160" y="66"/>
                    </a:lnTo>
                    <a:lnTo>
                      <a:pt x="324" y="137"/>
                    </a:lnTo>
                    <a:lnTo>
                      <a:pt x="440" y="243"/>
                    </a:lnTo>
                    <a:lnTo>
                      <a:pt x="326" y="230"/>
                    </a:lnTo>
                    <a:lnTo>
                      <a:pt x="139" y="146"/>
                    </a:lnTo>
                    <a:lnTo>
                      <a:pt x="50" y="80"/>
                    </a:lnTo>
                    <a:lnTo>
                      <a:pt x="107" y="163"/>
                    </a:lnTo>
                    <a:lnTo>
                      <a:pt x="272" y="270"/>
                    </a:lnTo>
                    <a:lnTo>
                      <a:pt x="466" y="296"/>
                    </a:lnTo>
                    <a:lnTo>
                      <a:pt x="489" y="224"/>
                    </a:lnTo>
                    <a:lnTo>
                      <a:pt x="394" y="120"/>
                    </a:lnTo>
                    <a:lnTo>
                      <a:pt x="170" y="17"/>
                    </a:lnTo>
                    <a:lnTo>
                      <a:pt x="0" y="0"/>
                    </a:lnTo>
                    <a:lnTo>
                      <a:pt x="14" y="34"/>
                    </a:lnTo>
                    <a:lnTo>
                      <a:pt x="14" y="34"/>
                    </a:lnTo>
                    <a:close/>
                  </a:path>
                </a:pathLst>
              </a:cu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AU"/>
              </a:p>
            </p:txBody>
          </p:sp>
          <p:sp>
            <p:nvSpPr>
              <p:cNvPr id="173083" name="Freeform 27">
                <a:extLst>
                  <a:ext uri="{FF2B5EF4-FFF2-40B4-BE49-F238E27FC236}">
                    <a16:creationId xmlns:a16="http://schemas.microsoft.com/office/drawing/2014/main" id="{E4D493A5-EDCB-624D-51AD-405B95835963}"/>
                  </a:ext>
                </a:extLst>
              </p:cNvPr>
              <p:cNvSpPr>
                <a:spLocks/>
              </p:cNvSpPr>
              <p:nvPr userDrawn="1"/>
            </p:nvSpPr>
            <p:spPr bwMode="auto">
              <a:xfrm>
                <a:off x="565" y="3680"/>
                <a:ext cx="107" cy="238"/>
              </a:xfrm>
              <a:custGeom>
                <a:avLst/>
                <a:gdLst>
                  <a:gd name="T0" fmla="*/ 24 w 213"/>
                  <a:gd name="T1" fmla="*/ 0 h 478"/>
                  <a:gd name="T2" fmla="*/ 91 w 213"/>
                  <a:gd name="T3" fmla="*/ 25 h 478"/>
                  <a:gd name="T4" fmla="*/ 80 w 213"/>
                  <a:gd name="T5" fmla="*/ 192 h 478"/>
                  <a:gd name="T6" fmla="*/ 106 w 213"/>
                  <a:gd name="T7" fmla="*/ 327 h 478"/>
                  <a:gd name="T8" fmla="*/ 213 w 213"/>
                  <a:gd name="T9" fmla="*/ 451 h 478"/>
                  <a:gd name="T10" fmla="*/ 97 w 213"/>
                  <a:gd name="T11" fmla="*/ 478 h 478"/>
                  <a:gd name="T12" fmla="*/ 30 w 213"/>
                  <a:gd name="T13" fmla="*/ 344 h 478"/>
                  <a:gd name="T14" fmla="*/ 0 w 213"/>
                  <a:gd name="T15" fmla="*/ 57 h 478"/>
                  <a:gd name="T16" fmla="*/ 24 w 213"/>
                  <a:gd name="T17" fmla="*/ 0 h 478"/>
                  <a:gd name="T18" fmla="*/ 24 w 213"/>
                  <a:gd name="T19" fmla="*/ 0 h 47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13" h="478">
                    <a:moveTo>
                      <a:pt x="24" y="0"/>
                    </a:moveTo>
                    <a:lnTo>
                      <a:pt x="91" y="25"/>
                    </a:lnTo>
                    <a:lnTo>
                      <a:pt x="80" y="192"/>
                    </a:lnTo>
                    <a:lnTo>
                      <a:pt x="106" y="327"/>
                    </a:lnTo>
                    <a:lnTo>
                      <a:pt x="213" y="451"/>
                    </a:lnTo>
                    <a:lnTo>
                      <a:pt x="97" y="478"/>
                    </a:lnTo>
                    <a:lnTo>
                      <a:pt x="30" y="344"/>
                    </a:lnTo>
                    <a:lnTo>
                      <a:pt x="0" y="57"/>
                    </a:lnTo>
                    <a:lnTo>
                      <a:pt x="24" y="0"/>
                    </a:lnTo>
                    <a:lnTo>
                      <a:pt x="24" y="0"/>
                    </a:lnTo>
                    <a:close/>
                  </a:path>
                </a:pathLst>
              </a:cu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AU"/>
              </a:p>
            </p:txBody>
          </p:sp>
          <p:grpSp>
            <p:nvGrpSpPr>
              <p:cNvPr id="173084" name="Group 28">
                <a:extLst>
                  <a:ext uri="{FF2B5EF4-FFF2-40B4-BE49-F238E27FC236}">
                    <a16:creationId xmlns:a16="http://schemas.microsoft.com/office/drawing/2014/main" id="{947D4042-E983-DEBC-1616-3C32AB7B5DB7}"/>
                  </a:ext>
                </a:extLst>
              </p:cNvPr>
              <p:cNvGrpSpPr>
                <a:grpSpLocks/>
              </p:cNvGrpSpPr>
              <p:nvPr userDrawn="1"/>
            </p:nvGrpSpPr>
            <p:grpSpPr bwMode="auto">
              <a:xfrm>
                <a:off x="5" y="3490"/>
                <a:ext cx="1124" cy="678"/>
                <a:chOff x="5" y="3490"/>
                <a:chExt cx="1124" cy="678"/>
              </a:xfrm>
            </p:grpSpPr>
            <p:sp>
              <p:nvSpPr>
                <p:cNvPr id="173085" name="Freeform 29">
                  <a:extLst>
                    <a:ext uri="{FF2B5EF4-FFF2-40B4-BE49-F238E27FC236}">
                      <a16:creationId xmlns:a16="http://schemas.microsoft.com/office/drawing/2014/main" id="{9CD51D2B-B055-E80F-2506-B33C2EE8DD9F}"/>
                    </a:ext>
                  </a:extLst>
                </p:cNvPr>
                <p:cNvSpPr>
                  <a:spLocks/>
                </p:cNvSpPr>
                <p:nvPr userDrawn="1"/>
              </p:nvSpPr>
              <p:spPr bwMode="auto">
                <a:xfrm>
                  <a:off x="669" y="4048"/>
                  <a:ext cx="75" cy="87"/>
                </a:xfrm>
                <a:custGeom>
                  <a:avLst/>
                  <a:gdLst>
                    <a:gd name="T0" fmla="*/ 110 w 150"/>
                    <a:gd name="T1" fmla="*/ 0 h 173"/>
                    <a:gd name="T2" fmla="*/ 40 w 150"/>
                    <a:gd name="T3" fmla="*/ 66 h 173"/>
                    <a:gd name="T4" fmla="*/ 0 w 150"/>
                    <a:gd name="T5" fmla="*/ 173 h 173"/>
                    <a:gd name="T6" fmla="*/ 80 w 150"/>
                    <a:gd name="T7" fmla="*/ 160 h 173"/>
                    <a:gd name="T8" fmla="*/ 103 w 150"/>
                    <a:gd name="T9" fmla="*/ 84 h 173"/>
                    <a:gd name="T10" fmla="*/ 150 w 150"/>
                    <a:gd name="T11" fmla="*/ 27 h 173"/>
                    <a:gd name="T12" fmla="*/ 110 w 150"/>
                    <a:gd name="T13" fmla="*/ 0 h 173"/>
                    <a:gd name="T14" fmla="*/ 110 w 150"/>
                    <a:gd name="T15" fmla="*/ 0 h 173"/>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50" h="173">
                      <a:moveTo>
                        <a:pt x="110" y="0"/>
                      </a:moveTo>
                      <a:lnTo>
                        <a:pt x="40" y="66"/>
                      </a:lnTo>
                      <a:lnTo>
                        <a:pt x="0" y="173"/>
                      </a:lnTo>
                      <a:lnTo>
                        <a:pt x="80" y="160"/>
                      </a:lnTo>
                      <a:lnTo>
                        <a:pt x="103" y="84"/>
                      </a:lnTo>
                      <a:lnTo>
                        <a:pt x="150" y="27"/>
                      </a:lnTo>
                      <a:lnTo>
                        <a:pt x="110" y="0"/>
                      </a:lnTo>
                      <a:lnTo>
                        <a:pt x="110" y="0"/>
                      </a:lnTo>
                      <a:close/>
                    </a:path>
                  </a:pathLst>
                </a:cu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AU"/>
                </a:p>
              </p:txBody>
            </p:sp>
            <p:sp>
              <p:nvSpPr>
                <p:cNvPr id="173086" name="Freeform 30">
                  <a:extLst>
                    <a:ext uri="{FF2B5EF4-FFF2-40B4-BE49-F238E27FC236}">
                      <a16:creationId xmlns:a16="http://schemas.microsoft.com/office/drawing/2014/main" id="{BCD2B5B6-3CF1-4CA0-8BC2-523C410E8157}"/>
                    </a:ext>
                  </a:extLst>
                </p:cNvPr>
                <p:cNvSpPr>
                  <a:spLocks/>
                </p:cNvSpPr>
                <p:nvPr userDrawn="1"/>
              </p:nvSpPr>
              <p:spPr bwMode="auto">
                <a:xfrm>
                  <a:off x="5" y="3728"/>
                  <a:ext cx="842" cy="440"/>
                </a:xfrm>
                <a:custGeom>
                  <a:avLst/>
                  <a:gdLst>
                    <a:gd name="T0" fmla="*/ 156 w 1684"/>
                    <a:gd name="T1" fmla="*/ 0 h 880"/>
                    <a:gd name="T2" fmla="*/ 63 w 1684"/>
                    <a:gd name="T3" fmla="*/ 52 h 880"/>
                    <a:gd name="T4" fmla="*/ 0 w 1684"/>
                    <a:gd name="T5" fmla="*/ 208 h 880"/>
                    <a:gd name="T6" fmla="*/ 67 w 1684"/>
                    <a:gd name="T7" fmla="*/ 358 h 880"/>
                    <a:gd name="T8" fmla="*/ 1182 w 1684"/>
                    <a:gd name="T9" fmla="*/ 867 h 880"/>
                    <a:gd name="T10" fmla="*/ 1422 w 1684"/>
                    <a:gd name="T11" fmla="*/ 835 h 880"/>
                    <a:gd name="T12" fmla="*/ 1616 w 1684"/>
                    <a:gd name="T13" fmla="*/ 880 h 880"/>
                    <a:gd name="T14" fmla="*/ 1684 w 1684"/>
                    <a:gd name="T15" fmla="*/ 808 h 880"/>
                    <a:gd name="T16" fmla="*/ 1502 w 1684"/>
                    <a:gd name="T17" fmla="*/ 664 h 880"/>
                    <a:gd name="T18" fmla="*/ 1428 w 1684"/>
                    <a:gd name="T19" fmla="*/ 512 h 880"/>
                    <a:gd name="T20" fmla="*/ 1369 w 1684"/>
                    <a:gd name="T21" fmla="*/ 527 h 880"/>
                    <a:gd name="T22" fmla="*/ 1439 w 1684"/>
                    <a:gd name="T23" fmla="*/ 664 h 880"/>
                    <a:gd name="T24" fmla="*/ 1578 w 1684"/>
                    <a:gd name="T25" fmla="*/ 810 h 880"/>
                    <a:gd name="T26" fmla="*/ 1413 w 1684"/>
                    <a:gd name="T27" fmla="*/ 787 h 880"/>
                    <a:gd name="T28" fmla="*/ 1219 w 1684"/>
                    <a:gd name="T29" fmla="*/ 814 h 880"/>
                    <a:gd name="T30" fmla="*/ 1255 w 1684"/>
                    <a:gd name="T31" fmla="*/ 650 h 880"/>
                    <a:gd name="T32" fmla="*/ 1338 w 1684"/>
                    <a:gd name="T33" fmla="*/ 538 h 880"/>
                    <a:gd name="T34" fmla="*/ 1241 w 1684"/>
                    <a:gd name="T35" fmla="*/ 552 h 880"/>
                    <a:gd name="T36" fmla="*/ 1165 w 1684"/>
                    <a:gd name="T37" fmla="*/ 658 h 880"/>
                    <a:gd name="T38" fmla="*/ 1139 w 1684"/>
                    <a:gd name="T39" fmla="*/ 791 h 880"/>
                    <a:gd name="T40" fmla="*/ 107 w 1684"/>
                    <a:gd name="T41" fmla="*/ 310 h 880"/>
                    <a:gd name="T42" fmla="*/ 80 w 1684"/>
                    <a:gd name="T43" fmla="*/ 215 h 880"/>
                    <a:gd name="T44" fmla="*/ 103 w 1684"/>
                    <a:gd name="T45" fmla="*/ 95 h 880"/>
                    <a:gd name="T46" fmla="*/ 217 w 1684"/>
                    <a:gd name="T47" fmla="*/ 0 h 880"/>
                    <a:gd name="T48" fmla="*/ 156 w 1684"/>
                    <a:gd name="T49" fmla="*/ 0 h 880"/>
                    <a:gd name="T50" fmla="*/ 156 w 1684"/>
                    <a:gd name="T51" fmla="*/ 0 h 8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1684" h="880">
                      <a:moveTo>
                        <a:pt x="156" y="0"/>
                      </a:moveTo>
                      <a:lnTo>
                        <a:pt x="63" y="52"/>
                      </a:lnTo>
                      <a:lnTo>
                        <a:pt x="0" y="208"/>
                      </a:lnTo>
                      <a:lnTo>
                        <a:pt x="67" y="358"/>
                      </a:lnTo>
                      <a:lnTo>
                        <a:pt x="1182" y="867"/>
                      </a:lnTo>
                      <a:lnTo>
                        <a:pt x="1422" y="835"/>
                      </a:lnTo>
                      <a:lnTo>
                        <a:pt x="1616" y="880"/>
                      </a:lnTo>
                      <a:lnTo>
                        <a:pt x="1684" y="808"/>
                      </a:lnTo>
                      <a:lnTo>
                        <a:pt x="1502" y="664"/>
                      </a:lnTo>
                      <a:lnTo>
                        <a:pt x="1428" y="512"/>
                      </a:lnTo>
                      <a:lnTo>
                        <a:pt x="1369" y="527"/>
                      </a:lnTo>
                      <a:lnTo>
                        <a:pt x="1439" y="664"/>
                      </a:lnTo>
                      <a:lnTo>
                        <a:pt x="1578" y="810"/>
                      </a:lnTo>
                      <a:lnTo>
                        <a:pt x="1413" y="787"/>
                      </a:lnTo>
                      <a:lnTo>
                        <a:pt x="1219" y="814"/>
                      </a:lnTo>
                      <a:lnTo>
                        <a:pt x="1255" y="650"/>
                      </a:lnTo>
                      <a:lnTo>
                        <a:pt x="1338" y="538"/>
                      </a:lnTo>
                      <a:lnTo>
                        <a:pt x="1241" y="552"/>
                      </a:lnTo>
                      <a:lnTo>
                        <a:pt x="1165" y="658"/>
                      </a:lnTo>
                      <a:lnTo>
                        <a:pt x="1139" y="791"/>
                      </a:lnTo>
                      <a:lnTo>
                        <a:pt x="107" y="310"/>
                      </a:lnTo>
                      <a:lnTo>
                        <a:pt x="80" y="215"/>
                      </a:lnTo>
                      <a:lnTo>
                        <a:pt x="103" y="95"/>
                      </a:lnTo>
                      <a:lnTo>
                        <a:pt x="217" y="0"/>
                      </a:lnTo>
                      <a:lnTo>
                        <a:pt x="156" y="0"/>
                      </a:lnTo>
                      <a:lnTo>
                        <a:pt x="156" y="0"/>
                      </a:lnTo>
                      <a:close/>
                    </a:path>
                  </a:pathLst>
                </a:cu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AU"/>
                </a:p>
              </p:txBody>
            </p:sp>
            <p:sp>
              <p:nvSpPr>
                <p:cNvPr id="173087" name="Freeform 31">
                  <a:extLst>
                    <a:ext uri="{FF2B5EF4-FFF2-40B4-BE49-F238E27FC236}">
                      <a16:creationId xmlns:a16="http://schemas.microsoft.com/office/drawing/2014/main" id="{A60D1B5B-AD67-DA08-25E4-8634D105AF64}"/>
                    </a:ext>
                  </a:extLst>
                </p:cNvPr>
                <p:cNvSpPr>
                  <a:spLocks/>
                </p:cNvSpPr>
                <p:nvPr userDrawn="1"/>
              </p:nvSpPr>
              <p:spPr bwMode="auto">
                <a:xfrm>
                  <a:off x="106" y="3770"/>
                  <a:ext cx="80" cy="167"/>
                </a:xfrm>
                <a:custGeom>
                  <a:avLst/>
                  <a:gdLst>
                    <a:gd name="T0" fmla="*/ 116 w 160"/>
                    <a:gd name="T1" fmla="*/ 0 h 335"/>
                    <a:gd name="T2" fmla="*/ 19 w 160"/>
                    <a:gd name="T3" fmla="*/ 106 h 335"/>
                    <a:gd name="T4" fmla="*/ 0 w 160"/>
                    <a:gd name="T5" fmla="*/ 230 h 335"/>
                    <a:gd name="T6" fmla="*/ 33 w 160"/>
                    <a:gd name="T7" fmla="*/ 314 h 335"/>
                    <a:gd name="T8" fmla="*/ 94 w 160"/>
                    <a:gd name="T9" fmla="*/ 335 h 335"/>
                    <a:gd name="T10" fmla="*/ 76 w 160"/>
                    <a:gd name="T11" fmla="*/ 154 h 335"/>
                    <a:gd name="T12" fmla="*/ 160 w 160"/>
                    <a:gd name="T13" fmla="*/ 17 h 335"/>
                    <a:gd name="T14" fmla="*/ 116 w 160"/>
                    <a:gd name="T15" fmla="*/ 0 h 335"/>
                    <a:gd name="T16" fmla="*/ 116 w 160"/>
                    <a:gd name="T17" fmla="*/ 0 h 3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60" h="335">
                      <a:moveTo>
                        <a:pt x="116" y="0"/>
                      </a:moveTo>
                      <a:lnTo>
                        <a:pt x="19" y="106"/>
                      </a:lnTo>
                      <a:lnTo>
                        <a:pt x="0" y="230"/>
                      </a:lnTo>
                      <a:lnTo>
                        <a:pt x="33" y="314"/>
                      </a:lnTo>
                      <a:lnTo>
                        <a:pt x="94" y="335"/>
                      </a:lnTo>
                      <a:lnTo>
                        <a:pt x="76" y="154"/>
                      </a:lnTo>
                      <a:lnTo>
                        <a:pt x="160" y="17"/>
                      </a:lnTo>
                      <a:lnTo>
                        <a:pt x="116" y="0"/>
                      </a:lnTo>
                      <a:lnTo>
                        <a:pt x="116" y="0"/>
                      </a:lnTo>
                      <a:close/>
                    </a:path>
                  </a:pathLst>
                </a:cu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AU"/>
                </a:p>
              </p:txBody>
            </p:sp>
            <p:sp>
              <p:nvSpPr>
                <p:cNvPr id="173088" name="Freeform 32">
                  <a:extLst>
                    <a:ext uri="{FF2B5EF4-FFF2-40B4-BE49-F238E27FC236}">
                      <a16:creationId xmlns:a16="http://schemas.microsoft.com/office/drawing/2014/main" id="{ADA7B7D1-2942-81D4-0B8A-E6FACC36BF68}"/>
                    </a:ext>
                  </a:extLst>
                </p:cNvPr>
                <p:cNvSpPr>
                  <a:spLocks/>
                </p:cNvSpPr>
                <p:nvPr userDrawn="1"/>
              </p:nvSpPr>
              <p:spPr bwMode="auto">
                <a:xfrm>
                  <a:off x="449" y="3490"/>
                  <a:ext cx="322" cy="594"/>
                </a:xfrm>
                <a:custGeom>
                  <a:avLst/>
                  <a:gdLst>
                    <a:gd name="T0" fmla="*/ 218 w 642"/>
                    <a:gd name="T1" fmla="*/ 896 h 1188"/>
                    <a:gd name="T2" fmla="*/ 0 w 642"/>
                    <a:gd name="T3" fmla="*/ 124 h 1188"/>
                    <a:gd name="T4" fmla="*/ 81 w 642"/>
                    <a:gd name="T5" fmla="*/ 38 h 1188"/>
                    <a:gd name="T6" fmla="*/ 258 w 642"/>
                    <a:gd name="T7" fmla="*/ 0 h 1188"/>
                    <a:gd name="T8" fmla="*/ 399 w 642"/>
                    <a:gd name="T9" fmla="*/ 57 h 1188"/>
                    <a:gd name="T10" fmla="*/ 642 w 642"/>
                    <a:gd name="T11" fmla="*/ 1188 h 1188"/>
                    <a:gd name="T12" fmla="*/ 555 w 642"/>
                    <a:gd name="T13" fmla="*/ 1091 h 1188"/>
                    <a:gd name="T14" fmla="*/ 355 w 642"/>
                    <a:gd name="T15" fmla="*/ 97 h 1188"/>
                    <a:gd name="T16" fmla="*/ 226 w 642"/>
                    <a:gd name="T17" fmla="*/ 61 h 1188"/>
                    <a:gd name="T18" fmla="*/ 119 w 642"/>
                    <a:gd name="T19" fmla="*/ 74 h 1188"/>
                    <a:gd name="T20" fmla="*/ 76 w 642"/>
                    <a:gd name="T21" fmla="*/ 141 h 1188"/>
                    <a:gd name="T22" fmla="*/ 306 w 642"/>
                    <a:gd name="T23" fmla="*/ 924 h 1188"/>
                    <a:gd name="T24" fmla="*/ 218 w 642"/>
                    <a:gd name="T25" fmla="*/ 896 h 1188"/>
                    <a:gd name="T26" fmla="*/ 218 w 642"/>
                    <a:gd name="T27" fmla="*/ 896 h 11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642" h="1188">
                      <a:moveTo>
                        <a:pt x="218" y="896"/>
                      </a:moveTo>
                      <a:lnTo>
                        <a:pt x="0" y="124"/>
                      </a:lnTo>
                      <a:lnTo>
                        <a:pt x="81" y="38"/>
                      </a:lnTo>
                      <a:lnTo>
                        <a:pt x="258" y="0"/>
                      </a:lnTo>
                      <a:lnTo>
                        <a:pt x="399" y="57"/>
                      </a:lnTo>
                      <a:lnTo>
                        <a:pt x="642" y="1188"/>
                      </a:lnTo>
                      <a:lnTo>
                        <a:pt x="555" y="1091"/>
                      </a:lnTo>
                      <a:lnTo>
                        <a:pt x="355" y="97"/>
                      </a:lnTo>
                      <a:lnTo>
                        <a:pt x="226" y="61"/>
                      </a:lnTo>
                      <a:lnTo>
                        <a:pt x="119" y="74"/>
                      </a:lnTo>
                      <a:lnTo>
                        <a:pt x="76" y="141"/>
                      </a:lnTo>
                      <a:lnTo>
                        <a:pt x="306" y="924"/>
                      </a:lnTo>
                      <a:lnTo>
                        <a:pt x="218" y="896"/>
                      </a:lnTo>
                      <a:lnTo>
                        <a:pt x="218" y="896"/>
                      </a:lnTo>
                      <a:close/>
                    </a:path>
                  </a:pathLst>
                </a:cu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AU"/>
                </a:p>
              </p:txBody>
            </p:sp>
            <p:sp>
              <p:nvSpPr>
                <p:cNvPr id="173089" name="Freeform 33">
                  <a:extLst>
                    <a:ext uri="{FF2B5EF4-FFF2-40B4-BE49-F238E27FC236}">
                      <a16:creationId xmlns:a16="http://schemas.microsoft.com/office/drawing/2014/main" id="{145DCB85-1A44-D08B-7AC9-792ABB4C2D21}"/>
                    </a:ext>
                  </a:extLst>
                </p:cNvPr>
                <p:cNvSpPr>
                  <a:spLocks/>
                </p:cNvSpPr>
                <p:nvPr userDrawn="1"/>
              </p:nvSpPr>
              <p:spPr bwMode="auto">
                <a:xfrm>
                  <a:off x="578" y="3650"/>
                  <a:ext cx="96" cy="252"/>
                </a:xfrm>
                <a:custGeom>
                  <a:avLst/>
                  <a:gdLst>
                    <a:gd name="T0" fmla="*/ 0 w 192"/>
                    <a:gd name="T1" fmla="*/ 27 h 504"/>
                    <a:gd name="T2" fmla="*/ 76 w 192"/>
                    <a:gd name="T3" fmla="*/ 194 h 504"/>
                    <a:gd name="T4" fmla="*/ 113 w 192"/>
                    <a:gd name="T5" fmla="*/ 318 h 504"/>
                    <a:gd name="T6" fmla="*/ 116 w 192"/>
                    <a:gd name="T7" fmla="*/ 504 h 504"/>
                    <a:gd name="T8" fmla="*/ 192 w 192"/>
                    <a:gd name="T9" fmla="*/ 504 h 504"/>
                    <a:gd name="T10" fmla="*/ 187 w 192"/>
                    <a:gd name="T11" fmla="*/ 360 h 504"/>
                    <a:gd name="T12" fmla="*/ 162 w 192"/>
                    <a:gd name="T13" fmla="*/ 208 h 504"/>
                    <a:gd name="T14" fmla="*/ 99 w 192"/>
                    <a:gd name="T15" fmla="*/ 59 h 504"/>
                    <a:gd name="T16" fmla="*/ 63 w 192"/>
                    <a:gd name="T17" fmla="*/ 0 h 504"/>
                    <a:gd name="T18" fmla="*/ 0 w 192"/>
                    <a:gd name="T19" fmla="*/ 27 h 504"/>
                    <a:gd name="T20" fmla="*/ 0 w 192"/>
                    <a:gd name="T21" fmla="*/ 27 h 50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92" h="504">
                      <a:moveTo>
                        <a:pt x="0" y="27"/>
                      </a:moveTo>
                      <a:lnTo>
                        <a:pt x="76" y="194"/>
                      </a:lnTo>
                      <a:lnTo>
                        <a:pt x="113" y="318"/>
                      </a:lnTo>
                      <a:lnTo>
                        <a:pt x="116" y="504"/>
                      </a:lnTo>
                      <a:lnTo>
                        <a:pt x="192" y="504"/>
                      </a:lnTo>
                      <a:lnTo>
                        <a:pt x="187" y="360"/>
                      </a:lnTo>
                      <a:lnTo>
                        <a:pt x="162" y="208"/>
                      </a:lnTo>
                      <a:lnTo>
                        <a:pt x="99" y="59"/>
                      </a:lnTo>
                      <a:lnTo>
                        <a:pt x="63" y="0"/>
                      </a:lnTo>
                      <a:lnTo>
                        <a:pt x="0" y="27"/>
                      </a:lnTo>
                      <a:lnTo>
                        <a:pt x="0" y="27"/>
                      </a:lnTo>
                      <a:close/>
                    </a:path>
                  </a:pathLst>
                </a:cu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AU"/>
                </a:p>
              </p:txBody>
            </p:sp>
            <p:sp>
              <p:nvSpPr>
                <p:cNvPr id="173090" name="Freeform 34">
                  <a:extLst>
                    <a:ext uri="{FF2B5EF4-FFF2-40B4-BE49-F238E27FC236}">
                      <a16:creationId xmlns:a16="http://schemas.microsoft.com/office/drawing/2014/main" id="{CD76DF25-3C9A-8A9F-1918-C1A69F3AB7FA}"/>
                    </a:ext>
                  </a:extLst>
                </p:cNvPr>
                <p:cNvSpPr>
                  <a:spLocks/>
                </p:cNvSpPr>
                <p:nvPr userDrawn="1"/>
              </p:nvSpPr>
              <p:spPr bwMode="auto">
                <a:xfrm>
                  <a:off x="328" y="3630"/>
                  <a:ext cx="195" cy="135"/>
                </a:xfrm>
                <a:custGeom>
                  <a:avLst/>
                  <a:gdLst>
                    <a:gd name="T0" fmla="*/ 297 w 390"/>
                    <a:gd name="T1" fmla="*/ 0 h 269"/>
                    <a:gd name="T2" fmla="*/ 257 w 390"/>
                    <a:gd name="T3" fmla="*/ 17 h 269"/>
                    <a:gd name="T4" fmla="*/ 253 w 390"/>
                    <a:gd name="T5" fmla="*/ 66 h 269"/>
                    <a:gd name="T6" fmla="*/ 0 w 390"/>
                    <a:gd name="T7" fmla="*/ 169 h 269"/>
                    <a:gd name="T8" fmla="*/ 0 w 390"/>
                    <a:gd name="T9" fmla="*/ 222 h 269"/>
                    <a:gd name="T10" fmla="*/ 284 w 390"/>
                    <a:gd name="T11" fmla="*/ 226 h 269"/>
                    <a:gd name="T12" fmla="*/ 320 w 390"/>
                    <a:gd name="T13" fmla="*/ 269 h 269"/>
                    <a:gd name="T14" fmla="*/ 390 w 390"/>
                    <a:gd name="T15" fmla="*/ 266 h 269"/>
                    <a:gd name="T16" fmla="*/ 383 w 390"/>
                    <a:gd name="T17" fmla="*/ 190 h 269"/>
                    <a:gd name="T18" fmla="*/ 116 w 390"/>
                    <a:gd name="T19" fmla="*/ 176 h 269"/>
                    <a:gd name="T20" fmla="*/ 333 w 390"/>
                    <a:gd name="T21" fmla="*/ 89 h 269"/>
                    <a:gd name="T22" fmla="*/ 297 w 390"/>
                    <a:gd name="T23" fmla="*/ 0 h 269"/>
                    <a:gd name="T24" fmla="*/ 297 w 390"/>
                    <a:gd name="T25" fmla="*/ 0 h 2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390" h="269">
                      <a:moveTo>
                        <a:pt x="297" y="0"/>
                      </a:moveTo>
                      <a:lnTo>
                        <a:pt x="257" y="17"/>
                      </a:lnTo>
                      <a:lnTo>
                        <a:pt x="253" y="66"/>
                      </a:lnTo>
                      <a:lnTo>
                        <a:pt x="0" y="169"/>
                      </a:lnTo>
                      <a:lnTo>
                        <a:pt x="0" y="222"/>
                      </a:lnTo>
                      <a:lnTo>
                        <a:pt x="284" y="226"/>
                      </a:lnTo>
                      <a:lnTo>
                        <a:pt x="320" y="269"/>
                      </a:lnTo>
                      <a:lnTo>
                        <a:pt x="390" y="266"/>
                      </a:lnTo>
                      <a:lnTo>
                        <a:pt x="383" y="190"/>
                      </a:lnTo>
                      <a:lnTo>
                        <a:pt x="116" y="176"/>
                      </a:lnTo>
                      <a:lnTo>
                        <a:pt x="333" y="89"/>
                      </a:lnTo>
                      <a:lnTo>
                        <a:pt x="297" y="0"/>
                      </a:lnTo>
                      <a:lnTo>
                        <a:pt x="297" y="0"/>
                      </a:lnTo>
                      <a:close/>
                    </a:path>
                  </a:pathLst>
                </a:cu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AU"/>
                </a:p>
              </p:txBody>
            </p:sp>
            <p:sp>
              <p:nvSpPr>
                <p:cNvPr id="173091" name="Freeform 35">
                  <a:extLst>
                    <a:ext uri="{FF2B5EF4-FFF2-40B4-BE49-F238E27FC236}">
                      <a16:creationId xmlns:a16="http://schemas.microsoft.com/office/drawing/2014/main" id="{C3867750-B907-6F16-781B-D8D430BB6A10}"/>
                    </a:ext>
                  </a:extLst>
                </p:cNvPr>
                <p:cNvSpPr>
                  <a:spLocks/>
                </p:cNvSpPr>
                <p:nvPr userDrawn="1"/>
              </p:nvSpPr>
              <p:spPr bwMode="auto">
                <a:xfrm>
                  <a:off x="658" y="3538"/>
                  <a:ext cx="471" cy="212"/>
                </a:xfrm>
                <a:custGeom>
                  <a:avLst/>
                  <a:gdLst>
                    <a:gd name="T0" fmla="*/ 0 w 941"/>
                    <a:gd name="T1" fmla="*/ 131 h 424"/>
                    <a:gd name="T2" fmla="*/ 863 w 941"/>
                    <a:gd name="T3" fmla="*/ 0 h 424"/>
                    <a:gd name="T4" fmla="*/ 926 w 941"/>
                    <a:gd name="T5" fmla="*/ 78 h 424"/>
                    <a:gd name="T6" fmla="*/ 941 w 941"/>
                    <a:gd name="T7" fmla="*/ 181 h 424"/>
                    <a:gd name="T8" fmla="*/ 903 w 941"/>
                    <a:gd name="T9" fmla="*/ 282 h 424"/>
                    <a:gd name="T10" fmla="*/ 57 w 941"/>
                    <a:gd name="T11" fmla="*/ 424 h 424"/>
                    <a:gd name="T12" fmla="*/ 53 w 941"/>
                    <a:gd name="T13" fmla="*/ 384 h 424"/>
                    <a:gd name="T14" fmla="*/ 863 w 941"/>
                    <a:gd name="T15" fmla="*/ 242 h 424"/>
                    <a:gd name="T16" fmla="*/ 893 w 941"/>
                    <a:gd name="T17" fmla="*/ 145 h 424"/>
                    <a:gd name="T18" fmla="*/ 840 w 941"/>
                    <a:gd name="T19" fmla="*/ 57 h 424"/>
                    <a:gd name="T20" fmla="*/ 0 w 941"/>
                    <a:gd name="T21" fmla="*/ 185 h 424"/>
                    <a:gd name="T22" fmla="*/ 0 w 941"/>
                    <a:gd name="T23" fmla="*/ 131 h 424"/>
                    <a:gd name="T24" fmla="*/ 0 w 941"/>
                    <a:gd name="T25" fmla="*/ 131 h 4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941" h="424">
                      <a:moveTo>
                        <a:pt x="0" y="131"/>
                      </a:moveTo>
                      <a:lnTo>
                        <a:pt x="863" y="0"/>
                      </a:lnTo>
                      <a:lnTo>
                        <a:pt x="926" y="78"/>
                      </a:lnTo>
                      <a:lnTo>
                        <a:pt x="941" y="181"/>
                      </a:lnTo>
                      <a:lnTo>
                        <a:pt x="903" y="282"/>
                      </a:lnTo>
                      <a:lnTo>
                        <a:pt x="57" y="424"/>
                      </a:lnTo>
                      <a:lnTo>
                        <a:pt x="53" y="384"/>
                      </a:lnTo>
                      <a:lnTo>
                        <a:pt x="863" y="242"/>
                      </a:lnTo>
                      <a:lnTo>
                        <a:pt x="893" y="145"/>
                      </a:lnTo>
                      <a:lnTo>
                        <a:pt x="840" y="57"/>
                      </a:lnTo>
                      <a:lnTo>
                        <a:pt x="0" y="185"/>
                      </a:lnTo>
                      <a:lnTo>
                        <a:pt x="0" y="131"/>
                      </a:lnTo>
                      <a:lnTo>
                        <a:pt x="0" y="131"/>
                      </a:lnTo>
                      <a:close/>
                    </a:path>
                  </a:pathLst>
                </a:cu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AU"/>
                </a:p>
              </p:txBody>
            </p:sp>
            <p:sp>
              <p:nvSpPr>
                <p:cNvPr id="173092" name="Freeform 36">
                  <a:extLst>
                    <a:ext uri="{FF2B5EF4-FFF2-40B4-BE49-F238E27FC236}">
                      <a16:creationId xmlns:a16="http://schemas.microsoft.com/office/drawing/2014/main" id="{87F7C591-A88F-2CCC-6E84-4FD5B82ADA60}"/>
                    </a:ext>
                  </a:extLst>
                </p:cNvPr>
                <p:cNvSpPr>
                  <a:spLocks/>
                </p:cNvSpPr>
                <p:nvPr userDrawn="1"/>
              </p:nvSpPr>
              <p:spPr bwMode="auto">
                <a:xfrm>
                  <a:off x="717" y="3606"/>
                  <a:ext cx="245" cy="86"/>
                </a:xfrm>
                <a:custGeom>
                  <a:avLst/>
                  <a:gdLst>
                    <a:gd name="T0" fmla="*/ 0 w 488"/>
                    <a:gd name="T1" fmla="*/ 126 h 173"/>
                    <a:gd name="T2" fmla="*/ 66 w 488"/>
                    <a:gd name="T3" fmla="*/ 173 h 173"/>
                    <a:gd name="T4" fmla="*/ 222 w 488"/>
                    <a:gd name="T5" fmla="*/ 166 h 173"/>
                    <a:gd name="T6" fmla="*/ 418 w 488"/>
                    <a:gd name="T7" fmla="*/ 116 h 173"/>
                    <a:gd name="T8" fmla="*/ 488 w 488"/>
                    <a:gd name="T9" fmla="*/ 42 h 173"/>
                    <a:gd name="T10" fmla="*/ 443 w 488"/>
                    <a:gd name="T11" fmla="*/ 2 h 173"/>
                    <a:gd name="T12" fmla="*/ 253 w 488"/>
                    <a:gd name="T13" fmla="*/ 0 h 173"/>
                    <a:gd name="T14" fmla="*/ 110 w 488"/>
                    <a:gd name="T15" fmla="*/ 12 h 173"/>
                    <a:gd name="T16" fmla="*/ 15 w 488"/>
                    <a:gd name="T17" fmla="*/ 76 h 173"/>
                    <a:gd name="T18" fmla="*/ 112 w 488"/>
                    <a:gd name="T19" fmla="*/ 95 h 173"/>
                    <a:gd name="T20" fmla="*/ 275 w 488"/>
                    <a:gd name="T21" fmla="*/ 53 h 173"/>
                    <a:gd name="T22" fmla="*/ 416 w 488"/>
                    <a:gd name="T23" fmla="*/ 53 h 173"/>
                    <a:gd name="T24" fmla="*/ 268 w 488"/>
                    <a:gd name="T25" fmla="*/ 110 h 173"/>
                    <a:gd name="T26" fmla="*/ 142 w 488"/>
                    <a:gd name="T27" fmla="*/ 126 h 173"/>
                    <a:gd name="T28" fmla="*/ 0 w 488"/>
                    <a:gd name="T29" fmla="*/ 126 h 173"/>
                    <a:gd name="T30" fmla="*/ 0 w 488"/>
                    <a:gd name="T31" fmla="*/ 126 h 17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488" h="173">
                      <a:moveTo>
                        <a:pt x="0" y="126"/>
                      </a:moveTo>
                      <a:lnTo>
                        <a:pt x="66" y="173"/>
                      </a:lnTo>
                      <a:lnTo>
                        <a:pt x="222" y="166"/>
                      </a:lnTo>
                      <a:lnTo>
                        <a:pt x="418" y="116"/>
                      </a:lnTo>
                      <a:lnTo>
                        <a:pt x="488" y="42"/>
                      </a:lnTo>
                      <a:lnTo>
                        <a:pt x="443" y="2"/>
                      </a:lnTo>
                      <a:lnTo>
                        <a:pt x="253" y="0"/>
                      </a:lnTo>
                      <a:lnTo>
                        <a:pt x="110" y="12"/>
                      </a:lnTo>
                      <a:lnTo>
                        <a:pt x="15" y="76"/>
                      </a:lnTo>
                      <a:lnTo>
                        <a:pt x="112" y="95"/>
                      </a:lnTo>
                      <a:lnTo>
                        <a:pt x="275" y="53"/>
                      </a:lnTo>
                      <a:lnTo>
                        <a:pt x="416" y="53"/>
                      </a:lnTo>
                      <a:lnTo>
                        <a:pt x="268" y="110"/>
                      </a:lnTo>
                      <a:lnTo>
                        <a:pt x="142" y="126"/>
                      </a:lnTo>
                      <a:lnTo>
                        <a:pt x="0" y="126"/>
                      </a:lnTo>
                      <a:lnTo>
                        <a:pt x="0" y="126"/>
                      </a:lnTo>
                      <a:close/>
                    </a:path>
                  </a:pathLst>
                </a:cu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AU"/>
                </a:p>
              </p:txBody>
            </p:sp>
          </p:grpSp>
        </p:grpSp>
      </p:grpSp>
      <p:grpSp>
        <p:nvGrpSpPr>
          <p:cNvPr id="173093" name="Group 37">
            <a:extLst>
              <a:ext uri="{FF2B5EF4-FFF2-40B4-BE49-F238E27FC236}">
                <a16:creationId xmlns:a16="http://schemas.microsoft.com/office/drawing/2014/main" id="{C65C3730-FA98-8322-EB9F-CB5DED174D98}"/>
              </a:ext>
            </a:extLst>
          </p:cNvPr>
          <p:cNvGrpSpPr>
            <a:grpSpLocks/>
          </p:cNvGrpSpPr>
          <p:nvPr/>
        </p:nvGrpSpPr>
        <p:grpSpPr bwMode="auto">
          <a:xfrm>
            <a:off x="8680450" y="2116138"/>
            <a:ext cx="385763" cy="4308475"/>
            <a:chOff x="5468" y="1333"/>
            <a:chExt cx="243" cy="2714"/>
          </a:xfrm>
        </p:grpSpPr>
        <p:sp>
          <p:nvSpPr>
            <p:cNvPr id="173094" name="Freeform 38">
              <a:extLst>
                <a:ext uri="{FF2B5EF4-FFF2-40B4-BE49-F238E27FC236}">
                  <a16:creationId xmlns:a16="http://schemas.microsoft.com/office/drawing/2014/main" id="{E60955D5-1091-E3A8-A327-D04EEB485108}"/>
                </a:ext>
              </a:extLst>
            </p:cNvPr>
            <p:cNvSpPr>
              <a:spLocks/>
            </p:cNvSpPr>
            <p:nvPr userDrawn="1"/>
          </p:nvSpPr>
          <p:spPr bwMode="auto">
            <a:xfrm flipH="1">
              <a:off x="5468" y="2620"/>
              <a:ext cx="205" cy="1427"/>
            </a:xfrm>
            <a:custGeom>
              <a:avLst/>
              <a:gdLst>
                <a:gd name="T0" fmla="*/ 692 w 772"/>
                <a:gd name="T1" fmla="*/ 3156 h 3266"/>
                <a:gd name="T2" fmla="*/ 380 w 772"/>
                <a:gd name="T3" fmla="*/ 2945 h 3266"/>
                <a:gd name="T4" fmla="*/ 319 w 772"/>
                <a:gd name="T5" fmla="*/ 2783 h 3266"/>
                <a:gd name="T6" fmla="*/ 371 w 772"/>
                <a:gd name="T7" fmla="*/ 2542 h 3266"/>
                <a:gd name="T8" fmla="*/ 591 w 772"/>
                <a:gd name="T9" fmla="*/ 2251 h 3266"/>
                <a:gd name="T10" fmla="*/ 641 w 772"/>
                <a:gd name="T11" fmla="*/ 2070 h 3266"/>
                <a:gd name="T12" fmla="*/ 591 w 772"/>
                <a:gd name="T13" fmla="*/ 1948 h 3266"/>
                <a:gd name="T14" fmla="*/ 401 w 772"/>
                <a:gd name="T15" fmla="*/ 1859 h 3266"/>
                <a:gd name="T16" fmla="*/ 361 w 772"/>
                <a:gd name="T17" fmla="*/ 1747 h 3266"/>
                <a:gd name="T18" fmla="*/ 430 w 772"/>
                <a:gd name="T19" fmla="*/ 1587 h 3266"/>
                <a:gd name="T20" fmla="*/ 741 w 772"/>
                <a:gd name="T21" fmla="*/ 1156 h 3266"/>
                <a:gd name="T22" fmla="*/ 772 w 772"/>
                <a:gd name="T23" fmla="*/ 945 h 3266"/>
                <a:gd name="T24" fmla="*/ 692 w 772"/>
                <a:gd name="T25" fmla="*/ 713 h 3266"/>
                <a:gd name="T26" fmla="*/ 430 w 772"/>
                <a:gd name="T27" fmla="*/ 603 h 3266"/>
                <a:gd name="T28" fmla="*/ 200 w 772"/>
                <a:gd name="T29" fmla="*/ 422 h 3266"/>
                <a:gd name="T30" fmla="*/ 0 w 772"/>
                <a:gd name="T31" fmla="*/ 0 h 3266"/>
                <a:gd name="T32" fmla="*/ 29 w 772"/>
                <a:gd name="T33" fmla="*/ 382 h 3266"/>
                <a:gd name="T34" fmla="*/ 179 w 772"/>
                <a:gd name="T35" fmla="*/ 612 h 3266"/>
                <a:gd name="T36" fmla="*/ 380 w 772"/>
                <a:gd name="T37" fmla="*/ 753 h 3266"/>
                <a:gd name="T38" fmla="*/ 601 w 772"/>
                <a:gd name="T39" fmla="*/ 833 h 3266"/>
                <a:gd name="T40" fmla="*/ 612 w 772"/>
                <a:gd name="T41" fmla="*/ 1044 h 3266"/>
                <a:gd name="T42" fmla="*/ 500 w 772"/>
                <a:gd name="T43" fmla="*/ 1266 h 3266"/>
                <a:gd name="T44" fmla="*/ 240 w 772"/>
                <a:gd name="T45" fmla="*/ 1658 h 3266"/>
                <a:gd name="T46" fmla="*/ 230 w 772"/>
                <a:gd name="T47" fmla="*/ 1909 h 3266"/>
                <a:gd name="T48" fmla="*/ 471 w 772"/>
                <a:gd name="T49" fmla="*/ 2049 h 3266"/>
                <a:gd name="T50" fmla="*/ 460 w 772"/>
                <a:gd name="T51" fmla="*/ 2180 h 3266"/>
                <a:gd name="T52" fmla="*/ 249 w 772"/>
                <a:gd name="T53" fmla="*/ 2452 h 3266"/>
                <a:gd name="T54" fmla="*/ 160 w 772"/>
                <a:gd name="T55" fmla="*/ 2713 h 3266"/>
                <a:gd name="T56" fmla="*/ 240 w 772"/>
                <a:gd name="T57" fmla="*/ 2994 h 3266"/>
                <a:gd name="T58" fmla="*/ 430 w 772"/>
                <a:gd name="T59" fmla="*/ 3144 h 3266"/>
                <a:gd name="T60" fmla="*/ 671 w 772"/>
                <a:gd name="T61" fmla="*/ 3266 h 3266"/>
                <a:gd name="T62" fmla="*/ 692 w 772"/>
                <a:gd name="T63" fmla="*/ 3156 h 3266"/>
                <a:gd name="T64" fmla="*/ 692 w 772"/>
                <a:gd name="T65" fmla="*/ 3156 h 32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772" h="3266">
                  <a:moveTo>
                    <a:pt x="692" y="3156"/>
                  </a:moveTo>
                  <a:lnTo>
                    <a:pt x="380" y="2945"/>
                  </a:lnTo>
                  <a:lnTo>
                    <a:pt x="319" y="2783"/>
                  </a:lnTo>
                  <a:lnTo>
                    <a:pt x="371" y="2542"/>
                  </a:lnTo>
                  <a:lnTo>
                    <a:pt x="591" y="2251"/>
                  </a:lnTo>
                  <a:lnTo>
                    <a:pt x="641" y="2070"/>
                  </a:lnTo>
                  <a:lnTo>
                    <a:pt x="591" y="1948"/>
                  </a:lnTo>
                  <a:lnTo>
                    <a:pt x="401" y="1859"/>
                  </a:lnTo>
                  <a:lnTo>
                    <a:pt x="361" y="1747"/>
                  </a:lnTo>
                  <a:lnTo>
                    <a:pt x="430" y="1587"/>
                  </a:lnTo>
                  <a:lnTo>
                    <a:pt x="741" y="1156"/>
                  </a:lnTo>
                  <a:lnTo>
                    <a:pt x="772" y="945"/>
                  </a:lnTo>
                  <a:lnTo>
                    <a:pt x="692" y="713"/>
                  </a:lnTo>
                  <a:lnTo>
                    <a:pt x="430" y="603"/>
                  </a:lnTo>
                  <a:lnTo>
                    <a:pt x="200" y="422"/>
                  </a:lnTo>
                  <a:lnTo>
                    <a:pt x="0" y="0"/>
                  </a:lnTo>
                  <a:lnTo>
                    <a:pt x="29" y="382"/>
                  </a:lnTo>
                  <a:lnTo>
                    <a:pt x="179" y="612"/>
                  </a:lnTo>
                  <a:lnTo>
                    <a:pt x="380" y="753"/>
                  </a:lnTo>
                  <a:lnTo>
                    <a:pt x="601" y="833"/>
                  </a:lnTo>
                  <a:lnTo>
                    <a:pt x="612" y="1044"/>
                  </a:lnTo>
                  <a:lnTo>
                    <a:pt x="500" y="1266"/>
                  </a:lnTo>
                  <a:lnTo>
                    <a:pt x="240" y="1658"/>
                  </a:lnTo>
                  <a:lnTo>
                    <a:pt x="230" y="1909"/>
                  </a:lnTo>
                  <a:lnTo>
                    <a:pt x="471" y="2049"/>
                  </a:lnTo>
                  <a:lnTo>
                    <a:pt x="460" y="2180"/>
                  </a:lnTo>
                  <a:lnTo>
                    <a:pt x="249" y="2452"/>
                  </a:lnTo>
                  <a:lnTo>
                    <a:pt x="160" y="2713"/>
                  </a:lnTo>
                  <a:lnTo>
                    <a:pt x="240" y="2994"/>
                  </a:lnTo>
                  <a:lnTo>
                    <a:pt x="430" y="3144"/>
                  </a:lnTo>
                  <a:lnTo>
                    <a:pt x="671" y="3266"/>
                  </a:lnTo>
                  <a:lnTo>
                    <a:pt x="692" y="3156"/>
                  </a:lnTo>
                  <a:lnTo>
                    <a:pt x="692" y="3156"/>
                  </a:ln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AU"/>
            </a:p>
          </p:txBody>
        </p:sp>
        <p:sp>
          <p:nvSpPr>
            <p:cNvPr id="173095" name="Freeform 39">
              <a:extLst>
                <a:ext uri="{FF2B5EF4-FFF2-40B4-BE49-F238E27FC236}">
                  <a16:creationId xmlns:a16="http://schemas.microsoft.com/office/drawing/2014/main" id="{4A38A498-36C5-6B5B-63A8-85EDFEBC53AA}"/>
                </a:ext>
              </a:extLst>
            </p:cNvPr>
            <p:cNvSpPr>
              <a:spLocks/>
            </p:cNvSpPr>
            <p:nvPr userDrawn="1"/>
          </p:nvSpPr>
          <p:spPr bwMode="auto">
            <a:xfrm flipH="1">
              <a:off x="5506" y="1333"/>
              <a:ext cx="205" cy="1633"/>
            </a:xfrm>
            <a:custGeom>
              <a:avLst/>
              <a:gdLst>
                <a:gd name="T0" fmla="*/ 692 w 772"/>
                <a:gd name="T1" fmla="*/ 3156 h 3266"/>
                <a:gd name="T2" fmla="*/ 380 w 772"/>
                <a:gd name="T3" fmla="*/ 2945 h 3266"/>
                <a:gd name="T4" fmla="*/ 319 w 772"/>
                <a:gd name="T5" fmla="*/ 2783 h 3266"/>
                <a:gd name="T6" fmla="*/ 371 w 772"/>
                <a:gd name="T7" fmla="*/ 2542 h 3266"/>
                <a:gd name="T8" fmla="*/ 591 w 772"/>
                <a:gd name="T9" fmla="*/ 2251 h 3266"/>
                <a:gd name="T10" fmla="*/ 641 w 772"/>
                <a:gd name="T11" fmla="*/ 2070 h 3266"/>
                <a:gd name="T12" fmla="*/ 591 w 772"/>
                <a:gd name="T13" fmla="*/ 1948 h 3266"/>
                <a:gd name="T14" fmla="*/ 401 w 772"/>
                <a:gd name="T15" fmla="*/ 1859 h 3266"/>
                <a:gd name="T16" fmla="*/ 361 w 772"/>
                <a:gd name="T17" fmla="*/ 1747 h 3266"/>
                <a:gd name="T18" fmla="*/ 430 w 772"/>
                <a:gd name="T19" fmla="*/ 1587 h 3266"/>
                <a:gd name="T20" fmla="*/ 741 w 772"/>
                <a:gd name="T21" fmla="*/ 1156 h 3266"/>
                <a:gd name="T22" fmla="*/ 772 w 772"/>
                <a:gd name="T23" fmla="*/ 945 h 3266"/>
                <a:gd name="T24" fmla="*/ 692 w 772"/>
                <a:gd name="T25" fmla="*/ 713 h 3266"/>
                <a:gd name="T26" fmla="*/ 430 w 772"/>
                <a:gd name="T27" fmla="*/ 603 h 3266"/>
                <a:gd name="T28" fmla="*/ 200 w 772"/>
                <a:gd name="T29" fmla="*/ 422 h 3266"/>
                <a:gd name="T30" fmla="*/ 0 w 772"/>
                <a:gd name="T31" fmla="*/ 0 h 3266"/>
                <a:gd name="T32" fmla="*/ 29 w 772"/>
                <a:gd name="T33" fmla="*/ 382 h 3266"/>
                <a:gd name="T34" fmla="*/ 179 w 772"/>
                <a:gd name="T35" fmla="*/ 612 h 3266"/>
                <a:gd name="T36" fmla="*/ 380 w 772"/>
                <a:gd name="T37" fmla="*/ 753 h 3266"/>
                <a:gd name="T38" fmla="*/ 601 w 772"/>
                <a:gd name="T39" fmla="*/ 833 h 3266"/>
                <a:gd name="T40" fmla="*/ 612 w 772"/>
                <a:gd name="T41" fmla="*/ 1044 h 3266"/>
                <a:gd name="T42" fmla="*/ 500 w 772"/>
                <a:gd name="T43" fmla="*/ 1266 h 3266"/>
                <a:gd name="T44" fmla="*/ 240 w 772"/>
                <a:gd name="T45" fmla="*/ 1658 h 3266"/>
                <a:gd name="T46" fmla="*/ 230 w 772"/>
                <a:gd name="T47" fmla="*/ 1909 h 3266"/>
                <a:gd name="T48" fmla="*/ 471 w 772"/>
                <a:gd name="T49" fmla="*/ 2049 h 3266"/>
                <a:gd name="T50" fmla="*/ 460 w 772"/>
                <a:gd name="T51" fmla="*/ 2180 h 3266"/>
                <a:gd name="T52" fmla="*/ 249 w 772"/>
                <a:gd name="T53" fmla="*/ 2452 h 3266"/>
                <a:gd name="T54" fmla="*/ 160 w 772"/>
                <a:gd name="T55" fmla="*/ 2713 h 3266"/>
                <a:gd name="T56" fmla="*/ 240 w 772"/>
                <a:gd name="T57" fmla="*/ 2994 h 3266"/>
                <a:gd name="T58" fmla="*/ 430 w 772"/>
                <a:gd name="T59" fmla="*/ 3144 h 3266"/>
                <a:gd name="T60" fmla="*/ 671 w 772"/>
                <a:gd name="T61" fmla="*/ 3266 h 3266"/>
                <a:gd name="T62" fmla="*/ 692 w 772"/>
                <a:gd name="T63" fmla="*/ 3156 h 3266"/>
                <a:gd name="T64" fmla="*/ 692 w 772"/>
                <a:gd name="T65" fmla="*/ 3156 h 32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772" h="3266">
                  <a:moveTo>
                    <a:pt x="692" y="3156"/>
                  </a:moveTo>
                  <a:lnTo>
                    <a:pt x="380" y="2945"/>
                  </a:lnTo>
                  <a:lnTo>
                    <a:pt x="319" y="2783"/>
                  </a:lnTo>
                  <a:lnTo>
                    <a:pt x="371" y="2542"/>
                  </a:lnTo>
                  <a:lnTo>
                    <a:pt x="591" y="2251"/>
                  </a:lnTo>
                  <a:lnTo>
                    <a:pt x="641" y="2070"/>
                  </a:lnTo>
                  <a:lnTo>
                    <a:pt x="591" y="1948"/>
                  </a:lnTo>
                  <a:lnTo>
                    <a:pt x="401" y="1859"/>
                  </a:lnTo>
                  <a:lnTo>
                    <a:pt x="361" y="1747"/>
                  </a:lnTo>
                  <a:lnTo>
                    <a:pt x="430" y="1587"/>
                  </a:lnTo>
                  <a:lnTo>
                    <a:pt x="741" y="1156"/>
                  </a:lnTo>
                  <a:lnTo>
                    <a:pt x="772" y="945"/>
                  </a:lnTo>
                  <a:lnTo>
                    <a:pt x="692" y="713"/>
                  </a:lnTo>
                  <a:lnTo>
                    <a:pt x="430" y="603"/>
                  </a:lnTo>
                  <a:lnTo>
                    <a:pt x="200" y="422"/>
                  </a:lnTo>
                  <a:lnTo>
                    <a:pt x="0" y="0"/>
                  </a:lnTo>
                  <a:lnTo>
                    <a:pt x="29" y="382"/>
                  </a:lnTo>
                  <a:lnTo>
                    <a:pt x="179" y="612"/>
                  </a:lnTo>
                  <a:lnTo>
                    <a:pt x="380" y="753"/>
                  </a:lnTo>
                  <a:lnTo>
                    <a:pt x="601" y="833"/>
                  </a:lnTo>
                  <a:lnTo>
                    <a:pt x="612" y="1044"/>
                  </a:lnTo>
                  <a:lnTo>
                    <a:pt x="500" y="1266"/>
                  </a:lnTo>
                  <a:lnTo>
                    <a:pt x="240" y="1658"/>
                  </a:lnTo>
                  <a:lnTo>
                    <a:pt x="230" y="1909"/>
                  </a:lnTo>
                  <a:lnTo>
                    <a:pt x="471" y="2049"/>
                  </a:lnTo>
                  <a:lnTo>
                    <a:pt x="460" y="2180"/>
                  </a:lnTo>
                  <a:lnTo>
                    <a:pt x="249" y="2452"/>
                  </a:lnTo>
                  <a:lnTo>
                    <a:pt x="160" y="2713"/>
                  </a:lnTo>
                  <a:lnTo>
                    <a:pt x="240" y="2994"/>
                  </a:lnTo>
                  <a:lnTo>
                    <a:pt x="430" y="3144"/>
                  </a:lnTo>
                  <a:lnTo>
                    <a:pt x="671" y="3266"/>
                  </a:lnTo>
                  <a:lnTo>
                    <a:pt x="692" y="3156"/>
                  </a:lnTo>
                  <a:lnTo>
                    <a:pt x="692" y="3156"/>
                  </a:ln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AU"/>
            </a:p>
          </p:txBody>
        </p:sp>
      </p:grpSp>
      <p:grpSp>
        <p:nvGrpSpPr>
          <p:cNvPr id="173096" name="Group 40">
            <a:extLst>
              <a:ext uri="{FF2B5EF4-FFF2-40B4-BE49-F238E27FC236}">
                <a16:creationId xmlns:a16="http://schemas.microsoft.com/office/drawing/2014/main" id="{C6C4D9E8-86B2-A051-74D2-9FEAB3D71602}"/>
              </a:ext>
            </a:extLst>
          </p:cNvPr>
          <p:cNvGrpSpPr>
            <a:grpSpLocks/>
          </p:cNvGrpSpPr>
          <p:nvPr/>
        </p:nvGrpSpPr>
        <p:grpSpPr bwMode="auto">
          <a:xfrm>
            <a:off x="7318375" y="90488"/>
            <a:ext cx="2133600" cy="1911350"/>
            <a:chOff x="4610" y="57"/>
            <a:chExt cx="1344" cy="1204"/>
          </a:xfrm>
        </p:grpSpPr>
        <p:grpSp>
          <p:nvGrpSpPr>
            <p:cNvPr id="173097" name="Group 41">
              <a:extLst>
                <a:ext uri="{FF2B5EF4-FFF2-40B4-BE49-F238E27FC236}">
                  <a16:creationId xmlns:a16="http://schemas.microsoft.com/office/drawing/2014/main" id="{988AB189-400D-EB87-4D33-3DB5241E6A03}"/>
                </a:ext>
              </a:extLst>
            </p:cNvPr>
            <p:cNvGrpSpPr>
              <a:grpSpLocks/>
            </p:cNvGrpSpPr>
            <p:nvPr userDrawn="1"/>
          </p:nvGrpSpPr>
          <p:grpSpPr bwMode="auto">
            <a:xfrm>
              <a:off x="4610" y="57"/>
              <a:ext cx="1344" cy="1204"/>
              <a:chOff x="4610" y="57"/>
              <a:chExt cx="1344" cy="1204"/>
            </a:xfrm>
          </p:grpSpPr>
          <p:sp>
            <p:nvSpPr>
              <p:cNvPr id="173098" name="Freeform 42">
                <a:extLst>
                  <a:ext uri="{FF2B5EF4-FFF2-40B4-BE49-F238E27FC236}">
                    <a16:creationId xmlns:a16="http://schemas.microsoft.com/office/drawing/2014/main" id="{7DDA5259-48D7-7E8E-B0FA-C1D2FC37AF2B}"/>
                  </a:ext>
                </a:extLst>
              </p:cNvPr>
              <p:cNvSpPr>
                <a:spLocks/>
              </p:cNvSpPr>
              <p:nvPr userDrawn="1"/>
            </p:nvSpPr>
            <p:spPr bwMode="auto">
              <a:xfrm rot="-3172564">
                <a:off x="5430" y="1086"/>
                <a:ext cx="62" cy="288"/>
              </a:xfrm>
              <a:custGeom>
                <a:avLst/>
                <a:gdLst>
                  <a:gd name="T0" fmla="*/ 123 w 245"/>
                  <a:gd name="T1" fmla="*/ 9 h 806"/>
                  <a:gd name="T2" fmla="*/ 131 w 245"/>
                  <a:gd name="T3" fmla="*/ 342 h 806"/>
                  <a:gd name="T4" fmla="*/ 0 w 245"/>
                  <a:gd name="T5" fmla="*/ 806 h 806"/>
                  <a:gd name="T6" fmla="*/ 79 w 245"/>
                  <a:gd name="T7" fmla="*/ 789 h 806"/>
                  <a:gd name="T8" fmla="*/ 218 w 245"/>
                  <a:gd name="T9" fmla="*/ 376 h 806"/>
                  <a:gd name="T10" fmla="*/ 245 w 245"/>
                  <a:gd name="T11" fmla="*/ 0 h 806"/>
                  <a:gd name="T12" fmla="*/ 123 w 245"/>
                  <a:gd name="T13" fmla="*/ 9 h 806"/>
                  <a:gd name="T14" fmla="*/ 123 w 245"/>
                  <a:gd name="T15" fmla="*/ 9 h 806"/>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245" h="806">
                    <a:moveTo>
                      <a:pt x="123" y="9"/>
                    </a:moveTo>
                    <a:lnTo>
                      <a:pt x="131" y="342"/>
                    </a:lnTo>
                    <a:lnTo>
                      <a:pt x="0" y="806"/>
                    </a:lnTo>
                    <a:lnTo>
                      <a:pt x="79" y="789"/>
                    </a:lnTo>
                    <a:lnTo>
                      <a:pt x="218" y="376"/>
                    </a:lnTo>
                    <a:lnTo>
                      <a:pt x="245" y="0"/>
                    </a:lnTo>
                    <a:lnTo>
                      <a:pt x="123" y="9"/>
                    </a:lnTo>
                    <a:lnTo>
                      <a:pt x="123" y="9"/>
                    </a:lnTo>
                    <a:close/>
                  </a:path>
                </a:pathLst>
              </a:cu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AU"/>
              </a:p>
            </p:txBody>
          </p:sp>
          <p:grpSp>
            <p:nvGrpSpPr>
              <p:cNvPr id="173099" name="Group 43">
                <a:extLst>
                  <a:ext uri="{FF2B5EF4-FFF2-40B4-BE49-F238E27FC236}">
                    <a16:creationId xmlns:a16="http://schemas.microsoft.com/office/drawing/2014/main" id="{F8B1765D-DA6F-9CD7-C1AC-DB45DBF76FD5}"/>
                  </a:ext>
                </a:extLst>
              </p:cNvPr>
              <p:cNvGrpSpPr>
                <a:grpSpLocks/>
              </p:cNvGrpSpPr>
              <p:nvPr userDrawn="1"/>
            </p:nvGrpSpPr>
            <p:grpSpPr bwMode="auto">
              <a:xfrm>
                <a:off x="4610" y="57"/>
                <a:ext cx="1344" cy="985"/>
                <a:chOff x="4610" y="57"/>
                <a:chExt cx="1344" cy="985"/>
              </a:xfrm>
            </p:grpSpPr>
            <p:sp>
              <p:nvSpPr>
                <p:cNvPr id="173100" name="Freeform 44">
                  <a:extLst>
                    <a:ext uri="{FF2B5EF4-FFF2-40B4-BE49-F238E27FC236}">
                      <a16:creationId xmlns:a16="http://schemas.microsoft.com/office/drawing/2014/main" id="{C0EC0995-BFA4-A108-068A-7132A40A5F5F}"/>
                    </a:ext>
                  </a:extLst>
                </p:cNvPr>
                <p:cNvSpPr>
                  <a:spLocks/>
                </p:cNvSpPr>
                <p:nvPr userDrawn="1"/>
              </p:nvSpPr>
              <p:spPr bwMode="auto">
                <a:xfrm rot="-3172564">
                  <a:off x="4966" y="71"/>
                  <a:ext cx="153" cy="125"/>
                </a:xfrm>
                <a:custGeom>
                  <a:avLst/>
                  <a:gdLst>
                    <a:gd name="T0" fmla="*/ 0 w 604"/>
                    <a:gd name="T1" fmla="*/ 0 h 349"/>
                    <a:gd name="T2" fmla="*/ 298 w 604"/>
                    <a:gd name="T3" fmla="*/ 184 h 349"/>
                    <a:gd name="T4" fmla="*/ 500 w 604"/>
                    <a:gd name="T5" fmla="*/ 349 h 349"/>
                    <a:gd name="T6" fmla="*/ 604 w 604"/>
                    <a:gd name="T7" fmla="*/ 140 h 349"/>
                    <a:gd name="T8" fmla="*/ 359 w 604"/>
                    <a:gd name="T9" fmla="*/ 9 h 349"/>
                    <a:gd name="T10" fmla="*/ 464 w 604"/>
                    <a:gd name="T11" fmla="*/ 184 h 349"/>
                    <a:gd name="T12" fmla="*/ 131 w 604"/>
                    <a:gd name="T13" fmla="*/ 17 h 349"/>
                    <a:gd name="T14" fmla="*/ 0 w 604"/>
                    <a:gd name="T15" fmla="*/ 0 h 349"/>
                    <a:gd name="T16" fmla="*/ 0 w 604"/>
                    <a:gd name="T17" fmla="*/ 0 h 34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604" h="349">
                      <a:moveTo>
                        <a:pt x="0" y="0"/>
                      </a:moveTo>
                      <a:lnTo>
                        <a:pt x="298" y="184"/>
                      </a:lnTo>
                      <a:lnTo>
                        <a:pt x="500" y="349"/>
                      </a:lnTo>
                      <a:lnTo>
                        <a:pt x="604" y="140"/>
                      </a:lnTo>
                      <a:lnTo>
                        <a:pt x="359" y="9"/>
                      </a:lnTo>
                      <a:lnTo>
                        <a:pt x="464" y="184"/>
                      </a:lnTo>
                      <a:lnTo>
                        <a:pt x="131" y="17"/>
                      </a:lnTo>
                      <a:lnTo>
                        <a:pt x="0" y="0"/>
                      </a:lnTo>
                      <a:lnTo>
                        <a:pt x="0" y="0"/>
                      </a:lnTo>
                      <a:close/>
                    </a:path>
                  </a:pathLst>
                </a:cu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AU"/>
                </a:p>
              </p:txBody>
            </p:sp>
            <p:sp>
              <p:nvSpPr>
                <p:cNvPr id="173101" name="Freeform 45">
                  <a:extLst>
                    <a:ext uri="{FF2B5EF4-FFF2-40B4-BE49-F238E27FC236}">
                      <a16:creationId xmlns:a16="http://schemas.microsoft.com/office/drawing/2014/main" id="{CE5BEAF6-A66C-0A9B-9B83-4DEA93EA4BFA}"/>
                    </a:ext>
                  </a:extLst>
                </p:cNvPr>
                <p:cNvSpPr>
                  <a:spLocks/>
                </p:cNvSpPr>
                <p:nvPr userDrawn="1"/>
              </p:nvSpPr>
              <p:spPr bwMode="auto">
                <a:xfrm rot="-3172564">
                  <a:off x="5048" y="332"/>
                  <a:ext cx="269" cy="438"/>
                </a:xfrm>
                <a:custGeom>
                  <a:avLst/>
                  <a:gdLst>
                    <a:gd name="T0" fmla="*/ 741 w 1064"/>
                    <a:gd name="T1" fmla="*/ 129 h 1230"/>
                    <a:gd name="T2" fmla="*/ 485 w 1064"/>
                    <a:gd name="T3" fmla="*/ 352 h 1230"/>
                    <a:gd name="T4" fmla="*/ 163 w 1064"/>
                    <a:gd name="T5" fmla="*/ 762 h 1230"/>
                    <a:gd name="T6" fmla="*/ 0 w 1064"/>
                    <a:gd name="T7" fmla="*/ 1101 h 1230"/>
                    <a:gd name="T8" fmla="*/ 59 w 1064"/>
                    <a:gd name="T9" fmla="*/ 1230 h 1230"/>
                    <a:gd name="T10" fmla="*/ 262 w 1064"/>
                    <a:gd name="T11" fmla="*/ 1201 h 1230"/>
                    <a:gd name="T12" fmla="*/ 578 w 1064"/>
                    <a:gd name="T13" fmla="*/ 914 h 1230"/>
                    <a:gd name="T14" fmla="*/ 876 w 1064"/>
                    <a:gd name="T15" fmla="*/ 534 h 1230"/>
                    <a:gd name="T16" fmla="*/ 1034 w 1064"/>
                    <a:gd name="T17" fmla="*/ 270 h 1230"/>
                    <a:gd name="T18" fmla="*/ 1064 w 1064"/>
                    <a:gd name="T19" fmla="*/ 84 h 1230"/>
                    <a:gd name="T20" fmla="*/ 977 w 1064"/>
                    <a:gd name="T21" fmla="*/ 0 h 1230"/>
                    <a:gd name="T22" fmla="*/ 836 w 1064"/>
                    <a:gd name="T23" fmla="*/ 65 h 1230"/>
                    <a:gd name="T24" fmla="*/ 969 w 1064"/>
                    <a:gd name="T25" fmla="*/ 107 h 1230"/>
                    <a:gd name="T26" fmla="*/ 876 w 1064"/>
                    <a:gd name="T27" fmla="*/ 352 h 1230"/>
                    <a:gd name="T28" fmla="*/ 690 w 1064"/>
                    <a:gd name="T29" fmla="*/ 656 h 1230"/>
                    <a:gd name="T30" fmla="*/ 350 w 1064"/>
                    <a:gd name="T31" fmla="*/ 1008 h 1230"/>
                    <a:gd name="T32" fmla="*/ 116 w 1064"/>
                    <a:gd name="T33" fmla="*/ 1114 h 1230"/>
                    <a:gd name="T34" fmla="*/ 135 w 1064"/>
                    <a:gd name="T35" fmla="*/ 943 h 1230"/>
                    <a:gd name="T36" fmla="*/ 437 w 1064"/>
                    <a:gd name="T37" fmla="*/ 504 h 1230"/>
                    <a:gd name="T38" fmla="*/ 831 w 1064"/>
                    <a:gd name="T39" fmla="*/ 118 h 1230"/>
                    <a:gd name="T40" fmla="*/ 741 w 1064"/>
                    <a:gd name="T41" fmla="*/ 129 h 1230"/>
                    <a:gd name="T42" fmla="*/ 741 w 1064"/>
                    <a:gd name="T43" fmla="*/ 129 h 12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1064" h="1230">
                      <a:moveTo>
                        <a:pt x="741" y="129"/>
                      </a:moveTo>
                      <a:lnTo>
                        <a:pt x="485" y="352"/>
                      </a:lnTo>
                      <a:lnTo>
                        <a:pt x="163" y="762"/>
                      </a:lnTo>
                      <a:lnTo>
                        <a:pt x="0" y="1101"/>
                      </a:lnTo>
                      <a:lnTo>
                        <a:pt x="59" y="1230"/>
                      </a:lnTo>
                      <a:lnTo>
                        <a:pt x="262" y="1201"/>
                      </a:lnTo>
                      <a:lnTo>
                        <a:pt x="578" y="914"/>
                      </a:lnTo>
                      <a:lnTo>
                        <a:pt x="876" y="534"/>
                      </a:lnTo>
                      <a:lnTo>
                        <a:pt x="1034" y="270"/>
                      </a:lnTo>
                      <a:lnTo>
                        <a:pt x="1064" y="84"/>
                      </a:lnTo>
                      <a:lnTo>
                        <a:pt x="977" y="0"/>
                      </a:lnTo>
                      <a:lnTo>
                        <a:pt x="836" y="65"/>
                      </a:lnTo>
                      <a:lnTo>
                        <a:pt x="969" y="107"/>
                      </a:lnTo>
                      <a:lnTo>
                        <a:pt x="876" y="352"/>
                      </a:lnTo>
                      <a:lnTo>
                        <a:pt x="690" y="656"/>
                      </a:lnTo>
                      <a:lnTo>
                        <a:pt x="350" y="1008"/>
                      </a:lnTo>
                      <a:lnTo>
                        <a:pt x="116" y="1114"/>
                      </a:lnTo>
                      <a:lnTo>
                        <a:pt x="135" y="943"/>
                      </a:lnTo>
                      <a:lnTo>
                        <a:pt x="437" y="504"/>
                      </a:lnTo>
                      <a:lnTo>
                        <a:pt x="831" y="118"/>
                      </a:lnTo>
                      <a:lnTo>
                        <a:pt x="741" y="129"/>
                      </a:lnTo>
                      <a:lnTo>
                        <a:pt x="741" y="129"/>
                      </a:lnTo>
                      <a:close/>
                    </a:path>
                  </a:pathLst>
                </a:cu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AU"/>
                </a:p>
              </p:txBody>
            </p:sp>
            <p:sp>
              <p:nvSpPr>
                <p:cNvPr id="173102" name="Freeform 46">
                  <a:extLst>
                    <a:ext uri="{FF2B5EF4-FFF2-40B4-BE49-F238E27FC236}">
                      <a16:creationId xmlns:a16="http://schemas.microsoft.com/office/drawing/2014/main" id="{A2F32302-182A-AD44-AD58-0AB45F520D2A}"/>
                    </a:ext>
                  </a:extLst>
                </p:cNvPr>
                <p:cNvSpPr>
                  <a:spLocks/>
                </p:cNvSpPr>
                <p:nvPr userDrawn="1"/>
              </p:nvSpPr>
              <p:spPr bwMode="auto">
                <a:xfrm rot="-3172564">
                  <a:off x="4858" y="182"/>
                  <a:ext cx="505" cy="898"/>
                </a:xfrm>
                <a:custGeom>
                  <a:avLst/>
                  <a:gdLst>
                    <a:gd name="T0" fmla="*/ 1941 w 2002"/>
                    <a:gd name="T1" fmla="*/ 0 h 2521"/>
                    <a:gd name="T2" fmla="*/ 0 w 2002"/>
                    <a:gd name="T3" fmla="*/ 2521 h 2521"/>
                    <a:gd name="T4" fmla="*/ 192 w 2002"/>
                    <a:gd name="T5" fmla="*/ 2450 h 2521"/>
                    <a:gd name="T6" fmla="*/ 2002 w 2002"/>
                    <a:gd name="T7" fmla="*/ 61 h 2521"/>
                    <a:gd name="T8" fmla="*/ 1941 w 2002"/>
                    <a:gd name="T9" fmla="*/ 0 h 2521"/>
                    <a:gd name="T10" fmla="*/ 1941 w 2002"/>
                    <a:gd name="T11" fmla="*/ 0 h 2521"/>
                  </a:gdLst>
                  <a:ahLst/>
                  <a:cxnLst>
                    <a:cxn ang="0">
                      <a:pos x="T0" y="T1"/>
                    </a:cxn>
                    <a:cxn ang="0">
                      <a:pos x="T2" y="T3"/>
                    </a:cxn>
                    <a:cxn ang="0">
                      <a:pos x="T4" y="T5"/>
                    </a:cxn>
                    <a:cxn ang="0">
                      <a:pos x="T6" y="T7"/>
                    </a:cxn>
                    <a:cxn ang="0">
                      <a:pos x="T8" y="T9"/>
                    </a:cxn>
                    <a:cxn ang="0">
                      <a:pos x="T10" y="T11"/>
                    </a:cxn>
                  </a:cxnLst>
                  <a:rect l="0" t="0" r="r" b="b"/>
                  <a:pathLst>
                    <a:path w="2002" h="2521">
                      <a:moveTo>
                        <a:pt x="1941" y="0"/>
                      </a:moveTo>
                      <a:lnTo>
                        <a:pt x="0" y="2521"/>
                      </a:lnTo>
                      <a:lnTo>
                        <a:pt x="192" y="2450"/>
                      </a:lnTo>
                      <a:lnTo>
                        <a:pt x="2002" y="61"/>
                      </a:lnTo>
                      <a:lnTo>
                        <a:pt x="1941" y="0"/>
                      </a:lnTo>
                      <a:lnTo>
                        <a:pt x="1941" y="0"/>
                      </a:lnTo>
                      <a:close/>
                    </a:path>
                  </a:pathLst>
                </a:cu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AU"/>
                </a:p>
              </p:txBody>
            </p:sp>
            <p:sp>
              <p:nvSpPr>
                <p:cNvPr id="173103" name="Freeform 47">
                  <a:extLst>
                    <a:ext uri="{FF2B5EF4-FFF2-40B4-BE49-F238E27FC236}">
                      <a16:creationId xmlns:a16="http://schemas.microsoft.com/office/drawing/2014/main" id="{58DB0DB1-A7A2-D000-F2B7-1531B05FAD8E}"/>
                    </a:ext>
                  </a:extLst>
                </p:cNvPr>
                <p:cNvSpPr>
                  <a:spLocks/>
                </p:cNvSpPr>
                <p:nvPr userDrawn="1"/>
              </p:nvSpPr>
              <p:spPr bwMode="auto">
                <a:xfrm rot="-3172564">
                  <a:off x="4903" y="-19"/>
                  <a:ext cx="758" cy="1344"/>
                </a:xfrm>
                <a:custGeom>
                  <a:avLst/>
                  <a:gdLst>
                    <a:gd name="T0" fmla="*/ 95 w 3007"/>
                    <a:gd name="T1" fmla="*/ 2844 h 3771"/>
                    <a:gd name="T2" fmla="*/ 394 w 3007"/>
                    <a:gd name="T3" fmla="*/ 2834 h 3771"/>
                    <a:gd name="T4" fmla="*/ 821 w 3007"/>
                    <a:gd name="T5" fmla="*/ 3009 h 3771"/>
                    <a:gd name="T6" fmla="*/ 681 w 3007"/>
                    <a:gd name="T7" fmla="*/ 2817 h 3771"/>
                    <a:gd name="T8" fmla="*/ 367 w 3007"/>
                    <a:gd name="T9" fmla="*/ 2703 h 3771"/>
                    <a:gd name="T10" fmla="*/ 637 w 3007"/>
                    <a:gd name="T11" fmla="*/ 2720 h 3771"/>
                    <a:gd name="T12" fmla="*/ 979 w 3007"/>
                    <a:gd name="T13" fmla="*/ 2870 h 3771"/>
                    <a:gd name="T14" fmla="*/ 2859 w 3007"/>
                    <a:gd name="T15" fmla="*/ 420 h 3771"/>
                    <a:gd name="T16" fmla="*/ 2578 w 3007"/>
                    <a:gd name="T17" fmla="*/ 148 h 3771"/>
                    <a:gd name="T18" fmla="*/ 2308 w 3007"/>
                    <a:gd name="T19" fmla="*/ 0 h 3771"/>
                    <a:gd name="T20" fmla="*/ 2692 w 3007"/>
                    <a:gd name="T21" fmla="*/ 78 h 3771"/>
                    <a:gd name="T22" fmla="*/ 3007 w 3007"/>
                    <a:gd name="T23" fmla="*/ 428 h 3771"/>
                    <a:gd name="T24" fmla="*/ 831 w 3007"/>
                    <a:gd name="T25" fmla="*/ 3273 h 3771"/>
                    <a:gd name="T26" fmla="*/ 481 w 3007"/>
                    <a:gd name="T27" fmla="*/ 3412 h 3771"/>
                    <a:gd name="T28" fmla="*/ 105 w 3007"/>
                    <a:gd name="T29" fmla="*/ 3771 h 3771"/>
                    <a:gd name="T30" fmla="*/ 0 w 3007"/>
                    <a:gd name="T31" fmla="*/ 3667 h 3771"/>
                    <a:gd name="T32" fmla="*/ 131 w 3007"/>
                    <a:gd name="T33" fmla="*/ 3631 h 3771"/>
                    <a:gd name="T34" fmla="*/ 376 w 3007"/>
                    <a:gd name="T35" fmla="*/ 3385 h 3771"/>
                    <a:gd name="T36" fmla="*/ 165 w 3007"/>
                    <a:gd name="T37" fmla="*/ 3273 h 3771"/>
                    <a:gd name="T38" fmla="*/ 165 w 3007"/>
                    <a:gd name="T39" fmla="*/ 3176 h 3771"/>
                    <a:gd name="T40" fmla="*/ 411 w 3007"/>
                    <a:gd name="T41" fmla="*/ 3298 h 3771"/>
                    <a:gd name="T42" fmla="*/ 411 w 3007"/>
                    <a:gd name="T43" fmla="*/ 3186 h 3771"/>
                    <a:gd name="T44" fmla="*/ 603 w 3007"/>
                    <a:gd name="T45" fmla="*/ 3220 h 3771"/>
                    <a:gd name="T46" fmla="*/ 428 w 3007"/>
                    <a:gd name="T47" fmla="*/ 3079 h 3771"/>
                    <a:gd name="T48" fmla="*/ 629 w 3007"/>
                    <a:gd name="T49" fmla="*/ 3062 h 3771"/>
                    <a:gd name="T50" fmla="*/ 95 w 3007"/>
                    <a:gd name="T51" fmla="*/ 2844 h 3771"/>
                    <a:gd name="T52" fmla="*/ 95 w 3007"/>
                    <a:gd name="T53" fmla="*/ 2844 h 377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3007" h="3771">
                      <a:moveTo>
                        <a:pt x="95" y="2844"/>
                      </a:moveTo>
                      <a:lnTo>
                        <a:pt x="394" y="2834"/>
                      </a:lnTo>
                      <a:lnTo>
                        <a:pt x="821" y="3009"/>
                      </a:lnTo>
                      <a:lnTo>
                        <a:pt x="681" y="2817"/>
                      </a:lnTo>
                      <a:lnTo>
                        <a:pt x="367" y="2703"/>
                      </a:lnTo>
                      <a:lnTo>
                        <a:pt x="637" y="2720"/>
                      </a:lnTo>
                      <a:lnTo>
                        <a:pt x="979" y="2870"/>
                      </a:lnTo>
                      <a:lnTo>
                        <a:pt x="2859" y="420"/>
                      </a:lnTo>
                      <a:lnTo>
                        <a:pt x="2578" y="148"/>
                      </a:lnTo>
                      <a:lnTo>
                        <a:pt x="2308" y="0"/>
                      </a:lnTo>
                      <a:lnTo>
                        <a:pt x="2692" y="78"/>
                      </a:lnTo>
                      <a:lnTo>
                        <a:pt x="3007" y="428"/>
                      </a:lnTo>
                      <a:lnTo>
                        <a:pt x="831" y="3273"/>
                      </a:lnTo>
                      <a:lnTo>
                        <a:pt x="481" y="3412"/>
                      </a:lnTo>
                      <a:lnTo>
                        <a:pt x="105" y="3771"/>
                      </a:lnTo>
                      <a:lnTo>
                        <a:pt x="0" y="3667"/>
                      </a:lnTo>
                      <a:lnTo>
                        <a:pt x="131" y="3631"/>
                      </a:lnTo>
                      <a:lnTo>
                        <a:pt x="376" y="3385"/>
                      </a:lnTo>
                      <a:lnTo>
                        <a:pt x="165" y="3273"/>
                      </a:lnTo>
                      <a:lnTo>
                        <a:pt x="165" y="3176"/>
                      </a:lnTo>
                      <a:lnTo>
                        <a:pt x="411" y="3298"/>
                      </a:lnTo>
                      <a:lnTo>
                        <a:pt x="411" y="3186"/>
                      </a:lnTo>
                      <a:lnTo>
                        <a:pt x="603" y="3220"/>
                      </a:lnTo>
                      <a:lnTo>
                        <a:pt x="428" y="3079"/>
                      </a:lnTo>
                      <a:lnTo>
                        <a:pt x="629" y="3062"/>
                      </a:lnTo>
                      <a:lnTo>
                        <a:pt x="95" y="2844"/>
                      </a:lnTo>
                      <a:lnTo>
                        <a:pt x="95" y="2844"/>
                      </a:lnTo>
                      <a:close/>
                    </a:path>
                  </a:pathLst>
                </a:cu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AU"/>
                </a:p>
              </p:txBody>
            </p:sp>
            <p:sp>
              <p:nvSpPr>
                <p:cNvPr id="173104" name="Freeform 48">
                  <a:extLst>
                    <a:ext uri="{FF2B5EF4-FFF2-40B4-BE49-F238E27FC236}">
                      <a16:creationId xmlns:a16="http://schemas.microsoft.com/office/drawing/2014/main" id="{38F64627-DA07-0129-A9C4-4EA8E354DD7B}"/>
                    </a:ext>
                  </a:extLst>
                </p:cNvPr>
                <p:cNvSpPr>
                  <a:spLocks/>
                </p:cNvSpPr>
                <p:nvPr userDrawn="1"/>
              </p:nvSpPr>
              <p:spPr bwMode="auto">
                <a:xfrm rot="-3172564">
                  <a:off x="5297" y="897"/>
                  <a:ext cx="169" cy="122"/>
                </a:xfrm>
                <a:custGeom>
                  <a:avLst/>
                  <a:gdLst>
                    <a:gd name="T0" fmla="*/ 0 w 673"/>
                    <a:gd name="T1" fmla="*/ 80 h 342"/>
                    <a:gd name="T2" fmla="*/ 255 w 673"/>
                    <a:gd name="T3" fmla="*/ 106 h 342"/>
                    <a:gd name="T4" fmla="*/ 639 w 673"/>
                    <a:gd name="T5" fmla="*/ 342 h 342"/>
                    <a:gd name="T6" fmla="*/ 673 w 673"/>
                    <a:gd name="T7" fmla="*/ 289 h 342"/>
                    <a:gd name="T8" fmla="*/ 447 w 673"/>
                    <a:gd name="T9" fmla="*/ 114 h 342"/>
                    <a:gd name="T10" fmla="*/ 26 w 673"/>
                    <a:gd name="T11" fmla="*/ 0 h 342"/>
                    <a:gd name="T12" fmla="*/ 0 w 673"/>
                    <a:gd name="T13" fmla="*/ 80 h 342"/>
                    <a:gd name="T14" fmla="*/ 0 w 673"/>
                    <a:gd name="T15" fmla="*/ 80 h 342"/>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673" h="342">
                      <a:moveTo>
                        <a:pt x="0" y="80"/>
                      </a:moveTo>
                      <a:lnTo>
                        <a:pt x="255" y="106"/>
                      </a:lnTo>
                      <a:lnTo>
                        <a:pt x="639" y="342"/>
                      </a:lnTo>
                      <a:lnTo>
                        <a:pt x="673" y="289"/>
                      </a:lnTo>
                      <a:lnTo>
                        <a:pt x="447" y="114"/>
                      </a:lnTo>
                      <a:lnTo>
                        <a:pt x="26" y="0"/>
                      </a:lnTo>
                      <a:lnTo>
                        <a:pt x="0" y="80"/>
                      </a:lnTo>
                      <a:lnTo>
                        <a:pt x="0" y="80"/>
                      </a:lnTo>
                      <a:close/>
                    </a:path>
                  </a:pathLst>
                </a:cu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AU"/>
                </a:p>
              </p:txBody>
            </p:sp>
            <p:sp>
              <p:nvSpPr>
                <p:cNvPr id="173105" name="Freeform 49">
                  <a:extLst>
                    <a:ext uri="{FF2B5EF4-FFF2-40B4-BE49-F238E27FC236}">
                      <a16:creationId xmlns:a16="http://schemas.microsoft.com/office/drawing/2014/main" id="{60BD59B9-4012-B571-0658-EB0FD447CD33}"/>
                    </a:ext>
                  </a:extLst>
                </p:cNvPr>
                <p:cNvSpPr>
                  <a:spLocks/>
                </p:cNvSpPr>
                <p:nvPr userDrawn="1"/>
              </p:nvSpPr>
              <p:spPr bwMode="auto">
                <a:xfrm rot="-3172564">
                  <a:off x="5253" y="806"/>
                  <a:ext cx="181" cy="144"/>
                </a:xfrm>
                <a:custGeom>
                  <a:avLst/>
                  <a:gdLst>
                    <a:gd name="T0" fmla="*/ 0 w 716"/>
                    <a:gd name="T1" fmla="*/ 78 h 403"/>
                    <a:gd name="T2" fmla="*/ 340 w 716"/>
                    <a:gd name="T3" fmla="*/ 148 h 403"/>
                    <a:gd name="T4" fmla="*/ 638 w 716"/>
                    <a:gd name="T5" fmla="*/ 403 h 403"/>
                    <a:gd name="T6" fmla="*/ 716 w 716"/>
                    <a:gd name="T7" fmla="*/ 296 h 403"/>
                    <a:gd name="T8" fmla="*/ 420 w 716"/>
                    <a:gd name="T9" fmla="*/ 114 h 403"/>
                    <a:gd name="T10" fmla="*/ 70 w 716"/>
                    <a:gd name="T11" fmla="*/ 0 h 403"/>
                    <a:gd name="T12" fmla="*/ 0 w 716"/>
                    <a:gd name="T13" fmla="*/ 78 h 403"/>
                    <a:gd name="T14" fmla="*/ 0 w 716"/>
                    <a:gd name="T15" fmla="*/ 78 h 403"/>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716" h="403">
                      <a:moveTo>
                        <a:pt x="0" y="78"/>
                      </a:moveTo>
                      <a:lnTo>
                        <a:pt x="340" y="148"/>
                      </a:lnTo>
                      <a:lnTo>
                        <a:pt x="638" y="403"/>
                      </a:lnTo>
                      <a:lnTo>
                        <a:pt x="716" y="296"/>
                      </a:lnTo>
                      <a:lnTo>
                        <a:pt x="420" y="114"/>
                      </a:lnTo>
                      <a:lnTo>
                        <a:pt x="70" y="0"/>
                      </a:lnTo>
                      <a:lnTo>
                        <a:pt x="0" y="78"/>
                      </a:lnTo>
                      <a:lnTo>
                        <a:pt x="0" y="78"/>
                      </a:lnTo>
                      <a:close/>
                    </a:path>
                  </a:pathLst>
                </a:cu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AU"/>
                </a:p>
              </p:txBody>
            </p:sp>
            <p:sp>
              <p:nvSpPr>
                <p:cNvPr id="173106" name="Freeform 50">
                  <a:extLst>
                    <a:ext uri="{FF2B5EF4-FFF2-40B4-BE49-F238E27FC236}">
                      <a16:creationId xmlns:a16="http://schemas.microsoft.com/office/drawing/2014/main" id="{F21FD8DC-C1C1-D60F-3B5D-01CBF4200434}"/>
                    </a:ext>
                  </a:extLst>
                </p:cNvPr>
                <p:cNvSpPr>
                  <a:spLocks/>
                </p:cNvSpPr>
                <p:nvPr userDrawn="1"/>
              </p:nvSpPr>
              <p:spPr bwMode="auto">
                <a:xfrm rot="-3172564">
                  <a:off x="4985" y="210"/>
                  <a:ext cx="181" cy="147"/>
                </a:xfrm>
                <a:custGeom>
                  <a:avLst/>
                  <a:gdLst>
                    <a:gd name="T0" fmla="*/ 0 w 717"/>
                    <a:gd name="T1" fmla="*/ 78 h 411"/>
                    <a:gd name="T2" fmla="*/ 316 w 717"/>
                    <a:gd name="T3" fmla="*/ 139 h 411"/>
                    <a:gd name="T4" fmla="*/ 649 w 717"/>
                    <a:gd name="T5" fmla="*/ 411 h 411"/>
                    <a:gd name="T6" fmla="*/ 717 w 717"/>
                    <a:gd name="T7" fmla="*/ 314 h 411"/>
                    <a:gd name="T8" fmla="*/ 394 w 717"/>
                    <a:gd name="T9" fmla="*/ 87 h 411"/>
                    <a:gd name="T10" fmla="*/ 54 w 717"/>
                    <a:gd name="T11" fmla="*/ 0 h 411"/>
                    <a:gd name="T12" fmla="*/ 0 w 717"/>
                    <a:gd name="T13" fmla="*/ 78 h 411"/>
                    <a:gd name="T14" fmla="*/ 0 w 717"/>
                    <a:gd name="T15" fmla="*/ 78 h 411"/>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717" h="411">
                      <a:moveTo>
                        <a:pt x="0" y="78"/>
                      </a:moveTo>
                      <a:lnTo>
                        <a:pt x="316" y="139"/>
                      </a:lnTo>
                      <a:lnTo>
                        <a:pt x="649" y="411"/>
                      </a:lnTo>
                      <a:lnTo>
                        <a:pt x="717" y="314"/>
                      </a:lnTo>
                      <a:lnTo>
                        <a:pt x="394" y="87"/>
                      </a:lnTo>
                      <a:lnTo>
                        <a:pt x="54" y="0"/>
                      </a:lnTo>
                      <a:lnTo>
                        <a:pt x="0" y="78"/>
                      </a:lnTo>
                      <a:lnTo>
                        <a:pt x="0" y="78"/>
                      </a:lnTo>
                      <a:close/>
                    </a:path>
                  </a:pathLst>
                </a:cu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AU"/>
                </a:p>
              </p:txBody>
            </p:sp>
            <p:sp>
              <p:nvSpPr>
                <p:cNvPr id="173107" name="Freeform 51">
                  <a:extLst>
                    <a:ext uri="{FF2B5EF4-FFF2-40B4-BE49-F238E27FC236}">
                      <a16:creationId xmlns:a16="http://schemas.microsoft.com/office/drawing/2014/main" id="{871E9539-D19A-04E5-B6FE-4CDEDB3CCDB1}"/>
                    </a:ext>
                  </a:extLst>
                </p:cNvPr>
                <p:cNvSpPr>
                  <a:spLocks/>
                </p:cNvSpPr>
                <p:nvPr userDrawn="1"/>
              </p:nvSpPr>
              <p:spPr bwMode="auto">
                <a:xfrm rot="-3172564">
                  <a:off x="4948" y="142"/>
                  <a:ext cx="179" cy="138"/>
                </a:xfrm>
                <a:custGeom>
                  <a:avLst/>
                  <a:gdLst>
                    <a:gd name="T0" fmla="*/ 0 w 709"/>
                    <a:gd name="T1" fmla="*/ 88 h 386"/>
                    <a:gd name="T2" fmla="*/ 272 w 709"/>
                    <a:gd name="T3" fmla="*/ 131 h 386"/>
                    <a:gd name="T4" fmla="*/ 665 w 709"/>
                    <a:gd name="T5" fmla="*/ 386 h 386"/>
                    <a:gd name="T6" fmla="*/ 709 w 709"/>
                    <a:gd name="T7" fmla="*/ 308 h 386"/>
                    <a:gd name="T8" fmla="*/ 306 w 709"/>
                    <a:gd name="T9" fmla="*/ 53 h 386"/>
                    <a:gd name="T10" fmla="*/ 43 w 709"/>
                    <a:gd name="T11" fmla="*/ 0 h 386"/>
                    <a:gd name="T12" fmla="*/ 0 w 709"/>
                    <a:gd name="T13" fmla="*/ 88 h 386"/>
                    <a:gd name="T14" fmla="*/ 0 w 709"/>
                    <a:gd name="T15" fmla="*/ 88 h 386"/>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709" h="386">
                      <a:moveTo>
                        <a:pt x="0" y="88"/>
                      </a:moveTo>
                      <a:lnTo>
                        <a:pt x="272" y="131"/>
                      </a:lnTo>
                      <a:lnTo>
                        <a:pt x="665" y="386"/>
                      </a:lnTo>
                      <a:lnTo>
                        <a:pt x="709" y="308"/>
                      </a:lnTo>
                      <a:lnTo>
                        <a:pt x="306" y="53"/>
                      </a:lnTo>
                      <a:lnTo>
                        <a:pt x="43" y="0"/>
                      </a:lnTo>
                      <a:lnTo>
                        <a:pt x="0" y="88"/>
                      </a:lnTo>
                      <a:lnTo>
                        <a:pt x="0" y="88"/>
                      </a:lnTo>
                      <a:close/>
                    </a:path>
                  </a:pathLst>
                </a:cu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AU"/>
                </a:p>
              </p:txBody>
            </p:sp>
          </p:grpSp>
        </p:grpSp>
        <p:sp>
          <p:nvSpPr>
            <p:cNvPr id="173108" name="Line 52">
              <a:extLst>
                <a:ext uri="{FF2B5EF4-FFF2-40B4-BE49-F238E27FC236}">
                  <a16:creationId xmlns:a16="http://schemas.microsoft.com/office/drawing/2014/main" id="{E75D90BD-126B-39D2-9AF2-A16B2A2DF64F}"/>
                </a:ext>
              </a:extLst>
            </p:cNvPr>
            <p:cNvSpPr>
              <a:spLocks noChangeShapeType="1"/>
            </p:cNvSpPr>
            <p:nvPr userDrawn="1"/>
          </p:nvSpPr>
          <p:spPr bwMode="auto">
            <a:xfrm>
              <a:off x="4870" y="84"/>
              <a:ext cx="42" cy="96"/>
            </a:xfrm>
            <a:prstGeom prst="line">
              <a:avLst/>
            </a:prstGeom>
            <a:noFill/>
            <a:ln w="38100">
              <a:solidFill>
                <a:schemeClr val="accent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AU"/>
            </a:p>
          </p:txBody>
        </p:sp>
      </p:grpSp>
    </p:spTree>
  </p:cSld>
  <p:clrMap bg1="lt1" tx1="dk1" bg2="lt2" tx2="dk2" accent1="accent1" accent2="accent2" accent3="accent3" accent4="accent4" accent5="accent5" accent6="accent6" hlink="hlink" folHlink="folHlink"/>
  <p:sldLayoutIdLst>
    <p:sldLayoutId id="2147483785" r:id="rId1"/>
    <p:sldLayoutId id="2147483786" r:id="rId2"/>
    <p:sldLayoutId id="2147483787" r:id="rId3"/>
    <p:sldLayoutId id="2147483788" r:id="rId4"/>
    <p:sldLayoutId id="2147483789" r:id="rId5"/>
    <p:sldLayoutId id="2147483790" r:id="rId6"/>
    <p:sldLayoutId id="2147483791" r:id="rId7"/>
    <p:sldLayoutId id="2147483792" r:id="rId8"/>
    <p:sldLayoutId id="2147483793" r:id="rId9"/>
    <p:sldLayoutId id="2147483794" r:id="rId10"/>
    <p:sldLayoutId id="2147483795" r:id="rId11"/>
    <p:sldLayoutId id="2147483796" r:id="rId12"/>
  </p:sldLayoutIdLst>
  <p:txStyles>
    <p:titleStyle>
      <a:lvl1pPr algn="ctr" rtl="0" fontAlgn="base">
        <a:spcBef>
          <a:spcPct val="0"/>
        </a:spcBef>
        <a:spcAft>
          <a:spcPct val="0"/>
        </a:spcAft>
        <a:defRPr sz="4400" kern="1200">
          <a:solidFill>
            <a:schemeClr val="tx1"/>
          </a:solidFill>
          <a:latin typeface="+mj-lt"/>
          <a:ea typeface="+mj-ea"/>
          <a:cs typeface="+mj-cs"/>
        </a:defRPr>
      </a:lvl1pPr>
      <a:lvl2pPr algn="ctr" rtl="0" fontAlgn="base">
        <a:spcBef>
          <a:spcPct val="0"/>
        </a:spcBef>
        <a:spcAft>
          <a:spcPct val="0"/>
        </a:spcAft>
        <a:defRPr sz="4400">
          <a:solidFill>
            <a:schemeClr val="tx1"/>
          </a:solidFill>
          <a:latin typeface="Comic Sans MS" panose="030F0702030302020204" pitchFamily="66" charset="0"/>
        </a:defRPr>
      </a:lvl2pPr>
      <a:lvl3pPr algn="ctr" rtl="0" fontAlgn="base">
        <a:spcBef>
          <a:spcPct val="0"/>
        </a:spcBef>
        <a:spcAft>
          <a:spcPct val="0"/>
        </a:spcAft>
        <a:defRPr sz="4400">
          <a:solidFill>
            <a:schemeClr val="tx1"/>
          </a:solidFill>
          <a:latin typeface="Comic Sans MS" panose="030F0702030302020204" pitchFamily="66" charset="0"/>
        </a:defRPr>
      </a:lvl3pPr>
      <a:lvl4pPr algn="ctr" rtl="0" fontAlgn="base">
        <a:spcBef>
          <a:spcPct val="0"/>
        </a:spcBef>
        <a:spcAft>
          <a:spcPct val="0"/>
        </a:spcAft>
        <a:defRPr sz="4400">
          <a:solidFill>
            <a:schemeClr val="tx1"/>
          </a:solidFill>
          <a:latin typeface="Comic Sans MS" panose="030F0702030302020204" pitchFamily="66" charset="0"/>
        </a:defRPr>
      </a:lvl4pPr>
      <a:lvl5pPr algn="ctr" rtl="0" fontAlgn="base">
        <a:spcBef>
          <a:spcPct val="0"/>
        </a:spcBef>
        <a:spcAft>
          <a:spcPct val="0"/>
        </a:spcAft>
        <a:defRPr sz="4400">
          <a:solidFill>
            <a:schemeClr val="tx1"/>
          </a:solidFill>
          <a:latin typeface="Comic Sans MS" panose="030F0702030302020204" pitchFamily="66" charset="0"/>
        </a:defRPr>
      </a:lvl5pPr>
      <a:lvl6pPr marL="457200" algn="ctr" rtl="0" fontAlgn="base">
        <a:spcBef>
          <a:spcPct val="0"/>
        </a:spcBef>
        <a:spcAft>
          <a:spcPct val="0"/>
        </a:spcAft>
        <a:defRPr sz="4400">
          <a:solidFill>
            <a:schemeClr val="tx1"/>
          </a:solidFill>
          <a:latin typeface="Comic Sans MS" panose="030F0702030302020204" pitchFamily="66" charset="0"/>
        </a:defRPr>
      </a:lvl6pPr>
      <a:lvl7pPr marL="914400" algn="ctr" rtl="0" fontAlgn="base">
        <a:spcBef>
          <a:spcPct val="0"/>
        </a:spcBef>
        <a:spcAft>
          <a:spcPct val="0"/>
        </a:spcAft>
        <a:defRPr sz="4400">
          <a:solidFill>
            <a:schemeClr val="tx1"/>
          </a:solidFill>
          <a:latin typeface="Comic Sans MS" panose="030F0702030302020204" pitchFamily="66" charset="0"/>
        </a:defRPr>
      </a:lvl7pPr>
      <a:lvl8pPr marL="1371600" algn="ctr" rtl="0" fontAlgn="base">
        <a:spcBef>
          <a:spcPct val="0"/>
        </a:spcBef>
        <a:spcAft>
          <a:spcPct val="0"/>
        </a:spcAft>
        <a:defRPr sz="4400">
          <a:solidFill>
            <a:schemeClr val="tx1"/>
          </a:solidFill>
          <a:latin typeface="Comic Sans MS" panose="030F0702030302020204" pitchFamily="66" charset="0"/>
        </a:defRPr>
      </a:lvl8pPr>
      <a:lvl9pPr marL="1828800" algn="ctr" rtl="0" fontAlgn="base">
        <a:spcBef>
          <a:spcPct val="0"/>
        </a:spcBef>
        <a:spcAft>
          <a:spcPct val="0"/>
        </a:spcAft>
        <a:defRPr sz="4400">
          <a:solidFill>
            <a:schemeClr val="tx1"/>
          </a:solidFill>
          <a:latin typeface="Comic Sans MS" panose="030F0702030302020204" pitchFamily="66" charset="0"/>
        </a:defRPr>
      </a:lvl9pPr>
    </p:titleStyle>
    <p:bodyStyle>
      <a:lvl1pPr marL="342900" indent="-342900" algn="l" rtl="0" fontAlgn="base">
        <a:spcBef>
          <a:spcPct val="20000"/>
        </a:spcBef>
        <a:spcAft>
          <a:spcPct val="0"/>
        </a:spcAft>
        <a:buChar char="•"/>
        <a:defRPr sz="3200" kern="1200">
          <a:solidFill>
            <a:schemeClr val="tx1"/>
          </a:solidFill>
          <a:latin typeface="+mn-lt"/>
          <a:ea typeface="+mn-ea"/>
          <a:cs typeface="+mn-cs"/>
        </a:defRPr>
      </a:lvl1pPr>
      <a:lvl2pPr marL="742950" indent="-285750" algn="l" rtl="0" fontAlgn="base">
        <a:spcBef>
          <a:spcPct val="20000"/>
        </a:spcBef>
        <a:spcAft>
          <a:spcPct val="0"/>
        </a:spcAft>
        <a:buChar char="–"/>
        <a:defRPr sz="2800" kern="1200">
          <a:solidFill>
            <a:schemeClr val="tx1"/>
          </a:solidFill>
          <a:latin typeface="+mn-lt"/>
          <a:ea typeface="+mn-ea"/>
          <a:cs typeface="+mn-cs"/>
        </a:defRPr>
      </a:lvl2pPr>
      <a:lvl3pPr marL="1143000" indent="-228600" algn="l" rtl="0" fontAlgn="base">
        <a:spcBef>
          <a:spcPct val="20000"/>
        </a:spcBef>
        <a:spcAft>
          <a:spcPct val="0"/>
        </a:spcAft>
        <a:buChar char="•"/>
        <a:defRPr sz="2400" kern="1200">
          <a:solidFill>
            <a:schemeClr val="tx1"/>
          </a:solidFill>
          <a:latin typeface="+mn-lt"/>
          <a:ea typeface="+mn-ea"/>
          <a:cs typeface="+mn-cs"/>
        </a:defRPr>
      </a:lvl3pPr>
      <a:lvl4pPr marL="1600200" indent="-228600" algn="l" rtl="0" fontAlgn="base">
        <a:spcBef>
          <a:spcPct val="20000"/>
        </a:spcBef>
        <a:spcAft>
          <a:spcPct val="0"/>
        </a:spcAft>
        <a:buChar char="–"/>
        <a:defRPr sz="2000" kern="1200">
          <a:solidFill>
            <a:schemeClr val="tx1"/>
          </a:solidFill>
          <a:latin typeface="+mn-lt"/>
          <a:ea typeface="+mn-ea"/>
          <a:cs typeface="+mn-cs"/>
        </a:defRPr>
      </a:lvl4pPr>
      <a:lvl5pPr marL="2057400" indent="-228600" algn="l" rtl="0" fontAlgn="base">
        <a:spcBef>
          <a:spcPct val="20000"/>
        </a:spcBef>
        <a:spcAft>
          <a:spcPct val="0"/>
        </a:spcAft>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2.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0" name="Rectangle 2">
            <a:extLst>
              <a:ext uri="{FF2B5EF4-FFF2-40B4-BE49-F238E27FC236}">
                <a16:creationId xmlns:a16="http://schemas.microsoft.com/office/drawing/2014/main" id="{58937CDB-5F01-E794-B354-1F883ABC9F7B}"/>
              </a:ext>
            </a:extLst>
          </p:cNvPr>
          <p:cNvSpPr>
            <a:spLocks noGrp="1" noChangeArrowheads="1"/>
          </p:cNvSpPr>
          <p:nvPr>
            <p:ph type="ctrTitle"/>
          </p:nvPr>
        </p:nvSpPr>
        <p:spPr/>
        <p:txBody>
          <a:bodyPr/>
          <a:lstStyle/>
          <a:p>
            <a:r>
              <a:rPr lang="en-AU" altLang="en-US" sz="5400"/>
              <a:t>Projectile Motion</a:t>
            </a:r>
          </a:p>
        </p:txBody>
      </p:sp>
      <p:sp>
        <p:nvSpPr>
          <p:cNvPr id="2069" name="Rectangle 21">
            <a:extLst>
              <a:ext uri="{FF2B5EF4-FFF2-40B4-BE49-F238E27FC236}">
                <a16:creationId xmlns:a16="http://schemas.microsoft.com/office/drawing/2014/main" id="{D208A3CF-8535-A39B-5F74-7B09DC4FF4B8}"/>
              </a:ext>
            </a:extLst>
          </p:cNvPr>
          <p:cNvSpPr>
            <a:spLocks noGrp="1" noChangeArrowheads="1"/>
          </p:cNvSpPr>
          <p:nvPr>
            <p:ph type="subTitle" idx="1"/>
          </p:nvPr>
        </p:nvSpPr>
        <p:spPr/>
        <p:txBody>
          <a:bodyPr/>
          <a:lstStyle/>
          <a:p>
            <a:endParaRPr lang="en-AU" altLang="en-US" dirty="0"/>
          </a:p>
        </p:txBody>
      </p:sp>
    </p:spTree>
  </p:cSld>
  <p:clrMapOvr>
    <a:masterClrMapping/>
  </p:clrMapOvr>
  <p:transition/>
</p:sld>
</file>

<file path=ppt/slides/slide2.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3074" name="Rectangle 2">
            <a:extLst>
              <a:ext uri="{FF2B5EF4-FFF2-40B4-BE49-F238E27FC236}">
                <a16:creationId xmlns:a16="http://schemas.microsoft.com/office/drawing/2014/main" id="{6AFD526A-913E-5243-FCBA-DD77E1B40780}"/>
              </a:ext>
            </a:extLst>
          </p:cNvPr>
          <p:cNvSpPr>
            <a:spLocks noGrp="1" noChangeArrowheads="1"/>
          </p:cNvSpPr>
          <p:nvPr>
            <p:ph type="title"/>
          </p:nvPr>
        </p:nvSpPr>
        <p:spPr/>
        <p:txBody>
          <a:bodyPr/>
          <a:lstStyle/>
          <a:p>
            <a:r>
              <a:rPr lang="en-AU" altLang="en-US"/>
              <a:t>What is a Projectile?</a:t>
            </a:r>
          </a:p>
        </p:txBody>
      </p:sp>
      <p:sp>
        <p:nvSpPr>
          <p:cNvPr id="3084" name="Rectangle 12">
            <a:extLst>
              <a:ext uri="{FF2B5EF4-FFF2-40B4-BE49-F238E27FC236}">
                <a16:creationId xmlns:a16="http://schemas.microsoft.com/office/drawing/2014/main" id="{49119C45-55D4-29F7-4445-E8342DBEDD10}"/>
              </a:ext>
            </a:extLst>
          </p:cNvPr>
          <p:cNvSpPr>
            <a:spLocks noGrp="1" noChangeArrowheads="1"/>
          </p:cNvSpPr>
          <p:nvPr>
            <p:ph type="body" idx="1"/>
          </p:nvPr>
        </p:nvSpPr>
        <p:spPr/>
        <p:txBody>
          <a:bodyPr/>
          <a:lstStyle/>
          <a:p>
            <a:pPr>
              <a:buFontTx/>
              <a:buNone/>
            </a:pPr>
            <a:r>
              <a:rPr lang="en-AU" altLang="en-US" sz="2800"/>
              <a:t>If we ignore air resistance, a projectile is an object upon which the only force acting is gravity.</a:t>
            </a:r>
          </a:p>
          <a:p>
            <a:pPr>
              <a:buFontTx/>
              <a:buNone/>
            </a:pPr>
            <a:endParaRPr lang="en-AU" altLang="en-US" sz="2800"/>
          </a:p>
          <a:p>
            <a:pPr>
              <a:buFontTx/>
              <a:buNone/>
            </a:pPr>
            <a:r>
              <a:rPr lang="en-AU" altLang="en-US" sz="2800"/>
              <a:t>This could mean dropping a rock, throwing a ball straight up or kicking a football.  The rock, ball and football are all projectiles.</a:t>
            </a:r>
          </a:p>
        </p:txBody>
      </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42" presetClass="entr" presetSubtype="0" fill="hold" nodeType="clickEffect">
                                  <p:stCondLst>
                                    <p:cond delay="0"/>
                                  </p:stCondLst>
                                  <p:childTnLst>
                                    <p:set>
                                      <p:cBhvr>
                                        <p:cTn id="6" dur="1" fill="hold">
                                          <p:stCondLst>
                                            <p:cond delay="0"/>
                                          </p:stCondLst>
                                        </p:cTn>
                                        <p:tgtEl>
                                          <p:spTgt spid="3084">
                                            <p:txEl>
                                              <p:pRg st="0" end="0"/>
                                            </p:txEl>
                                          </p:spTgt>
                                        </p:tgtEl>
                                        <p:attrNameLst>
                                          <p:attrName>style.visibility</p:attrName>
                                        </p:attrNameLst>
                                      </p:cBhvr>
                                      <p:to>
                                        <p:strVal val="visible"/>
                                      </p:to>
                                    </p:set>
                                    <p:animEffect transition="in" filter="fade">
                                      <p:cBhvr>
                                        <p:cTn id="7" dur="1000"/>
                                        <p:tgtEl>
                                          <p:spTgt spid="3084">
                                            <p:txEl>
                                              <p:pRg st="0" end="0"/>
                                            </p:txEl>
                                          </p:spTgt>
                                        </p:tgtEl>
                                      </p:cBhvr>
                                    </p:animEffect>
                                    <p:anim calcmode="lin" valueType="num">
                                      <p:cBhvr>
                                        <p:cTn id="8" dur="1000" fill="hold"/>
                                        <p:tgtEl>
                                          <p:spTgt spid="3084">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3084">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nodeType="clickPar">
                      <p:stCondLst>
                        <p:cond delay="indefinite"/>
                      </p:stCondLst>
                      <p:childTnLst>
                        <p:par>
                          <p:cTn id="11" fill="hold" nodeType="withGroup">
                            <p:stCondLst>
                              <p:cond delay="0"/>
                            </p:stCondLst>
                            <p:childTnLst>
                              <p:par>
                                <p:cTn id="12" presetID="42" presetClass="entr" presetSubtype="0" fill="hold" nodeType="clickEffect">
                                  <p:stCondLst>
                                    <p:cond delay="0"/>
                                  </p:stCondLst>
                                  <p:childTnLst>
                                    <p:set>
                                      <p:cBhvr>
                                        <p:cTn id="13" dur="1" fill="hold">
                                          <p:stCondLst>
                                            <p:cond delay="0"/>
                                          </p:stCondLst>
                                        </p:cTn>
                                        <p:tgtEl>
                                          <p:spTgt spid="3084">
                                            <p:txEl>
                                              <p:pRg st="2" end="2"/>
                                            </p:txEl>
                                          </p:spTgt>
                                        </p:tgtEl>
                                        <p:attrNameLst>
                                          <p:attrName>style.visibility</p:attrName>
                                        </p:attrNameLst>
                                      </p:cBhvr>
                                      <p:to>
                                        <p:strVal val="visible"/>
                                      </p:to>
                                    </p:set>
                                    <p:animEffect transition="in" filter="fade">
                                      <p:cBhvr>
                                        <p:cTn id="14" dur="1000"/>
                                        <p:tgtEl>
                                          <p:spTgt spid="3084">
                                            <p:txEl>
                                              <p:pRg st="2" end="2"/>
                                            </p:txEl>
                                          </p:spTgt>
                                        </p:tgtEl>
                                      </p:cBhvr>
                                    </p:animEffect>
                                    <p:anim calcmode="lin" valueType="num">
                                      <p:cBhvr>
                                        <p:cTn id="15" dur="1000" fill="hold"/>
                                        <p:tgtEl>
                                          <p:spTgt spid="3084">
                                            <p:txEl>
                                              <p:pRg st="2" end="2"/>
                                            </p:txEl>
                                          </p:spTgt>
                                        </p:tgtEl>
                                        <p:attrNameLst>
                                          <p:attrName>ppt_x</p:attrName>
                                        </p:attrNameLst>
                                      </p:cBhvr>
                                      <p:tavLst>
                                        <p:tav tm="0">
                                          <p:val>
                                            <p:strVal val="#ppt_x"/>
                                          </p:val>
                                        </p:tav>
                                        <p:tav tm="100000">
                                          <p:val>
                                            <p:strVal val="#ppt_x"/>
                                          </p:val>
                                        </p:tav>
                                      </p:tavLst>
                                    </p:anim>
                                    <p:anim calcmode="lin" valueType="num">
                                      <p:cBhvr>
                                        <p:cTn id="16" dur="1000" fill="hold"/>
                                        <p:tgtEl>
                                          <p:spTgt spid="3084">
                                            <p:txEl>
                                              <p:pRg st="2" end="2"/>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084" grpId="0" build="p"/>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Rectangle 2">
            <a:extLst>
              <a:ext uri="{FF2B5EF4-FFF2-40B4-BE49-F238E27FC236}">
                <a16:creationId xmlns:a16="http://schemas.microsoft.com/office/drawing/2014/main" id="{139F74C7-09FF-3CB7-4580-2530185E0D63}"/>
              </a:ext>
            </a:extLst>
          </p:cNvPr>
          <p:cNvSpPr>
            <a:spLocks noGrp="1" noChangeArrowheads="1"/>
          </p:cNvSpPr>
          <p:nvPr>
            <p:ph type="title"/>
          </p:nvPr>
        </p:nvSpPr>
        <p:spPr/>
        <p:txBody>
          <a:bodyPr/>
          <a:lstStyle/>
          <a:p>
            <a:r>
              <a:rPr lang="en-AU" altLang="en-US"/>
              <a:t>What is Projectile Motion?</a:t>
            </a:r>
          </a:p>
        </p:txBody>
      </p:sp>
      <p:sp>
        <p:nvSpPr>
          <p:cNvPr id="4099" name="Rectangle 3">
            <a:extLst>
              <a:ext uri="{FF2B5EF4-FFF2-40B4-BE49-F238E27FC236}">
                <a16:creationId xmlns:a16="http://schemas.microsoft.com/office/drawing/2014/main" id="{A6F06B62-4D20-F6D8-BC58-5A858818F2B5}"/>
              </a:ext>
            </a:extLst>
          </p:cNvPr>
          <p:cNvSpPr>
            <a:spLocks noGrp="1" noChangeArrowheads="1"/>
          </p:cNvSpPr>
          <p:nvPr>
            <p:ph type="body" idx="1"/>
          </p:nvPr>
        </p:nvSpPr>
        <p:spPr>
          <a:xfrm>
            <a:off x="179388" y="1844675"/>
            <a:ext cx="3168650" cy="3657600"/>
          </a:xfrm>
        </p:spPr>
        <p:txBody>
          <a:bodyPr/>
          <a:lstStyle/>
          <a:p>
            <a:pPr>
              <a:buFontTx/>
              <a:buNone/>
            </a:pPr>
            <a:r>
              <a:rPr lang="en-AU" altLang="en-US"/>
              <a:t>	</a:t>
            </a:r>
            <a:r>
              <a:rPr lang="en-AU" altLang="en-US" sz="2800"/>
              <a:t>Projectile motion is a combination of uniform horizontal and freefall vertical motion</a:t>
            </a:r>
          </a:p>
        </p:txBody>
      </p:sp>
      <p:grpSp>
        <p:nvGrpSpPr>
          <p:cNvPr id="4100" name="Group 7">
            <a:extLst>
              <a:ext uri="{FF2B5EF4-FFF2-40B4-BE49-F238E27FC236}">
                <a16:creationId xmlns:a16="http://schemas.microsoft.com/office/drawing/2014/main" id="{6FB841B6-2DE4-50D2-F9EA-8C3CFE949153}"/>
              </a:ext>
            </a:extLst>
          </p:cNvPr>
          <p:cNvGrpSpPr>
            <a:grpSpLocks/>
          </p:cNvGrpSpPr>
          <p:nvPr/>
        </p:nvGrpSpPr>
        <p:grpSpPr bwMode="auto">
          <a:xfrm>
            <a:off x="3492500" y="1773238"/>
            <a:ext cx="5124450" cy="4464050"/>
            <a:chOff x="2907" y="1696"/>
            <a:chExt cx="2373" cy="2059"/>
          </a:xfrm>
        </p:grpSpPr>
        <p:pic>
          <p:nvPicPr>
            <p:cNvPr id="4101" name="Picture 5" descr="10-04Figure_FIG.jpg">
              <a:extLst>
                <a:ext uri="{FF2B5EF4-FFF2-40B4-BE49-F238E27FC236}">
                  <a16:creationId xmlns:a16="http://schemas.microsoft.com/office/drawing/2014/main" id="{14AEE432-C448-34E2-7BBB-945248AE5BC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r="50667" b="16026"/>
            <a:stretch>
              <a:fillRect/>
            </a:stretch>
          </p:blipFill>
          <p:spPr bwMode="auto">
            <a:xfrm>
              <a:off x="2912" y="1696"/>
              <a:ext cx="2368" cy="104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102" name="Picture 6" descr="10-04Figure_FIG.jpg">
              <a:extLst>
                <a:ext uri="{FF2B5EF4-FFF2-40B4-BE49-F238E27FC236}">
                  <a16:creationId xmlns:a16="http://schemas.microsoft.com/office/drawing/2014/main" id="{7F1D9040-1854-AF96-9FF2-80DBC075095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l="51666" b="16026"/>
            <a:stretch>
              <a:fillRect/>
            </a:stretch>
          </p:blipFill>
          <p:spPr bwMode="auto">
            <a:xfrm>
              <a:off x="2907" y="2707"/>
              <a:ext cx="2320" cy="104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spTree>
  </p:cSld>
  <p:clrMapOvr>
    <a:masterClrMapping/>
  </p:clrMapOvr>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2">
            <a:extLst>
              <a:ext uri="{FF2B5EF4-FFF2-40B4-BE49-F238E27FC236}">
                <a16:creationId xmlns:a16="http://schemas.microsoft.com/office/drawing/2014/main" id="{5A43B7A0-9EA3-83B8-A3E6-D935C9320FB3}"/>
              </a:ext>
            </a:extLst>
          </p:cNvPr>
          <p:cNvSpPr>
            <a:spLocks noGrp="1" noChangeArrowheads="1"/>
          </p:cNvSpPr>
          <p:nvPr>
            <p:ph type="title"/>
          </p:nvPr>
        </p:nvSpPr>
        <p:spPr/>
        <p:txBody>
          <a:bodyPr/>
          <a:lstStyle/>
          <a:p>
            <a:r>
              <a:rPr lang="en-AU" altLang="en-US"/>
              <a:t>Test Your Thinking</a:t>
            </a:r>
          </a:p>
        </p:txBody>
      </p:sp>
      <p:sp>
        <p:nvSpPr>
          <p:cNvPr id="5123" name="Rectangle 3">
            <a:extLst>
              <a:ext uri="{FF2B5EF4-FFF2-40B4-BE49-F238E27FC236}">
                <a16:creationId xmlns:a16="http://schemas.microsoft.com/office/drawing/2014/main" id="{7A2BBA56-DCA6-0247-4760-2F0C8735FC64}"/>
              </a:ext>
            </a:extLst>
          </p:cNvPr>
          <p:cNvSpPr>
            <a:spLocks noGrp="1" noChangeArrowheads="1"/>
          </p:cNvSpPr>
          <p:nvPr>
            <p:ph type="body" idx="1"/>
          </p:nvPr>
        </p:nvSpPr>
        <p:spPr>
          <a:xfrm>
            <a:off x="685800" y="1828800"/>
            <a:ext cx="7696200" cy="2176463"/>
          </a:xfrm>
        </p:spPr>
        <p:txBody>
          <a:bodyPr/>
          <a:lstStyle/>
          <a:p>
            <a:pPr>
              <a:lnSpc>
                <a:spcPct val="90000"/>
              </a:lnSpc>
              <a:buFontTx/>
              <a:buNone/>
            </a:pPr>
            <a:r>
              <a:rPr lang="en-US" altLang="en-US" sz="2800"/>
              <a:t>At the instant a cannon fires a cannonball horizontally over a level range, another cannonball held at the side of the cannon is released and drops to the ground.</a:t>
            </a:r>
          </a:p>
          <a:p>
            <a:pPr>
              <a:lnSpc>
                <a:spcPct val="90000"/>
              </a:lnSpc>
              <a:buFontTx/>
              <a:buNone/>
            </a:pPr>
            <a:r>
              <a:rPr lang="en-US" altLang="en-US" sz="2800"/>
              <a:t> Which strikes the ground first?</a:t>
            </a:r>
            <a:endParaRPr lang="en-AU" altLang="en-US" sz="2800"/>
          </a:p>
        </p:txBody>
      </p:sp>
      <p:pic>
        <p:nvPicPr>
          <p:cNvPr id="5124" name="Picture 4" descr="10-01UnFigure_FIG.jpg">
            <a:extLst>
              <a:ext uri="{FF2B5EF4-FFF2-40B4-BE49-F238E27FC236}">
                <a16:creationId xmlns:a16="http://schemas.microsoft.com/office/drawing/2014/main" id="{F9AFA4A8-05C8-46C2-5FC5-8C7F180CBB0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b="11183"/>
          <a:stretch>
            <a:fillRect/>
          </a:stretch>
        </p:blipFill>
        <p:spPr bwMode="auto">
          <a:xfrm>
            <a:off x="1476375" y="4149725"/>
            <a:ext cx="6553200" cy="22558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8" name="Date Placeholder 3">
            <a:extLst>
              <a:ext uri="{FF2B5EF4-FFF2-40B4-BE49-F238E27FC236}">
                <a16:creationId xmlns:a16="http://schemas.microsoft.com/office/drawing/2014/main" id="{8D79C2F5-AD4B-D3E3-CF4D-866596CD8284}"/>
              </a:ext>
            </a:extLst>
          </p:cNvPr>
          <p:cNvSpPr txBox="1">
            <a:spLocks noGrp="1"/>
          </p:cNvSpPr>
          <p:nvPr/>
        </p:nvSpPr>
        <p:spPr bwMode="auto">
          <a:xfrm>
            <a:off x="457200" y="6245225"/>
            <a:ext cx="2133600" cy="476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fld id="{6CB8EF4C-A36D-4FE0-A0DE-48D08C2F73EC}" type="datetime5">
              <a:rPr lang="en-US" altLang="en-US" sz="1400">
                <a:cs typeface="Arial" panose="020B0604020202020204" pitchFamily="34" charset="0"/>
              </a:rPr>
              <a:pPr/>
              <a:t>8-Feb-24</a:t>
            </a:fld>
            <a:endParaRPr lang="en-US" altLang="en-US" sz="1400">
              <a:cs typeface="Arial" panose="020B0604020202020204" pitchFamily="34" charset="0"/>
            </a:endParaRPr>
          </a:p>
        </p:txBody>
      </p:sp>
      <p:sp>
        <p:nvSpPr>
          <p:cNvPr id="6150" name="Rectangle 2">
            <a:extLst>
              <a:ext uri="{FF2B5EF4-FFF2-40B4-BE49-F238E27FC236}">
                <a16:creationId xmlns:a16="http://schemas.microsoft.com/office/drawing/2014/main" id="{38086579-E310-645D-5EFC-1EBA35155B40}"/>
              </a:ext>
            </a:extLst>
          </p:cNvPr>
          <p:cNvSpPr>
            <a:spLocks noChangeArrowheads="1"/>
          </p:cNvSpPr>
          <p:nvPr/>
        </p:nvSpPr>
        <p:spPr bwMode="auto">
          <a:xfrm>
            <a:off x="3136900" y="1701800"/>
            <a:ext cx="1282700" cy="165100"/>
          </a:xfrm>
          <a:prstGeom prst="rect">
            <a:avLst/>
          </a:prstGeom>
          <a:solidFill>
            <a:schemeClr val="bg2"/>
          </a:solidFill>
          <a:ln>
            <a:noFill/>
          </a:ln>
          <a:extLst>
            <a:ext uri="{91240B29-F687-4F45-9708-019B960494DF}">
              <a14:hiddenLine xmlns:a14="http://schemas.microsoft.com/office/drawing/2010/main" w="38100">
                <a:solidFill>
                  <a:srgbClr val="000000"/>
                </a:solidFill>
                <a:miter lim="800000"/>
                <a:headEnd/>
                <a:tailEnd type="none" w="lg" len="lg"/>
              </a14:hiddenLine>
            </a:ext>
          </a:extLst>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endParaRPr lang="en-US" altLang="en-US">
              <a:cs typeface="Arial" panose="020B0604020202020204" pitchFamily="34" charset="0"/>
            </a:endParaRPr>
          </a:p>
        </p:txBody>
      </p:sp>
      <p:sp>
        <p:nvSpPr>
          <p:cNvPr id="6151" name="Rectangle 3">
            <a:extLst>
              <a:ext uri="{FF2B5EF4-FFF2-40B4-BE49-F238E27FC236}">
                <a16:creationId xmlns:a16="http://schemas.microsoft.com/office/drawing/2014/main" id="{A19453FE-EF41-922F-BAB9-F74B697358C2}"/>
              </a:ext>
            </a:extLst>
          </p:cNvPr>
          <p:cNvSpPr>
            <a:spLocks noChangeArrowheads="1"/>
          </p:cNvSpPr>
          <p:nvPr/>
        </p:nvSpPr>
        <p:spPr bwMode="auto">
          <a:xfrm>
            <a:off x="457200" y="274638"/>
            <a:ext cx="82296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lgn="ctr">
              <a:defRPr sz="4400">
                <a:solidFill>
                  <a:schemeClr val="tx1"/>
                </a:solidFill>
                <a:latin typeface="Comic Sans MS" panose="030F0702030302020204" pitchFamily="66" charset="0"/>
              </a:defRPr>
            </a:lvl1pPr>
            <a:lvl2pPr algn="ctr">
              <a:defRPr sz="4400">
                <a:solidFill>
                  <a:schemeClr val="tx1"/>
                </a:solidFill>
                <a:latin typeface="Comic Sans MS" panose="030F0702030302020204" pitchFamily="66" charset="0"/>
              </a:defRPr>
            </a:lvl2pPr>
            <a:lvl3pPr algn="ctr">
              <a:defRPr sz="4400">
                <a:solidFill>
                  <a:schemeClr val="tx1"/>
                </a:solidFill>
                <a:latin typeface="Comic Sans MS" panose="030F0702030302020204" pitchFamily="66" charset="0"/>
              </a:defRPr>
            </a:lvl3pPr>
            <a:lvl4pPr algn="ctr">
              <a:defRPr sz="4400">
                <a:solidFill>
                  <a:schemeClr val="tx1"/>
                </a:solidFill>
                <a:latin typeface="Comic Sans MS" panose="030F0702030302020204" pitchFamily="66" charset="0"/>
              </a:defRPr>
            </a:lvl4pPr>
            <a:lvl5pPr algn="ctr">
              <a:defRPr sz="4400">
                <a:solidFill>
                  <a:schemeClr val="tx1"/>
                </a:solidFill>
                <a:latin typeface="Comic Sans MS" panose="030F0702030302020204" pitchFamily="66" charset="0"/>
              </a:defRPr>
            </a:lvl5pPr>
            <a:lvl6pPr marL="457200" algn="ctr" fontAlgn="base">
              <a:spcBef>
                <a:spcPct val="0"/>
              </a:spcBef>
              <a:spcAft>
                <a:spcPct val="0"/>
              </a:spcAft>
              <a:defRPr sz="4400">
                <a:solidFill>
                  <a:schemeClr val="tx1"/>
                </a:solidFill>
                <a:latin typeface="Comic Sans MS" panose="030F0702030302020204" pitchFamily="66" charset="0"/>
              </a:defRPr>
            </a:lvl6pPr>
            <a:lvl7pPr marL="914400" algn="ctr" fontAlgn="base">
              <a:spcBef>
                <a:spcPct val="0"/>
              </a:spcBef>
              <a:spcAft>
                <a:spcPct val="0"/>
              </a:spcAft>
              <a:defRPr sz="4400">
                <a:solidFill>
                  <a:schemeClr val="tx1"/>
                </a:solidFill>
                <a:latin typeface="Comic Sans MS" panose="030F0702030302020204" pitchFamily="66" charset="0"/>
              </a:defRPr>
            </a:lvl7pPr>
            <a:lvl8pPr marL="1371600" algn="ctr" fontAlgn="base">
              <a:spcBef>
                <a:spcPct val="0"/>
              </a:spcBef>
              <a:spcAft>
                <a:spcPct val="0"/>
              </a:spcAft>
              <a:defRPr sz="4400">
                <a:solidFill>
                  <a:schemeClr val="tx1"/>
                </a:solidFill>
                <a:latin typeface="Comic Sans MS" panose="030F0702030302020204" pitchFamily="66" charset="0"/>
              </a:defRPr>
            </a:lvl8pPr>
            <a:lvl9pPr marL="1828800" algn="ctr" fontAlgn="base">
              <a:spcBef>
                <a:spcPct val="0"/>
              </a:spcBef>
              <a:spcAft>
                <a:spcPct val="0"/>
              </a:spcAft>
              <a:defRPr sz="4400">
                <a:solidFill>
                  <a:schemeClr val="tx1"/>
                </a:solidFill>
                <a:latin typeface="Comic Sans MS" panose="030F0702030302020204" pitchFamily="66" charset="0"/>
              </a:defRPr>
            </a:lvl9pPr>
          </a:lstStyle>
          <a:p>
            <a:r>
              <a:rPr lang="en-US" altLang="en-US"/>
              <a:t>Cannon  balls</a:t>
            </a:r>
          </a:p>
        </p:txBody>
      </p:sp>
      <p:grpSp>
        <p:nvGrpSpPr>
          <p:cNvPr id="6152" name="Group 4">
            <a:extLst>
              <a:ext uri="{FF2B5EF4-FFF2-40B4-BE49-F238E27FC236}">
                <a16:creationId xmlns:a16="http://schemas.microsoft.com/office/drawing/2014/main" id="{40D6672D-5A43-1922-F83F-8564FF0AD58B}"/>
              </a:ext>
            </a:extLst>
          </p:cNvPr>
          <p:cNvGrpSpPr>
            <a:grpSpLocks/>
          </p:cNvGrpSpPr>
          <p:nvPr/>
        </p:nvGrpSpPr>
        <p:grpSpPr bwMode="auto">
          <a:xfrm>
            <a:off x="2987675" y="3509963"/>
            <a:ext cx="228600" cy="228600"/>
            <a:chOff x="935" y="1799"/>
            <a:chExt cx="144" cy="144"/>
          </a:xfrm>
        </p:grpSpPr>
        <p:sp>
          <p:nvSpPr>
            <p:cNvPr id="6153" name="Oval 5">
              <a:extLst>
                <a:ext uri="{FF2B5EF4-FFF2-40B4-BE49-F238E27FC236}">
                  <a16:creationId xmlns:a16="http://schemas.microsoft.com/office/drawing/2014/main" id="{4A47C0EE-BF97-FEFB-DFE5-F6ECE3C4AFF9}"/>
                </a:ext>
              </a:extLst>
            </p:cNvPr>
            <p:cNvSpPr>
              <a:spLocks noChangeArrowheads="1"/>
            </p:cNvSpPr>
            <p:nvPr/>
          </p:nvSpPr>
          <p:spPr bwMode="auto">
            <a:xfrm>
              <a:off x="935" y="1799"/>
              <a:ext cx="144" cy="144"/>
            </a:xfrm>
            <a:prstGeom prst="ellipse">
              <a:avLst/>
            </a:prstGeom>
            <a:solidFill>
              <a:srgbClr val="FF0000"/>
            </a:solidFill>
            <a:ln w="9525">
              <a:solidFill>
                <a:schemeClr val="tx1"/>
              </a:solidFill>
              <a:round/>
              <a:headEnd/>
              <a:tailEnd/>
            </a:ln>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endParaRPr lang="en-US" altLang="en-US">
                <a:cs typeface="Arial" panose="020B0604020202020204" pitchFamily="34" charset="0"/>
              </a:endParaRPr>
            </a:p>
          </p:txBody>
        </p:sp>
        <p:sp>
          <p:nvSpPr>
            <p:cNvPr id="6154" name="Oval 6">
              <a:extLst>
                <a:ext uri="{FF2B5EF4-FFF2-40B4-BE49-F238E27FC236}">
                  <a16:creationId xmlns:a16="http://schemas.microsoft.com/office/drawing/2014/main" id="{CE54FFF5-E521-16E7-94C3-D86E95194907}"/>
                </a:ext>
              </a:extLst>
            </p:cNvPr>
            <p:cNvSpPr>
              <a:spLocks noChangeArrowheads="1"/>
            </p:cNvSpPr>
            <p:nvPr/>
          </p:nvSpPr>
          <p:spPr bwMode="auto">
            <a:xfrm>
              <a:off x="991" y="1855"/>
              <a:ext cx="32" cy="32"/>
            </a:xfrm>
            <a:prstGeom prst="ellipse">
              <a:avLst/>
            </a:prstGeom>
            <a:solidFill>
              <a:srgbClr val="FF0000"/>
            </a:solidFill>
            <a:ln w="9525">
              <a:solidFill>
                <a:schemeClr val="tx1"/>
              </a:solidFill>
              <a:round/>
              <a:headEnd/>
              <a:tailEnd/>
            </a:ln>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endParaRPr lang="en-US" altLang="en-US">
                <a:cs typeface="Arial" panose="020B0604020202020204" pitchFamily="34" charset="0"/>
              </a:endParaRPr>
            </a:p>
          </p:txBody>
        </p:sp>
      </p:grpSp>
      <p:grpSp>
        <p:nvGrpSpPr>
          <p:cNvPr id="6155" name="Group 7">
            <a:extLst>
              <a:ext uri="{FF2B5EF4-FFF2-40B4-BE49-F238E27FC236}">
                <a16:creationId xmlns:a16="http://schemas.microsoft.com/office/drawing/2014/main" id="{2FB5CDFA-DB8D-7BEB-D0A2-4E8C471D122D}"/>
              </a:ext>
            </a:extLst>
          </p:cNvPr>
          <p:cNvGrpSpPr>
            <a:grpSpLocks/>
          </p:cNvGrpSpPr>
          <p:nvPr/>
        </p:nvGrpSpPr>
        <p:grpSpPr bwMode="auto">
          <a:xfrm>
            <a:off x="2987675" y="2136775"/>
            <a:ext cx="228600" cy="228600"/>
            <a:chOff x="935" y="1799"/>
            <a:chExt cx="144" cy="144"/>
          </a:xfrm>
        </p:grpSpPr>
        <p:sp>
          <p:nvSpPr>
            <p:cNvPr id="6156" name="Oval 8">
              <a:extLst>
                <a:ext uri="{FF2B5EF4-FFF2-40B4-BE49-F238E27FC236}">
                  <a16:creationId xmlns:a16="http://schemas.microsoft.com/office/drawing/2014/main" id="{CB316A56-83B9-615C-341C-291E52917AC2}"/>
                </a:ext>
              </a:extLst>
            </p:cNvPr>
            <p:cNvSpPr>
              <a:spLocks noChangeArrowheads="1"/>
            </p:cNvSpPr>
            <p:nvPr/>
          </p:nvSpPr>
          <p:spPr bwMode="auto">
            <a:xfrm>
              <a:off x="935" y="1799"/>
              <a:ext cx="144" cy="144"/>
            </a:xfrm>
            <a:prstGeom prst="ellipse">
              <a:avLst/>
            </a:prstGeom>
            <a:solidFill>
              <a:srgbClr val="FF0000"/>
            </a:solidFill>
            <a:ln w="9525">
              <a:solidFill>
                <a:schemeClr val="tx1"/>
              </a:solidFill>
              <a:round/>
              <a:headEnd/>
              <a:tailEnd/>
            </a:ln>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endParaRPr lang="en-US" altLang="en-US">
                <a:cs typeface="Arial" panose="020B0604020202020204" pitchFamily="34" charset="0"/>
              </a:endParaRPr>
            </a:p>
          </p:txBody>
        </p:sp>
        <p:sp>
          <p:nvSpPr>
            <p:cNvPr id="6157" name="Oval 9">
              <a:extLst>
                <a:ext uri="{FF2B5EF4-FFF2-40B4-BE49-F238E27FC236}">
                  <a16:creationId xmlns:a16="http://schemas.microsoft.com/office/drawing/2014/main" id="{BD7B759E-16E7-5D12-90B6-59BF0A45A42C}"/>
                </a:ext>
              </a:extLst>
            </p:cNvPr>
            <p:cNvSpPr>
              <a:spLocks noChangeArrowheads="1"/>
            </p:cNvSpPr>
            <p:nvPr/>
          </p:nvSpPr>
          <p:spPr bwMode="auto">
            <a:xfrm>
              <a:off x="991" y="1855"/>
              <a:ext cx="32" cy="32"/>
            </a:xfrm>
            <a:prstGeom prst="ellipse">
              <a:avLst/>
            </a:prstGeom>
            <a:solidFill>
              <a:srgbClr val="FF0000"/>
            </a:solidFill>
            <a:ln w="9525">
              <a:solidFill>
                <a:schemeClr val="tx1"/>
              </a:solidFill>
              <a:round/>
              <a:headEnd/>
              <a:tailEnd/>
            </a:ln>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endParaRPr lang="en-US" altLang="en-US">
                <a:cs typeface="Arial" panose="020B0604020202020204" pitchFamily="34" charset="0"/>
              </a:endParaRPr>
            </a:p>
          </p:txBody>
        </p:sp>
      </p:grpSp>
      <p:grpSp>
        <p:nvGrpSpPr>
          <p:cNvPr id="6158" name="Group 10">
            <a:extLst>
              <a:ext uri="{FF2B5EF4-FFF2-40B4-BE49-F238E27FC236}">
                <a16:creationId xmlns:a16="http://schemas.microsoft.com/office/drawing/2014/main" id="{D592A0AD-CD60-1D25-6427-C01F97592246}"/>
              </a:ext>
            </a:extLst>
          </p:cNvPr>
          <p:cNvGrpSpPr>
            <a:grpSpLocks/>
          </p:cNvGrpSpPr>
          <p:nvPr/>
        </p:nvGrpSpPr>
        <p:grpSpPr bwMode="auto">
          <a:xfrm>
            <a:off x="4371975" y="1668463"/>
            <a:ext cx="228600" cy="228600"/>
            <a:chOff x="935" y="1799"/>
            <a:chExt cx="144" cy="144"/>
          </a:xfrm>
        </p:grpSpPr>
        <p:sp>
          <p:nvSpPr>
            <p:cNvPr id="6159" name="Oval 11">
              <a:extLst>
                <a:ext uri="{FF2B5EF4-FFF2-40B4-BE49-F238E27FC236}">
                  <a16:creationId xmlns:a16="http://schemas.microsoft.com/office/drawing/2014/main" id="{81A89D6B-D14C-6A14-D722-63FB2361EA48}"/>
                </a:ext>
              </a:extLst>
            </p:cNvPr>
            <p:cNvSpPr>
              <a:spLocks noChangeArrowheads="1"/>
            </p:cNvSpPr>
            <p:nvPr/>
          </p:nvSpPr>
          <p:spPr bwMode="auto">
            <a:xfrm>
              <a:off x="935" y="1799"/>
              <a:ext cx="144" cy="144"/>
            </a:xfrm>
            <a:prstGeom prst="ellipse">
              <a:avLst/>
            </a:prstGeom>
            <a:solidFill>
              <a:schemeClr val="accent1"/>
            </a:solidFill>
            <a:ln w="9525">
              <a:solidFill>
                <a:schemeClr val="tx1"/>
              </a:solidFill>
              <a:round/>
              <a:headEnd/>
              <a:tailEnd/>
            </a:ln>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endParaRPr lang="en-US" altLang="en-US">
                <a:cs typeface="Arial" panose="020B0604020202020204" pitchFamily="34" charset="0"/>
              </a:endParaRPr>
            </a:p>
          </p:txBody>
        </p:sp>
        <p:sp>
          <p:nvSpPr>
            <p:cNvPr id="6160" name="Oval 12">
              <a:extLst>
                <a:ext uri="{FF2B5EF4-FFF2-40B4-BE49-F238E27FC236}">
                  <a16:creationId xmlns:a16="http://schemas.microsoft.com/office/drawing/2014/main" id="{D6B60208-AB9F-AA7C-B3E4-732A5E709B8F}"/>
                </a:ext>
              </a:extLst>
            </p:cNvPr>
            <p:cNvSpPr>
              <a:spLocks noChangeArrowheads="1"/>
            </p:cNvSpPr>
            <p:nvPr/>
          </p:nvSpPr>
          <p:spPr bwMode="auto">
            <a:xfrm>
              <a:off x="991" y="1855"/>
              <a:ext cx="32" cy="32"/>
            </a:xfrm>
            <a:prstGeom prst="ellipse">
              <a:avLst/>
            </a:prstGeom>
            <a:solidFill>
              <a:schemeClr val="tx1"/>
            </a:solidFill>
            <a:ln w="9525">
              <a:solidFill>
                <a:schemeClr val="tx1"/>
              </a:solidFill>
              <a:round/>
              <a:headEnd/>
              <a:tailEnd/>
            </a:ln>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endParaRPr lang="en-US" altLang="en-US">
                <a:cs typeface="Arial" panose="020B0604020202020204" pitchFamily="34" charset="0"/>
              </a:endParaRPr>
            </a:p>
          </p:txBody>
        </p:sp>
      </p:grpSp>
      <p:grpSp>
        <p:nvGrpSpPr>
          <p:cNvPr id="6161" name="Group 13">
            <a:extLst>
              <a:ext uri="{FF2B5EF4-FFF2-40B4-BE49-F238E27FC236}">
                <a16:creationId xmlns:a16="http://schemas.microsoft.com/office/drawing/2014/main" id="{2D967B5E-6194-610E-EDA0-F60FF325859C}"/>
              </a:ext>
            </a:extLst>
          </p:cNvPr>
          <p:cNvGrpSpPr>
            <a:grpSpLocks/>
          </p:cNvGrpSpPr>
          <p:nvPr/>
        </p:nvGrpSpPr>
        <p:grpSpPr bwMode="auto">
          <a:xfrm>
            <a:off x="2987675" y="6024563"/>
            <a:ext cx="228600" cy="228600"/>
            <a:chOff x="935" y="1799"/>
            <a:chExt cx="144" cy="144"/>
          </a:xfrm>
        </p:grpSpPr>
        <p:sp>
          <p:nvSpPr>
            <p:cNvPr id="6162" name="Oval 14">
              <a:extLst>
                <a:ext uri="{FF2B5EF4-FFF2-40B4-BE49-F238E27FC236}">
                  <a16:creationId xmlns:a16="http://schemas.microsoft.com/office/drawing/2014/main" id="{DBAC0FFD-D588-5749-DF82-1BF3CF2D99DE}"/>
                </a:ext>
              </a:extLst>
            </p:cNvPr>
            <p:cNvSpPr>
              <a:spLocks noChangeArrowheads="1"/>
            </p:cNvSpPr>
            <p:nvPr/>
          </p:nvSpPr>
          <p:spPr bwMode="auto">
            <a:xfrm>
              <a:off x="935" y="1799"/>
              <a:ext cx="144" cy="144"/>
            </a:xfrm>
            <a:prstGeom prst="ellipse">
              <a:avLst/>
            </a:prstGeom>
            <a:solidFill>
              <a:srgbClr val="FF0000"/>
            </a:solidFill>
            <a:ln w="9525">
              <a:solidFill>
                <a:schemeClr val="tx1"/>
              </a:solidFill>
              <a:round/>
              <a:headEnd/>
              <a:tailEnd/>
            </a:ln>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endParaRPr lang="en-US" altLang="en-US">
                <a:cs typeface="Arial" panose="020B0604020202020204" pitchFamily="34" charset="0"/>
              </a:endParaRPr>
            </a:p>
          </p:txBody>
        </p:sp>
        <p:sp>
          <p:nvSpPr>
            <p:cNvPr id="6163" name="Oval 15">
              <a:extLst>
                <a:ext uri="{FF2B5EF4-FFF2-40B4-BE49-F238E27FC236}">
                  <a16:creationId xmlns:a16="http://schemas.microsoft.com/office/drawing/2014/main" id="{B8C3C84C-616F-8629-F9E9-3ACB80E4D55F}"/>
                </a:ext>
              </a:extLst>
            </p:cNvPr>
            <p:cNvSpPr>
              <a:spLocks noChangeArrowheads="1"/>
            </p:cNvSpPr>
            <p:nvPr/>
          </p:nvSpPr>
          <p:spPr bwMode="auto">
            <a:xfrm>
              <a:off x="991" y="1855"/>
              <a:ext cx="32" cy="32"/>
            </a:xfrm>
            <a:prstGeom prst="ellipse">
              <a:avLst/>
            </a:prstGeom>
            <a:solidFill>
              <a:srgbClr val="FF0000"/>
            </a:solidFill>
            <a:ln w="9525">
              <a:solidFill>
                <a:schemeClr val="tx1"/>
              </a:solidFill>
              <a:round/>
              <a:headEnd/>
              <a:tailEnd/>
            </a:ln>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endParaRPr lang="en-US" altLang="en-US">
                <a:cs typeface="Arial" panose="020B0604020202020204" pitchFamily="34" charset="0"/>
              </a:endParaRPr>
            </a:p>
          </p:txBody>
        </p:sp>
      </p:grpSp>
      <p:sp>
        <p:nvSpPr>
          <p:cNvPr id="6164" name="Text Box 16">
            <a:extLst>
              <a:ext uri="{FF2B5EF4-FFF2-40B4-BE49-F238E27FC236}">
                <a16:creationId xmlns:a16="http://schemas.microsoft.com/office/drawing/2014/main" id="{93EB1DC7-DD04-30CC-162A-4CD154294D93}"/>
              </a:ext>
            </a:extLst>
          </p:cNvPr>
          <p:cNvSpPr txBox="1">
            <a:spLocks noChangeArrowheads="1"/>
          </p:cNvSpPr>
          <p:nvPr/>
        </p:nvSpPr>
        <p:spPr bwMode="auto">
          <a:xfrm>
            <a:off x="4129088" y="1408113"/>
            <a:ext cx="296862"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r>
              <a:rPr lang="en-US" altLang="en-US" sz="1600" b="1">
                <a:cs typeface="Arial" panose="020B0604020202020204" pitchFamily="34" charset="0"/>
              </a:rPr>
              <a:t>1</a:t>
            </a:r>
          </a:p>
        </p:txBody>
      </p:sp>
      <p:sp>
        <p:nvSpPr>
          <p:cNvPr id="6165" name="Line 17">
            <a:extLst>
              <a:ext uri="{FF2B5EF4-FFF2-40B4-BE49-F238E27FC236}">
                <a16:creationId xmlns:a16="http://schemas.microsoft.com/office/drawing/2014/main" id="{26322A90-3093-6656-C421-C56AEDFC8084}"/>
              </a:ext>
            </a:extLst>
          </p:cNvPr>
          <p:cNvSpPr>
            <a:spLocks noChangeShapeType="1"/>
          </p:cNvSpPr>
          <p:nvPr/>
        </p:nvSpPr>
        <p:spPr bwMode="auto">
          <a:xfrm>
            <a:off x="3789363" y="1795463"/>
            <a:ext cx="0" cy="457200"/>
          </a:xfrm>
          <a:prstGeom prst="line">
            <a:avLst/>
          </a:prstGeom>
          <a:noFill/>
          <a:ln w="19050">
            <a:solidFill>
              <a:schemeClr val="tx1"/>
            </a:solidFill>
            <a:round/>
            <a:headEnd type="arrow" w="med" len="med"/>
            <a:tailEnd type="arrow" w="med" len="med"/>
          </a:ln>
          <a:extLst>
            <a:ext uri="{909E8E84-426E-40DD-AFC4-6F175D3DCCD1}">
              <a14:hiddenFill xmlns:a14="http://schemas.microsoft.com/office/drawing/2010/main">
                <a:noFill/>
              </a14:hiddenFill>
            </a:ext>
          </a:extLst>
        </p:spPr>
        <p:txBody>
          <a:bodyPr/>
          <a:lstStyle/>
          <a:p>
            <a:endParaRPr lang="en-AU"/>
          </a:p>
        </p:txBody>
      </p:sp>
      <p:sp>
        <p:nvSpPr>
          <p:cNvPr id="6166" name="Line 18">
            <a:extLst>
              <a:ext uri="{FF2B5EF4-FFF2-40B4-BE49-F238E27FC236}">
                <a16:creationId xmlns:a16="http://schemas.microsoft.com/office/drawing/2014/main" id="{475BF5F3-EBE2-6819-5FEA-9F5558504646}"/>
              </a:ext>
            </a:extLst>
          </p:cNvPr>
          <p:cNvSpPr>
            <a:spLocks noChangeShapeType="1"/>
          </p:cNvSpPr>
          <p:nvPr/>
        </p:nvSpPr>
        <p:spPr bwMode="auto">
          <a:xfrm>
            <a:off x="3789363" y="2252663"/>
            <a:ext cx="0" cy="1371600"/>
          </a:xfrm>
          <a:prstGeom prst="line">
            <a:avLst/>
          </a:prstGeom>
          <a:noFill/>
          <a:ln w="19050">
            <a:solidFill>
              <a:schemeClr val="tx1"/>
            </a:solidFill>
            <a:round/>
            <a:headEnd type="arrow" w="med" len="med"/>
            <a:tailEnd type="arrow" w="med" len="med"/>
          </a:ln>
          <a:extLst>
            <a:ext uri="{909E8E84-426E-40DD-AFC4-6F175D3DCCD1}">
              <a14:hiddenFill xmlns:a14="http://schemas.microsoft.com/office/drawing/2010/main">
                <a:noFill/>
              </a14:hiddenFill>
            </a:ext>
          </a:extLst>
        </p:spPr>
        <p:txBody>
          <a:bodyPr/>
          <a:lstStyle/>
          <a:p>
            <a:endParaRPr lang="en-AU"/>
          </a:p>
        </p:txBody>
      </p:sp>
      <p:sp>
        <p:nvSpPr>
          <p:cNvPr id="6167" name="Line 19">
            <a:extLst>
              <a:ext uri="{FF2B5EF4-FFF2-40B4-BE49-F238E27FC236}">
                <a16:creationId xmlns:a16="http://schemas.microsoft.com/office/drawing/2014/main" id="{19E26835-5401-0165-8615-6F09C7B7DF4C}"/>
              </a:ext>
            </a:extLst>
          </p:cNvPr>
          <p:cNvSpPr>
            <a:spLocks noChangeShapeType="1"/>
          </p:cNvSpPr>
          <p:nvPr/>
        </p:nvSpPr>
        <p:spPr bwMode="auto">
          <a:xfrm>
            <a:off x="3789363" y="3624263"/>
            <a:ext cx="0" cy="2514600"/>
          </a:xfrm>
          <a:prstGeom prst="line">
            <a:avLst/>
          </a:prstGeom>
          <a:noFill/>
          <a:ln w="19050">
            <a:solidFill>
              <a:schemeClr val="tx1"/>
            </a:solidFill>
            <a:round/>
            <a:headEnd type="arrow" w="med" len="med"/>
            <a:tailEnd type="arrow" w="med" len="med"/>
          </a:ln>
          <a:extLst>
            <a:ext uri="{909E8E84-426E-40DD-AFC4-6F175D3DCCD1}">
              <a14:hiddenFill xmlns:a14="http://schemas.microsoft.com/office/drawing/2010/main">
                <a:noFill/>
              </a14:hiddenFill>
            </a:ext>
          </a:extLst>
        </p:spPr>
        <p:txBody>
          <a:bodyPr/>
          <a:lstStyle/>
          <a:p>
            <a:endParaRPr lang="en-AU"/>
          </a:p>
        </p:txBody>
      </p:sp>
      <p:sp>
        <p:nvSpPr>
          <p:cNvPr id="6168" name="Text Box 20">
            <a:extLst>
              <a:ext uri="{FF2B5EF4-FFF2-40B4-BE49-F238E27FC236}">
                <a16:creationId xmlns:a16="http://schemas.microsoft.com/office/drawing/2014/main" id="{50C58548-DAA5-FE30-08DB-D1AE703538C0}"/>
              </a:ext>
            </a:extLst>
          </p:cNvPr>
          <p:cNvSpPr txBox="1">
            <a:spLocks noChangeArrowheads="1"/>
          </p:cNvSpPr>
          <p:nvPr/>
        </p:nvSpPr>
        <p:spPr bwMode="auto">
          <a:xfrm>
            <a:off x="3446463" y="4675188"/>
            <a:ext cx="31115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r>
              <a:rPr lang="en-US" altLang="en-US" sz="2000" b="1">
                <a:latin typeface="Symbol" panose="05050102010706020507" pitchFamily="18" charset="2"/>
                <a:cs typeface="Arial" panose="020B0604020202020204" pitchFamily="34" charset="0"/>
              </a:rPr>
              <a:t>5</a:t>
            </a:r>
          </a:p>
        </p:txBody>
      </p:sp>
      <p:grpSp>
        <p:nvGrpSpPr>
          <p:cNvPr id="6169" name="Group 21">
            <a:extLst>
              <a:ext uri="{FF2B5EF4-FFF2-40B4-BE49-F238E27FC236}">
                <a16:creationId xmlns:a16="http://schemas.microsoft.com/office/drawing/2014/main" id="{04E49EC9-FAC0-4DE3-BC2A-467A944AA172}"/>
              </a:ext>
            </a:extLst>
          </p:cNvPr>
          <p:cNvGrpSpPr>
            <a:grpSpLocks/>
          </p:cNvGrpSpPr>
          <p:nvPr/>
        </p:nvGrpSpPr>
        <p:grpSpPr bwMode="auto">
          <a:xfrm>
            <a:off x="6657975" y="3497263"/>
            <a:ext cx="228600" cy="228600"/>
            <a:chOff x="935" y="1799"/>
            <a:chExt cx="144" cy="144"/>
          </a:xfrm>
        </p:grpSpPr>
        <p:sp>
          <p:nvSpPr>
            <p:cNvPr id="6170" name="Oval 22">
              <a:extLst>
                <a:ext uri="{FF2B5EF4-FFF2-40B4-BE49-F238E27FC236}">
                  <a16:creationId xmlns:a16="http://schemas.microsoft.com/office/drawing/2014/main" id="{FAF76DFE-4778-199B-548C-D9237C0F6B10}"/>
                </a:ext>
              </a:extLst>
            </p:cNvPr>
            <p:cNvSpPr>
              <a:spLocks noChangeArrowheads="1"/>
            </p:cNvSpPr>
            <p:nvPr/>
          </p:nvSpPr>
          <p:spPr bwMode="auto">
            <a:xfrm>
              <a:off x="935" y="1799"/>
              <a:ext cx="144" cy="144"/>
            </a:xfrm>
            <a:prstGeom prst="ellipse">
              <a:avLst/>
            </a:prstGeom>
            <a:solidFill>
              <a:schemeClr val="accent1"/>
            </a:solidFill>
            <a:ln w="9525">
              <a:solidFill>
                <a:schemeClr val="tx1"/>
              </a:solidFill>
              <a:round/>
              <a:headEnd/>
              <a:tailEnd/>
            </a:ln>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endParaRPr lang="en-US" altLang="en-US">
                <a:cs typeface="Arial" panose="020B0604020202020204" pitchFamily="34" charset="0"/>
              </a:endParaRPr>
            </a:p>
          </p:txBody>
        </p:sp>
        <p:sp>
          <p:nvSpPr>
            <p:cNvPr id="6171" name="Oval 23">
              <a:extLst>
                <a:ext uri="{FF2B5EF4-FFF2-40B4-BE49-F238E27FC236}">
                  <a16:creationId xmlns:a16="http://schemas.microsoft.com/office/drawing/2014/main" id="{8C970A47-1AEE-7873-0865-6ECF35EDE6FE}"/>
                </a:ext>
              </a:extLst>
            </p:cNvPr>
            <p:cNvSpPr>
              <a:spLocks noChangeArrowheads="1"/>
            </p:cNvSpPr>
            <p:nvPr/>
          </p:nvSpPr>
          <p:spPr bwMode="auto">
            <a:xfrm>
              <a:off x="991" y="1855"/>
              <a:ext cx="32" cy="32"/>
            </a:xfrm>
            <a:prstGeom prst="ellipse">
              <a:avLst/>
            </a:prstGeom>
            <a:solidFill>
              <a:schemeClr val="tx1"/>
            </a:solidFill>
            <a:ln w="9525">
              <a:solidFill>
                <a:schemeClr val="tx1"/>
              </a:solidFill>
              <a:round/>
              <a:headEnd/>
              <a:tailEnd/>
            </a:ln>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endParaRPr lang="en-US" altLang="en-US">
                <a:cs typeface="Arial" panose="020B0604020202020204" pitchFamily="34" charset="0"/>
              </a:endParaRPr>
            </a:p>
          </p:txBody>
        </p:sp>
      </p:grpSp>
      <p:grpSp>
        <p:nvGrpSpPr>
          <p:cNvPr id="6172" name="Group 24">
            <a:extLst>
              <a:ext uri="{FF2B5EF4-FFF2-40B4-BE49-F238E27FC236}">
                <a16:creationId xmlns:a16="http://schemas.microsoft.com/office/drawing/2014/main" id="{17410A38-20D9-A49E-B6E5-AB3977BE3090}"/>
              </a:ext>
            </a:extLst>
          </p:cNvPr>
          <p:cNvGrpSpPr>
            <a:grpSpLocks/>
          </p:cNvGrpSpPr>
          <p:nvPr/>
        </p:nvGrpSpPr>
        <p:grpSpPr bwMode="auto">
          <a:xfrm>
            <a:off x="5514975" y="2124075"/>
            <a:ext cx="228600" cy="228600"/>
            <a:chOff x="935" y="1799"/>
            <a:chExt cx="144" cy="144"/>
          </a:xfrm>
        </p:grpSpPr>
        <p:sp>
          <p:nvSpPr>
            <p:cNvPr id="6173" name="Oval 25">
              <a:extLst>
                <a:ext uri="{FF2B5EF4-FFF2-40B4-BE49-F238E27FC236}">
                  <a16:creationId xmlns:a16="http://schemas.microsoft.com/office/drawing/2014/main" id="{256A7737-F014-57BD-F504-88B7C352FFDD}"/>
                </a:ext>
              </a:extLst>
            </p:cNvPr>
            <p:cNvSpPr>
              <a:spLocks noChangeArrowheads="1"/>
            </p:cNvSpPr>
            <p:nvPr/>
          </p:nvSpPr>
          <p:spPr bwMode="auto">
            <a:xfrm>
              <a:off x="935" y="1799"/>
              <a:ext cx="144" cy="144"/>
            </a:xfrm>
            <a:prstGeom prst="ellipse">
              <a:avLst/>
            </a:prstGeom>
            <a:solidFill>
              <a:schemeClr val="accent1"/>
            </a:solidFill>
            <a:ln w="9525">
              <a:solidFill>
                <a:schemeClr val="tx1"/>
              </a:solidFill>
              <a:round/>
              <a:headEnd/>
              <a:tailEnd/>
            </a:ln>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endParaRPr lang="en-US" altLang="en-US">
                <a:cs typeface="Arial" panose="020B0604020202020204" pitchFamily="34" charset="0"/>
              </a:endParaRPr>
            </a:p>
          </p:txBody>
        </p:sp>
        <p:sp>
          <p:nvSpPr>
            <p:cNvPr id="6174" name="Oval 26">
              <a:extLst>
                <a:ext uri="{FF2B5EF4-FFF2-40B4-BE49-F238E27FC236}">
                  <a16:creationId xmlns:a16="http://schemas.microsoft.com/office/drawing/2014/main" id="{C6071605-C29B-46BB-0C1B-8DB28C6BF2B6}"/>
                </a:ext>
              </a:extLst>
            </p:cNvPr>
            <p:cNvSpPr>
              <a:spLocks noChangeArrowheads="1"/>
            </p:cNvSpPr>
            <p:nvPr/>
          </p:nvSpPr>
          <p:spPr bwMode="auto">
            <a:xfrm>
              <a:off x="991" y="1855"/>
              <a:ext cx="32" cy="32"/>
            </a:xfrm>
            <a:prstGeom prst="ellipse">
              <a:avLst/>
            </a:prstGeom>
            <a:solidFill>
              <a:schemeClr val="tx1"/>
            </a:solidFill>
            <a:ln w="9525">
              <a:solidFill>
                <a:schemeClr val="tx1"/>
              </a:solidFill>
              <a:round/>
              <a:headEnd/>
              <a:tailEnd/>
            </a:ln>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endParaRPr lang="en-US" altLang="en-US">
                <a:cs typeface="Arial" panose="020B0604020202020204" pitchFamily="34" charset="0"/>
              </a:endParaRPr>
            </a:p>
          </p:txBody>
        </p:sp>
      </p:grpSp>
      <p:grpSp>
        <p:nvGrpSpPr>
          <p:cNvPr id="6175" name="Group 27">
            <a:extLst>
              <a:ext uri="{FF2B5EF4-FFF2-40B4-BE49-F238E27FC236}">
                <a16:creationId xmlns:a16="http://schemas.microsoft.com/office/drawing/2014/main" id="{76F8E12A-7CDD-9E7E-7E35-1A211487628F}"/>
              </a:ext>
            </a:extLst>
          </p:cNvPr>
          <p:cNvGrpSpPr>
            <a:grpSpLocks/>
          </p:cNvGrpSpPr>
          <p:nvPr/>
        </p:nvGrpSpPr>
        <p:grpSpPr bwMode="auto">
          <a:xfrm>
            <a:off x="2987675" y="1666875"/>
            <a:ext cx="228600" cy="228600"/>
            <a:chOff x="935" y="1799"/>
            <a:chExt cx="144" cy="144"/>
          </a:xfrm>
        </p:grpSpPr>
        <p:sp>
          <p:nvSpPr>
            <p:cNvPr id="6176" name="Oval 28">
              <a:extLst>
                <a:ext uri="{FF2B5EF4-FFF2-40B4-BE49-F238E27FC236}">
                  <a16:creationId xmlns:a16="http://schemas.microsoft.com/office/drawing/2014/main" id="{6212A1D0-2E82-EB24-C675-9DCA80B7CDF7}"/>
                </a:ext>
              </a:extLst>
            </p:cNvPr>
            <p:cNvSpPr>
              <a:spLocks noChangeArrowheads="1"/>
            </p:cNvSpPr>
            <p:nvPr/>
          </p:nvSpPr>
          <p:spPr bwMode="auto">
            <a:xfrm>
              <a:off x="935" y="1799"/>
              <a:ext cx="144" cy="144"/>
            </a:xfrm>
            <a:prstGeom prst="ellipse">
              <a:avLst/>
            </a:prstGeom>
            <a:solidFill>
              <a:srgbClr val="FF0000"/>
            </a:solidFill>
            <a:ln w="9525">
              <a:solidFill>
                <a:schemeClr val="tx1"/>
              </a:solidFill>
              <a:round/>
              <a:headEnd/>
              <a:tailEnd/>
            </a:ln>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endParaRPr lang="en-US" altLang="en-US">
                <a:cs typeface="Arial" panose="020B0604020202020204" pitchFamily="34" charset="0"/>
              </a:endParaRPr>
            </a:p>
          </p:txBody>
        </p:sp>
        <p:sp>
          <p:nvSpPr>
            <p:cNvPr id="6177" name="Oval 29">
              <a:extLst>
                <a:ext uri="{FF2B5EF4-FFF2-40B4-BE49-F238E27FC236}">
                  <a16:creationId xmlns:a16="http://schemas.microsoft.com/office/drawing/2014/main" id="{3A3425ED-6BC2-FC62-074E-3FF0F896559C}"/>
                </a:ext>
              </a:extLst>
            </p:cNvPr>
            <p:cNvSpPr>
              <a:spLocks noChangeArrowheads="1"/>
            </p:cNvSpPr>
            <p:nvPr/>
          </p:nvSpPr>
          <p:spPr bwMode="auto">
            <a:xfrm>
              <a:off x="991" y="1855"/>
              <a:ext cx="32" cy="32"/>
            </a:xfrm>
            <a:prstGeom prst="ellipse">
              <a:avLst/>
            </a:prstGeom>
            <a:solidFill>
              <a:srgbClr val="FF0000"/>
            </a:solidFill>
            <a:ln w="9525">
              <a:solidFill>
                <a:schemeClr val="tx1"/>
              </a:solidFill>
              <a:round/>
              <a:headEnd/>
              <a:tailEnd/>
            </a:ln>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endParaRPr lang="en-US" altLang="en-US">
                <a:cs typeface="Arial" panose="020B0604020202020204" pitchFamily="34" charset="0"/>
              </a:endParaRPr>
            </a:p>
          </p:txBody>
        </p:sp>
      </p:grpSp>
      <p:grpSp>
        <p:nvGrpSpPr>
          <p:cNvPr id="6178" name="Group 30">
            <a:extLst>
              <a:ext uri="{FF2B5EF4-FFF2-40B4-BE49-F238E27FC236}">
                <a16:creationId xmlns:a16="http://schemas.microsoft.com/office/drawing/2014/main" id="{17BF724F-5698-76F8-63F6-92C3DBE860E4}"/>
              </a:ext>
            </a:extLst>
          </p:cNvPr>
          <p:cNvGrpSpPr>
            <a:grpSpLocks/>
          </p:cNvGrpSpPr>
          <p:nvPr/>
        </p:nvGrpSpPr>
        <p:grpSpPr bwMode="auto">
          <a:xfrm>
            <a:off x="5514975" y="1668463"/>
            <a:ext cx="228600" cy="228600"/>
            <a:chOff x="935" y="1799"/>
            <a:chExt cx="144" cy="144"/>
          </a:xfrm>
        </p:grpSpPr>
        <p:sp>
          <p:nvSpPr>
            <p:cNvPr id="6179" name="Oval 31">
              <a:extLst>
                <a:ext uri="{FF2B5EF4-FFF2-40B4-BE49-F238E27FC236}">
                  <a16:creationId xmlns:a16="http://schemas.microsoft.com/office/drawing/2014/main" id="{157124BB-2696-412E-CF51-928AA4F18760}"/>
                </a:ext>
              </a:extLst>
            </p:cNvPr>
            <p:cNvSpPr>
              <a:spLocks noChangeArrowheads="1"/>
            </p:cNvSpPr>
            <p:nvPr/>
          </p:nvSpPr>
          <p:spPr bwMode="auto">
            <a:xfrm>
              <a:off x="935" y="1799"/>
              <a:ext cx="144" cy="144"/>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endParaRPr lang="en-US" altLang="en-US">
                <a:cs typeface="Arial" panose="020B0604020202020204" pitchFamily="34" charset="0"/>
              </a:endParaRPr>
            </a:p>
          </p:txBody>
        </p:sp>
        <p:sp>
          <p:nvSpPr>
            <p:cNvPr id="6180" name="Oval 32">
              <a:extLst>
                <a:ext uri="{FF2B5EF4-FFF2-40B4-BE49-F238E27FC236}">
                  <a16:creationId xmlns:a16="http://schemas.microsoft.com/office/drawing/2014/main" id="{B74B2D85-D8F8-84F2-D2BF-CA4CB6722DBB}"/>
                </a:ext>
              </a:extLst>
            </p:cNvPr>
            <p:cNvSpPr>
              <a:spLocks noChangeArrowheads="1"/>
            </p:cNvSpPr>
            <p:nvPr/>
          </p:nvSpPr>
          <p:spPr bwMode="auto">
            <a:xfrm>
              <a:off x="991" y="1855"/>
              <a:ext cx="32" cy="32"/>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endParaRPr lang="en-US" altLang="en-US">
                <a:cs typeface="Arial" panose="020B0604020202020204" pitchFamily="34" charset="0"/>
              </a:endParaRPr>
            </a:p>
          </p:txBody>
        </p:sp>
      </p:grpSp>
      <p:sp>
        <p:nvSpPr>
          <p:cNvPr id="6181" name="Text Box 33">
            <a:extLst>
              <a:ext uri="{FF2B5EF4-FFF2-40B4-BE49-F238E27FC236}">
                <a16:creationId xmlns:a16="http://schemas.microsoft.com/office/drawing/2014/main" id="{1E1460FD-FD49-8DC9-D1B1-908FEBE4458E}"/>
              </a:ext>
            </a:extLst>
          </p:cNvPr>
          <p:cNvSpPr txBox="1">
            <a:spLocks noChangeArrowheads="1"/>
          </p:cNvSpPr>
          <p:nvPr/>
        </p:nvSpPr>
        <p:spPr bwMode="auto">
          <a:xfrm>
            <a:off x="3421063" y="2630488"/>
            <a:ext cx="31115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r>
              <a:rPr lang="en-US" altLang="en-US" sz="2000" b="1">
                <a:latin typeface="Symbol" panose="05050102010706020507" pitchFamily="18" charset="2"/>
                <a:cs typeface="Arial" panose="020B0604020202020204" pitchFamily="34" charset="0"/>
              </a:rPr>
              <a:t>3</a:t>
            </a:r>
          </a:p>
        </p:txBody>
      </p:sp>
      <p:sp>
        <p:nvSpPr>
          <p:cNvPr id="6182" name="Text Box 34">
            <a:extLst>
              <a:ext uri="{FF2B5EF4-FFF2-40B4-BE49-F238E27FC236}">
                <a16:creationId xmlns:a16="http://schemas.microsoft.com/office/drawing/2014/main" id="{6CB9C56B-345E-748E-9C83-8122C4A318B3}"/>
              </a:ext>
            </a:extLst>
          </p:cNvPr>
          <p:cNvSpPr txBox="1">
            <a:spLocks noChangeArrowheads="1"/>
          </p:cNvSpPr>
          <p:nvPr/>
        </p:nvSpPr>
        <p:spPr bwMode="auto">
          <a:xfrm>
            <a:off x="3408363" y="1843088"/>
            <a:ext cx="31115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r>
              <a:rPr lang="en-US" altLang="en-US" sz="2000" b="1">
                <a:latin typeface="Symbol" panose="05050102010706020507" pitchFamily="18" charset="2"/>
                <a:cs typeface="Arial" panose="020B0604020202020204" pitchFamily="34" charset="0"/>
              </a:rPr>
              <a:t>1</a:t>
            </a:r>
          </a:p>
        </p:txBody>
      </p:sp>
      <p:sp>
        <p:nvSpPr>
          <p:cNvPr id="6183" name="Text Box 35">
            <a:extLst>
              <a:ext uri="{FF2B5EF4-FFF2-40B4-BE49-F238E27FC236}">
                <a16:creationId xmlns:a16="http://schemas.microsoft.com/office/drawing/2014/main" id="{107DBF18-E2F3-6D2E-C023-6793EC70EFC6}"/>
              </a:ext>
            </a:extLst>
          </p:cNvPr>
          <p:cNvSpPr txBox="1">
            <a:spLocks noChangeArrowheads="1"/>
          </p:cNvSpPr>
          <p:nvPr/>
        </p:nvSpPr>
        <p:spPr bwMode="auto">
          <a:xfrm>
            <a:off x="5678488" y="1903413"/>
            <a:ext cx="296862"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r>
              <a:rPr lang="en-US" altLang="en-US" sz="1600" b="1">
                <a:cs typeface="Arial" panose="020B0604020202020204" pitchFamily="34" charset="0"/>
              </a:rPr>
              <a:t>2</a:t>
            </a:r>
          </a:p>
        </p:txBody>
      </p:sp>
      <p:sp>
        <p:nvSpPr>
          <p:cNvPr id="6184" name="Text Box 36">
            <a:extLst>
              <a:ext uri="{FF2B5EF4-FFF2-40B4-BE49-F238E27FC236}">
                <a16:creationId xmlns:a16="http://schemas.microsoft.com/office/drawing/2014/main" id="{17C2B9F0-0695-4AD0-B8A3-3F678F54E713}"/>
              </a:ext>
            </a:extLst>
          </p:cNvPr>
          <p:cNvSpPr txBox="1">
            <a:spLocks noChangeArrowheads="1"/>
          </p:cNvSpPr>
          <p:nvPr/>
        </p:nvSpPr>
        <p:spPr bwMode="auto">
          <a:xfrm>
            <a:off x="6808788" y="3275013"/>
            <a:ext cx="296862"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r>
              <a:rPr lang="en-US" altLang="en-US" sz="1600" b="1">
                <a:cs typeface="Arial" panose="020B0604020202020204" pitchFamily="34" charset="0"/>
              </a:rPr>
              <a:t>3</a:t>
            </a:r>
          </a:p>
        </p:txBody>
      </p:sp>
      <p:sp>
        <p:nvSpPr>
          <p:cNvPr id="6185" name="Text Box 37">
            <a:extLst>
              <a:ext uri="{FF2B5EF4-FFF2-40B4-BE49-F238E27FC236}">
                <a16:creationId xmlns:a16="http://schemas.microsoft.com/office/drawing/2014/main" id="{DC55FE15-0A34-6EF4-7F5C-483F108EA9D0}"/>
              </a:ext>
            </a:extLst>
          </p:cNvPr>
          <p:cNvSpPr txBox="1">
            <a:spLocks noChangeArrowheads="1"/>
          </p:cNvSpPr>
          <p:nvPr/>
        </p:nvSpPr>
        <p:spPr bwMode="auto">
          <a:xfrm>
            <a:off x="2846388" y="5751513"/>
            <a:ext cx="296862"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r>
              <a:rPr lang="en-US" altLang="en-US" sz="1600" b="1">
                <a:cs typeface="Arial" panose="020B0604020202020204" pitchFamily="34" charset="0"/>
              </a:rPr>
              <a:t>4</a:t>
            </a:r>
          </a:p>
        </p:txBody>
      </p:sp>
      <p:grpSp>
        <p:nvGrpSpPr>
          <p:cNvPr id="6186" name="Group 38">
            <a:extLst>
              <a:ext uri="{FF2B5EF4-FFF2-40B4-BE49-F238E27FC236}">
                <a16:creationId xmlns:a16="http://schemas.microsoft.com/office/drawing/2014/main" id="{FAD4955E-E703-D16A-B177-AB3926F42EDB}"/>
              </a:ext>
            </a:extLst>
          </p:cNvPr>
          <p:cNvGrpSpPr>
            <a:grpSpLocks/>
          </p:cNvGrpSpPr>
          <p:nvPr/>
        </p:nvGrpSpPr>
        <p:grpSpPr bwMode="auto">
          <a:xfrm>
            <a:off x="7805738" y="6029325"/>
            <a:ext cx="228600" cy="228600"/>
            <a:chOff x="935" y="1799"/>
            <a:chExt cx="144" cy="144"/>
          </a:xfrm>
        </p:grpSpPr>
        <p:sp>
          <p:nvSpPr>
            <p:cNvPr id="6187" name="Oval 39">
              <a:extLst>
                <a:ext uri="{FF2B5EF4-FFF2-40B4-BE49-F238E27FC236}">
                  <a16:creationId xmlns:a16="http://schemas.microsoft.com/office/drawing/2014/main" id="{DE62F042-117D-4385-8435-86E912014BE4}"/>
                </a:ext>
              </a:extLst>
            </p:cNvPr>
            <p:cNvSpPr>
              <a:spLocks noChangeArrowheads="1"/>
            </p:cNvSpPr>
            <p:nvPr/>
          </p:nvSpPr>
          <p:spPr bwMode="auto">
            <a:xfrm>
              <a:off x="935" y="1799"/>
              <a:ext cx="144" cy="144"/>
            </a:xfrm>
            <a:prstGeom prst="ellipse">
              <a:avLst/>
            </a:prstGeom>
            <a:solidFill>
              <a:schemeClr val="accent1"/>
            </a:solidFill>
            <a:ln w="9525">
              <a:solidFill>
                <a:schemeClr val="tx1"/>
              </a:solidFill>
              <a:round/>
              <a:headEnd/>
              <a:tailEnd/>
            </a:ln>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endParaRPr lang="en-US" altLang="en-US">
                <a:cs typeface="Arial" panose="020B0604020202020204" pitchFamily="34" charset="0"/>
              </a:endParaRPr>
            </a:p>
          </p:txBody>
        </p:sp>
        <p:sp>
          <p:nvSpPr>
            <p:cNvPr id="6188" name="Oval 40">
              <a:extLst>
                <a:ext uri="{FF2B5EF4-FFF2-40B4-BE49-F238E27FC236}">
                  <a16:creationId xmlns:a16="http://schemas.microsoft.com/office/drawing/2014/main" id="{C9B7DB60-C8E9-44D2-BE66-5C16EEAC2047}"/>
                </a:ext>
              </a:extLst>
            </p:cNvPr>
            <p:cNvSpPr>
              <a:spLocks noChangeArrowheads="1"/>
            </p:cNvSpPr>
            <p:nvPr/>
          </p:nvSpPr>
          <p:spPr bwMode="auto">
            <a:xfrm>
              <a:off x="991" y="1855"/>
              <a:ext cx="32" cy="32"/>
            </a:xfrm>
            <a:prstGeom prst="ellipse">
              <a:avLst/>
            </a:prstGeom>
            <a:solidFill>
              <a:schemeClr val="tx1"/>
            </a:solidFill>
            <a:ln w="9525">
              <a:solidFill>
                <a:schemeClr val="tx1"/>
              </a:solidFill>
              <a:round/>
              <a:headEnd/>
              <a:tailEnd/>
            </a:ln>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endParaRPr lang="en-US" altLang="en-US">
                <a:cs typeface="Arial" panose="020B0604020202020204" pitchFamily="34" charset="0"/>
              </a:endParaRPr>
            </a:p>
          </p:txBody>
        </p:sp>
      </p:grpSp>
      <p:sp>
        <p:nvSpPr>
          <p:cNvPr id="6189" name="Text Box 41">
            <a:extLst>
              <a:ext uri="{FF2B5EF4-FFF2-40B4-BE49-F238E27FC236}">
                <a16:creationId xmlns:a16="http://schemas.microsoft.com/office/drawing/2014/main" id="{CF10E3AB-4B53-AE1C-A34E-6B36A8B40DE1}"/>
              </a:ext>
            </a:extLst>
          </p:cNvPr>
          <p:cNvSpPr txBox="1">
            <a:spLocks noChangeArrowheads="1"/>
          </p:cNvSpPr>
          <p:nvPr/>
        </p:nvSpPr>
        <p:spPr bwMode="auto">
          <a:xfrm>
            <a:off x="7931150" y="5756275"/>
            <a:ext cx="296863"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r>
              <a:rPr lang="en-US" altLang="en-US" sz="1600" b="1">
                <a:cs typeface="Arial" panose="020B0604020202020204" pitchFamily="34" charset="0"/>
              </a:rPr>
              <a:t>4</a:t>
            </a:r>
          </a:p>
        </p:txBody>
      </p:sp>
      <p:sp>
        <p:nvSpPr>
          <p:cNvPr id="6190" name="Text Box 42">
            <a:extLst>
              <a:ext uri="{FF2B5EF4-FFF2-40B4-BE49-F238E27FC236}">
                <a16:creationId xmlns:a16="http://schemas.microsoft.com/office/drawing/2014/main" id="{7379F450-E1D2-2B49-3726-72ED85175C70}"/>
              </a:ext>
            </a:extLst>
          </p:cNvPr>
          <p:cNvSpPr txBox="1">
            <a:spLocks noChangeArrowheads="1"/>
          </p:cNvSpPr>
          <p:nvPr/>
        </p:nvSpPr>
        <p:spPr bwMode="auto">
          <a:xfrm>
            <a:off x="2711450" y="1971675"/>
            <a:ext cx="296863"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r>
              <a:rPr lang="en-US" altLang="en-US" sz="1600" b="1">
                <a:cs typeface="Arial" panose="020B0604020202020204" pitchFamily="34" charset="0"/>
              </a:rPr>
              <a:t>2</a:t>
            </a:r>
          </a:p>
        </p:txBody>
      </p:sp>
      <p:sp>
        <p:nvSpPr>
          <p:cNvPr id="6191" name="Text Box 43">
            <a:extLst>
              <a:ext uri="{FF2B5EF4-FFF2-40B4-BE49-F238E27FC236}">
                <a16:creationId xmlns:a16="http://schemas.microsoft.com/office/drawing/2014/main" id="{D92CF5DE-F8FE-E771-DD9A-1377823E490B}"/>
              </a:ext>
            </a:extLst>
          </p:cNvPr>
          <p:cNvSpPr txBox="1">
            <a:spLocks noChangeArrowheads="1"/>
          </p:cNvSpPr>
          <p:nvPr/>
        </p:nvSpPr>
        <p:spPr bwMode="auto">
          <a:xfrm>
            <a:off x="2754313" y="3259138"/>
            <a:ext cx="296862"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r>
              <a:rPr lang="en-US" altLang="en-US" sz="1600" b="1">
                <a:cs typeface="Arial" panose="020B0604020202020204" pitchFamily="34" charset="0"/>
              </a:rPr>
              <a:t>3</a:t>
            </a:r>
          </a:p>
        </p:txBody>
      </p:sp>
      <p:sp>
        <p:nvSpPr>
          <p:cNvPr id="6192" name="Text Box 44">
            <a:extLst>
              <a:ext uri="{FF2B5EF4-FFF2-40B4-BE49-F238E27FC236}">
                <a16:creationId xmlns:a16="http://schemas.microsoft.com/office/drawing/2014/main" id="{9D17E281-3FA9-D691-CD3D-AE688A7C11A8}"/>
              </a:ext>
            </a:extLst>
          </p:cNvPr>
          <p:cNvSpPr txBox="1">
            <a:spLocks noChangeArrowheads="1"/>
          </p:cNvSpPr>
          <p:nvPr/>
        </p:nvSpPr>
        <p:spPr bwMode="auto">
          <a:xfrm>
            <a:off x="2708275" y="1485900"/>
            <a:ext cx="296863"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r>
              <a:rPr lang="en-US" altLang="en-US" sz="1600" b="1">
                <a:cs typeface="Arial" panose="020B0604020202020204" pitchFamily="34" charset="0"/>
              </a:rPr>
              <a:t>1</a:t>
            </a:r>
          </a:p>
        </p:txBody>
      </p:sp>
      <p:sp>
        <p:nvSpPr>
          <p:cNvPr id="6193" name="Text Box 45">
            <a:extLst>
              <a:ext uri="{FF2B5EF4-FFF2-40B4-BE49-F238E27FC236}">
                <a16:creationId xmlns:a16="http://schemas.microsoft.com/office/drawing/2014/main" id="{F428F3C5-0A4B-4AC4-AFC9-776FEDCA8620}"/>
              </a:ext>
            </a:extLst>
          </p:cNvPr>
          <p:cNvSpPr txBox="1">
            <a:spLocks noChangeArrowheads="1"/>
          </p:cNvSpPr>
          <p:nvPr/>
        </p:nvSpPr>
        <p:spPr bwMode="auto">
          <a:xfrm>
            <a:off x="3171825" y="1357313"/>
            <a:ext cx="73025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type="none" w="lg" len="lg"/>
              </a14:hiddenLine>
            </a:ext>
          </a:extLst>
        </p:spPr>
        <p:txBody>
          <a:bodyPr wrap="none">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r>
              <a:rPr lang="en-US" altLang="en-US">
                <a:solidFill>
                  <a:srgbClr val="FF0000"/>
                </a:solidFill>
                <a:cs typeface="Arial" panose="020B0604020202020204" pitchFamily="34" charset="0"/>
              </a:rPr>
              <a:t>FALL</a:t>
            </a:r>
          </a:p>
        </p:txBody>
      </p:sp>
      <p:sp>
        <p:nvSpPr>
          <p:cNvPr id="6194" name="Line 46">
            <a:extLst>
              <a:ext uri="{FF2B5EF4-FFF2-40B4-BE49-F238E27FC236}">
                <a16:creationId xmlns:a16="http://schemas.microsoft.com/office/drawing/2014/main" id="{E2760072-0CFD-D587-F4A8-DB2B4BF10BD3}"/>
              </a:ext>
            </a:extLst>
          </p:cNvPr>
          <p:cNvSpPr>
            <a:spLocks noChangeShapeType="1"/>
          </p:cNvSpPr>
          <p:nvPr/>
        </p:nvSpPr>
        <p:spPr bwMode="auto">
          <a:xfrm>
            <a:off x="4495800" y="1498600"/>
            <a:ext cx="1104900" cy="0"/>
          </a:xfrm>
          <a:prstGeom prst="line">
            <a:avLst/>
          </a:prstGeom>
          <a:noFill/>
          <a:ln w="38100">
            <a:solidFill>
              <a:schemeClr val="hlink"/>
            </a:solidFill>
            <a:round/>
            <a:headEnd/>
            <a:tailEnd type="triangle" w="lg" len="lg"/>
          </a:ln>
          <a:extLst>
            <a:ext uri="{909E8E84-426E-40DD-AFC4-6F175D3DCCD1}">
              <a14:hiddenFill xmlns:a14="http://schemas.microsoft.com/office/drawing/2010/main">
                <a:noFill/>
              </a14:hiddenFill>
            </a:ext>
          </a:extLst>
        </p:spPr>
        <p:txBody>
          <a:bodyPr/>
          <a:lstStyle/>
          <a:p>
            <a:endParaRPr lang="en-AU"/>
          </a:p>
        </p:txBody>
      </p:sp>
      <p:sp>
        <p:nvSpPr>
          <p:cNvPr id="6195" name="Text Box 47">
            <a:extLst>
              <a:ext uri="{FF2B5EF4-FFF2-40B4-BE49-F238E27FC236}">
                <a16:creationId xmlns:a16="http://schemas.microsoft.com/office/drawing/2014/main" id="{7E41BB1F-934E-D3B3-9EF0-7B3AA026C377}"/>
              </a:ext>
            </a:extLst>
          </p:cNvPr>
          <p:cNvSpPr txBox="1">
            <a:spLocks noChangeArrowheads="1"/>
          </p:cNvSpPr>
          <p:nvPr/>
        </p:nvSpPr>
        <p:spPr bwMode="auto">
          <a:xfrm>
            <a:off x="4687888" y="1476375"/>
            <a:ext cx="7048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type="none" w="lg" len="lg"/>
              </a14:hiddenLine>
            </a:ext>
          </a:extLst>
        </p:spPr>
        <p:txBody>
          <a:bodyPr wrap="none">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r>
              <a:rPr lang="en-US" altLang="en-US">
                <a:solidFill>
                  <a:schemeClr val="hlink"/>
                </a:solidFill>
                <a:cs typeface="Arial" panose="020B0604020202020204" pitchFamily="34" charset="0"/>
              </a:rPr>
              <a:t>FIRE</a:t>
            </a:r>
          </a:p>
        </p:txBody>
      </p:sp>
      <p:grpSp>
        <p:nvGrpSpPr>
          <p:cNvPr id="6196" name="Group 48">
            <a:extLst>
              <a:ext uri="{FF2B5EF4-FFF2-40B4-BE49-F238E27FC236}">
                <a16:creationId xmlns:a16="http://schemas.microsoft.com/office/drawing/2014/main" id="{403FA270-861B-1D48-E587-9CC899B76FD7}"/>
              </a:ext>
            </a:extLst>
          </p:cNvPr>
          <p:cNvGrpSpPr>
            <a:grpSpLocks/>
          </p:cNvGrpSpPr>
          <p:nvPr/>
        </p:nvGrpSpPr>
        <p:grpSpPr bwMode="auto">
          <a:xfrm>
            <a:off x="6662738" y="1673225"/>
            <a:ext cx="228600" cy="228600"/>
            <a:chOff x="935" y="1799"/>
            <a:chExt cx="144" cy="144"/>
          </a:xfrm>
        </p:grpSpPr>
        <p:sp>
          <p:nvSpPr>
            <p:cNvPr id="6197" name="Oval 49">
              <a:extLst>
                <a:ext uri="{FF2B5EF4-FFF2-40B4-BE49-F238E27FC236}">
                  <a16:creationId xmlns:a16="http://schemas.microsoft.com/office/drawing/2014/main" id="{B050B0E7-62A9-E77D-9955-F339AA4470E5}"/>
                </a:ext>
              </a:extLst>
            </p:cNvPr>
            <p:cNvSpPr>
              <a:spLocks noChangeArrowheads="1"/>
            </p:cNvSpPr>
            <p:nvPr/>
          </p:nvSpPr>
          <p:spPr bwMode="auto">
            <a:xfrm>
              <a:off x="935" y="1799"/>
              <a:ext cx="144" cy="144"/>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endParaRPr lang="en-US" altLang="en-US">
                <a:cs typeface="Arial" panose="020B0604020202020204" pitchFamily="34" charset="0"/>
              </a:endParaRPr>
            </a:p>
          </p:txBody>
        </p:sp>
        <p:sp>
          <p:nvSpPr>
            <p:cNvPr id="6198" name="Oval 50">
              <a:extLst>
                <a:ext uri="{FF2B5EF4-FFF2-40B4-BE49-F238E27FC236}">
                  <a16:creationId xmlns:a16="http://schemas.microsoft.com/office/drawing/2014/main" id="{AB87EA45-29FD-0ADA-01E0-D2F89017357E}"/>
                </a:ext>
              </a:extLst>
            </p:cNvPr>
            <p:cNvSpPr>
              <a:spLocks noChangeArrowheads="1"/>
            </p:cNvSpPr>
            <p:nvPr/>
          </p:nvSpPr>
          <p:spPr bwMode="auto">
            <a:xfrm>
              <a:off x="991" y="1855"/>
              <a:ext cx="32" cy="32"/>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endParaRPr lang="en-US" altLang="en-US">
                <a:cs typeface="Arial" panose="020B0604020202020204" pitchFamily="34" charset="0"/>
              </a:endParaRPr>
            </a:p>
          </p:txBody>
        </p:sp>
      </p:grpSp>
      <p:grpSp>
        <p:nvGrpSpPr>
          <p:cNvPr id="6199" name="Group 51">
            <a:extLst>
              <a:ext uri="{FF2B5EF4-FFF2-40B4-BE49-F238E27FC236}">
                <a16:creationId xmlns:a16="http://schemas.microsoft.com/office/drawing/2014/main" id="{43D7C4BE-1BE6-EB1D-D79D-0E569B03A7A0}"/>
              </a:ext>
            </a:extLst>
          </p:cNvPr>
          <p:cNvGrpSpPr>
            <a:grpSpLocks/>
          </p:cNvGrpSpPr>
          <p:nvPr/>
        </p:nvGrpSpPr>
        <p:grpSpPr bwMode="auto">
          <a:xfrm>
            <a:off x="7805738" y="1673225"/>
            <a:ext cx="228600" cy="228600"/>
            <a:chOff x="935" y="1799"/>
            <a:chExt cx="144" cy="144"/>
          </a:xfrm>
        </p:grpSpPr>
        <p:sp>
          <p:nvSpPr>
            <p:cNvPr id="6200" name="Oval 52">
              <a:extLst>
                <a:ext uri="{FF2B5EF4-FFF2-40B4-BE49-F238E27FC236}">
                  <a16:creationId xmlns:a16="http://schemas.microsoft.com/office/drawing/2014/main" id="{91FFE521-113D-AB5D-4DA8-5403AB115A1D}"/>
                </a:ext>
              </a:extLst>
            </p:cNvPr>
            <p:cNvSpPr>
              <a:spLocks noChangeArrowheads="1"/>
            </p:cNvSpPr>
            <p:nvPr/>
          </p:nvSpPr>
          <p:spPr bwMode="auto">
            <a:xfrm>
              <a:off x="935" y="1799"/>
              <a:ext cx="144" cy="144"/>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endParaRPr lang="en-US" altLang="en-US">
                <a:cs typeface="Arial" panose="020B0604020202020204" pitchFamily="34" charset="0"/>
              </a:endParaRPr>
            </a:p>
          </p:txBody>
        </p:sp>
        <p:sp>
          <p:nvSpPr>
            <p:cNvPr id="6201" name="Oval 53">
              <a:extLst>
                <a:ext uri="{FF2B5EF4-FFF2-40B4-BE49-F238E27FC236}">
                  <a16:creationId xmlns:a16="http://schemas.microsoft.com/office/drawing/2014/main" id="{F3AE5B9B-9A23-6D15-5FD6-0B55C523B4BD}"/>
                </a:ext>
              </a:extLst>
            </p:cNvPr>
            <p:cNvSpPr>
              <a:spLocks noChangeArrowheads="1"/>
            </p:cNvSpPr>
            <p:nvPr/>
          </p:nvSpPr>
          <p:spPr bwMode="auto">
            <a:xfrm>
              <a:off x="991" y="1855"/>
              <a:ext cx="32" cy="32"/>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endParaRPr lang="en-US" altLang="en-US">
                <a:cs typeface="Arial" panose="020B0604020202020204" pitchFamily="34" charset="0"/>
              </a:endParaRPr>
            </a:p>
          </p:txBody>
        </p:sp>
      </p:grpSp>
      <p:sp>
        <p:nvSpPr>
          <p:cNvPr id="6202" name="Line 54">
            <a:extLst>
              <a:ext uri="{FF2B5EF4-FFF2-40B4-BE49-F238E27FC236}">
                <a16:creationId xmlns:a16="http://schemas.microsoft.com/office/drawing/2014/main" id="{7DC5DDD7-7506-3010-9066-72D53CA94ABC}"/>
              </a:ext>
            </a:extLst>
          </p:cNvPr>
          <p:cNvSpPr>
            <a:spLocks noChangeShapeType="1"/>
          </p:cNvSpPr>
          <p:nvPr/>
        </p:nvSpPr>
        <p:spPr bwMode="auto">
          <a:xfrm>
            <a:off x="4483100" y="1765300"/>
            <a:ext cx="0" cy="4533900"/>
          </a:xfrm>
          <a:prstGeom prst="line">
            <a:avLst/>
          </a:prstGeom>
          <a:noFill/>
          <a:ln w="9525">
            <a:solidFill>
              <a:schemeClr val="tx1"/>
            </a:solidFill>
            <a:prstDash val="lgDash"/>
            <a:round/>
            <a:headEnd/>
            <a:tailEnd type="none" w="lg" len="lg"/>
          </a:ln>
          <a:extLst>
            <a:ext uri="{909E8E84-426E-40DD-AFC4-6F175D3DCCD1}">
              <a14:hiddenFill xmlns:a14="http://schemas.microsoft.com/office/drawing/2010/main">
                <a:noFill/>
              </a14:hiddenFill>
            </a:ext>
          </a:extLst>
        </p:spPr>
        <p:txBody>
          <a:bodyPr/>
          <a:lstStyle/>
          <a:p>
            <a:endParaRPr lang="en-AU"/>
          </a:p>
        </p:txBody>
      </p:sp>
      <p:sp>
        <p:nvSpPr>
          <p:cNvPr id="6203" name="Line 55">
            <a:extLst>
              <a:ext uri="{FF2B5EF4-FFF2-40B4-BE49-F238E27FC236}">
                <a16:creationId xmlns:a16="http://schemas.microsoft.com/office/drawing/2014/main" id="{4FE210A7-5209-00DA-9708-AB3A7151E2DF}"/>
              </a:ext>
            </a:extLst>
          </p:cNvPr>
          <p:cNvSpPr>
            <a:spLocks noChangeShapeType="1"/>
          </p:cNvSpPr>
          <p:nvPr/>
        </p:nvSpPr>
        <p:spPr bwMode="auto">
          <a:xfrm>
            <a:off x="5630863" y="1770063"/>
            <a:ext cx="0" cy="4533900"/>
          </a:xfrm>
          <a:prstGeom prst="line">
            <a:avLst/>
          </a:prstGeom>
          <a:noFill/>
          <a:ln w="9525">
            <a:solidFill>
              <a:schemeClr val="tx1"/>
            </a:solidFill>
            <a:prstDash val="lgDash"/>
            <a:round/>
            <a:headEnd/>
            <a:tailEnd type="none" w="lg" len="lg"/>
          </a:ln>
          <a:extLst>
            <a:ext uri="{909E8E84-426E-40DD-AFC4-6F175D3DCCD1}">
              <a14:hiddenFill xmlns:a14="http://schemas.microsoft.com/office/drawing/2010/main">
                <a:noFill/>
              </a14:hiddenFill>
            </a:ext>
          </a:extLst>
        </p:spPr>
        <p:txBody>
          <a:bodyPr/>
          <a:lstStyle/>
          <a:p>
            <a:endParaRPr lang="en-AU"/>
          </a:p>
        </p:txBody>
      </p:sp>
      <p:sp>
        <p:nvSpPr>
          <p:cNvPr id="6204" name="Line 56">
            <a:extLst>
              <a:ext uri="{FF2B5EF4-FFF2-40B4-BE49-F238E27FC236}">
                <a16:creationId xmlns:a16="http://schemas.microsoft.com/office/drawing/2014/main" id="{362C61BB-6342-1603-8FA4-BDD1E3010BF0}"/>
              </a:ext>
            </a:extLst>
          </p:cNvPr>
          <p:cNvSpPr>
            <a:spLocks noChangeShapeType="1"/>
          </p:cNvSpPr>
          <p:nvPr/>
        </p:nvSpPr>
        <p:spPr bwMode="auto">
          <a:xfrm>
            <a:off x="6778625" y="1774825"/>
            <a:ext cx="0" cy="4533900"/>
          </a:xfrm>
          <a:prstGeom prst="line">
            <a:avLst/>
          </a:prstGeom>
          <a:noFill/>
          <a:ln w="9525">
            <a:solidFill>
              <a:schemeClr val="tx1"/>
            </a:solidFill>
            <a:prstDash val="lgDash"/>
            <a:round/>
            <a:headEnd/>
            <a:tailEnd type="none" w="lg" len="lg"/>
          </a:ln>
          <a:extLst>
            <a:ext uri="{909E8E84-426E-40DD-AFC4-6F175D3DCCD1}">
              <a14:hiddenFill xmlns:a14="http://schemas.microsoft.com/office/drawing/2010/main">
                <a:noFill/>
              </a14:hiddenFill>
            </a:ext>
          </a:extLst>
        </p:spPr>
        <p:txBody>
          <a:bodyPr/>
          <a:lstStyle/>
          <a:p>
            <a:endParaRPr lang="en-AU"/>
          </a:p>
        </p:txBody>
      </p:sp>
      <p:sp>
        <p:nvSpPr>
          <p:cNvPr id="6205" name="Line 57">
            <a:extLst>
              <a:ext uri="{FF2B5EF4-FFF2-40B4-BE49-F238E27FC236}">
                <a16:creationId xmlns:a16="http://schemas.microsoft.com/office/drawing/2014/main" id="{89A3898F-476E-935A-DAD1-58BA1D0C4FF0}"/>
              </a:ext>
            </a:extLst>
          </p:cNvPr>
          <p:cNvSpPr>
            <a:spLocks noChangeShapeType="1"/>
          </p:cNvSpPr>
          <p:nvPr/>
        </p:nvSpPr>
        <p:spPr bwMode="auto">
          <a:xfrm>
            <a:off x="7921625" y="1787525"/>
            <a:ext cx="0" cy="4533900"/>
          </a:xfrm>
          <a:prstGeom prst="line">
            <a:avLst/>
          </a:prstGeom>
          <a:noFill/>
          <a:ln w="9525">
            <a:solidFill>
              <a:schemeClr val="tx1"/>
            </a:solidFill>
            <a:prstDash val="lgDash"/>
            <a:round/>
            <a:headEnd/>
            <a:tailEnd type="none" w="lg" len="lg"/>
          </a:ln>
          <a:extLst>
            <a:ext uri="{909E8E84-426E-40DD-AFC4-6F175D3DCCD1}">
              <a14:hiddenFill xmlns:a14="http://schemas.microsoft.com/office/drawing/2010/main">
                <a:noFill/>
              </a14:hiddenFill>
            </a:ext>
          </a:extLst>
        </p:spPr>
        <p:txBody>
          <a:bodyPr/>
          <a:lstStyle/>
          <a:p>
            <a:endParaRPr lang="en-AU"/>
          </a:p>
        </p:txBody>
      </p:sp>
      <p:sp>
        <p:nvSpPr>
          <p:cNvPr id="6206" name="Line 58">
            <a:extLst>
              <a:ext uri="{FF2B5EF4-FFF2-40B4-BE49-F238E27FC236}">
                <a16:creationId xmlns:a16="http://schemas.microsoft.com/office/drawing/2014/main" id="{5DCCF053-9424-72EB-8CEF-FCFFE499A61F}"/>
              </a:ext>
            </a:extLst>
          </p:cNvPr>
          <p:cNvSpPr>
            <a:spLocks noChangeShapeType="1"/>
          </p:cNvSpPr>
          <p:nvPr/>
        </p:nvSpPr>
        <p:spPr bwMode="auto">
          <a:xfrm rot="5400000">
            <a:off x="5675313" y="3554413"/>
            <a:ext cx="0" cy="5207000"/>
          </a:xfrm>
          <a:prstGeom prst="line">
            <a:avLst/>
          </a:prstGeom>
          <a:noFill/>
          <a:ln w="9525">
            <a:solidFill>
              <a:schemeClr val="tx1"/>
            </a:solidFill>
            <a:prstDash val="lgDash"/>
            <a:round/>
            <a:headEnd/>
            <a:tailEnd type="none" w="lg" len="lg"/>
          </a:ln>
          <a:extLst>
            <a:ext uri="{909E8E84-426E-40DD-AFC4-6F175D3DCCD1}">
              <a14:hiddenFill xmlns:a14="http://schemas.microsoft.com/office/drawing/2010/main">
                <a:noFill/>
              </a14:hiddenFill>
            </a:ext>
          </a:extLst>
        </p:spPr>
        <p:txBody>
          <a:bodyPr/>
          <a:lstStyle/>
          <a:p>
            <a:endParaRPr lang="en-AU"/>
          </a:p>
        </p:txBody>
      </p:sp>
      <p:sp>
        <p:nvSpPr>
          <p:cNvPr id="6207" name="Line 59">
            <a:extLst>
              <a:ext uri="{FF2B5EF4-FFF2-40B4-BE49-F238E27FC236}">
                <a16:creationId xmlns:a16="http://schemas.microsoft.com/office/drawing/2014/main" id="{89FA0608-7F93-5AC2-53DA-3EE8B53CF0C5}"/>
              </a:ext>
            </a:extLst>
          </p:cNvPr>
          <p:cNvSpPr>
            <a:spLocks noChangeShapeType="1"/>
          </p:cNvSpPr>
          <p:nvPr/>
        </p:nvSpPr>
        <p:spPr bwMode="auto">
          <a:xfrm rot="5400000">
            <a:off x="5667375" y="1019175"/>
            <a:ext cx="0" cy="5207000"/>
          </a:xfrm>
          <a:prstGeom prst="line">
            <a:avLst/>
          </a:prstGeom>
          <a:noFill/>
          <a:ln w="9525">
            <a:solidFill>
              <a:schemeClr val="tx1"/>
            </a:solidFill>
            <a:prstDash val="lgDash"/>
            <a:round/>
            <a:headEnd/>
            <a:tailEnd type="none" w="lg" len="lg"/>
          </a:ln>
          <a:extLst>
            <a:ext uri="{909E8E84-426E-40DD-AFC4-6F175D3DCCD1}">
              <a14:hiddenFill xmlns:a14="http://schemas.microsoft.com/office/drawing/2010/main">
                <a:noFill/>
              </a14:hiddenFill>
            </a:ext>
          </a:extLst>
        </p:spPr>
        <p:txBody>
          <a:bodyPr/>
          <a:lstStyle/>
          <a:p>
            <a:endParaRPr lang="en-AU"/>
          </a:p>
        </p:txBody>
      </p:sp>
      <p:sp>
        <p:nvSpPr>
          <p:cNvPr id="6208" name="Line 60">
            <a:extLst>
              <a:ext uri="{FF2B5EF4-FFF2-40B4-BE49-F238E27FC236}">
                <a16:creationId xmlns:a16="http://schemas.microsoft.com/office/drawing/2014/main" id="{96DD9B33-1C26-9367-E8AF-6AD0EC5D6426}"/>
              </a:ext>
            </a:extLst>
          </p:cNvPr>
          <p:cNvSpPr>
            <a:spLocks noChangeShapeType="1"/>
          </p:cNvSpPr>
          <p:nvPr/>
        </p:nvSpPr>
        <p:spPr bwMode="auto">
          <a:xfrm rot="5400000">
            <a:off x="5697538" y="-347662"/>
            <a:ext cx="0" cy="5207000"/>
          </a:xfrm>
          <a:prstGeom prst="line">
            <a:avLst/>
          </a:prstGeom>
          <a:noFill/>
          <a:ln w="9525">
            <a:solidFill>
              <a:schemeClr val="tx1"/>
            </a:solidFill>
            <a:prstDash val="lgDash"/>
            <a:round/>
            <a:headEnd/>
            <a:tailEnd type="none" w="lg" len="lg"/>
          </a:ln>
          <a:extLst>
            <a:ext uri="{909E8E84-426E-40DD-AFC4-6F175D3DCCD1}">
              <a14:hiddenFill xmlns:a14="http://schemas.microsoft.com/office/drawing/2010/main">
                <a:noFill/>
              </a14:hiddenFill>
            </a:ext>
          </a:extLst>
        </p:spPr>
        <p:txBody>
          <a:bodyPr/>
          <a:lstStyle/>
          <a:p>
            <a:endParaRPr lang="en-AU"/>
          </a:p>
        </p:txBody>
      </p:sp>
      <p:sp>
        <p:nvSpPr>
          <p:cNvPr id="6209" name="Text Box 61">
            <a:extLst>
              <a:ext uri="{FF2B5EF4-FFF2-40B4-BE49-F238E27FC236}">
                <a16:creationId xmlns:a16="http://schemas.microsoft.com/office/drawing/2014/main" id="{046B5A58-05E1-77A3-998B-4E38F46C938B}"/>
              </a:ext>
            </a:extLst>
          </p:cNvPr>
          <p:cNvSpPr txBox="1">
            <a:spLocks noChangeArrowheads="1"/>
          </p:cNvSpPr>
          <p:nvPr/>
        </p:nvSpPr>
        <p:spPr bwMode="auto">
          <a:xfrm>
            <a:off x="250825" y="1341438"/>
            <a:ext cx="2597150" cy="4108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type="none" w="lg" len="lg"/>
              </a14:hiddenLine>
            </a:ext>
          </a:extLst>
        </p:spPr>
        <p:txBody>
          <a:bodyPr>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r>
              <a:rPr lang="en-US" altLang="en-US" sz="2400">
                <a:cs typeface="Arial" panose="020B0604020202020204" pitchFamily="34" charset="0"/>
              </a:rPr>
              <a:t>One ball is released and falls straight down.</a:t>
            </a:r>
          </a:p>
          <a:p>
            <a:r>
              <a:rPr lang="en-US" altLang="en-US" sz="2400">
                <a:cs typeface="Arial" panose="020B0604020202020204" pitchFamily="34" charset="0"/>
              </a:rPr>
              <a:t>Other ball is fired horizontally.</a:t>
            </a:r>
          </a:p>
          <a:p>
            <a:r>
              <a:rPr lang="en-US" altLang="en-US" sz="2400">
                <a:cs typeface="Arial" panose="020B0604020202020204" pitchFamily="34" charset="0"/>
              </a:rPr>
              <a:t>At all times the balls are at the same height.</a:t>
            </a:r>
          </a:p>
          <a:p>
            <a:r>
              <a:rPr lang="en-US" altLang="en-US" sz="2400">
                <a:cs typeface="Arial" panose="020B0604020202020204" pitchFamily="34" charset="0"/>
              </a:rPr>
              <a:t>They hit the ground at the same time.</a:t>
            </a:r>
          </a:p>
        </p:txBody>
      </p:sp>
    </p:spTree>
  </p:cSld>
  <p:clrMapOvr>
    <a:masterClrMapping/>
  </p:clrMapOvr>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172" name="Picture 5" descr="10-08Figure_FIG">
            <a:extLst>
              <a:ext uri="{FF2B5EF4-FFF2-40B4-BE49-F238E27FC236}">
                <a16:creationId xmlns:a16="http://schemas.microsoft.com/office/drawing/2014/main" id="{1EC8D158-4CFD-0C4F-65FC-8CD3AC3640E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635375" y="1700213"/>
            <a:ext cx="4735513" cy="44053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170" name="Rectangle 2">
            <a:extLst>
              <a:ext uri="{FF2B5EF4-FFF2-40B4-BE49-F238E27FC236}">
                <a16:creationId xmlns:a16="http://schemas.microsoft.com/office/drawing/2014/main" id="{0CA04C7C-1569-6DC0-897F-085926F11E10}"/>
              </a:ext>
            </a:extLst>
          </p:cNvPr>
          <p:cNvSpPr>
            <a:spLocks noGrp="1" noChangeArrowheads="1"/>
          </p:cNvSpPr>
          <p:nvPr>
            <p:ph type="title"/>
          </p:nvPr>
        </p:nvSpPr>
        <p:spPr/>
        <p:txBody>
          <a:bodyPr/>
          <a:lstStyle/>
          <a:p>
            <a:r>
              <a:rPr lang="en-AU" altLang="en-US"/>
              <a:t>Projectiles launched at an angle</a:t>
            </a:r>
          </a:p>
        </p:txBody>
      </p:sp>
      <p:sp>
        <p:nvSpPr>
          <p:cNvPr id="7171" name="Rectangle 3">
            <a:extLst>
              <a:ext uri="{FF2B5EF4-FFF2-40B4-BE49-F238E27FC236}">
                <a16:creationId xmlns:a16="http://schemas.microsoft.com/office/drawing/2014/main" id="{940AF88B-51FA-A7C1-7CB9-36C0A8C23A7B}"/>
              </a:ext>
            </a:extLst>
          </p:cNvPr>
          <p:cNvSpPr>
            <a:spLocks noGrp="1" noChangeArrowheads="1"/>
          </p:cNvSpPr>
          <p:nvPr>
            <p:ph type="body" idx="1"/>
          </p:nvPr>
        </p:nvSpPr>
        <p:spPr>
          <a:xfrm>
            <a:off x="539750" y="1773238"/>
            <a:ext cx="4176713" cy="3657600"/>
          </a:xfrm>
        </p:spPr>
        <p:txBody>
          <a:bodyPr/>
          <a:lstStyle/>
          <a:p>
            <a:pPr>
              <a:lnSpc>
                <a:spcPct val="90000"/>
              </a:lnSpc>
              <a:buFontTx/>
              <a:buNone/>
            </a:pPr>
            <a:r>
              <a:rPr lang="en-AU" altLang="en-US" sz="2800"/>
              <a:t>With no gravity, the projectile would follow a straight line.</a:t>
            </a:r>
          </a:p>
          <a:p>
            <a:pPr>
              <a:lnSpc>
                <a:spcPct val="90000"/>
              </a:lnSpc>
              <a:buFontTx/>
              <a:buNone/>
            </a:pPr>
            <a:r>
              <a:rPr lang="en-AU" altLang="en-US" sz="2800"/>
              <a:t>Due to gravity, the projectile falls below this line in the shape of a parabola.</a:t>
            </a:r>
          </a:p>
        </p:txBody>
      </p:sp>
    </p:spTree>
  </p:cSld>
  <p:clrMapOvr>
    <a:masterClrMapping/>
  </p:clrMapOvr>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0466" name="Rectangle 2">
            <a:extLst>
              <a:ext uri="{FF2B5EF4-FFF2-40B4-BE49-F238E27FC236}">
                <a16:creationId xmlns:a16="http://schemas.microsoft.com/office/drawing/2014/main" id="{91BB3294-5F9F-B5C2-FD7C-CA17685EFD28}"/>
              </a:ext>
            </a:extLst>
          </p:cNvPr>
          <p:cNvSpPr>
            <a:spLocks noGrp="1" noChangeArrowheads="1"/>
          </p:cNvSpPr>
          <p:nvPr>
            <p:ph type="title"/>
          </p:nvPr>
        </p:nvSpPr>
        <p:spPr/>
        <p:txBody>
          <a:bodyPr/>
          <a:lstStyle/>
          <a:p>
            <a:r>
              <a:rPr lang="en-AU" altLang="en-US"/>
              <a:t>Maximum Range</a:t>
            </a:r>
          </a:p>
        </p:txBody>
      </p:sp>
      <p:sp>
        <p:nvSpPr>
          <p:cNvPr id="190467" name="Rectangle 3">
            <a:extLst>
              <a:ext uri="{FF2B5EF4-FFF2-40B4-BE49-F238E27FC236}">
                <a16:creationId xmlns:a16="http://schemas.microsoft.com/office/drawing/2014/main" id="{21A13485-6F76-9DE4-8351-3301F3791D16}"/>
              </a:ext>
            </a:extLst>
          </p:cNvPr>
          <p:cNvSpPr>
            <a:spLocks noGrp="1" noChangeArrowheads="1"/>
          </p:cNvSpPr>
          <p:nvPr>
            <p:ph type="body" idx="1"/>
          </p:nvPr>
        </p:nvSpPr>
        <p:spPr>
          <a:xfrm>
            <a:off x="685800" y="1828800"/>
            <a:ext cx="7696200" cy="1312863"/>
          </a:xfrm>
        </p:spPr>
        <p:txBody>
          <a:bodyPr/>
          <a:lstStyle/>
          <a:p>
            <a:pPr>
              <a:lnSpc>
                <a:spcPct val="90000"/>
              </a:lnSpc>
            </a:pPr>
            <a:r>
              <a:rPr lang="en-AU" altLang="en-US" sz="2800"/>
              <a:t>The maximum range of a projectile is at a 45</a:t>
            </a:r>
            <a:r>
              <a:rPr lang="en-AU" altLang="en-US" sz="2800" baseline="30000"/>
              <a:t>o</a:t>
            </a:r>
            <a:r>
              <a:rPr lang="en-AU" altLang="en-US" sz="2800"/>
              <a:t> angle when no air resistance is present.</a:t>
            </a:r>
          </a:p>
        </p:txBody>
      </p:sp>
      <p:pic>
        <p:nvPicPr>
          <p:cNvPr id="190468" name="Picture 4" descr="10-11Figure_FIG.jpg">
            <a:extLst>
              <a:ext uri="{FF2B5EF4-FFF2-40B4-BE49-F238E27FC236}">
                <a16:creationId xmlns:a16="http://schemas.microsoft.com/office/drawing/2014/main" id="{A72261B2-B395-7F3F-27AF-4472C07DDBA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b="7225"/>
          <a:stretch>
            <a:fillRect/>
          </a:stretch>
        </p:blipFill>
        <p:spPr bwMode="auto">
          <a:xfrm>
            <a:off x="1692275" y="3141663"/>
            <a:ext cx="6408738" cy="30178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91490" name="Rectangle 2">
            <a:extLst>
              <a:ext uri="{FF2B5EF4-FFF2-40B4-BE49-F238E27FC236}">
                <a16:creationId xmlns:a16="http://schemas.microsoft.com/office/drawing/2014/main" id="{EC55B655-37EB-D641-7FD9-8074A5AF34A7}"/>
              </a:ext>
            </a:extLst>
          </p:cNvPr>
          <p:cNvSpPr>
            <a:spLocks noGrp="1" noChangeArrowheads="1"/>
          </p:cNvSpPr>
          <p:nvPr>
            <p:ph type="title"/>
          </p:nvPr>
        </p:nvSpPr>
        <p:spPr/>
        <p:txBody>
          <a:bodyPr/>
          <a:lstStyle/>
          <a:p>
            <a:r>
              <a:rPr lang="en-AU" altLang="en-US"/>
              <a:t>Air Resistance</a:t>
            </a:r>
          </a:p>
        </p:txBody>
      </p:sp>
      <p:sp>
        <p:nvSpPr>
          <p:cNvPr id="191491" name="Rectangle 3">
            <a:extLst>
              <a:ext uri="{FF2B5EF4-FFF2-40B4-BE49-F238E27FC236}">
                <a16:creationId xmlns:a16="http://schemas.microsoft.com/office/drawing/2014/main" id="{459799A2-CAB1-7F00-AC6F-4F90E4C107EF}"/>
              </a:ext>
            </a:extLst>
          </p:cNvPr>
          <p:cNvSpPr>
            <a:spLocks noGrp="1" noChangeArrowheads="1"/>
          </p:cNvSpPr>
          <p:nvPr>
            <p:ph type="body" idx="1"/>
          </p:nvPr>
        </p:nvSpPr>
        <p:spPr/>
        <p:txBody>
          <a:bodyPr/>
          <a:lstStyle/>
          <a:p>
            <a:pPr>
              <a:buFontTx/>
              <a:buNone/>
            </a:pPr>
            <a:r>
              <a:rPr lang="en-AU" altLang="en-US"/>
              <a:t>If a projectile is effected by a head wind, the horizontal range will decrease.</a:t>
            </a:r>
          </a:p>
          <a:p>
            <a:pPr>
              <a:buFontTx/>
              <a:buNone/>
            </a:pPr>
            <a:r>
              <a:rPr lang="en-AU" altLang="en-US"/>
              <a:t>If a projectile is effected by a tail wind the horizontal range will increase.</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42" presetClass="entr" presetSubtype="0" fill="hold" nodeType="clickEffect">
                                  <p:stCondLst>
                                    <p:cond delay="0"/>
                                  </p:stCondLst>
                                  <p:childTnLst>
                                    <p:set>
                                      <p:cBhvr>
                                        <p:cTn id="6" dur="1" fill="hold">
                                          <p:stCondLst>
                                            <p:cond delay="0"/>
                                          </p:stCondLst>
                                        </p:cTn>
                                        <p:tgtEl>
                                          <p:spTgt spid="191491">
                                            <p:txEl>
                                              <p:pRg st="0" end="0"/>
                                            </p:txEl>
                                          </p:spTgt>
                                        </p:tgtEl>
                                        <p:attrNameLst>
                                          <p:attrName>style.visibility</p:attrName>
                                        </p:attrNameLst>
                                      </p:cBhvr>
                                      <p:to>
                                        <p:strVal val="visible"/>
                                      </p:to>
                                    </p:set>
                                    <p:animEffect transition="in" filter="fade">
                                      <p:cBhvr>
                                        <p:cTn id="7" dur="1000"/>
                                        <p:tgtEl>
                                          <p:spTgt spid="191491">
                                            <p:txEl>
                                              <p:pRg st="0" end="0"/>
                                            </p:txEl>
                                          </p:spTgt>
                                        </p:tgtEl>
                                      </p:cBhvr>
                                    </p:animEffect>
                                    <p:anim calcmode="lin" valueType="num">
                                      <p:cBhvr>
                                        <p:cTn id="8" dur="1000" fill="hold"/>
                                        <p:tgtEl>
                                          <p:spTgt spid="191491">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191491">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nodeType="clickPar">
                      <p:stCondLst>
                        <p:cond delay="indefinite"/>
                      </p:stCondLst>
                      <p:childTnLst>
                        <p:par>
                          <p:cTn id="11" fill="hold" nodeType="withGroup">
                            <p:stCondLst>
                              <p:cond delay="0"/>
                            </p:stCondLst>
                            <p:childTnLst>
                              <p:par>
                                <p:cTn id="12" presetID="42" presetClass="entr" presetSubtype="0" fill="hold" nodeType="clickEffect">
                                  <p:stCondLst>
                                    <p:cond delay="0"/>
                                  </p:stCondLst>
                                  <p:childTnLst>
                                    <p:set>
                                      <p:cBhvr>
                                        <p:cTn id="13" dur="1" fill="hold">
                                          <p:stCondLst>
                                            <p:cond delay="0"/>
                                          </p:stCondLst>
                                        </p:cTn>
                                        <p:tgtEl>
                                          <p:spTgt spid="191491">
                                            <p:txEl>
                                              <p:pRg st="1" end="1"/>
                                            </p:txEl>
                                          </p:spTgt>
                                        </p:tgtEl>
                                        <p:attrNameLst>
                                          <p:attrName>style.visibility</p:attrName>
                                        </p:attrNameLst>
                                      </p:cBhvr>
                                      <p:to>
                                        <p:strVal val="visible"/>
                                      </p:to>
                                    </p:set>
                                    <p:animEffect transition="in" filter="fade">
                                      <p:cBhvr>
                                        <p:cTn id="14" dur="1000"/>
                                        <p:tgtEl>
                                          <p:spTgt spid="191491">
                                            <p:txEl>
                                              <p:pRg st="1" end="1"/>
                                            </p:txEl>
                                          </p:spTgt>
                                        </p:tgtEl>
                                      </p:cBhvr>
                                    </p:animEffect>
                                    <p:anim calcmode="lin" valueType="num">
                                      <p:cBhvr>
                                        <p:cTn id="15" dur="1000" fill="hold"/>
                                        <p:tgtEl>
                                          <p:spTgt spid="191491">
                                            <p:txEl>
                                              <p:pRg st="1" end="1"/>
                                            </p:txEl>
                                          </p:spTgt>
                                        </p:tgtEl>
                                        <p:attrNameLst>
                                          <p:attrName>ppt_x</p:attrName>
                                        </p:attrNameLst>
                                      </p:cBhvr>
                                      <p:tavLst>
                                        <p:tav tm="0">
                                          <p:val>
                                            <p:strVal val="#ppt_x"/>
                                          </p:val>
                                        </p:tav>
                                        <p:tav tm="100000">
                                          <p:val>
                                            <p:strVal val="#ppt_x"/>
                                          </p:val>
                                        </p:tav>
                                      </p:tavLst>
                                    </p:anim>
                                    <p:anim calcmode="lin" valueType="num">
                                      <p:cBhvr>
                                        <p:cTn id="16" dur="1000" fill="hold"/>
                                        <p:tgtEl>
                                          <p:spTgt spid="191491">
                                            <p:txEl>
                                              <p:pRg st="1" end="1"/>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1491" grpId="0" build="p"/>
    </p:bldLst>
  </p:timing>
</p:sld>
</file>

<file path=ppt/slides/slide9.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85346" name="Rectangle 2">
            <a:extLst>
              <a:ext uri="{FF2B5EF4-FFF2-40B4-BE49-F238E27FC236}">
                <a16:creationId xmlns:a16="http://schemas.microsoft.com/office/drawing/2014/main" id="{3E7F894F-A566-838A-F2B2-EA6940EC8767}"/>
              </a:ext>
            </a:extLst>
          </p:cNvPr>
          <p:cNvSpPr>
            <a:spLocks noGrp="1" noChangeArrowheads="1"/>
          </p:cNvSpPr>
          <p:nvPr>
            <p:ph type="title"/>
          </p:nvPr>
        </p:nvSpPr>
        <p:spPr/>
        <p:txBody>
          <a:bodyPr/>
          <a:lstStyle/>
          <a:p>
            <a:r>
              <a:rPr lang="en-AU" altLang="en-US"/>
              <a:t>Projectile Motion Questions</a:t>
            </a:r>
          </a:p>
        </p:txBody>
      </p:sp>
      <p:sp>
        <p:nvSpPr>
          <p:cNvPr id="185347" name="Rectangle 3">
            <a:extLst>
              <a:ext uri="{FF2B5EF4-FFF2-40B4-BE49-F238E27FC236}">
                <a16:creationId xmlns:a16="http://schemas.microsoft.com/office/drawing/2014/main" id="{BAA4142D-D18A-2D7B-2633-BDD1EDA56C74}"/>
              </a:ext>
            </a:extLst>
          </p:cNvPr>
          <p:cNvSpPr>
            <a:spLocks noGrp="1" noChangeArrowheads="1"/>
          </p:cNvSpPr>
          <p:nvPr>
            <p:ph type="body" idx="1"/>
          </p:nvPr>
        </p:nvSpPr>
        <p:spPr/>
        <p:txBody>
          <a:bodyPr/>
          <a:lstStyle/>
          <a:p>
            <a:pPr>
              <a:buFontTx/>
              <a:buNone/>
            </a:pPr>
            <a:r>
              <a:rPr lang="en-AU" altLang="en-US" sz="2800"/>
              <a:t>The first step in tackling projectile motion questions is to draw a picture.  Don’t worry about the calculations yet… just draw a detailed, labelled picture of the information given.</a:t>
            </a:r>
          </a:p>
          <a:p>
            <a:pPr>
              <a:buFontTx/>
              <a:buNone/>
            </a:pPr>
            <a:r>
              <a:rPr lang="en-AU" altLang="en-US" sz="2800"/>
              <a:t>Then transfer this information to a data key – now you are ready to tackle the calculation.</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42" presetClass="entr" presetSubtype="0" fill="hold" nodeType="clickEffect">
                                  <p:stCondLst>
                                    <p:cond delay="0"/>
                                  </p:stCondLst>
                                  <p:childTnLst>
                                    <p:set>
                                      <p:cBhvr>
                                        <p:cTn id="6" dur="1" fill="hold">
                                          <p:stCondLst>
                                            <p:cond delay="0"/>
                                          </p:stCondLst>
                                        </p:cTn>
                                        <p:tgtEl>
                                          <p:spTgt spid="185347">
                                            <p:txEl>
                                              <p:pRg st="0" end="0"/>
                                            </p:txEl>
                                          </p:spTgt>
                                        </p:tgtEl>
                                        <p:attrNameLst>
                                          <p:attrName>style.visibility</p:attrName>
                                        </p:attrNameLst>
                                      </p:cBhvr>
                                      <p:to>
                                        <p:strVal val="visible"/>
                                      </p:to>
                                    </p:set>
                                    <p:animEffect transition="in" filter="fade">
                                      <p:cBhvr>
                                        <p:cTn id="7" dur="1000"/>
                                        <p:tgtEl>
                                          <p:spTgt spid="185347">
                                            <p:txEl>
                                              <p:pRg st="0" end="0"/>
                                            </p:txEl>
                                          </p:spTgt>
                                        </p:tgtEl>
                                      </p:cBhvr>
                                    </p:animEffect>
                                    <p:anim calcmode="lin" valueType="num">
                                      <p:cBhvr>
                                        <p:cTn id="8" dur="1000" fill="hold"/>
                                        <p:tgtEl>
                                          <p:spTgt spid="185347">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185347">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nodeType="clickPar">
                      <p:stCondLst>
                        <p:cond delay="indefinite"/>
                      </p:stCondLst>
                      <p:childTnLst>
                        <p:par>
                          <p:cTn id="11" fill="hold" nodeType="withGroup">
                            <p:stCondLst>
                              <p:cond delay="0"/>
                            </p:stCondLst>
                            <p:childTnLst>
                              <p:par>
                                <p:cTn id="12" presetID="42" presetClass="entr" presetSubtype="0" fill="hold" nodeType="clickEffect">
                                  <p:stCondLst>
                                    <p:cond delay="0"/>
                                  </p:stCondLst>
                                  <p:childTnLst>
                                    <p:set>
                                      <p:cBhvr>
                                        <p:cTn id="13" dur="1" fill="hold">
                                          <p:stCondLst>
                                            <p:cond delay="0"/>
                                          </p:stCondLst>
                                        </p:cTn>
                                        <p:tgtEl>
                                          <p:spTgt spid="185347">
                                            <p:txEl>
                                              <p:pRg st="1" end="1"/>
                                            </p:txEl>
                                          </p:spTgt>
                                        </p:tgtEl>
                                        <p:attrNameLst>
                                          <p:attrName>style.visibility</p:attrName>
                                        </p:attrNameLst>
                                      </p:cBhvr>
                                      <p:to>
                                        <p:strVal val="visible"/>
                                      </p:to>
                                    </p:set>
                                    <p:animEffect transition="in" filter="fade">
                                      <p:cBhvr>
                                        <p:cTn id="14" dur="1000"/>
                                        <p:tgtEl>
                                          <p:spTgt spid="185347">
                                            <p:txEl>
                                              <p:pRg st="1" end="1"/>
                                            </p:txEl>
                                          </p:spTgt>
                                        </p:tgtEl>
                                      </p:cBhvr>
                                    </p:animEffect>
                                    <p:anim calcmode="lin" valueType="num">
                                      <p:cBhvr>
                                        <p:cTn id="15" dur="1000" fill="hold"/>
                                        <p:tgtEl>
                                          <p:spTgt spid="185347">
                                            <p:txEl>
                                              <p:pRg st="1" end="1"/>
                                            </p:txEl>
                                          </p:spTgt>
                                        </p:tgtEl>
                                        <p:attrNameLst>
                                          <p:attrName>ppt_x</p:attrName>
                                        </p:attrNameLst>
                                      </p:cBhvr>
                                      <p:tavLst>
                                        <p:tav tm="0">
                                          <p:val>
                                            <p:strVal val="#ppt_x"/>
                                          </p:val>
                                        </p:tav>
                                        <p:tav tm="100000">
                                          <p:val>
                                            <p:strVal val="#ppt_x"/>
                                          </p:val>
                                        </p:tav>
                                      </p:tavLst>
                                    </p:anim>
                                    <p:anim calcmode="lin" valueType="num">
                                      <p:cBhvr>
                                        <p:cTn id="16" dur="1000" fill="hold"/>
                                        <p:tgtEl>
                                          <p:spTgt spid="185347">
                                            <p:txEl>
                                              <p:pRg st="1" end="1"/>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5347" grpId="0" build="p"/>
    </p:bldLst>
  </p:timing>
</p:sld>
</file>

<file path=ppt/slides/slide10.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8194" name="Rectangle 2">
            <a:extLst>
              <a:ext uri="{FF2B5EF4-FFF2-40B4-BE49-F238E27FC236}">
                <a16:creationId xmlns:a16="http://schemas.microsoft.com/office/drawing/2014/main" id="{A9CE95D6-593A-514E-7394-CE53E0597360}"/>
              </a:ext>
            </a:extLst>
          </p:cNvPr>
          <p:cNvSpPr>
            <a:spLocks noGrp="1" noChangeArrowheads="1"/>
          </p:cNvSpPr>
          <p:nvPr>
            <p:ph type="title"/>
          </p:nvPr>
        </p:nvSpPr>
        <p:spPr/>
        <p:txBody>
          <a:bodyPr/>
          <a:lstStyle/>
          <a:p>
            <a:r>
              <a:rPr lang="en-AU" altLang="en-US"/>
              <a:t>Projectile Motion Calculations</a:t>
            </a:r>
          </a:p>
        </p:txBody>
      </p:sp>
      <p:sp>
        <p:nvSpPr>
          <p:cNvPr id="8195" name="Rectangle 3">
            <a:extLst>
              <a:ext uri="{FF2B5EF4-FFF2-40B4-BE49-F238E27FC236}">
                <a16:creationId xmlns:a16="http://schemas.microsoft.com/office/drawing/2014/main" id="{F5585FF5-8A40-5675-DC49-CC58DB21ADCE}"/>
              </a:ext>
            </a:extLst>
          </p:cNvPr>
          <p:cNvSpPr>
            <a:spLocks noGrp="1" noChangeArrowheads="1"/>
          </p:cNvSpPr>
          <p:nvPr>
            <p:ph type="body" idx="1"/>
          </p:nvPr>
        </p:nvSpPr>
        <p:spPr/>
        <p:txBody>
          <a:bodyPr/>
          <a:lstStyle/>
          <a:p>
            <a:pPr>
              <a:buFontTx/>
              <a:buNone/>
            </a:pPr>
            <a:r>
              <a:rPr lang="en-AU" altLang="en-US" sz="2800"/>
              <a:t>The first step to completing projectile motion calculations is to remember that the motion is occurring in two components, horizontally and vertically.</a:t>
            </a:r>
          </a:p>
          <a:p>
            <a:pPr>
              <a:buFontTx/>
              <a:buNone/>
            </a:pPr>
            <a:r>
              <a:rPr lang="en-AU" altLang="en-US" sz="2800"/>
              <a:t>As a result these two components must be calculated separately.</a:t>
            </a:r>
          </a:p>
        </p:txBody>
      </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42" presetClass="entr" presetSubtype="0" fill="hold" nodeType="clickEffect">
                                  <p:stCondLst>
                                    <p:cond delay="0"/>
                                  </p:stCondLst>
                                  <p:childTnLst>
                                    <p:set>
                                      <p:cBhvr>
                                        <p:cTn id="6" dur="1" fill="hold">
                                          <p:stCondLst>
                                            <p:cond delay="0"/>
                                          </p:stCondLst>
                                        </p:cTn>
                                        <p:tgtEl>
                                          <p:spTgt spid="8195">
                                            <p:txEl>
                                              <p:pRg st="0" end="0"/>
                                            </p:txEl>
                                          </p:spTgt>
                                        </p:tgtEl>
                                        <p:attrNameLst>
                                          <p:attrName>style.visibility</p:attrName>
                                        </p:attrNameLst>
                                      </p:cBhvr>
                                      <p:to>
                                        <p:strVal val="visible"/>
                                      </p:to>
                                    </p:set>
                                    <p:animEffect transition="in" filter="fade">
                                      <p:cBhvr>
                                        <p:cTn id="7" dur="1000"/>
                                        <p:tgtEl>
                                          <p:spTgt spid="8195">
                                            <p:txEl>
                                              <p:pRg st="0" end="0"/>
                                            </p:txEl>
                                          </p:spTgt>
                                        </p:tgtEl>
                                      </p:cBhvr>
                                    </p:animEffect>
                                    <p:anim calcmode="lin" valueType="num">
                                      <p:cBhvr>
                                        <p:cTn id="8" dur="1000" fill="hold"/>
                                        <p:tgtEl>
                                          <p:spTgt spid="8195">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8195">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nodeType="clickPar">
                      <p:stCondLst>
                        <p:cond delay="indefinite"/>
                      </p:stCondLst>
                      <p:childTnLst>
                        <p:par>
                          <p:cTn id="11" fill="hold" nodeType="withGroup">
                            <p:stCondLst>
                              <p:cond delay="0"/>
                            </p:stCondLst>
                            <p:childTnLst>
                              <p:par>
                                <p:cTn id="12" presetID="42" presetClass="entr" presetSubtype="0" fill="hold" nodeType="clickEffect">
                                  <p:stCondLst>
                                    <p:cond delay="0"/>
                                  </p:stCondLst>
                                  <p:childTnLst>
                                    <p:set>
                                      <p:cBhvr>
                                        <p:cTn id="13" dur="1" fill="hold">
                                          <p:stCondLst>
                                            <p:cond delay="0"/>
                                          </p:stCondLst>
                                        </p:cTn>
                                        <p:tgtEl>
                                          <p:spTgt spid="8195">
                                            <p:txEl>
                                              <p:pRg st="1" end="1"/>
                                            </p:txEl>
                                          </p:spTgt>
                                        </p:tgtEl>
                                        <p:attrNameLst>
                                          <p:attrName>style.visibility</p:attrName>
                                        </p:attrNameLst>
                                      </p:cBhvr>
                                      <p:to>
                                        <p:strVal val="visible"/>
                                      </p:to>
                                    </p:set>
                                    <p:animEffect transition="in" filter="fade">
                                      <p:cBhvr>
                                        <p:cTn id="14" dur="1000"/>
                                        <p:tgtEl>
                                          <p:spTgt spid="8195">
                                            <p:txEl>
                                              <p:pRg st="1" end="1"/>
                                            </p:txEl>
                                          </p:spTgt>
                                        </p:tgtEl>
                                      </p:cBhvr>
                                    </p:animEffect>
                                    <p:anim calcmode="lin" valueType="num">
                                      <p:cBhvr>
                                        <p:cTn id="15" dur="1000" fill="hold"/>
                                        <p:tgtEl>
                                          <p:spTgt spid="8195">
                                            <p:txEl>
                                              <p:pRg st="1" end="1"/>
                                            </p:txEl>
                                          </p:spTgt>
                                        </p:tgtEl>
                                        <p:attrNameLst>
                                          <p:attrName>ppt_x</p:attrName>
                                        </p:attrNameLst>
                                      </p:cBhvr>
                                      <p:tavLst>
                                        <p:tav tm="0">
                                          <p:val>
                                            <p:strVal val="#ppt_x"/>
                                          </p:val>
                                        </p:tav>
                                        <p:tav tm="100000">
                                          <p:val>
                                            <p:strVal val="#ppt_x"/>
                                          </p:val>
                                        </p:tav>
                                      </p:tavLst>
                                    </p:anim>
                                    <p:anim calcmode="lin" valueType="num">
                                      <p:cBhvr>
                                        <p:cTn id="16" dur="1000" fill="hold"/>
                                        <p:tgtEl>
                                          <p:spTgt spid="8195">
                                            <p:txEl>
                                              <p:pRg st="1" end="1"/>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195" grpId="0" build="p"/>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2">
            <a:extLst>
              <a:ext uri="{FF2B5EF4-FFF2-40B4-BE49-F238E27FC236}">
                <a16:creationId xmlns:a16="http://schemas.microsoft.com/office/drawing/2014/main" id="{9A9D84F4-9D3B-9A04-FA0D-E83EC6997AF7}"/>
              </a:ext>
            </a:extLst>
          </p:cNvPr>
          <p:cNvSpPr>
            <a:spLocks noGrp="1" noChangeArrowheads="1"/>
          </p:cNvSpPr>
          <p:nvPr>
            <p:ph type="title"/>
          </p:nvPr>
        </p:nvSpPr>
        <p:spPr/>
        <p:txBody>
          <a:bodyPr/>
          <a:lstStyle/>
          <a:p>
            <a:r>
              <a:rPr lang="en-AU" altLang="en-US"/>
              <a:t>Initial Velocity</a:t>
            </a:r>
          </a:p>
        </p:txBody>
      </p:sp>
      <p:sp>
        <p:nvSpPr>
          <p:cNvPr id="9219" name="Rectangle 3">
            <a:extLst>
              <a:ext uri="{FF2B5EF4-FFF2-40B4-BE49-F238E27FC236}">
                <a16:creationId xmlns:a16="http://schemas.microsoft.com/office/drawing/2014/main" id="{6586AEDA-368A-8C9E-CF2A-EE88B83D0EB1}"/>
              </a:ext>
            </a:extLst>
          </p:cNvPr>
          <p:cNvSpPr>
            <a:spLocks noGrp="1" noChangeArrowheads="1"/>
          </p:cNvSpPr>
          <p:nvPr>
            <p:ph type="body" idx="1"/>
          </p:nvPr>
        </p:nvSpPr>
        <p:spPr>
          <a:xfrm>
            <a:off x="827088" y="1773238"/>
            <a:ext cx="3960812" cy="3657600"/>
          </a:xfrm>
        </p:spPr>
        <p:txBody>
          <a:bodyPr/>
          <a:lstStyle/>
          <a:p>
            <a:pPr>
              <a:buFontTx/>
              <a:buNone/>
            </a:pPr>
            <a:r>
              <a:rPr lang="en-AU" altLang="en-US" sz="2800"/>
              <a:t>The initial velocity, u</a:t>
            </a:r>
            <a:r>
              <a:rPr lang="en-AU" altLang="en-US" sz="2800" baseline="-25000"/>
              <a:t>O</a:t>
            </a:r>
            <a:r>
              <a:rPr lang="en-AU" altLang="en-US" sz="2800"/>
              <a:t> of the projectile is the resultant vector of the horizontal and vertical components of the initial velocity.</a:t>
            </a:r>
          </a:p>
          <a:p>
            <a:pPr>
              <a:buFontTx/>
              <a:buNone/>
            </a:pPr>
            <a:endParaRPr lang="en-AU" altLang="en-US" sz="2800"/>
          </a:p>
        </p:txBody>
      </p:sp>
      <p:sp>
        <p:nvSpPr>
          <p:cNvPr id="9220" name="Line 4">
            <a:extLst>
              <a:ext uri="{FF2B5EF4-FFF2-40B4-BE49-F238E27FC236}">
                <a16:creationId xmlns:a16="http://schemas.microsoft.com/office/drawing/2014/main" id="{4EB98747-340F-EDA2-68FA-2B8988C79988}"/>
              </a:ext>
            </a:extLst>
          </p:cNvPr>
          <p:cNvSpPr>
            <a:spLocks noChangeShapeType="1"/>
          </p:cNvSpPr>
          <p:nvPr/>
        </p:nvSpPr>
        <p:spPr bwMode="auto">
          <a:xfrm flipV="1">
            <a:off x="4140200" y="3789363"/>
            <a:ext cx="1296988" cy="1727200"/>
          </a:xfrm>
          <a:prstGeom prst="line">
            <a:avLst/>
          </a:prstGeom>
          <a:noFill/>
          <a:ln w="57150">
            <a:solidFill>
              <a:schemeClr val="hlink"/>
            </a:solidFill>
            <a:round/>
            <a:headEnd/>
            <a:tailEnd type="stealth"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AU"/>
          </a:p>
        </p:txBody>
      </p:sp>
      <p:sp>
        <p:nvSpPr>
          <p:cNvPr id="9221" name="Line 5">
            <a:extLst>
              <a:ext uri="{FF2B5EF4-FFF2-40B4-BE49-F238E27FC236}">
                <a16:creationId xmlns:a16="http://schemas.microsoft.com/office/drawing/2014/main" id="{C8CC765C-B9BB-E3FA-2E6D-95DF969C91C0}"/>
              </a:ext>
            </a:extLst>
          </p:cNvPr>
          <p:cNvSpPr>
            <a:spLocks noChangeShapeType="1"/>
          </p:cNvSpPr>
          <p:nvPr/>
        </p:nvSpPr>
        <p:spPr bwMode="auto">
          <a:xfrm>
            <a:off x="4140200" y="5589588"/>
            <a:ext cx="1295400" cy="0"/>
          </a:xfrm>
          <a:prstGeom prst="line">
            <a:avLst/>
          </a:prstGeom>
          <a:noFill/>
          <a:ln w="57150">
            <a:solidFill>
              <a:schemeClr val="tx2"/>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AU"/>
          </a:p>
        </p:txBody>
      </p:sp>
      <p:sp>
        <p:nvSpPr>
          <p:cNvPr id="9222" name="Line 6">
            <a:extLst>
              <a:ext uri="{FF2B5EF4-FFF2-40B4-BE49-F238E27FC236}">
                <a16:creationId xmlns:a16="http://schemas.microsoft.com/office/drawing/2014/main" id="{E7DB181E-ABFE-969B-C835-BEFFE9C99A57}"/>
              </a:ext>
            </a:extLst>
          </p:cNvPr>
          <p:cNvSpPr>
            <a:spLocks noChangeShapeType="1"/>
          </p:cNvSpPr>
          <p:nvPr/>
        </p:nvSpPr>
        <p:spPr bwMode="auto">
          <a:xfrm flipV="1">
            <a:off x="5508625" y="3860800"/>
            <a:ext cx="0" cy="1800225"/>
          </a:xfrm>
          <a:prstGeom prst="line">
            <a:avLst/>
          </a:prstGeom>
          <a:noFill/>
          <a:ln w="57150">
            <a:solidFill>
              <a:schemeClr val="folHlink"/>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AU"/>
          </a:p>
        </p:txBody>
      </p:sp>
      <p:sp>
        <p:nvSpPr>
          <p:cNvPr id="9223" name="Freeform 7">
            <a:extLst>
              <a:ext uri="{FF2B5EF4-FFF2-40B4-BE49-F238E27FC236}">
                <a16:creationId xmlns:a16="http://schemas.microsoft.com/office/drawing/2014/main" id="{430D2C96-4380-0AC1-795C-DAF072B45927}"/>
              </a:ext>
            </a:extLst>
          </p:cNvPr>
          <p:cNvSpPr>
            <a:spLocks/>
          </p:cNvSpPr>
          <p:nvPr/>
        </p:nvSpPr>
        <p:spPr bwMode="auto">
          <a:xfrm>
            <a:off x="4500563" y="5084763"/>
            <a:ext cx="287337" cy="503237"/>
          </a:xfrm>
          <a:custGeom>
            <a:avLst/>
            <a:gdLst>
              <a:gd name="T0" fmla="*/ 0 w 181"/>
              <a:gd name="T1" fmla="*/ 0 h 317"/>
              <a:gd name="T2" fmla="*/ 136 w 181"/>
              <a:gd name="T3" fmla="*/ 136 h 317"/>
              <a:gd name="T4" fmla="*/ 181 w 181"/>
              <a:gd name="T5" fmla="*/ 317 h 317"/>
            </a:gdLst>
            <a:ahLst/>
            <a:cxnLst>
              <a:cxn ang="0">
                <a:pos x="T0" y="T1"/>
              </a:cxn>
              <a:cxn ang="0">
                <a:pos x="T2" y="T3"/>
              </a:cxn>
              <a:cxn ang="0">
                <a:pos x="T4" y="T5"/>
              </a:cxn>
            </a:cxnLst>
            <a:rect l="0" t="0" r="r" b="b"/>
            <a:pathLst>
              <a:path w="181" h="317">
                <a:moveTo>
                  <a:pt x="0" y="0"/>
                </a:moveTo>
                <a:cubicBezTo>
                  <a:pt x="53" y="41"/>
                  <a:pt x="106" y="83"/>
                  <a:pt x="136" y="136"/>
                </a:cubicBezTo>
                <a:cubicBezTo>
                  <a:pt x="166" y="189"/>
                  <a:pt x="173" y="253"/>
                  <a:pt x="181" y="317"/>
                </a:cubicBezTo>
              </a:path>
            </a:pathLst>
          </a:custGeom>
          <a:noFill/>
          <a:ln w="57150" cmpd="sng">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AU"/>
          </a:p>
        </p:txBody>
      </p:sp>
      <p:sp>
        <p:nvSpPr>
          <p:cNvPr id="9224" name="Text Box 8">
            <a:extLst>
              <a:ext uri="{FF2B5EF4-FFF2-40B4-BE49-F238E27FC236}">
                <a16:creationId xmlns:a16="http://schemas.microsoft.com/office/drawing/2014/main" id="{BD3ADFC0-EE36-C47D-1D77-7468C454138C}"/>
              </a:ext>
            </a:extLst>
          </p:cNvPr>
          <p:cNvSpPr txBox="1">
            <a:spLocks noChangeArrowheads="1"/>
          </p:cNvSpPr>
          <p:nvPr/>
        </p:nvSpPr>
        <p:spPr bwMode="auto">
          <a:xfrm>
            <a:off x="4716463" y="4941888"/>
            <a:ext cx="504825"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AU" altLang="en-US" sz="2400">
                <a:latin typeface="Symbol" panose="05050102010706020507" pitchFamily="18" charset="2"/>
              </a:rPr>
              <a:t>q</a:t>
            </a:r>
          </a:p>
        </p:txBody>
      </p:sp>
      <p:sp>
        <p:nvSpPr>
          <p:cNvPr id="9226" name="Text Box 10">
            <a:extLst>
              <a:ext uri="{FF2B5EF4-FFF2-40B4-BE49-F238E27FC236}">
                <a16:creationId xmlns:a16="http://schemas.microsoft.com/office/drawing/2014/main" id="{A878F87D-52B3-5899-F608-646561E2CD4C}"/>
              </a:ext>
            </a:extLst>
          </p:cNvPr>
          <p:cNvSpPr txBox="1">
            <a:spLocks noChangeArrowheads="1"/>
          </p:cNvSpPr>
          <p:nvPr/>
        </p:nvSpPr>
        <p:spPr bwMode="auto">
          <a:xfrm>
            <a:off x="4643438" y="3789363"/>
            <a:ext cx="6477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AU" altLang="en-US" sz="2400"/>
              <a:t>u</a:t>
            </a:r>
            <a:r>
              <a:rPr lang="en-AU" altLang="en-US" sz="2400" baseline="-25000"/>
              <a:t>O</a:t>
            </a:r>
          </a:p>
        </p:txBody>
      </p:sp>
      <p:sp>
        <p:nvSpPr>
          <p:cNvPr id="9227" name="Text Box 11">
            <a:extLst>
              <a:ext uri="{FF2B5EF4-FFF2-40B4-BE49-F238E27FC236}">
                <a16:creationId xmlns:a16="http://schemas.microsoft.com/office/drawing/2014/main" id="{6E1FF39A-CC5D-8D65-A6A6-0BC00396E039}"/>
              </a:ext>
            </a:extLst>
          </p:cNvPr>
          <p:cNvSpPr txBox="1">
            <a:spLocks noChangeArrowheads="1"/>
          </p:cNvSpPr>
          <p:nvPr/>
        </p:nvSpPr>
        <p:spPr bwMode="auto">
          <a:xfrm>
            <a:off x="5724525" y="5013325"/>
            <a:ext cx="792163"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endParaRPr lang="en-US" altLang="en-US"/>
          </a:p>
        </p:txBody>
      </p:sp>
      <p:sp>
        <p:nvSpPr>
          <p:cNvPr id="9228" name="Text Box 12">
            <a:extLst>
              <a:ext uri="{FF2B5EF4-FFF2-40B4-BE49-F238E27FC236}">
                <a16:creationId xmlns:a16="http://schemas.microsoft.com/office/drawing/2014/main" id="{CE8D342D-FE3B-3DC5-8A67-8DACAD8050B4}"/>
              </a:ext>
            </a:extLst>
          </p:cNvPr>
          <p:cNvSpPr txBox="1">
            <a:spLocks noChangeArrowheads="1"/>
          </p:cNvSpPr>
          <p:nvPr/>
        </p:nvSpPr>
        <p:spPr bwMode="auto">
          <a:xfrm>
            <a:off x="4572000" y="5661025"/>
            <a:ext cx="792163"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AU" altLang="en-US" sz="2400"/>
              <a:t>u</a:t>
            </a:r>
            <a:r>
              <a:rPr lang="en-AU" altLang="en-US" sz="2400" baseline="-25000"/>
              <a:t>H</a:t>
            </a:r>
          </a:p>
        </p:txBody>
      </p:sp>
      <p:sp>
        <p:nvSpPr>
          <p:cNvPr id="9229" name="Text Box 13">
            <a:extLst>
              <a:ext uri="{FF2B5EF4-FFF2-40B4-BE49-F238E27FC236}">
                <a16:creationId xmlns:a16="http://schemas.microsoft.com/office/drawing/2014/main" id="{21BE79E7-5A9E-E915-B5C6-91C6B792A2CE}"/>
              </a:ext>
            </a:extLst>
          </p:cNvPr>
          <p:cNvSpPr txBox="1">
            <a:spLocks noChangeArrowheads="1"/>
          </p:cNvSpPr>
          <p:nvPr/>
        </p:nvSpPr>
        <p:spPr bwMode="auto">
          <a:xfrm>
            <a:off x="5580063" y="4437063"/>
            <a:ext cx="719137"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AU" altLang="en-US" sz="2400"/>
              <a:t>u</a:t>
            </a:r>
            <a:r>
              <a:rPr lang="en-AU" altLang="en-US" sz="2400" baseline="-25000"/>
              <a:t>V</a:t>
            </a:r>
          </a:p>
        </p:txBody>
      </p:sp>
      <p:sp>
        <p:nvSpPr>
          <p:cNvPr id="9233" name="Freeform 17">
            <a:extLst>
              <a:ext uri="{FF2B5EF4-FFF2-40B4-BE49-F238E27FC236}">
                <a16:creationId xmlns:a16="http://schemas.microsoft.com/office/drawing/2014/main" id="{CFEAECAC-1F6D-6B1D-427C-C2F10FA46D77}"/>
              </a:ext>
            </a:extLst>
          </p:cNvPr>
          <p:cNvSpPr>
            <a:spLocks/>
          </p:cNvSpPr>
          <p:nvPr/>
        </p:nvSpPr>
        <p:spPr bwMode="auto">
          <a:xfrm>
            <a:off x="5508625" y="1916113"/>
            <a:ext cx="2735263" cy="1800225"/>
          </a:xfrm>
          <a:custGeom>
            <a:avLst/>
            <a:gdLst>
              <a:gd name="T0" fmla="*/ 0 w 1723"/>
              <a:gd name="T1" fmla="*/ 1134 h 1134"/>
              <a:gd name="T2" fmla="*/ 589 w 1723"/>
              <a:gd name="T3" fmla="*/ 499 h 1134"/>
              <a:gd name="T4" fmla="*/ 1224 w 1723"/>
              <a:gd name="T5" fmla="*/ 91 h 1134"/>
              <a:gd name="T6" fmla="*/ 1723 w 1723"/>
              <a:gd name="T7" fmla="*/ 0 h 1134"/>
            </a:gdLst>
            <a:ahLst/>
            <a:cxnLst>
              <a:cxn ang="0">
                <a:pos x="T0" y="T1"/>
              </a:cxn>
              <a:cxn ang="0">
                <a:pos x="T2" y="T3"/>
              </a:cxn>
              <a:cxn ang="0">
                <a:pos x="T4" y="T5"/>
              </a:cxn>
              <a:cxn ang="0">
                <a:pos x="T6" y="T7"/>
              </a:cxn>
            </a:cxnLst>
            <a:rect l="0" t="0" r="r" b="b"/>
            <a:pathLst>
              <a:path w="1723" h="1134">
                <a:moveTo>
                  <a:pt x="0" y="1134"/>
                </a:moveTo>
                <a:cubicBezTo>
                  <a:pt x="192" y="903"/>
                  <a:pt x="385" y="673"/>
                  <a:pt x="589" y="499"/>
                </a:cubicBezTo>
                <a:cubicBezTo>
                  <a:pt x="793" y="325"/>
                  <a:pt x="1035" y="174"/>
                  <a:pt x="1224" y="91"/>
                </a:cubicBezTo>
                <a:cubicBezTo>
                  <a:pt x="1413" y="8"/>
                  <a:pt x="1568" y="4"/>
                  <a:pt x="1723" y="0"/>
                </a:cubicBezTo>
              </a:path>
            </a:pathLst>
          </a:custGeom>
          <a:noFill/>
          <a:ln w="57150" cap="flat" cmpd="sng">
            <a:solidFill>
              <a:schemeClr val="hlink"/>
            </a:solidFill>
            <a:prstDash val="lgDash"/>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AU"/>
          </a:p>
        </p:txBody>
      </p:sp>
    </p:spTree>
  </p:cSld>
  <p:clrMapOvr>
    <a:masterClrMapping/>
  </p:clrMapOvr>
  <p:transition/>
</p:sld>
</file>

<file path=ppt/slides/slide12.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0242" name="Rectangle 2">
            <a:extLst>
              <a:ext uri="{FF2B5EF4-FFF2-40B4-BE49-F238E27FC236}">
                <a16:creationId xmlns:a16="http://schemas.microsoft.com/office/drawing/2014/main" id="{9BD3E49C-E008-9EA1-22BB-176D7E7FD757}"/>
              </a:ext>
            </a:extLst>
          </p:cNvPr>
          <p:cNvSpPr>
            <a:spLocks noGrp="1" noChangeArrowheads="1"/>
          </p:cNvSpPr>
          <p:nvPr>
            <p:ph type="title"/>
          </p:nvPr>
        </p:nvSpPr>
        <p:spPr/>
        <p:txBody>
          <a:bodyPr/>
          <a:lstStyle/>
          <a:p>
            <a:r>
              <a:rPr lang="en-AU" altLang="en-US" sz="3600"/>
              <a:t>Initial Horizontal and Vertical Components of Velocity</a:t>
            </a:r>
          </a:p>
        </p:txBody>
      </p:sp>
      <p:sp>
        <p:nvSpPr>
          <p:cNvPr id="10243" name="Rectangle 3">
            <a:extLst>
              <a:ext uri="{FF2B5EF4-FFF2-40B4-BE49-F238E27FC236}">
                <a16:creationId xmlns:a16="http://schemas.microsoft.com/office/drawing/2014/main" id="{27C8E8CF-3A2F-FC64-1615-7508AE529B83}"/>
              </a:ext>
            </a:extLst>
          </p:cNvPr>
          <p:cNvSpPr>
            <a:spLocks noGrp="1" noChangeArrowheads="1"/>
          </p:cNvSpPr>
          <p:nvPr>
            <p:ph type="body" idx="1"/>
          </p:nvPr>
        </p:nvSpPr>
        <p:spPr/>
        <p:txBody>
          <a:bodyPr/>
          <a:lstStyle/>
          <a:p>
            <a:pPr>
              <a:buFontTx/>
              <a:buNone/>
            </a:pPr>
            <a:r>
              <a:rPr lang="en-AU" altLang="en-US" sz="2800"/>
              <a:t>By using trigonometry you can work out that: The initial horizontal velocity u</a:t>
            </a:r>
            <a:r>
              <a:rPr lang="en-AU" altLang="en-US" sz="2800" baseline="-25000"/>
              <a:t>H</a:t>
            </a:r>
            <a:r>
              <a:rPr lang="en-AU" altLang="en-US" sz="2800"/>
              <a:t> is:</a:t>
            </a:r>
          </a:p>
          <a:p>
            <a:pPr>
              <a:buFontTx/>
              <a:buNone/>
            </a:pPr>
            <a:endParaRPr lang="en-AU" altLang="en-US" sz="1200"/>
          </a:p>
          <a:p>
            <a:pPr>
              <a:buFontTx/>
              <a:buNone/>
            </a:pPr>
            <a:r>
              <a:rPr lang="en-AU" altLang="en-US" sz="2800"/>
              <a:t>			u</a:t>
            </a:r>
            <a:r>
              <a:rPr lang="en-AU" altLang="en-US" sz="2800" baseline="-25000"/>
              <a:t>H</a:t>
            </a:r>
            <a:r>
              <a:rPr lang="en-AU" altLang="en-US" sz="2800"/>
              <a:t> = u</a:t>
            </a:r>
            <a:r>
              <a:rPr lang="en-AU" altLang="en-US" sz="2800" baseline="-25000"/>
              <a:t>0</a:t>
            </a:r>
            <a:r>
              <a:rPr lang="en-AU" altLang="en-US" sz="2800"/>
              <a:t>cos</a:t>
            </a:r>
            <a:r>
              <a:rPr lang="en-AU" altLang="en-US" sz="2800">
                <a:latin typeface="Symbol" panose="05050102010706020507" pitchFamily="18" charset="2"/>
              </a:rPr>
              <a:t>q</a:t>
            </a:r>
          </a:p>
          <a:p>
            <a:pPr>
              <a:buFontTx/>
              <a:buNone/>
            </a:pPr>
            <a:endParaRPr lang="en-AU" altLang="en-US" sz="1200">
              <a:latin typeface="Symbol" panose="05050102010706020507" pitchFamily="18" charset="2"/>
            </a:endParaRPr>
          </a:p>
          <a:p>
            <a:pPr>
              <a:buFontTx/>
              <a:buNone/>
            </a:pPr>
            <a:r>
              <a:rPr lang="en-AU" altLang="en-US" sz="2800"/>
              <a:t>	The initial vertical velocity u</a:t>
            </a:r>
            <a:r>
              <a:rPr lang="en-AU" altLang="en-US" sz="2800" baseline="-25000"/>
              <a:t>V</a:t>
            </a:r>
            <a:r>
              <a:rPr lang="en-AU" altLang="en-US" sz="2800"/>
              <a:t> is:</a:t>
            </a:r>
          </a:p>
          <a:p>
            <a:pPr>
              <a:buFontTx/>
              <a:buNone/>
            </a:pPr>
            <a:endParaRPr lang="en-AU" altLang="en-US" sz="1200"/>
          </a:p>
          <a:p>
            <a:pPr>
              <a:buFontTx/>
              <a:buNone/>
            </a:pPr>
            <a:r>
              <a:rPr lang="en-AU" altLang="en-US" sz="2800"/>
              <a:t>			u</a:t>
            </a:r>
            <a:r>
              <a:rPr lang="en-AU" altLang="en-US" sz="2800" baseline="-25000"/>
              <a:t>V</a:t>
            </a:r>
            <a:r>
              <a:rPr lang="en-AU" altLang="en-US" sz="2800"/>
              <a:t> = u</a:t>
            </a:r>
            <a:r>
              <a:rPr lang="en-AU" altLang="en-US" sz="2800" baseline="-25000"/>
              <a:t>0</a:t>
            </a:r>
            <a:r>
              <a:rPr lang="en-AU" altLang="en-US" sz="2800"/>
              <a:t>sin</a:t>
            </a:r>
            <a:r>
              <a:rPr lang="en-AU" altLang="en-US" sz="2800">
                <a:latin typeface="Symbol" panose="05050102010706020507" pitchFamily="18" charset="2"/>
              </a:rPr>
              <a:t>q</a:t>
            </a:r>
            <a:endParaRPr lang="en-AU" altLang="en-US" sz="2800" baseline="30000"/>
          </a:p>
        </p:txBody>
      </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42" presetClass="entr" presetSubtype="0" fill="hold" nodeType="clickEffect">
                                  <p:stCondLst>
                                    <p:cond delay="0"/>
                                  </p:stCondLst>
                                  <p:childTnLst>
                                    <p:set>
                                      <p:cBhvr>
                                        <p:cTn id="6" dur="1" fill="hold">
                                          <p:stCondLst>
                                            <p:cond delay="0"/>
                                          </p:stCondLst>
                                        </p:cTn>
                                        <p:tgtEl>
                                          <p:spTgt spid="10243">
                                            <p:txEl>
                                              <p:pRg st="0" end="0"/>
                                            </p:txEl>
                                          </p:spTgt>
                                        </p:tgtEl>
                                        <p:attrNameLst>
                                          <p:attrName>style.visibility</p:attrName>
                                        </p:attrNameLst>
                                      </p:cBhvr>
                                      <p:to>
                                        <p:strVal val="visible"/>
                                      </p:to>
                                    </p:set>
                                    <p:animEffect transition="in" filter="fade">
                                      <p:cBhvr>
                                        <p:cTn id="7" dur="1000"/>
                                        <p:tgtEl>
                                          <p:spTgt spid="10243">
                                            <p:txEl>
                                              <p:pRg st="0" end="0"/>
                                            </p:txEl>
                                          </p:spTgt>
                                        </p:tgtEl>
                                      </p:cBhvr>
                                    </p:animEffect>
                                    <p:anim calcmode="lin" valueType="num">
                                      <p:cBhvr>
                                        <p:cTn id="8" dur="1000" fill="hold"/>
                                        <p:tgtEl>
                                          <p:spTgt spid="10243">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10243">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nodeType="clickPar">
                      <p:stCondLst>
                        <p:cond delay="indefinite"/>
                      </p:stCondLst>
                      <p:childTnLst>
                        <p:par>
                          <p:cTn id="11" fill="hold" nodeType="withGroup">
                            <p:stCondLst>
                              <p:cond delay="0"/>
                            </p:stCondLst>
                            <p:childTnLst>
                              <p:par>
                                <p:cTn id="12" presetID="42" presetClass="entr" presetSubtype="0" fill="hold" nodeType="clickEffect">
                                  <p:stCondLst>
                                    <p:cond delay="0"/>
                                  </p:stCondLst>
                                  <p:childTnLst>
                                    <p:set>
                                      <p:cBhvr>
                                        <p:cTn id="13" dur="1" fill="hold">
                                          <p:stCondLst>
                                            <p:cond delay="0"/>
                                          </p:stCondLst>
                                        </p:cTn>
                                        <p:tgtEl>
                                          <p:spTgt spid="10243">
                                            <p:txEl>
                                              <p:pRg st="2" end="2"/>
                                            </p:txEl>
                                          </p:spTgt>
                                        </p:tgtEl>
                                        <p:attrNameLst>
                                          <p:attrName>style.visibility</p:attrName>
                                        </p:attrNameLst>
                                      </p:cBhvr>
                                      <p:to>
                                        <p:strVal val="visible"/>
                                      </p:to>
                                    </p:set>
                                    <p:animEffect transition="in" filter="fade">
                                      <p:cBhvr>
                                        <p:cTn id="14" dur="1000"/>
                                        <p:tgtEl>
                                          <p:spTgt spid="10243">
                                            <p:txEl>
                                              <p:pRg st="2" end="2"/>
                                            </p:txEl>
                                          </p:spTgt>
                                        </p:tgtEl>
                                      </p:cBhvr>
                                    </p:animEffect>
                                    <p:anim calcmode="lin" valueType="num">
                                      <p:cBhvr>
                                        <p:cTn id="15" dur="1000" fill="hold"/>
                                        <p:tgtEl>
                                          <p:spTgt spid="10243">
                                            <p:txEl>
                                              <p:pRg st="2" end="2"/>
                                            </p:txEl>
                                          </p:spTgt>
                                        </p:tgtEl>
                                        <p:attrNameLst>
                                          <p:attrName>ppt_x</p:attrName>
                                        </p:attrNameLst>
                                      </p:cBhvr>
                                      <p:tavLst>
                                        <p:tav tm="0">
                                          <p:val>
                                            <p:strVal val="#ppt_x"/>
                                          </p:val>
                                        </p:tav>
                                        <p:tav tm="100000">
                                          <p:val>
                                            <p:strVal val="#ppt_x"/>
                                          </p:val>
                                        </p:tav>
                                      </p:tavLst>
                                    </p:anim>
                                    <p:anim calcmode="lin" valueType="num">
                                      <p:cBhvr>
                                        <p:cTn id="16" dur="1000" fill="hold"/>
                                        <p:tgtEl>
                                          <p:spTgt spid="10243">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17" fill="hold" nodeType="clickPar">
                      <p:stCondLst>
                        <p:cond delay="indefinite"/>
                      </p:stCondLst>
                      <p:childTnLst>
                        <p:par>
                          <p:cTn id="18" fill="hold" nodeType="withGroup">
                            <p:stCondLst>
                              <p:cond delay="0"/>
                            </p:stCondLst>
                            <p:childTnLst>
                              <p:par>
                                <p:cTn id="19" presetID="42" presetClass="entr" presetSubtype="0" fill="hold" nodeType="clickEffect">
                                  <p:stCondLst>
                                    <p:cond delay="0"/>
                                  </p:stCondLst>
                                  <p:childTnLst>
                                    <p:set>
                                      <p:cBhvr>
                                        <p:cTn id="20" dur="1" fill="hold">
                                          <p:stCondLst>
                                            <p:cond delay="0"/>
                                          </p:stCondLst>
                                        </p:cTn>
                                        <p:tgtEl>
                                          <p:spTgt spid="10243">
                                            <p:txEl>
                                              <p:pRg st="4" end="4"/>
                                            </p:txEl>
                                          </p:spTgt>
                                        </p:tgtEl>
                                        <p:attrNameLst>
                                          <p:attrName>style.visibility</p:attrName>
                                        </p:attrNameLst>
                                      </p:cBhvr>
                                      <p:to>
                                        <p:strVal val="visible"/>
                                      </p:to>
                                    </p:set>
                                    <p:animEffect transition="in" filter="fade">
                                      <p:cBhvr>
                                        <p:cTn id="21" dur="1000"/>
                                        <p:tgtEl>
                                          <p:spTgt spid="10243">
                                            <p:txEl>
                                              <p:pRg st="4" end="4"/>
                                            </p:txEl>
                                          </p:spTgt>
                                        </p:tgtEl>
                                      </p:cBhvr>
                                    </p:animEffect>
                                    <p:anim calcmode="lin" valueType="num">
                                      <p:cBhvr>
                                        <p:cTn id="22" dur="1000" fill="hold"/>
                                        <p:tgtEl>
                                          <p:spTgt spid="10243">
                                            <p:txEl>
                                              <p:pRg st="4" end="4"/>
                                            </p:txEl>
                                          </p:spTgt>
                                        </p:tgtEl>
                                        <p:attrNameLst>
                                          <p:attrName>ppt_x</p:attrName>
                                        </p:attrNameLst>
                                      </p:cBhvr>
                                      <p:tavLst>
                                        <p:tav tm="0">
                                          <p:val>
                                            <p:strVal val="#ppt_x"/>
                                          </p:val>
                                        </p:tav>
                                        <p:tav tm="100000">
                                          <p:val>
                                            <p:strVal val="#ppt_x"/>
                                          </p:val>
                                        </p:tav>
                                      </p:tavLst>
                                    </p:anim>
                                    <p:anim calcmode="lin" valueType="num">
                                      <p:cBhvr>
                                        <p:cTn id="23" dur="1000" fill="hold"/>
                                        <p:tgtEl>
                                          <p:spTgt spid="10243">
                                            <p:txEl>
                                              <p:pRg st="4" end="4"/>
                                            </p:txEl>
                                          </p:spTgt>
                                        </p:tgtEl>
                                        <p:attrNameLst>
                                          <p:attrName>ppt_y</p:attrName>
                                        </p:attrNameLst>
                                      </p:cBhvr>
                                      <p:tavLst>
                                        <p:tav tm="0">
                                          <p:val>
                                            <p:strVal val="#ppt_y+.1"/>
                                          </p:val>
                                        </p:tav>
                                        <p:tav tm="100000">
                                          <p:val>
                                            <p:strVal val="#ppt_y"/>
                                          </p:val>
                                        </p:tav>
                                      </p:tavLst>
                                    </p:anim>
                                  </p:childTnLst>
                                </p:cTn>
                              </p:par>
                            </p:childTnLst>
                          </p:cTn>
                        </p:par>
                      </p:childTnLst>
                    </p:cTn>
                  </p:par>
                  <p:par>
                    <p:cTn id="24" fill="hold" nodeType="clickPar">
                      <p:stCondLst>
                        <p:cond delay="indefinite"/>
                      </p:stCondLst>
                      <p:childTnLst>
                        <p:par>
                          <p:cTn id="25" fill="hold" nodeType="withGroup">
                            <p:stCondLst>
                              <p:cond delay="0"/>
                            </p:stCondLst>
                            <p:childTnLst>
                              <p:par>
                                <p:cTn id="26" presetID="42" presetClass="entr" presetSubtype="0" fill="hold" nodeType="clickEffect">
                                  <p:stCondLst>
                                    <p:cond delay="0"/>
                                  </p:stCondLst>
                                  <p:childTnLst>
                                    <p:set>
                                      <p:cBhvr>
                                        <p:cTn id="27" dur="1" fill="hold">
                                          <p:stCondLst>
                                            <p:cond delay="0"/>
                                          </p:stCondLst>
                                        </p:cTn>
                                        <p:tgtEl>
                                          <p:spTgt spid="10243">
                                            <p:txEl>
                                              <p:pRg st="6" end="6"/>
                                            </p:txEl>
                                          </p:spTgt>
                                        </p:tgtEl>
                                        <p:attrNameLst>
                                          <p:attrName>style.visibility</p:attrName>
                                        </p:attrNameLst>
                                      </p:cBhvr>
                                      <p:to>
                                        <p:strVal val="visible"/>
                                      </p:to>
                                    </p:set>
                                    <p:animEffect transition="in" filter="fade">
                                      <p:cBhvr>
                                        <p:cTn id="28" dur="1000"/>
                                        <p:tgtEl>
                                          <p:spTgt spid="10243">
                                            <p:txEl>
                                              <p:pRg st="6" end="6"/>
                                            </p:txEl>
                                          </p:spTgt>
                                        </p:tgtEl>
                                      </p:cBhvr>
                                    </p:animEffect>
                                    <p:anim calcmode="lin" valueType="num">
                                      <p:cBhvr>
                                        <p:cTn id="29" dur="1000" fill="hold"/>
                                        <p:tgtEl>
                                          <p:spTgt spid="10243">
                                            <p:txEl>
                                              <p:pRg st="6" end="6"/>
                                            </p:txEl>
                                          </p:spTgt>
                                        </p:tgtEl>
                                        <p:attrNameLst>
                                          <p:attrName>ppt_x</p:attrName>
                                        </p:attrNameLst>
                                      </p:cBhvr>
                                      <p:tavLst>
                                        <p:tav tm="0">
                                          <p:val>
                                            <p:strVal val="#ppt_x"/>
                                          </p:val>
                                        </p:tav>
                                        <p:tav tm="100000">
                                          <p:val>
                                            <p:strVal val="#ppt_x"/>
                                          </p:val>
                                        </p:tav>
                                      </p:tavLst>
                                    </p:anim>
                                    <p:anim calcmode="lin" valueType="num">
                                      <p:cBhvr>
                                        <p:cTn id="30" dur="1000" fill="hold"/>
                                        <p:tgtEl>
                                          <p:spTgt spid="10243">
                                            <p:txEl>
                                              <p:pRg st="6" end="6"/>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243" grpId="0" build="p"/>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1250" name="Rectangle 2">
            <a:extLst>
              <a:ext uri="{FF2B5EF4-FFF2-40B4-BE49-F238E27FC236}">
                <a16:creationId xmlns:a16="http://schemas.microsoft.com/office/drawing/2014/main" id="{F16F5CBC-6024-F4FF-A3AE-A3AEA6C46448}"/>
              </a:ext>
            </a:extLst>
          </p:cNvPr>
          <p:cNvSpPr>
            <a:spLocks noGrp="1" noChangeArrowheads="1"/>
          </p:cNvSpPr>
          <p:nvPr>
            <p:ph type="title"/>
          </p:nvPr>
        </p:nvSpPr>
        <p:spPr/>
        <p:txBody>
          <a:bodyPr/>
          <a:lstStyle/>
          <a:p>
            <a:r>
              <a:rPr lang="en-AU" altLang="en-US"/>
              <a:t>What’s next?</a:t>
            </a:r>
          </a:p>
        </p:txBody>
      </p:sp>
      <p:sp>
        <p:nvSpPr>
          <p:cNvPr id="181251" name="Rectangle 3">
            <a:extLst>
              <a:ext uri="{FF2B5EF4-FFF2-40B4-BE49-F238E27FC236}">
                <a16:creationId xmlns:a16="http://schemas.microsoft.com/office/drawing/2014/main" id="{C3E1A38E-E9C0-79E3-DD3E-295F0C11B617}"/>
              </a:ext>
            </a:extLst>
          </p:cNvPr>
          <p:cNvSpPr>
            <a:spLocks noGrp="1" noChangeArrowheads="1"/>
          </p:cNvSpPr>
          <p:nvPr>
            <p:ph type="body" idx="1"/>
          </p:nvPr>
        </p:nvSpPr>
        <p:spPr/>
        <p:txBody>
          <a:bodyPr/>
          <a:lstStyle/>
          <a:p>
            <a:pPr>
              <a:buFontTx/>
              <a:buNone/>
            </a:pPr>
            <a:r>
              <a:rPr lang="en-AU" altLang="en-US" sz="2800" dirty="0"/>
              <a:t>All projectile motion calculations use the exact same movement formulas you learnt in Year 11 Physics.  The major difference is that these formulas can only use values from one component i.e. either the vertical component or the horizontal component NOT both!</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82274" name="Rectangle 2">
            <a:extLst>
              <a:ext uri="{FF2B5EF4-FFF2-40B4-BE49-F238E27FC236}">
                <a16:creationId xmlns:a16="http://schemas.microsoft.com/office/drawing/2014/main" id="{1C69DFE3-EF34-75A6-B3E4-EE6ACF1C34F6}"/>
              </a:ext>
            </a:extLst>
          </p:cNvPr>
          <p:cNvSpPr>
            <a:spLocks noGrp="1" noChangeArrowheads="1"/>
          </p:cNvSpPr>
          <p:nvPr>
            <p:ph type="title"/>
          </p:nvPr>
        </p:nvSpPr>
        <p:spPr/>
        <p:txBody>
          <a:bodyPr/>
          <a:lstStyle/>
          <a:p>
            <a:r>
              <a:rPr lang="en-AU" altLang="en-US"/>
              <a:t>Motion formulas revisited</a:t>
            </a:r>
          </a:p>
        </p:txBody>
      </p:sp>
      <p:sp>
        <p:nvSpPr>
          <p:cNvPr id="182275" name="Rectangle 3">
            <a:extLst>
              <a:ext uri="{FF2B5EF4-FFF2-40B4-BE49-F238E27FC236}">
                <a16:creationId xmlns:a16="http://schemas.microsoft.com/office/drawing/2014/main" id="{069024C6-3B54-4C44-94EA-2060A0FF046A}"/>
              </a:ext>
            </a:extLst>
          </p:cNvPr>
          <p:cNvSpPr>
            <a:spLocks noGrp="1" noChangeArrowheads="1"/>
          </p:cNvSpPr>
          <p:nvPr>
            <p:ph type="body" idx="1"/>
          </p:nvPr>
        </p:nvSpPr>
        <p:spPr>
          <a:xfrm>
            <a:off x="685800" y="1828800"/>
            <a:ext cx="7989888" cy="3657600"/>
          </a:xfrm>
        </p:spPr>
        <p:txBody>
          <a:bodyPr/>
          <a:lstStyle/>
          <a:p>
            <a:pPr>
              <a:buFontTx/>
              <a:buNone/>
            </a:pPr>
            <a:r>
              <a:rPr lang="en-AU" altLang="en-US" sz="2800"/>
              <a:t>There are three main motion formulas:</a:t>
            </a:r>
          </a:p>
          <a:p>
            <a:pPr>
              <a:buFontTx/>
              <a:buNone/>
            </a:pPr>
            <a:r>
              <a:rPr lang="en-AU" altLang="en-US" sz="2800"/>
              <a:t>		v</a:t>
            </a:r>
            <a:r>
              <a:rPr lang="en-AU" altLang="en-US" sz="2800" baseline="30000"/>
              <a:t>2</a:t>
            </a:r>
            <a:r>
              <a:rPr lang="en-AU" altLang="en-US" sz="2800"/>
              <a:t> = u</a:t>
            </a:r>
            <a:r>
              <a:rPr lang="en-AU" altLang="en-US" sz="2800" baseline="30000"/>
              <a:t>2</a:t>
            </a:r>
            <a:r>
              <a:rPr lang="en-AU" altLang="en-US" sz="2800"/>
              <a:t> + 2as</a:t>
            </a:r>
          </a:p>
          <a:p>
            <a:pPr>
              <a:buFontTx/>
              <a:buNone/>
            </a:pPr>
            <a:r>
              <a:rPr lang="en-AU" altLang="en-US" sz="2800"/>
              <a:t>		v = u + at</a:t>
            </a:r>
          </a:p>
          <a:p>
            <a:pPr>
              <a:buFontTx/>
              <a:buNone/>
            </a:pPr>
            <a:r>
              <a:rPr lang="en-AU" altLang="en-US" sz="2800"/>
              <a:t>		s = ut + ½at</a:t>
            </a:r>
            <a:r>
              <a:rPr lang="en-AU" altLang="en-US" sz="2800" baseline="30000"/>
              <a:t>2</a:t>
            </a:r>
            <a:r>
              <a:rPr lang="en-AU" altLang="en-US"/>
              <a:t> </a:t>
            </a:r>
          </a:p>
          <a:p>
            <a:pPr>
              <a:buFontTx/>
              <a:buNone/>
            </a:pPr>
            <a:endParaRPr lang="en-AU" altLang="en-US" sz="2800"/>
          </a:p>
          <a:p>
            <a:pPr>
              <a:buFontTx/>
              <a:buNone/>
            </a:pPr>
            <a:r>
              <a:rPr lang="en-AU" altLang="en-US" sz="2800"/>
              <a:t>a is the acceleration due to gravity which is 9.80ms</a:t>
            </a:r>
            <a:r>
              <a:rPr lang="en-AU" altLang="en-US" sz="2800" baseline="30000"/>
              <a:t>-2</a:t>
            </a:r>
          </a:p>
          <a:p>
            <a:pPr>
              <a:buFontTx/>
              <a:buNone/>
            </a:pPr>
            <a:endParaRPr lang="en-AU" altLang="en-US" sz="2800"/>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42" presetClass="entr" presetSubtype="0" fill="hold" nodeType="clickEffect">
                                  <p:stCondLst>
                                    <p:cond delay="0"/>
                                  </p:stCondLst>
                                  <p:childTnLst>
                                    <p:set>
                                      <p:cBhvr>
                                        <p:cTn id="6" dur="1" fill="hold">
                                          <p:stCondLst>
                                            <p:cond delay="0"/>
                                          </p:stCondLst>
                                        </p:cTn>
                                        <p:tgtEl>
                                          <p:spTgt spid="182275">
                                            <p:txEl>
                                              <p:pRg st="0" end="0"/>
                                            </p:txEl>
                                          </p:spTgt>
                                        </p:tgtEl>
                                        <p:attrNameLst>
                                          <p:attrName>style.visibility</p:attrName>
                                        </p:attrNameLst>
                                      </p:cBhvr>
                                      <p:to>
                                        <p:strVal val="visible"/>
                                      </p:to>
                                    </p:set>
                                    <p:animEffect transition="in" filter="fade">
                                      <p:cBhvr>
                                        <p:cTn id="7" dur="1000"/>
                                        <p:tgtEl>
                                          <p:spTgt spid="182275">
                                            <p:txEl>
                                              <p:pRg st="0" end="0"/>
                                            </p:txEl>
                                          </p:spTgt>
                                        </p:tgtEl>
                                      </p:cBhvr>
                                    </p:animEffect>
                                    <p:anim calcmode="lin" valueType="num">
                                      <p:cBhvr>
                                        <p:cTn id="8" dur="1000" fill="hold"/>
                                        <p:tgtEl>
                                          <p:spTgt spid="182275">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182275">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nodeType="clickPar">
                      <p:stCondLst>
                        <p:cond delay="indefinite"/>
                      </p:stCondLst>
                      <p:childTnLst>
                        <p:par>
                          <p:cTn id="11" fill="hold" nodeType="withGroup">
                            <p:stCondLst>
                              <p:cond delay="0"/>
                            </p:stCondLst>
                            <p:childTnLst>
                              <p:par>
                                <p:cTn id="12" presetID="42" presetClass="entr" presetSubtype="0" fill="hold" nodeType="clickEffect">
                                  <p:stCondLst>
                                    <p:cond delay="0"/>
                                  </p:stCondLst>
                                  <p:childTnLst>
                                    <p:set>
                                      <p:cBhvr>
                                        <p:cTn id="13" dur="1" fill="hold">
                                          <p:stCondLst>
                                            <p:cond delay="0"/>
                                          </p:stCondLst>
                                        </p:cTn>
                                        <p:tgtEl>
                                          <p:spTgt spid="182275">
                                            <p:txEl>
                                              <p:pRg st="1" end="1"/>
                                            </p:txEl>
                                          </p:spTgt>
                                        </p:tgtEl>
                                        <p:attrNameLst>
                                          <p:attrName>style.visibility</p:attrName>
                                        </p:attrNameLst>
                                      </p:cBhvr>
                                      <p:to>
                                        <p:strVal val="visible"/>
                                      </p:to>
                                    </p:set>
                                    <p:animEffect transition="in" filter="fade">
                                      <p:cBhvr>
                                        <p:cTn id="14" dur="1000"/>
                                        <p:tgtEl>
                                          <p:spTgt spid="182275">
                                            <p:txEl>
                                              <p:pRg st="1" end="1"/>
                                            </p:txEl>
                                          </p:spTgt>
                                        </p:tgtEl>
                                      </p:cBhvr>
                                    </p:animEffect>
                                    <p:anim calcmode="lin" valueType="num">
                                      <p:cBhvr>
                                        <p:cTn id="15" dur="1000" fill="hold"/>
                                        <p:tgtEl>
                                          <p:spTgt spid="182275">
                                            <p:txEl>
                                              <p:pRg st="1" end="1"/>
                                            </p:txEl>
                                          </p:spTgt>
                                        </p:tgtEl>
                                        <p:attrNameLst>
                                          <p:attrName>ppt_x</p:attrName>
                                        </p:attrNameLst>
                                      </p:cBhvr>
                                      <p:tavLst>
                                        <p:tav tm="0">
                                          <p:val>
                                            <p:strVal val="#ppt_x"/>
                                          </p:val>
                                        </p:tav>
                                        <p:tav tm="100000">
                                          <p:val>
                                            <p:strVal val="#ppt_x"/>
                                          </p:val>
                                        </p:tav>
                                      </p:tavLst>
                                    </p:anim>
                                    <p:anim calcmode="lin" valueType="num">
                                      <p:cBhvr>
                                        <p:cTn id="16" dur="1000" fill="hold"/>
                                        <p:tgtEl>
                                          <p:spTgt spid="182275">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7" fill="hold" nodeType="clickPar">
                      <p:stCondLst>
                        <p:cond delay="indefinite"/>
                      </p:stCondLst>
                      <p:childTnLst>
                        <p:par>
                          <p:cTn id="18" fill="hold" nodeType="withGroup">
                            <p:stCondLst>
                              <p:cond delay="0"/>
                            </p:stCondLst>
                            <p:childTnLst>
                              <p:par>
                                <p:cTn id="19" presetID="42" presetClass="entr" presetSubtype="0" fill="hold" nodeType="clickEffect">
                                  <p:stCondLst>
                                    <p:cond delay="0"/>
                                  </p:stCondLst>
                                  <p:childTnLst>
                                    <p:set>
                                      <p:cBhvr>
                                        <p:cTn id="20" dur="1" fill="hold">
                                          <p:stCondLst>
                                            <p:cond delay="0"/>
                                          </p:stCondLst>
                                        </p:cTn>
                                        <p:tgtEl>
                                          <p:spTgt spid="182275">
                                            <p:txEl>
                                              <p:pRg st="2" end="2"/>
                                            </p:txEl>
                                          </p:spTgt>
                                        </p:tgtEl>
                                        <p:attrNameLst>
                                          <p:attrName>style.visibility</p:attrName>
                                        </p:attrNameLst>
                                      </p:cBhvr>
                                      <p:to>
                                        <p:strVal val="visible"/>
                                      </p:to>
                                    </p:set>
                                    <p:animEffect transition="in" filter="fade">
                                      <p:cBhvr>
                                        <p:cTn id="21" dur="1000"/>
                                        <p:tgtEl>
                                          <p:spTgt spid="182275">
                                            <p:txEl>
                                              <p:pRg st="2" end="2"/>
                                            </p:txEl>
                                          </p:spTgt>
                                        </p:tgtEl>
                                      </p:cBhvr>
                                    </p:animEffect>
                                    <p:anim calcmode="lin" valueType="num">
                                      <p:cBhvr>
                                        <p:cTn id="22" dur="1000" fill="hold"/>
                                        <p:tgtEl>
                                          <p:spTgt spid="182275">
                                            <p:txEl>
                                              <p:pRg st="2" end="2"/>
                                            </p:txEl>
                                          </p:spTgt>
                                        </p:tgtEl>
                                        <p:attrNameLst>
                                          <p:attrName>ppt_x</p:attrName>
                                        </p:attrNameLst>
                                      </p:cBhvr>
                                      <p:tavLst>
                                        <p:tav tm="0">
                                          <p:val>
                                            <p:strVal val="#ppt_x"/>
                                          </p:val>
                                        </p:tav>
                                        <p:tav tm="100000">
                                          <p:val>
                                            <p:strVal val="#ppt_x"/>
                                          </p:val>
                                        </p:tav>
                                      </p:tavLst>
                                    </p:anim>
                                    <p:anim calcmode="lin" valueType="num">
                                      <p:cBhvr>
                                        <p:cTn id="23" dur="1000" fill="hold"/>
                                        <p:tgtEl>
                                          <p:spTgt spid="182275">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24" fill="hold" nodeType="clickPar">
                      <p:stCondLst>
                        <p:cond delay="indefinite"/>
                      </p:stCondLst>
                      <p:childTnLst>
                        <p:par>
                          <p:cTn id="25" fill="hold" nodeType="withGroup">
                            <p:stCondLst>
                              <p:cond delay="0"/>
                            </p:stCondLst>
                            <p:childTnLst>
                              <p:par>
                                <p:cTn id="26" presetID="42" presetClass="entr" presetSubtype="0" fill="hold" nodeType="clickEffect">
                                  <p:stCondLst>
                                    <p:cond delay="0"/>
                                  </p:stCondLst>
                                  <p:childTnLst>
                                    <p:set>
                                      <p:cBhvr>
                                        <p:cTn id="27" dur="1" fill="hold">
                                          <p:stCondLst>
                                            <p:cond delay="0"/>
                                          </p:stCondLst>
                                        </p:cTn>
                                        <p:tgtEl>
                                          <p:spTgt spid="182275">
                                            <p:txEl>
                                              <p:pRg st="3" end="3"/>
                                            </p:txEl>
                                          </p:spTgt>
                                        </p:tgtEl>
                                        <p:attrNameLst>
                                          <p:attrName>style.visibility</p:attrName>
                                        </p:attrNameLst>
                                      </p:cBhvr>
                                      <p:to>
                                        <p:strVal val="visible"/>
                                      </p:to>
                                    </p:set>
                                    <p:animEffect transition="in" filter="fade">
                                      <p:cBhvr>
                                        <p:cTn id="28" dur="1000"/>
                                        <p:tgtEl>
                                          <p:spTgt spid="182275">
                                            <p:txEl>
                                              <p:pRg st="3" end="3"/>
                                            </p:txEl>
                                          </p:spTgt>
                                        </p:tgtEl>
                                      </p:cBhvr>
                                    </p:animEffect>
                                    <p:anim calcmode="lin" valueType="num">
                                      <p:cBhvr>
                                        <p:cTn id="29" dur="1000" fill="hold"/>
                                        <p:tgtEl>
                                          <p:spTgt spid="182275">
                                            <p:txEl>
                                              <p:pRg st="3" end="3"/>
                                            </p:txEl>
                                          </p:spTgt>
                                        </p:tgtEl>
                                        <p:attrNameLst>
                                          <p:attrName>ppt_x</p:attrName>
                                        </p:attrNameLst>
                                      </p:cBhvr>
                                      <p:tavLst>
                                        <p:tav tm="0">
                                          <p:val>
                                            <p:strVal val="#ppt_x"/>
                                          </p:val>
                                        </p:tav>
                                        <p:tav tm="100000">
                                          <p:val>
                                            <p:strVal val="#ppt_x"/>
                                          </p:val>
                                        </p:tav>
                                      </p:tavLst>
                                    </p:anim>
                                    <p:anim calcmode="lin" valueType="num">
                                      <p:cBhvr>
                                        <p:cTn id="30" dur="1000" fill="hold"/>
                                        <p:tgtEl>
                                          <p:spTgt spid="182275">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31" fill="hold" nodeType="clickPar">
                      <p:stCondLst>
                        <p:cond delay="indefinite"/>
                      </p:stCondLst>
                      <p:childTnLst>
                        <p:par>
                          <p:cTn id="32" fill="hold" nodeType="withGroup">
                            <p:stCondLst>
                              <p:cond delay="0"/>
                            </p:stCondLst>
                            <p:childTnLst>
                              <p:par>
                                <p:cTn id="33" presetID="42" presetClass="entr" presetSubtype="0" fill="hold" nodeType="clickEffect">
                                  <p:stCondLst>
                                    <p:cond delay="0"/>
                                  </p:stCondLst>
                                  <p:childTnLst>
                                    <p:set>
                                      <p:cBhvr>
                                        <p:cTn id="34" dur="1" fill="hold">
                                          <p:stCondLst>
                                            <p:cond delay="0"/>
                                          </p:stCondLst>
                                        </p:cTn>
                                        <p:tgtEl>
                                          <p:spTgt spid="182275">
                                            <p:txEl>
                                              <p:pRg st="5" end="5"/>
                                            </p:txEl>
                                          </p:spTgt>
                                        </p:tgtEl>
                                        <p:attrNameLst>
                                          <p:attrName>style.visibility</p:attrName>
                                        </p:attrNameLst>
                                      </p:cBhvr>
                                      <p:to>
                                        <p:strVal val="visible"/>
                                      </p:to>
                                    </p:set>
                                    <p:animEffect transition="in" filter="fade">
                                      <p:cBhvr>
                                        <p:cTn id="35" dur="1000"/>
                                        <p:tgtEl>
                                          <p:spTgt spid="182275">
                                            <p:txEl>
                                              <p:pRg st="5" end="5"/>
                                            </p:txEl>
                                          </p:spTgt>
                                        </p:tgtEl>
                                      </p:cBhvr>
                                    </p:animEffect>
                                    <p:anim calcmode="lin" valueType="num">
                                      <p:cBhvr>
                                        <p:cTn id="36" dur="1000" fill="hold"/>
                                        <p:tgtEl>
                                          <p:spTgt spid="182275">
                                            <p:txEl>
                                              <p:pRg st="5" end="5"/>
                                            </p:txEl>
                                          </p:spTgt>
                                        </p:tgtEl>
                                        <p:attrNameLst>
                                          <p:attrName>ppt_x</p:attrName>
                                        </p:attrNameLst>
                                      </p:cBhvr>
                                      <p:tavLst>
                                        <p:tav tm="0">
                                          <p:val>
                                            <p:strVal val="#ppt_x"/>
                                          </p:val>
                                        </p:tav>
                                        <p:tav tm="100000">
                                          <p:val>
                                            <p:strVal val="#ppt_x"/>
                                          </p:val>
                                        </p:tav>
                                      </p:tavLst>
                                    </p:anim>
                                    <p:anim calcmode="lin" valueType="num">
                                      <p:cBhvr>
                                        <p:cTn id="37" dur="1000" fill="hold"/>
                                        <p:tgtEl>
                                          <p:spTgt spid="182275">
                                            <p:txEl>
                                              <p:pRg st="5" end="5"/>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2275" grpId="0" build="p"/>
    </p:bldLst>
  </p:timing>
</p:sld>
</file>

<file path=ppt/slides/slide15.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83298" name="Rectangle 2">
            <a:extLst>
              <a:ext uri="{FF2B5EF4-FFF2-40B4-BE49-F238E27FC236}">
                <a16:creationId xmlns:a16="http://schemas.microsoft.com/office/drawing/2014/main" id="{F37D318E-4C7F-56B0-D877-9ADC10F0112E}"/>
              </a:ext>
            </a:extLst>
          </p:cNvPr>
          <p:cNvSpPr>
            <a:spLocks noGrp="1" noChangeArrowheads="1"/>
          </p:cNvSpPr>
          <p:nvPr>
            <p:ph type="title"/>
          </p:nvPr>
        </p:nvSpPr>
        <p:spPr/>
        <p:txBody>
          <a:bodyPr/>
          <a:lstStyle/>
          <a:p>
            <a:r>
              <a:rPr lang="en-AU" altLang="en-US"/>
              <a:t>Vertical component formulas</a:t>
            </a:r>
          </a:p>
        </p:txBody>
      </p:sp>
      <p:sp>
        <p:nvSpPr>
          <p:cNvPr id="183299" name="Rectangle 3">
            <a:extLst>
              <a:ext uri="{FF2B5EF4-FFF2-40B4-BE49-F238E27FC236}">
                <a16:creationId xmlns:a16="http://schemas.microsoft.com/office/drawing/2014/main" id="{52D938E5-DFF8-1442-E92B-53651E53FA83}"/>
              </a:ext>
            </a:extLst>
          </p:cNvPr>
          <p:cNvSpPr>
            <a:spLocks noGrp="1" noChangeArrowheads="1"/>
          </p:cNvSpPr>
          <p:nvPr>
            <p:ph type="body" idx="1"/>
          </p:nvPr>
        </p:nvSpPr>
        <p:spPr/>
        <p:txBody>
          <a:bodyPr/>
          <a:lstStyle/>
          <a:p>
            <a:pPr>
              <a:buFontTx/>
              <a:buNone/>
            </a:pPr>
            <a:r>
              <a:rPr lang="en-AU" altLang="en-US" sz="2800"/>
              <a:t>When using the formulas in the vertical component, assume that all downward values are negative.  This makes the formulas become:</a:t>
            </a:r>
          </a:p>
          <a:p>
            <a:pPr>
              <a:buFontTx/>
              <a:buNone/>
            </a:pPr>
            <a:r>
              <a:rPr lang="en-AU" altLang="en-US" sz="2800"/>
              <a:t>			v</a:t>
            </a:r>
            <a:r>
              <a:rPr lang="en-AU" altLang="en-US" sz="2800" baseline="-25000"/>
              <a:t>v</a:t>
            </a:r>
            <a:r>
              <a:rPr lang="en-AU" altLang="en-US" sz="2800" baseline="30000"/>
              <a:t>2</a:t>
            </a:r>
            <a:r>
              <a:rPr lang="en-AU" altLang="en-US" sz="2800"/>
              <a:t> = u</a:t>
            </a:r>
            <a:r>
              <a:rPr lang="en-AU" altLang="en-US" sz="2800" baseline="-25000"/>
              <a:t>v</a:t>
            </a:r>
            <a:r>
              <a:rPr lang="en-AU" altLang="en-US" sz="2800" baseline="30000"/>
              <a:t>2</a:t>
            </a:r>
            <a:r>
              <a:rPr lang="en-AU" altLang="en-US" sz="2800"/>
              <a:t> - 19.6s</a:t>
            </a:r>
            <a:r>
              <a:rPr lang="en-AU" altLang="en-US" sz="2800" baseline="-25000"/>
              <a:t>v</a:t>
            </a:r>
          </a:p>
          <a:p>
            <a:pPr>
              <a:buFontTx/>
              <a:buNone/>
            </a:pPr>
            <a:r>
              <a:rPr lang="en-AU" altLang="en-US" sz="2800"/>
              <a:t>			v</a:t>
            </a:r>
            <a:r>
              <a:rPr lang="en-AU" altLang="en-US" sz="2800" baseline="-25000"/>
              <a:t>v</a:t>
            </a:r>
            <a:r>
              <a:rPr lang="en-AU" altLang="en-US" sz="2800"/>
              <a:t> = u</a:t>
            </a:r>
            <a:r>
              <a:rPr lang="en-AU" altLang="en-US" sz="2800" baseline="-25000"/>
              <a:t>v</a:t>
            </a:r>
            <a:r>
              <a:rPr lang="en-AU" altLang="en-US" sz="2800"/>
              <a:t> - 9.8t</a:t>
            </a:r>
          </a:p>
          <a:p>
            <a:pPr>
              <a:buFontTx/>
              <a:buNone/>
            </a:pPr>
            <a:r>
              <a:rPr lang="en-AU" altLang="en-US" sz="2800"/>
              <a:t>			s</a:t>
            </a:r>
            <a:r>
              <a:rPr lang="en-AU" altLang="en-US" sz="2800" baseline="-25000"/>
              <a:t>v</a:t>
            </a:r>
            <a:r>
              <a:rPr lang="en-AU" altLang="en-US" sz="2800"/>
              <a:t> = u</a:t>
            </a:r>
            <a:r>
              <a:rPr lang="en-AU" altLang="en-US" sz="2800" baseline="-25000"/>
              <a:t>v</a:t>
            </a:r>
            <a:r>
              <a:rPr lang="en-AU" altLang="en-US" sz="2800"/>
              <a:t>t - 4.9t</a:t>
            </a:r>
            <a:r>
              <a:rPr lang="en-AU" altLang="en-US" sz="2800" baseline="30000"/>
              <a:t>2</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42" presetClass="entr" presetSubtype="0" fill="hold" nodeType="clickEffect">
                                  <p:stCondLst>
                                    <p:cond delay="0"/>
                                  </p:stCondLst>
                                  <p:childTnLst>
                                    <p:set>
                                      <p:cBhvr>
                                        <p:cTn id="6" dur="1" fill="hold">
                                          <p:stCondLst>
                                            <p:cond delay="0"/>
                                          </p:stCondLst>
                                        </p:cTn>
                                        <p:tgtEl>
                                          <p:spTgt spid="183299">
                                            <p:txEl>
                                              <p:pRg st="0" end="0"/>
                                            </p:txEl>
                                          </p:spTgt>
                                        </p:tgtEl>
                                        <p:attrNameLst>
                                          <p:attrName>style.visibility</p:attrName>
                                        </p:attrNameLst>
                                      </p:cBhvr>
                                      <p:to>
                                        <p:strVal val="visible"/>
                                      </p:to>
                                    </p:set>
                                    <p:animEffect transition="in" filter="fade">
                                      <p:cBhvr>
                                        <p:cTn id="7" dur="1000"/>
                                        <p:tgtEl>
                                          <p:spTgt spid="183299">
                                            <p:txEl>
                                              <p:pRg st="0" end="0"/>
                                            </p:txEl>
                                          </p:spTgt>
                                        </p:tgtEl>
                                      </p:cBhvr>
                                    </p:animEffect>
                                    <p:anim calcmode="lin" valueType="num">
                                      <p:cBhvr>
                                        <p:cTn id="8" dur="1000" fill="hold"/>
                                        <p:tgtEl>
                                          <p:spTgt spid="183299">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183299">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nodeType="clickPar">
                      <p:stCondLst>
                        <p:cond delay="indefinite"/>
                      </p:stCondLst>
                      <p:childTnLst>
                        <p:par>
                          <p:cTn id="11" fill="hold" nodeType="withGroup">
                            <p:stCondLst>
                              <p:cond delay="0"/>
                            </p:stCondLst>
                            <p:childTnLst>
                              <p:par>
                                <p:cTn id="12" presetID="42" presetClass="entr" presetSubtype="0" fill="hold" nodeType="clickEffect">
                                  <p:stCondLst>
                                    <p:cond delay="0"/>
                                  </p:stCondLst>
                                  <p:childTnLst>
                                    <p:set>
                                      <p:cBhvr>
                                        <p:cTn id="13" dur="1" fill="hold">
                                          <p:stCondLst>
                                            <p:cond delay="0"/>
                                          </p:stCondLst>
                                        </p:cTn>
                                        <p:tgtEl>
                                          <p:spTgt spid="183299">
                                            <p:txEl>
                                              <p:pRg st="1" end="1"/>
                                            </p:txEl>
                                          </p:spTgt>
                                        </p:tgtEl>
                                        <p:attrNameLst>
                                          <p:attrName>style.visibility</p:attrName>
                                        </p:attrNameLst>
                                      </p:cBhvr>
                                      <p:to>
                                        <p:strVal val="visible"/>
                                      </p:to>
                                    </p:set>
                                    <p:animEffect transition="in" filter="fade">
                                      <p:cBhvr>
                                        <p:cTn id="14" dur="1000"/>
                                        <p:tgtEl>
                                          <p:spTgt spid="183299">
                                            <p:txEl>
                                              <p:pRg st="1" end="1"/>
                                            </p:txEl>
                                          </p:spTgt>
                                        </p:tgtEl>
                                      </p:cBhvr>
                                    </p:animEffect>
                                    <p:anim calcmode="lin" valueType="num">
                                      <p:cBhvr>
                                        <p:cTn id="15" dur="1000" fill="hold"/>
                                        <p:tgtEl>
                                          <p:spTgt spid="183299">
                                            <p:txEl>
                                              <p:pRg st="1" end="1"/>
                                            </p:txEl>
                                          </p:spTgt>
                                        </p:tgtEl>
                                        <p:attrNameLst>
                                          <p:attrName>ppt_x</p:attrName>
                                        </p:attrNameLst>
                                      </p:cBhvr>
                                      <p:tavLst>
                                        <p:tav tm="0">
                                          <p:val>
                                            <p:strVal val="#ppt_x"/>
                                          </p:val>
                                        </p:tav>
                                        <p:tav tm="100000">
                                          <p:val>
                                            <p:strVal val="#ppt_x"/>
                                          </p:val>
                                        </p:tav>
                                      </p:tavLst>
                                    </p:anim>
                                    <p:anim calcmode="lin" valueType="num">
                                      <p:cBhvr>
                                        <p:cTn id="16" dur="1000" fill="hold"/>
                                        <p:tgtEl>
                                          <p:spTgt spid="183299">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7" fill="hold" nodeType="clickPar">
                      <p:stCondLst>
                        <p:cond delay="indefinite"/>
                      </p:stCondLst>
                      <p:childTnLst>
                        <p:par>
                          <p:cTn id="18" fill="hold" nodeType="withGroup">
                            <p:stCondLst>
                              <p:cond delay="0"/>
                            </p:stCondLst>
                            <p:childTnLst>
                              <p:par>
                                <p:cTn id="19" presetID="42" presetClass="entr" presetSubtype="0" fill="hold" nodeType="clickEffect">
                                  <p:stCondLst>
                                    <p:cond delay="0"/>
                                  </p:stCondLst>
                                  <p:childTnLst>
                                    <p:set>
                                      <p:cBhvr>
                                        <p:cTn id="20" dur="1" fill="hold">
                                          <p:stCondLst>
                                            <p:cond delay="0"/>
                                          </p:stCondLst>
                                        </p:cTn>
                                        <p:tgtEl>
                                          <p:spTgt spid="183299">
                                            <p:txEl>
                                              <p:pRg st="2" end="2"/>
                                            </p:txEl>
                                          </p:spTgt>
                                        </p:tgtEl>
                                        <p:attrNameLst>
                                          <p:attrName>style.visibility</p:attrName>
                                        </p:attrNameLst>
                                      </p:cBhvr>
                                      <p:to>
                                        <p:strVal val="visible"/>
                                      </p:to>
                                    </p:set>
                                    <p:animEffect transition="in" filter="fade">
                                      <p:cBhvr>
                                        <p:cTn id="21" dur="1000"/>
                                        <p:tgtEl>
                                          <p:spTgt spid="183299">
                                            <p:txEl>
                                              <p:pRg st="2" end="2"/>
                                            </p:txEl>
                                          </p:spTgt>
                                        </p:tgtEl>
                                      </p:cBhvr>
                                    </p:animEffect>
                                    <p:anim calcmode="lin" valueType="num">
                                      <p:cBhvr>
                                        <p:cTn id="22" dur="1000" fill="hold"/>
                                        <p:tgtEl>
                                          <p:spTgt spid="183299">
                                            <p:txEl>
                                              <p:pRg st="2" end="2"/>
                                            </p:txEl>
                                          </p:spTgt>
                                        </p:tgtEl>
                                        <p:attrNameLst>
                                          <p:attrName>ppt_x</p:attrName>
                                        </p:attrNameLst>
                                      </p:cBhvr>
                                      <p:tavLst>
                                        <p:tav tm="0">
                                          <p:val>
                                            <p:strVal val="#ppt_x"/>
                                          </p:val>
                                        </p:tav>
                                        <p:tav tm="100000">
                                          <p:val>
                                            <p:strVal val="#ppt_x"/>
                                          </p:val>
                                        </p:tav>
                                      </p:tavLst>
                                    </p:anim>
                                    <p:anim calcmode="lin" valueType="num">
                                      <p:cBhvr>
                                        <p:cTn id="23" dur="1000" fill="hold"/>
                                        <p:tgtEl>
                                          <p:spTgt spid="183299">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24" fill="hold" nodeType="clickPar">
                      <p:stCondLst>
                        <p:cond delay="indefinite"/>
                      </p:stCondLst>
                      <p:childTnLst>
                        <p:par>
                          <p:cTn id="25" fill="hold" nodeType="withGroup">
                            <p:stCondLst>
                              <p:cond delay="0"/>
                            </p:stCondLst>
                            <p:childTnLst>
                              <p:par>
                                <p:cTn id="26" presetID="42" presetClass="entr" presetSubtype="0" fill="hold" nodeType="clickEffect">
                                  <p:stCondLst>
                                    <p:cond delay="0"/>
                                  </p:stCondLst>
                                  <p:childTnLst>
                                    <p:set>
                                      <p:cBhvr>
                                        <p:cTn id="27" dur="1" fill="hold">
                                          <p:stCondLst>
                                            <p:cond delay="0"/>
                                          </p:stCondLst>
                                        </p:cTn>
                                        <p:tgtEl>
                                          <p:spTgt spid="183299">
                                            <p:txEl>
                                              <p:pRg st="3" end="3"/>
                                            </p:txEl>
                                          </p:spTgt>
                                        </p:tgtEl>
                                        <p:attrNameLst>
                                          <p:attrName>style.visibility</p:attrName>
                                        </p:attrNameLst>
                                      </p:cBhvr>
                                      <p:to>
                                        <p:strVal val="visible"/>
                                      </p:to>
                                    </p:set>
                                    <p:animEffect transition="in" filter="fade">
                                      <p:cBhvr>
                                        <p:cTn id="28" dur="1000"/>
                                        <p:tgtEl>
                                          <p:spTgt spid="183299">
                                            <p:txEl>
                                              <p:pRg st="3" end="3"/>
                                            </p:txEl>
                                          </p:spTgt>
                                        </p:tgtEl>
                                      </p:cBhvr>
                                    </p:animEffect>
                                    <p:anim calcmode="lin" valueType="num">
                                      <p:cBhvr>
                                        <p:cTn id="29" dur="1000" fill="hold"/>
                                        <p:tgtEl>
                                          <p:spTgt spid="183299">
                                            <p:txEl>
                                              <p:pRg st="3" end="3"/>
                                            </p:txEl>
                                          </p:spTgt>
                                        </p:tgtEl>
                                        <p:attrNameLst>
                                          <p:attrName>ppt_x</p:attrName>
                                        </p:attrNameLst>
                                      </p:cBhvr>
                                      <p:tavLst>
                                        <p:tav tm="0">
                                          <p:val>
                                            <p:strVal val="#ppt_x"/>
                                          </p:val>
                                        </p:tav>
                                        <p:tav tm="100000">
                                          <p:val>
                                            <p:strVal val="#ppt_x"/>
                                          </p:val>
                                        </p:tav>
                                      </p:tavLst>
                                    </p:anim>
                                    <p:anim calcmode="lin" valueType="num">
                                      <p:cBhvr>
                                        <p:cTn id="30" dur="1000" fill="hold"/>
                                        <p:tgtEl>
                                          <p:spTgt spid="183299">
                                            <p:txEl>
                                              <p:pRg st="3" end="3"/>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3299" grpId="0" build="p"/>
    </p:bldLst>
  </p:timing>
</p:sld>
</file>

<file path=ppt/slides/slide16.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84322" name="Rectangle 2">
            <a:extLst>
              <a:ext uri="{FF2B5EF4-FFF2-40B4-BE49-F238E27FC236}">
                <a16:creationId xmlns:a16="http://schemas.microsoft.com/office/drawing/2014/main" id="{9A80B035-0F33-B0E9-621C-7A55AA8CAE66}"/>
              </a:ext>
            </a:extLst>
          </p:cNvPr>
          <p:cNvSpPr>
            <a:spLocks noGrp="1" noChangeArrowheads="1"/>
          </p:cNvSpPr>
          <p:nvPr>
            <p:ph type="title"/>
          </p:nvPr>
        </p:nvSpPr>
        <p:spPr/>
        <p:txBody>
          <a:bodyPr/>
          <a:lstStyle/>
          <a:p>
            <a:r>
              <a:rPr lang="en-AU" altLang="en-US"/>
              <a:t>Horizontal Component Formulas </a:t>
            </a:r>
          </a:p>
        </p:txBody>
      </p:sp>
      <p:sp>
        <p:nvSpPr>
          <p:cNvPr id="184323" name="Rectangle 3">
            <a:extLst>
              <a:ext uri="{FF2B5EF4-FFF2-40B4-BE49-F238E27FC236}">
                <a16:creationId xmlns:a16="http://schemas.microsoft.com/office/drawing/2014/main" id="{3BEA9E9B-D38D-13C3-A5B9-5AEDA864E757}"/>
              </a:ext>
            </a:extLst>
          </p:cNvPr>
          <p:cNvSpPr>
            <a:spLocks noGrp="1" noChangeArrowheads="1"/>
          </p:cNvSpPr>
          <p:nvPr>
            <p:ph type="body" idx="1"/>
          </p:nvPr>
        </p:nvSpPr>
        <p:spPr>
          <a:xfrm>
            <a:off x="685800" y="1828800"/>
            <a:ext cx="7696200" cy="3832225"/>
          </a:xfrm>
        </p:spPr>
        <p:txBody>
          <a:bodyPr/>
          <a:lstStyle/>
          <a:p>
            <a:pPr>
              <a:buFontTx/>
              <a:buNone/>
            </a:pPr>
            <a:r>
              <a:rPr lang="en-AU" altLang="en-US" sz="2800"/>
              <a:t>There is no horizontal acceleration.  As a result the Initial horizontal velocity is equal to the Final horizontal velocity.</a:t>
            </a:r>
          </a:p>
          <a:p>
            <a:pPr>
              <a:buFontTx/>
              <a:buNone/>
            </a:pPr>
            <a:r>
              <a:rPr lang="en-AU" altLang="en-US" sz="2800"/>
              <a:t>This means there is really only one formula we can use for the horizontal component:</a:t>
            </a:r>
          </a:p>
          <a:p>
            <a:pPr>
              <a:buFontTx/>
              <a:buNone/>
            </a:pPr>
            <a:r>
              <a:rPr lang="en-AU" altLang="en-US" sz="2800"/>
              <a:t>				s</a:t>
            </a:r>
            <a:r>
              <a:rPr lang="en-AU" altLang="en-US" sz="2800" baseline="-25000"/>
              <a:t>H</a:t>
            </a:r>
            <a:r>
              <a:rPr lang="en-AU" altLang="en-US" sz="2800"/>
              <a:t> = u</a:t>
            </a:r>
            <a:r>
              <a:rPr lang="en-AU" altLang="en-US" sz="2800" baseline="-25000"/>
              <a:t>H</a:t>
            </a:r>
            <a:r>
              <a:rPr lang="en-AU" altLang="en-US" sz="2800"/>
              <a:t>t</a:t>
            </a:r>
          </a:p>
          <a:p>
            <a:pPr>
              <a:buFontTx/>
              <a:buNone/>
            </a:pPr>
            <a:r>
              <a:rPr lang="en-AU" altLang="en-US" sz="2800"/>
              <a:t>The other part of the formula has been removed as it would return a value of zero.</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42" presetClass="entr" presetSubtype="0" fill="hold" nodeType="clickEffect">
                                  <p:stCondLst>
                                    <p:cond delay="0"/>
                                  </p:stCondLst>
                                  <p:childTnLst>
                                    <p:set>
                                      <p:cBhvr>
                                        <p:cTn id="6" dur="1" fill="hold">
                                          <p:stCondLst>
                                            <p:cond delay="0"/>
                                          </p:stCondLst>
                                        </p:cTn>
                                        <p:tgtEl>
                                          <p:spTgt spid="184323">
                                            <p:txEl>
                                              <p:pRg st="0" end="0"/>
                                            </p:txEl>
                                          </p:spTgt>
                                        </p:tgtEl>
                                        <p:attrNameLst>
                                          <p:attrName>style.visibility</p:attrName>
                                        </p:attrNameLst>
                                      </p:cBhvr>
                                      <p:to>
                                        <p:strVal val="visible"/>
                                      </p:to>
                                    </p:set>
                                    <p:animEffect transition="in" filter="fade">
                                      <p:cBhvr>
                                        <p:cTn id="7" dur="1000"/>
                                        <p:tgtEl>
                                          <p:spTgt spid="184323">
                                            <p:txEl>
                                              <p:pRg st="0" end="0"/>
                                            </p:txEl>
                                          </p:spTgt>
                                        </p:tgtEl>
                                      </p:cBhvr>
                                    </p:animEffect>
                                    <p:anim calcmode="lin" valueType="num">
                                      <p:cBhvr>
                                        <p:cTn id="8" dur="1000" fill="hold"/>
                                        <p:tgtEl>
                                          <p:spTgt spid="184323">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184323">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nodeType="clickPar">
                      <p:stCondLst>
                        <p:cond delay="indefinite"/>
                      </p:stCondLst>
                      <p:childTnLst>
                        <p:par>
                          <p:cTn id="11" fill="hold" nodeType="withGroup">
                            <p:stCondLst>
                              <p:cond delay="0"/>
                            </p:stCondLst>
                            <p:childTnLst>
                              <p:par>
                                <p:cTn id="12" presetID="42" presetClass="entr" presetSubtype="0" fill="hold" nodeType="clickEffect">
                                  <p:stCondLst>
                                    <p:cond delay="0"/>
                                  </p:stCondLst>
                                  <p:childTnLst>
                                    <p:set>
                                      <p:cBhvr>
                                        <p:cTn id="13" dur="1" fill="hold">
                                          <p:stCondLst>
                                            <p:cond delay="0"/>
                                          </p:stCondLst>
                                        </p:cTn>
                                        <p:tgtEl>
                                          <p:spTgt spid="184323">
                                            <p:txEl>
                                              <p:pRg st="1" end="1"/>
                                            </p:txEl>
                                          </p:spTgt>
                                        </p:tgtEl>
                                        <p:attrNameLst>
                                          <p:attrName>style.visibility</p:attrName>
                                        </p:attrNameLst>
                                      </p:cBhvr>
                                      <p:to>
                                        <p:strVal val="visible"/>
                                      </p:to>
                                    </p:set>
                                    <p:animEffect transition="in" filter="fade">
                                      <p:cBhvr>
                                        <p:cTn id="14" dur="1000"/>
                                        <p:tgtEl>
                                          <p:spTgt spid="184323">
                                            <p:txEl>
                                              <p:pRg st="1" end="1"/>
                                            </p:txEl>
                                          </p:spTgt>
                                        </p:tgtEl>
                                      </p:cBhvr>
                                    </p:animEffect>
                                    <p:anim calcmode="lin" valueType="num">
                                      <p:cBhvr>
                                        <p:cTn id="15" dur="1000" fill="hold"/>
                                        <p:tgtEl>
                                          <p:spTgt spid="184323">
                                            <p:txEl>
                                              <p:pRg st="1" end="1"/>
                                            </p:txEl>
                                          </p:spTgt>
                                        </p:tgtEl>
                                        <p:attrNameLst>
                                          <p:attrName>ppt_x</p:attrName>
                                        </p:attrNameLst>
                                      </p:cBhvr>
                                      <p:tavLst>
                                        <p:tav tm="0">
                                          <p:val>
                                            <p:strVal val="#ppt_x"/>
                                          </p:val>
                                        </p:tav>
                                        <p:tav tm="100000">
                                          <p:val>
                                            <p:strVal val="#ppt_x"/>
                                          </p:val>
                                        </p:tav>
                                      </p:tavLst>
                                    </p:anim>
                                    <p:anim calcmode="lin" valueType="num">
                                      <p:cBhvr>
                                        <p:cTn id="16" dur="1000" fill="hold"/>
                                        <p:tgtEl>
                                          <p:spTgt spid="184323">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7" fill="hold" nodeType="clickPar">
                      <p:stCondLst>
                        <p:cond delay="indefinite"/>
                      </p:stCondLst>
                      <p:childTnLst>
                        <p:par>
                          <p:cTn id="18" fill="hold" nodeType="withGroup">
                            <p:stCondLst>
                              <p:cond delay="0"/>
                            </p:stCondLst>
                            <p:childTnLst>
                              <p:par>
                                <p:cTn id="19" presetID="42" presetClass="entr" presetSubtype="0" fill="hold" nodeType="clickEffect">
                                  <p:stCondLst>
                                    <p:cond delay="0"/>
                                  </p:stCondLst>
                                  <p:childTnLst>
                                    <p:set>
                                      <p:cBhvr>
                                        <p:cTn id="20" dur="1" fill="hold">
                                          <p:stCondLst>
                                            <p:cond delay="0"/>
                                          </p:stCondLst>
                                        </p:cTn>
                                        <p:tgtEl>
                                          <p:spTgt spid="184323">
                                            <p:txEl>
                                              <p:pRg st="2" end="2"/>
                                            </p:txEl>
                                          </p:spTgt>
                                        </p:tgtEl>
                                        <p:attrNameLst>
                                          <p:attrName>style.visibility</p:attrName>
                                        </p:attrNameLst>
                                      </p:cBhvr>
                                      <p:to>
                                        <p:strVal val="visible"/>
                                      </p:to>
                                    </p:set>
                                    <p:animEffect transition="in" filter="fade">
                                      <p:cBhvr>
                                        <p:cTn id="21" dur="1000"/>
                                        <p:tgtEl>
                                          <p:spTgt spid="184323">
                                            <p:txEl>
                                              <p:pRg st="2" end="2"/>
                                            </p:txEl>
                                          </p:spTgt>
                                        </p:tgtEl>
                                      </p:cBhvr>
                                    </p:animEffect>
                                    <p:anim calcmode="lin" valueType="num">
                                      <p:cBhvr>
                                        <p:cTn id="22" dur="1000" fill="hold"/>
                                        <p:tgtEl>
                                          <p:spTgt spid="184323">
                                            <p:txEl>
                                              <p:pRg st="2" end="2"/>
                                            </p:txEl>
                                          </p:spTgt>
                                        </p:tgtEl>
                                        <p:attrNameLst>
                                          <p:attrName>ppt_x</p:attrName>
                                        </p:attrNameLst>
                                      </p:cBhvr>
                                      <p:tavLst>
                                        <p:tav tm="0">
                                          <p:val>
                                            <p:strVal val="#ppt_x"/>
                                          </p:val>
                                        </p:tav>
                                        <p:tav tm="100000">
                                          <p:val>
                                            <p:strVal val="#ppt_x"/>
                                          </p:val>
                                        </p:tav>
                                      </p:tavLst>
                                    </p:anim>
                                    <p:anim calcmode="lin" valueType="num">
                                      <p:cBhvr>
                                        <p:cTn id="23" dur="1000" fill="hold"/>
                                        <p:tgtEl>
                                          <p:spTgt spid="184323">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24" fill="hold" nodeType="clickPar">
                      <p:stCondLst>
                        <p:cond delay="indefinite"/>
                      </p:stCondLst>
                      <p:childTnLst>
                        <p:par>
                          <p:cTn id="25" fill="hold" nodeType="withGroup">
                            <p:stCondLst>
                              <p:cond delay="0"/>
                            </p:stCondLst>
                            <p:childTnLst>
                              <p:par>
                                <p:cTn id="26" presetID="42" presetClass="entr" presetSubtype="0" fill="hold" nodeType="clickEffect">
                                  <p:stCondLst>
                                    <p:cond delay="0"/>
                                  </p:stCondLst>
                                  <p:childTnLst>
                                    <p:set>
                                      <p:cBhvr>
                                        <p:cTn id="27" dur="1" fill="hold">
                                          <p:stCondLst>
                                            <p:cond delay="0"/>
                                          </p:stCondLst>
                                        </p:cTn>
                                        <p:tgtEl>
                                          <p:spTgt spid="184323">
                                            <p:txEl>
                                              <p:pRg st="3" end="3"/>
                                            </p:txEl>
                                          </p:spTgt>
                                        </p:tgtEl>
                                        <p:attrNameLst>
                                          <p:attrName>style.visibility</p:attrName>
                                        </p:attrNameLst>
                                      </p:cBhvr>
                                      <p:to>
                                        <p:strVal val="visible"/>
                                      </p:to>
                                    </p:set>
                                    <p:animEffect transition="in" filter="fade">
                                      <p:cBhvr>
                                        <p:cTn id="28" dur="1000"/>
                                        <p:tgtEl>
                                          <p:spTgt spid="184323">
                                            <p:txEl>
                                              <p:pRg st="3" end="3"/>
                                            </p:txEl>
                                          </p:spTgt>
                                        </p:tgtEl>
                                      </p:cBhvr>
                                    </p:animEffect>
                                    <p:anim calcmode="lin" valueType="num">
                                      <p:cBhvr>
                                        <p:cTn id="29" dur="1000" fill="hold"/>
                                        <p:tgtEl>
                                          <p:spTgt spid="184323">
                                            <p:txEl>
                                              <p:pRg st="3" end="3"/>
                                            </p:txEl>
                                          </p:spTgt>
                                        </p:tgtEl>
                                        <p:attrNameLst>
                                          <p:attrName>ppt_x</p:attrName>
                                        </p:attrNameLst>
                                      </p:cBhvr>
                                      <p:tavLst>
                                        <p:tav tm="0">
                                          <p:val>
                                            <p:strVal val="#ppt_x"/>
                                          </p:val>
                                        </p:tav>
                                        <p:tav tm="100000">
                                          <p:val>
                                            <p:strVal val="#ppt_x"/>
                                          </p:val>
                                        </p:tav>
                                      </p:tavLst>
                                    </p:anim>
                                    <p:anim calcmode="lin" valueType="num">
                                      <p:cBhvr>
                                        <p:cTn id="30" dur="1000" fill="hold"/>
                                        <p:tgtEl>
                                          <p:spTgt spid="184323">
                                            <p:txEl>
                                              <p:pRg st="3" end="3"/>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4323" grpId="0" build="p"/>
    </p:bldLst>
  </p:timing>
</p:sld>
</file>

<file path=ppt/slides/slide17.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86370" name="Rectangle 2">
            <a:extLst>
              <a:ext uri="{FF2B5EF4-FFF2-40B4-BE49-F238E27FC236}">
                <a16:creationId xmlns:a16="http://schemas.microsoft.com/office/drawing/2014/main" id="{C67A5A97-E69C-68A5-51D1-F38465862381}"/>
              </a:ext>
            </a:extLst>
          </p:cNvPr>
          <p:cNvSpPr>
            <a:spLocks noGrp="1" noChangeArrowheads="1"/>
          </p:cNvSpPr>
          <p:nvPr>
            <p:ph type="title"/>
          </p:nvPr>
        </p:nvSpPr>
        <p:spPr/>
        <p:txBody>
          <a:bodyPr/>
          <a:lstStyle/>
          <a:p>
            <a:r>
              <a:rPr lang="en-AU" altLang="en-US"/>
              <a:t>Things to remember</a:t>
            </a:r>
          </a:p>
        </p:txBody>
      </p:sp>
      <p:sp>
        <p:nvSpPr>
          <p:cNvPr id="186371" name="Rectangle 3">
            <a:extLst>
              <a:ext uri="{FF2B5EF4-FFF2-40B4-BE49-F238E27FC236}">
                <a16:creationId xmlns:a16="http://schemas.microsoft.com/office/drawing/2014/main" id="{BBD6794C-8519-41A6-6827-F1D3FA32BF68}"/>
              </a:ext>
            </a:extLst>
          </p:cNvPr>
          <p:cNvSpPr>
            <a:spLocks noGrp="1" noChangeArrowheads="1"/>
          </p:cNvSpPr>
          <p:nvPr>
            <p:ph type="body" idx="1"/>
          </p:nvPr>
        </p:nvSpPr>
        <p:spPr>
          <a:xfrm>
            <a:off x="685800" y="1828800"/>
            <a:ext cx="7696200" cy="3976688"/>
          </a:xfrm>
        </p:spPr>
        <p:txBody>
          <a:bodyPr/>
          <a:lstStyle/>
          <a:p>
            <a:pPr>
              <a:buFontTx/>
              <a:buNone/>
            </a:pPr>
            <a:r>
              <a:rPr lang="en-AU" altLang="en-US" sz="2800"/>
              <a:t>Time is the same in the horizontal and vertical components</a:t>
            </a:r>
          </a:p>
          <a:p>
            <a:pPr>
              <a:buFontTx/>
              <a:buNone/>
            </a:pPr>
            <a:r>
              <a:rPr lang="en-AU" altLang="en-US" sz="2800"/>
              <a:t>At the top of the parabola, the vertical velocity is zero.</a:t>
            </a:r>
          </a:p>
          <a:p>
            <a:pPr>
              <a:buFontTx/>
              <a:buNone/>
            </a:pPr>
            <a:r>
              <a:rPr lang="en-AU" altLang="en-US" sz="2800"/>
              <a:t>You can not calculate the vertical or horizontal displacement using trigonometry.  You must use the motion equations to calculate this.</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42" presetClass="entr" presetSubtype="0" fill="hold" nodeType="clickEffect">
                                  <p:stCondLst>
                                    <p:cond delay="0"/>
                                  </p:stCondLst>
                                  <p:childTnLst>
                                    <p:set>
                                      <p:cBhvr>
                                        <p:cTn id="6" dur="1" fill="hold">
                                          <p:stCondLst>
                                            <p:cond delay="0"/>
                                          </p:stCondLst>
                                        </p:cTn>
                                        <p:tgtEl>
                                          <p:spTgt spid="186371">
                                            <p:txEl>
                                              <p:pRg st="0" end="0"/>
                                            </p:txEl>
                                          </p:spTgt>
                                        </p:tgtEl>
                                        <p:attrNameLst>
                                          <p:attrName>style.visibility</p:attrName>
                                        </p:attrNameLst>
                                      </p:cBhvr>
                                      <p:to>
                                        <p:strVal val="visible"/>
                                      </p:to>
                                    </p:set>
                                    <p:animEffect transition="in" filter="fade">
                                      <p:cBhvr>
                                        <p:cTn id="7" dur="1000"/>
                                        <p:tgtEl>
                                          <p:spTgt spid="186371">
                                            <p:txEl>
                                              <p:pRg st="0" end="0"/>
                                            </p:txEl>
                                          </p:spTgt>
                                        </p:tgtEl>
                                      </p:cBhvr>
                                    </p:animEffect>
                                    <p:anim calcmode="lin" valueType="num">
                                      <p:cBhvr>
                                        <p:cTn id="8" dur="1000" fill="hold"/>
                                        <p:tgtEl>
                                          <p:spTgt spid="186371">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186371">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nodeType="clickPar">
                      <p:stCondLst>
                        <p:cond delay="indefinite"/>
                      </p:stCondLst>
                      <p:childTnLst>
                        <p:par>
                          <p:cTn id="11" fill="hold" nodeType="withGroup">
                            <p:stCondLst>
                              <p:cond delay="0"/>
                            </p:stCondLst>
                            <p:childTnLst>
                              <p:par>
                                <p:cTn id="12" presetID="42" presetClass="entr" presetSubtype="0" fill="hold" nodeType="clickEffect">
                                  <p:stCondLst>
                                    <p:cond delay="0"/>
                                  </p:stCondLst>
                                  <p:childTnLst>
                                    <p:set>
                                      <p:cBhvr>
                                        <p:cTn id="13" dur="1" fill="hold">
                                          <p:stCondLst>
                                            <p:cond delay="0"/>
                                          </p:stCondLst>
                                        </p:cTn>
                                        <p:tgtEl>
                                          <p:spTgt spid="186371">
                                            <p:txEl>
                                              <p:pRg st="1" end="1"/>
                                            </p:txEl>
                                          </p:spTgt>
                                        </p:tgtEl>
                                        <p:attrNameLst>
                                          <p:attrName>style.visibility</p:attrName>
                                        </p:attrNameLst>
                                      </p:cBhvr>
                                      <p:to>
                                        <p:strVal val="visible"/>
                                      </p:to>
                                    </p:set>
                                    <p:animEffect transition="in" filter="fade">
                                      <p:cBhvr>
                                        <p:cTn id="14" dur="1000"/>
                                        <p:tgtEl>
                                          <p:spTgt spid="186371">
                                            <p:txEl>
                                              <p:pRg st="1" end="1"/>
                                            </p:txEl>
                                          </p:spTgt>
                                        </p:tgtEl>
                                      </p:cBhvr>
                                    </p:animEffect>
                                    <p:anim calcmode="lin" valueType="num">
                                      <p:cBhvr>
                                        <p:cTn id="15" dur="1000" fill="hold"/>
                                        <p:tgtEl>
                                          <p:spTgt spid="186371">
                                            <p:txEl>
                                              <p:pRg st="1" end="1"/>
                                            </p:txEl>
                                          </p:spTgt>
                                        </p:tgtEl>
                                        <p:attrNameLst>
                                          <p:attrName>ppt_x</p:attrName>
                                        </p:attrNameLst>
                                      </p:cBhvr>
                                      <p:tavLst>
                                        <p:tav tm="0">
                                          <p:val>
                                            <p:strVal val="#ppt_x"/>
                                          </p:val>
                                        </p:tav>
                                        <p:tav tm="100000">
                                          <p:val>
                                            <p:strVal val="#ppt_x"/>
                                          </p:val>
                                        </p:tav>
                                      </p:tavLst>
                                    </p:anim>
                                    <p:anim calcmode="lin" valueType="num">
                                      <p:cBhvr>
                                        <p:cTn id="16" dur="1000" fill="hold"/>
                                        <p:tgtEl>
                                          <p:spTgt spid="186371">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7" fill="hold" nodeType="clickPar">
                      <p:stCondLst>
                        <p:cond delay="indefinite"/>
                      </p:stCondLst>
                      <p:childTnLst>
                        <p:par>
                          <p:cTn id="18" fill="hold" nodeType="withGroup">
                            <p:stCondLst>
                              <p:cond delay="0"/>
                            </p:stCondLst>
                            <p:childTnLst>
                              <p:par>
                                <p:cTn id="19" presetID="42" presetClass="entr" presetSubtype="0" fill="hold" nodeType="clickEffect">
                                  <p:stCondLst>
                                    <p:cond delay="0"/>
                                  </p:stCondLst>
                                  <p:childTnLst>
                                    <p:set>
                                      <p:cBhvr>
                                        <p:cTn id="20" dur="1" fill="hold">
                                          <p:stCondLst>
                                            <p:cond delay="0"/>
                                          </p:stCondLst>
                                        </p:cTn>
                                        <p:tgtEl>
                                          <p:spTgt spid="186371">
                                            <p:txEl>
                                              <p:pRg st="2" end="2"/>
                                            </p:txEl>
                                          </p:spTgt>
                                        </p:tgtEl>
                                        <p:attrNameLst>
                                          <p:attrName>style.visibility</p:attrName>
                                        </p:attrNameLst>
                                      </p:cBhvr>
                                      <p:to>
                                        <p:strVal val="visible"/>
                                      </p:to>
                                    </p:set>
                                    <p:animEffect transition="in" filter="fade">
                                      <p:cBhvr>
                                        <p:cTn id="21" dur="1000"/>
                                        <p:tgtEl>
                                          <p:spTgt spid="186371">
                                            <p:txEl>
                                              <p:pRg st="2" end="2"/>
                                            </p:txEl>
                                          </p:spTgt>
                                        </p:tgtEl>
                                      </p:cBhvr>
                                    </p:animEffect>
                                    <p:anim calcmode="lin" valueType="num">
                                      <p:cBhvr>
                                        <p:cTn id="22" dur="1000" fill="hold"/>
                                        <p:tgtEl>
                                          <p:spTgt spid="186371">
                                            <p:txEl>
                                              <p:pRg st="2" end="2"/>
                                            </p:txEl>
                                          </p:spTgt>
                                        </p:tgtEl>
                                        <p:attrNameLst>
                                          <p:attrName>ppt_x</p:attrName>
                                        </p:attrNameLst>
                                      </p:cBhvr>
                                      <p:tavLst>
                                        <p:tav tm="0">
                                          <p:val>
                                            <p:strVal val="#ppt_x"/>
                                          </p:val>
                                        </p:tav>
                                        <p:tav tm="100000">
                                          <p:val>
                                            <p:strVal val="#ppt_x"/>
                                          </p:val>
                                        </p:tav>
                                      </p:tavLst>
                                    </p:anim>
                                    <p:anim calcmode="lin" valueType="num">
                                      <p:cBhvr>
                                        <p:cTn id="23" dur="1000" fill="hold"/>
                                        <p:tgtEl>
                                          <p:spTgt spid="186371">
                                            <p:txEl>
                                              <p:pRg st="2" end="2"/>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6371" grpId="0" build="p"/>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7394" name="Rectangle 2">
            <a:extLst>
              <a:ext uri="{FF2B5EF4-FFF2-40B4-BE49-F238E27FC236}">
                <a16:creationId xmlns:a16="http://schemas.microsoft.com/office/drawing/2014/main" id="{3450AB96-C36D-96B7-85AD-FBE6F3236C48}"/>
              </a:ext>
            </a:extLst>
          </p:cNvPr>
          <p:cNvSpPr>
            <a:spLocks noGrp="1" noChangeArrowheads="1"/>
          </p:cNvSpPr>
          <p:nvPr>
            <p:ph type="title"/>
          </p:nvPr>
        </p:nvSpPr>
        <p:spPr/>
        <p:txBody>
          <a:bodyPr/>
          <a:lstStyle/>
          <a:p>
            <a:r>
              <a:rPr lang="en-AU" altLang="en-US"/>
              <a:t>A helpful table</a:t>
            </a:r>
          </a:p>
        </p:txBody>
      </p:sp>
      <p:graphicFrame>
        <p:nvGraphicFramePr>
          <p:cNvPr id="187439" name="Group 47">
            <a:extLst>
              <a:ext uri="{FF2B5EF4-FFF2-40B4-BE49-F238E27FC236}">
                <a16:creationId xmlns:a16="http://schemas.microsoft.com/office/drawing/2014/main" id="{DBCE8B5B-3296-1BAD-F489-A7354361EA75}"/>
              </a:ext>
            </a:extLst>
          </p:cNvPr>
          <p:cNvGraphicFramePr>
            <a:graphicFrameLocks noGrp="1"/>
          </p:cNvGraphicFramePr>
          <p:nvPr>
            <p:ph idx="1"/>
          </p:nvPr>
        </p:nvGraphicFramePr>
        <p:xfrm>
          <a:off x="971550" y="1844675"/>
          <a:ext cx="7126288" cy="3470277"/>
        </p:xfrm>
        <a:graphic>
          <a:graphicData uri="http://schemas.openxmlformats.org/drawingml/2006/table">
            <a:tbl>
              <a:tblPr/>
              <a:tblGrid>
                <a:gridCol w="2374900">
                  <a:extLst>
                    <a:ext uri="{9D8B030D-6E8A-4147-A177-3AD203B41FA5}">
                      <a16:colId xmlns:a16="http://schemas.microsoft.com/office/drawing/2014/main" val="662565883"/>
                    </a:ext>
                  </a:extLst>
                </a:gridCol>
                <a:gridCol w="2376488">
                  <a:extLst>
                    <a:ext uri="{9D8B030D-6E8A-4147-A177-3AD203B41FA5}">
                      <a16:colId xmlns:a16="http://schemas.microsoft.com/office/drawing/2014/main" val="3846900744"/>
                    </a:ext>
                  </a:extLst>
                </a:gridCol>
                <a:gridCol w="2374900">
                  <a:extLst>
                    <a:ext uri="{9D8B030D-6E8A-4147-A177-3AD203B41FA5}">
                      <a16:colId xmlns:a16="http://schemas.microsoft.com/office/drawing/2014/main" val="1819131731"/>
                    </a:ext>
                  </a:extLst>
                </a:gridCol>
              </a:tblGrid>
              <a:tr h="676275">
                <a:tc>
                  <a:txBody>
                    <a:bodyPr/>
                    <a:lstStyle>
                      <a:lvl1pPr>
                        <a:spcBef>
                          <a:spcPct val="20000"/>
                        </a:spcBef>
                        <a:defRPr sz="2800">
                          <a:solidFill>
                            <a:schemeClr val="tx1"/>
                          </a:solidFill>
                          <a:latin typeface="Comic Sans MS" panose="030F0702030302020204" pitchFamily="66" charset="0"/>
                        </a:defRPr>
                      </a:lvl1pPr>
                      <a:lvl2pPr>
                        <a:spcBef>
                          <a:spcPct val="20000"/>
                        </a:spcBef>
                        <a:defRPr sz="2400">
                          <a:solidFill>
                            <a:schemeClr val="tx1"/>
                          </a:solidFill>
                          <a:latin typeface="Comic Sans MS" panose="030F0702030302020204" pitchFamily="66" charset="0"/>
                        </a:defRPr>
                      </a:lvl2pPr>
                      <a:lvl3pPr>
                        <a:spcBef>
                          <a:spcPct val="20000"/>
                        </a:spcBef>
                        <a:defRPr sz="2000">
                          <a:solidFill>
                            <a:schemeClr val="tx1"/>
                          </a:solidFill>
                          <a:latin typeface="Comic Sans MS" panose="030F0702030302020204" pitchFamily="66" charset="0"/>
                        </a:defRPr>
                      </a:lvl3pPr>
                      <a:lvl4pPr>
                        <a:spcBef>
                          <a:spcPct val="20000"/>
                        </a:spcBef>
                        <a:defRPr>
                          <a:solidFill>
                            <a:schemeClr val="tx1"/>
                          </a:solidFill>
                          <a:latin typeface="Comic Sans MS" panose="030F0702030302020204" pitchFamily="66" charset="0"/>
                        </a:defRPr>
                      </a:lvl4pPr>
                      <a:lvl5pPr>
                        <a:spcBef>
                          <a:spcPct val="20000"/>
                        </a:spcBef>
                        <a:defRPr>
                          <a:solidFill>
                            <a:schemeClr val="tx1"/>
                          </a:solidFill>
                          <a:latin typeface="Comic Sans MS" panose="030F0702030302020204" pitchFamily="66" charset="0"/>
                        </a:defRPr>
                      </a:lvl5pPr>
                      <a:lvl6pPr fontAlgn="base">
                        <a:spcBef>
                          <a:spcPct val="20000"/>
                        </a:spcBef>
                        <a:spcAft>
                          <a:spcPct val="0"/>
                        </a:spcAft>
                        <a:defRPr>
                          <a:solidFill>
                            <a:schemeClr val="tx1"/>
                          </a:solidFill>
                          <a:latin typeface="Comic Sans MS" panose="030F0702030302020204" pitchFamily="66" charset="0"/>
                        </a:defRPr>
                      </a:lvl6pPr>
                      <a:lvl7pPr fontAlgn="base">
                        <a:spcBef>
                          <a:spcPct val="20000"/>
                        </a:spcBef>
                        <a:spcAft>
                          <a:spcPct val="0"/>
                        </a:spcAft>
                        <a:defRPr>
                          <a:solidFill>
                            <a:schemeClr val="tx1"/>
                          </a:solidFill>
                          <a:latin typeface="Comic Sans MS" panose="030F0702030302020204" pitchFamily="66" charset="0"/>
                        </a:defRPr>
                      </a:lvl7pPr>
                      <a:lvl8pPr fontAlgn="base">
                        <a:spcBef>
                          <a:spcPct val="20000"/>
                        </a:spcBef>
                        <a:spcAft>
                          <a:spcPct val="0"/>
                        </a:spcAft>
                        <a:defRPr>
                          <a:solidFill>
                            <a:schemeClr val="tx1"/>
                          </a:solidFill>
                          <a:latin typeface="Comic Sans MS" panose="030F0702030302020204" pitchFamily="66" charset="0"/>
                        </a:defRPr>
                      </a:lvl8pPr>
                      <a:lvl9pPr fontAlgn="base">
                        <a:spcBef>
                          <a:spcPct val="20000"/>
                        </a:spcBef>
                        <a:spcAft>
                          <a:spcPct val="0"/>
                        </a:spcAft>
                        <a:defRPr>
                          <a:solidFill>
                            <a:schemeClr val="tx1"/>
                          </a:solidFill>
                          <a:latin typeface="Comic Sans MS" panose="030F0702030302020204" pitchFamily="66"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AU" altLang="en-US" sz="2000" b="0" i="0" u="none" strike="noStrike" cap="none" normalizeH="0" baseline="0">
                          <a:ln>
                            <a:noFill/>
                          </a:ln>
                          <a:solidFill>
                            <a:schemeClr val="tx1"/>
                          </a:solidFill>
                          <a:effectLst/>
                          <a:latin typeface="Comic Sans MS" panose="030F0702030302020204" pitchFamily="66" charset="0"/>
                        </a:rPr>
                        <a:t>Variable</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Comic Sans MS" panose="030F0702030302020204" pitchFamily="66" charset="0"/>
                        </a:defRPr>
                      </a:lvl1pPr>
                      <a:lvl2pPr>
                        <a:spcBef>
                          <a:spcPct val="20000"/>
                        </a:spcBef>
                        <a:defRPr sz="2400">
                          <a:solidFill>
                            <a:schemeClr val="tx1"/>
                          </a:solidFill>
                          <a:latin typeface="Comic Sans MS" panose="030F0702030302020204" pitchFamily="66" charset="0"/>
                        </a:defRPr>
                      </a:lvl2pPr>
                      <a:lvl3pPr>
                        <a:spcBef>
                          <a:spcPct val="20000"/>
                        </a:spcBef>
                        <a:defRPr sz="2000">
                          <a:solidFill>
                            <a:schemeClr val="tx1"/>
                          </a:solidFill>
                          <a:latin typeface="Comic Sans MS" panose="030F0702030302020204" pitchFamily="66" charset="0"/>
                        </a:defRPr>
                      </a:lvl3pPr>
                      <a:lvl4pPr>
                        <a:spcBef>
                          <a:spcPct val="20000"/>
                        </a:spcBef>
                        <a:defRPr>
                          <a:solidFill>
                            <a:schemeClr val="tx1"/>
                          </a:solidFill>
                          <a:latin typeface="Comic Sans MS" panose="030F0702030302020204" pitchFamily="66" charset="0"/>
                        </a:defRPr>
                      </a:lvl4pPr>
                      <a:lvl5pPr>
                        <a:spcBef>
                          <a:spcPct val="20000"/>
                        </a:spcBef>
                        <a:defRPr>
                          <a:solidFill>
                            <a:schemeClr val="tx1"/>
                          </a:solidFill>
                          <a:latin typeface="Comic Sans MS" panose="030F0702030302020204" pitchFamily="66" charset="0"/>
                        </a:defRPr>
                      </a:lvl5pPr>
                      <a:lvl6pPr fontAlgn="base">
                        <a:spcBef>
                          <a:spcPct val="20000"/>
                        </a:spcBef>
                        <a:spcAft>
                          <a:spcPct val="0"/>
                        </a:spcAft>
                        <a:defRPr>
                          <a:solidFill>
                            <a:schemeClr val="tx1"/>
                          </a:solidFill>
                          <a:latin typeface="Comic Sans MS" panose="030F0702030302020204" pitchFamily="66" charset="0"/>
                        </a:defRPr>
                      </a:lvl6pPr>
                      <a:lvl7pPr fontAlgn="base">
                        <a:spcBef>
                          <a:spcPct val="20000"/>
                        </a:spcBef>
                        <a:spcAft>
                          <a:spcPct val="0"/>
                        </a:spcAft>
                        <a:defRPr>
                          <a:solidFill>
                            <a:schemeClr val="tx1"/>
                          </a:solidFill>
                          <a:latin typeface="Comic Sans MS" panose="030F0702030302020204" pitchFamily="66" charset="0"/>
                        </a:defRPr>
                      </a:lvl7pPr>
                      <a:lvl8pPr fontAlgn="base">
                        <a:spcBef>
                          <a:spcPct val="20000"/>
                        </a:spcBef>
                        <a:spcAft>
                          <a:spcPct val="0"/>
                        </a:spcAft>
                        <a:defRPr>
                          <a:solidFill>
                            <a:schemeClr val="tx1"/>
                          </a:solidFill>
                          <a:latin typeface="Comic Sans MS" panose="030F0702030302020204" pitchFamily="66" charset="0"/>
                        </a:defRPr>
                      </a:lvl8pPr>
                      <a:lvl9pPr fontAlgn="base">
                        <a:spcBef>
                          <a:spcPct val="20000"/>
                        </a:spcBef>
                        <a:spcAft>
                          <a:spcPct val="0"/>
                        </a:spcAft>
                        <a:defRPr>
                          <a:solidFill>
                            <a:schemeClr val="tx1"/>
                          </a:solidFill>
                          <a:latin typeface="Comic Sans MS" panose="030F0702030302020204" pitchFamily="66"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AU" altLang="en-US" sz="2000" b="0" i="0" u="none" strike="noStrike" cap="none" normalizeH="0" baseline="0">
                          <a:ln>
                            <a:noFill/>
                          </a:ln>
                          <a:solidFill>
                            <a:schemeClr val="tx1"/>
                          </a:solidFill>
                          <a:effectLst/>
                          <a:latin typeface="Comic Sans MS" panose="030F0702030302020204" pitchFamily="66" charset="0"/>
                        </a:rPr>
                        <a:t>Vertical </a:t>
                      </a:r>
                    </a:p>
                    <a:p>
                      <a:pPr marL="0" marR="0" lvl="0" indent="0" algn="ctr" defTabSz="914400" rtl="0" eaLnBrk="1" fontAlgn="base" latinLnBrk="0" hangingPunct="1">
                        <a:lnSpc>
                          <a:spcPct val="100000"/>
                        </a:lnSpc>
                        <a:spcBef>
                          <a:spcPct val="20000"/>
                        </a:spcBef>
                        <a:spcAft>
                          <a:spcPct val="0"/>
                        </a:spcAft>
                        <a:buClrTx/>
                        <a:buSzTx/>
                        <a:buFontTx/>
                        <a:buNone/>
                        <a:tabLst/>
                      </a:pPr>
                      <a:r>
                        <a:rPr kumimoji="0" lang="en-AU" altLang="en-US" sz="2000" b="0" i="0" u="none" strike="noStrike" cap="none" normalizeH="0" baseline="0">
                          <a:ln>
                            <a:noFill/>
                          </a:ln>
                          <a:solidFill>
                            <a:schemeClr val="tx1"/>
                          </a:solidFill>
                          <a:effectLst/>
                          <a:latin typeface="Comic Sans MS" panose="030F0702030302020204" pitchFamily="66" charset="0"/>
                        </a:rPr>
                        <a:t>Component</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Comic Sans MS" panose="030F0702030302020204" pitchFamily="66" charset="0"/>
                        </a:defRPr>
                      </a:lvl1pPr>
                      <a:lvl2pPr>
                        <a:spcBef>
                          <a:spcPct val="20000"/>
                        </a:spcBef>
                        <a:defRPr sz="2400">
                          <a:solidFill>
                            <a:schemeClr val="tx1"/>
                          </a:solidFill>
                          <a:latin typeface="Comic Sans MS" panose="030F0702030302020204" pitchFamily="66" charset="0"/>
                        </a:defRPr>
                      </a:lvl2pPr>
                      <a:lvl3pPr>
                        <a:spcBef>
                          <a:spcPct val="20000"/>
                        </a:spcBef>
                        <a:defRPr sz="2000">
                          <a:solidFill>
                            <a:schemeClr val="tx1"/>
                          </a:solidFill>
                          <a:latin typeface="Comic Sans MS" panose="030F0702030302020204" pitchFamily="66" charset="0"/>
                        </a:defRPr>
                      </a:lvl3pPr>
                      <a:lvl4pPr>
                        <a:spcBef>
                          <a:spcPct val="20000"/>
                        </a:spcBef>
                        <a:defRPr>
                          <a:solidFill>
                            <a:schemeClr val="tx1"/>
                          </a:solidFill>
                          <a:latin typeface="Comic Sans MS" panose="030F0702030302020204" pitchFamily="66" charset="0"/>
                        </a:defRPr>
                      </a:lvl4pPr>
                      <a:lvl5pPr>
                        <a:spcBef>
                          <a:spcPct val="20000"/>
                        </a:spcBef>
                        <a:defRPr>
                          <a:solidFill>
                            <a:schemeClr val="tx1"/>
                          </a:solidFill>
                          <a:latin typeface="Comic Sans MS" panose="030F0702030302020204" pitchFamily="66" charset="0"/>
                        </a:defRPr>
                      </a:lvl5pPr>
                      <a:lvl6pPr fontAlgn="base">
                        <a:spcBef>
                          <a:spcPct val="20000"/>
                        </a:spcBef>
                        <a:spcAft>
                          <a:spcPct val="0"/>
                        </a:spcAft>
                        <a:defRPr>
                          <a:solidFill>
                            <a:schemeClr val="tx1"/>
                          </a:solidFill>
                          <a:latin typeface="Comic Sans MS" panose="030F0702030302020204" pitchFamily="66" charset="0"/>
                        </a:defRPr>
                      </a:lvl6pPr>
                      <a:lvl7pPr fontAlgn="base">
                        <a:spcBef>
                          <a:spcPct val="20000"/>
                        </a:spcBef>
                        <a:spcAft>
                          <a:spcPct val="0"/>
                        </a:spcAft>
                        <a:defRPr>
                          <a:solidFill>
                            <a:schemeClr val="tx1"/>
                          </a:solidFill>
                          <a:latin typeface="Comic Sans MS" panose="030F0702030302020204" pitchFamily="66" charset="0"/>
                        </a:defRPr>
                      </a:lvl7pPr>
                      <a:lvl8pPr fontAlgn="base">
                        <a:spcBef>
                          <a:spcPct val="20000"/>
                        </a:spcBef>
                        <a:spcAft>
                          <a:spcPct val="0"/>
                        </a:spcAft>
                        <a:defRPr>
                          <a:solidFill>
                            <a:schemeClr val="tx1"/>
                          </a:solidFill>
                          <a:latin typeface="Comic Sans MS" panose="030F0702030302020204" pitchFamily="66" charset="0"/>
                        </a:defRPr>
                      </a:lvl8pPr>
                      <a:lvl9pPr fontAlgn="base">
                        <a:spcBef>
                          <a:spcPct val="20000"/>
                        </a:spcBef>
                        <a:spcAft>
                          <a:spcPct val="0"/>
                        </a:spcAft>
                        <a:defRPr>
                          <a:solidFill>
                            <a:schemeClr val="tx1"/>
                          </a:solidFill>
                          <a:latin typeface="Comic Sans MS" panose="030F0702030302020204" pitchFamily="66"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AU" altLang="en-US" sz="2000" b="0" i="0" u="none" strike="noStrike" cap="none" normalizeH="0" baseline="0">
                          <a:ln>
                            <a:noFill/>
                          </a:ln>
                          <a:solidFill>
                            <a:schemeClr val="tx1"/>
                          </a:solidFill>
                          <a:effectLst/>
                          <a:latin typeface="Comic Sans MS" panose="030F0702030302020204" pitchFamily="66" charset="0"/>
                        </a:rPr>
                        <a:t>Horizontal Component</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2324015210"/>
                  </a:ext>
                </a:extLst>
              </a:tr>
              <a:tr h="541338">
                <a:tc>
                  <a:txBody>
                    <a:bodyPr/>
                    <a:lstStyle>
                      <a:lvl1pPr>
                        <a:spcBef>
                          <a:spcPct val="20000"/>
                        </a:spcBef>
                        <a:defRPr sz="2800">
                          <a:solidFill>
                            <a:schemeClr val="tx1"/>
                          </a:solidFill>
                          <a:latin typeface="Comic Sans MS" panose="030F0702030302020204" pitchFamily="66" charset="0"/>
                        </a:defRPr>
                      </a:lvl1pPr>
                      <a:lvl2pPr>
                        <a:spcBef>
                          <a:spcPct val="20000"/>
                        </a:spcBef>
                        <a:defRPr sz="2400">
                          <a:solidFill>
                            <a:schemeClr val="tx1"/>
                          </a:solidFill>
                          <a:latin typeface="Comic Sans MS" panose="030F0702030302020204" pitchFamily="66" charset="0"/>
                        </a:defRPr>
                      </a:lvl2pPr>
                      <a:lvl3pPr>
                        <a:spcBef>
                          <a:spcPct val="20000"/>
                        </a:spcBef>
                        <a:defRPr sz="2000">
                          <a:solidFill>
                            <a:schemeClr val="tx1"/>
                          </a:solidFill>
                          <a:latin typeface="Comic Sans MS" panose="030F0702030302020204" pitchFamily="66" charset="0"/>
                        </a:defRPr>
                      </a:lvl3pPr>
                      <a:lvl4pPr>
                        <a:spcBef>
                          <a:spcPct val="20000"/>
                        </a:spcBef>
                        <a:defRPr>
                          <a:solidFill>
                            <a:schemeClr val="tx1"/>
                          </a:solidFill>
                          <a:latin typeface="Comic Sans MS" panose="030F0702030302020204" pitchFamily="66" charset="0"/>
                        </a:defRPr>
                      </a:lvl4pPr>
                      <a:lvl5pPr>
                        <a:spcBef>
                          <a:spcPct val="20000"/>
                        </a:spcBef>
                        <a:defRPr>
                          <a:solidFill>
                            <a:schemeClr val="tx1"/>
                          </a:solidFill>
                          <a:latin typeface="Comic Sans MS" panose="030F0702030302020204" pitchFamily="66" charset="0"/>
                        </a:defRPr>
                      </a:lvl5pPr>
                      <a:lvl6pPr fontAlgn="base">
                        <a:spcBef>
                          <a:spcPct val="20000"/>
                        </a:spcBef>
                        <a:spcAft>
                          <a:spcPct val="0"/>
                        </a:spcAft>
                        <a:defRPr>
                          <a:solidFill>
                            <a:schemeClr val="tx1"/>
                          </a:solidFill>
                          <a:latin typeface="Comic Sans MS" panose="030F0702030302020204" pitchFamily="66" charset="0"/>
                        </a:defRPr>
                      </a:lvl6pPr>
                      <a:lvl7pPr fontAlgn="base">
                        <a:spcBef>
                          <a:spcPct val="20000"/>
                        </a:spcBef>
                        <a:spcAft>
                          <a:spcPct val="0"/>
                        </a:spcAft>
                        <a:defRPr>
                          <a:solidFill>
                            <a:schemeClr val="tx1"/>
                          </a:solidFill>
                          <a:latin typeface="Comic Sans MS" panose="030F0702030302020204" pitchFamily="66" charset="0"/>
                        </a:defRPr>
                      </a:lvl7pPr>
                      <a:lvl8pPr fontAlgn="base">
                        <a:spcBef>
                          <a:spcPct val="20000"/>
                        </a:spcBef>
                        <a:spcAft>
                          <a:spcPct val="0"/>
                        </a:spcAft>
                        <a:defRPr>
                          <a:solidFill>
                            <a:schemeClr val="tx1"/>
                          </a:solidFill>
                          <a:latin typeface="Comic Sans MS" panose="030F0702030302020204" pitchFamily="66" charset="0"/>
                        </a:defRPr>
                      </a:lvl8pPr>
                      <a:lvl9pPr fontAlgn="base">
                        <a:spcBef>
                          <a:spcPct val="20000"/>
                        </a:spcBef>
                        <a:spcAft>
                          <a:spcPct val="0"/>
                        </a:spcAft>
                        <a:defRPr>
                          <a:solidFill>
                            <a:schemeClr val="tx1"/>
                          </a:solidFill>
                          <a:latin typeface="Comic Sans MS" panose="030F0702030302020204" pitchFamily="66"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AU" altLang="en-US" sz="2000" b="0" i="0" u="none" strike="noStrike" cap="none" normalizeH="0" baseline="0">
                          <a:ln>
                            <a:noFill/>
                          </a:ln>
                          <a:solidFill>
                            <a:schemeClr val="tx1"/>
                          </a:solidFill>
                          <a:effectLst/>
                          <a:latin typeface="Comic Sans MS" panose="030F0702030302020204" pitchFamily="66" charset="0"/>
                        </a:rPr>
                        <a:t>Acceleration (a)</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Comic Sans MS" panose="030F0702030302020204" pitchFamily="66" charset="0"/>
                        </a:defRPr>
                      </a:lvl1pPr>
                      <a:lvl2pPr>
                        <a:spcBef>
                          <a:spcPct val="20000"/>
                        </a:spcBef>
                        <a:defRPr sz="2400">
                          <a:solidFill>
                            <a:schemeClr val="tx1"/>
                          </a:solidFill>
                          <a:latin typeface="Comic Sans MS" panose="030F0702030302020204" pitchFamily="66" charset="0"/>
                        </a:defRPr>
                      </a:lvl2pPr>
                      <a:lvl3pPr>
                        <a:spcBef>
                          <a:spcPct val="20000"/>
                        </a:spcBef>
                        <a:defRPr sz="2000">
                          <a:solidFill>
                            <a:schemeClr val="tx1"/>
                          </a:solidFill>
                          <a:latin typeface="Comic Sans MS" panose="030F0702030302020204" pitchFamily="66" charset="0"/>
                        </a:defRPr>
                      </a:lvl3pPr>
                      <a:lvl4pPr>
                        <a:spcBef>
                          <a:spcPct val="20000"/>
                        </a:spcBef>
                        <a:defRPr>
                          <a:solidFill>
                            <a:schemeClr val="tx1"/>
                          </a:solidFill>
                          <a:latin typeface="Comic Sans MS" panose="030F0702030302020204" pitchFamily="66" charset="0"/>
                        </a:defRPr>
                      </a:lvl4pPr>
                      <a:lvl5pPr>
                        <a:spcBef>
                          <a:spcPct val="20000"/>
                        </a:spcBef>
                        <a:defRPr>
                          <a:solidFill>
                            <a:schemeClr val="tx1"/>
                          </a:solidFill>
                          <a:latin typeface="Comic Sans MS" panose="030F0702030302020204" pitchFamily="66" charset="0"/>
                        </a:defRPr>
                      </a:lvl5pPr>
                      <a:lvl6pPr fontAlgn="base">
                        <a:spcBef>
                          <a:spcPct val="20000"/>
                        </a:spcBef>
                        <a:spcAft>
                          <a:spcPct val="0"/>
                        </a:spcAft>
                        <a:defRPr>
                          <a:solidFill>
                            <a:schemeClr val="tx1"/>
                          </a:solidFill>
                          <a:latin typeface="Comic Sans MS" panose="030F0702030302020204" pitchFamily="66" charset="0"/>
                        </a:defRPr>
                      </a:lvl6pPr>
                      <a:lvl7pPr fontAlgn="base">
                        <a:spcBef>
                          <a:spcPct val="20000"/>
                        </a:spcBef>
                        <a:spcAft>
                          <a:spcPct val="0"/>
                        </a:spcAft>
                        <a:defRPr>
                          <a:solidFill>
                            <a:schemeClr val="tx1"/>
                          </a:solidFill>
                          <a:latin typeface="Comic Sans MS" panose="030F0702030302020204" pitchFamily="66" charset="0"/>
                        </a:defRPr>
                      </a:lvl7pPr>
                      <a:lvl8pPr fontAlgn="base">
                        <a:spcBef>
                          <a:spcPct val="20000"/>
                        </a:spcBef>
                        <a:spcAft>
                          <a:spcPct val="0"/>
                        </a:spcAft>
                        <a:defRPr>
                          <a:solidFill>
                            <a:schemeClr val="tx1"/>
                          </a:solidFill>
                          <a:latin typeface="Comic Sans MS" panose="030F0702030302020204" pitchFamily="66" charset="0"/>
                        </a:defRPr>
                      </a:lvl8pPr>
                      <a:lvl9pPr fontAlgn="base">
                        <a:spcBef>
                          <a:spcPct val="20000"/>
                        </a:spcBef>
                        <a:spcAft>
                          <a:spcPct val="0"/>
                        </a:spcAft>
                        <a:defRPr>
                          <a:solidFill>
                            <a:schemeClr val="tx1"/>
                          </a:solidFill>
                          <a:latin typeface="Comic Sans MS" panose="030F0702030302020204" pitchFamily="66"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AU" altLang="en-US" sz="2000" b="0" i="0" u="none" strike="noStrike" cap="none" normalizeH="0" baseline="0">
                          <a:ln>
                            <a:noFill/>
                          </a:ln>
                          <a:solidFill>
                            <a:schemeClr val="tx1"/>
                          </a:solidFill>
                          <a:effectLst/>
                          <a:latin typeface="Comic Sans MS" panose="030F0702030302020204" pitchFamily="66" charset="0"/>
                        </a:rPr>
                        <a:t>-9.80ms</a:t>
                      </a:r>
                      <a:r>
                        <a:rPr kumimoji="0" lang="en-AU" altLang="en-US" sz="2000" b="0" i="0" u="none" strike="noStrike" cap="none" normalizeH="0" baseline="30000">
                          <a:ln>
                            <a:noFill/>
                          </a:ln>
                          <a:solidFill>
                            <a:schemeClr val="tx1"/>
                          </a:solidFill>
                          <a:effectLst/>
                          <a:latin typeface="Comic Sans MS" panose="030F0702030302020204" pitchFamily="66" charset="0"/>
                        </a:rPr>
                        <a:t>-2</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Comic Sans MS" panose="030F0702030302020204" pitchFamily="66" charset="0"/>
                        </a:defRPr>
                      </a:lvl1pPr>
                      <a:lvl2pPr>
                        <a:spcBef>
                          <a:spcPct val="20000"/>
                        </a:spcBef>
                        <a:defRPr sz="2400">
                          <a:solidFill>
                            <a:schemeClr val="tx1"/>
                          </a:solidFill>
                          <a:latin typeface="Comic Sans MS" panose="030F0702030302020204" pitchFamily="66" charset="0"/>
                        </a:defRPr>
                      </a:lvl2pPr>
                      <a:lvl3pPr>
                        <a:spcBef>
                          <a:spcPct val="20000"/>
                        </a:spcBef>
                        <a:defRPr sz="2000">
                          <a:solidFill>
                            <a:schemeClr val="tx1"/>
                          </a:solidFill>
                          <a:latin typeface="Comic Sans MS" panose="030F0702030302020204" pitchFamily="66" charset="0"/>
                        </a:defRPr>
                      </a:lvl3pPr>
                      <a:lvl4pPr>
                        <a:spcBef>
                          <a:spcPct val="20000"/>
                        </a:spcBef>
                        <a:defRPr>
                          <a:solidFill>
                            <a:schemeClr val="tx1"/>
                          </a:solidFill>
                          <a:latin typeface="Comic Sans MS" panose="030F0702030302020204" pitchFamily="66" charset="0"/>
                        </a:defRPr>
                      </a:lvl4pPr>
                      <a:lvl5pPr>
                        <a:spcBef>
                          <a:spcPct val="20000"/>
                        </a:spcBef>
                        <a:defRPr>
                          <a:solidFill>
                            <a:schemeClr val="tx1"/>
                          </a:solidFill>
                          <a:latin typeface="Comic Sans MS" panose="030F0702030302020204" pitchFamily="66" charset="0"/>
                        </a:defRPr>
                      </a:lvl5pPr>
                      <a:lvl6pPr fontAlgn="base">
                        <a:spcBef>
                          <a:spcPct val="20000"/>
                        </a:spcBef>
                        <a:spcAft>
                          <a:spcPct val="0"/>
                        </a:spcAft>
                        <a:defRPr>
                          <a:solidFill>
                            <a:schemeClr val="tx1"/>
                          </a:solidFill>
                          <a:latin typeface="Comic Sans MS" panose="030F0702030302020204" pitchFamily="66" charset="0"/>
                        </a:defRPr>
                      </a:lvl6pPr>
                      <a:lvl7pPr fontAlgn="base">
                        <a:spcBef>
                          <a:spcPct val="20000"/>
                        </a:spcBef>
                        <a:spcAft>
                          <a:spcPct val="0"/>
                        </a:spcAft>
                        <a:defRPr>
                          <a:solidFill>
                            <a:schemeClr val="tx1"/>
                          </a:solidFill>
                          <a:latin typeface="Comic Sans MS" panose="030F0702030302020204" pitchFamily="66" charset="0"/>
                        </a:defRPr>
                      </a:lvl7pPr>
                      <a:lvl8pPr fontAlgn="base">
                        <a:spcBef>
                          <a:spcPct val="20000"/>
                        </a:spcBef>
                        <a:spcAft>
                          <a:spcPct val="0"/>
                        </a:spcAft>
                        <a:defRPr>
                          <a:solidFill>
                            <a:schemeClr val="tx1"/>
                          </a:solidFill>
                          <a:latin typeface="Comic Sans MS" panose="030F0702030302020204" pitchFamily="66" charset="0"/>
                        </a:defRPr>
                      </a:lvl8pPr>
                      <a:lvl9pPr fontAlgn="base">
                        <a:spcBef>
                          <a:spcPct val="20000"/>
                        </a:spcBef>
                        <a:spcAft>
                          <a:spcPct val="0"/>
                        </a:spcAft>
                        <a:defRPr>
                          <a:solidFill>
                            <a:schemeClr val="tx1"/>
                          </a:solidFill>
                          <a:latin typeface="Comic Sans MS" panose="030F0702030302020204" pitchFamily="66"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AU" altLang="en-US" sz="2000" b="0" i="0" u="none" strike="noStrike" cap="none" normalizeH="0" baseline="0">
                          <a:ln>
                            <a:noFill/>
                          </a:ln>
                          <a:solidFill>
                            <a:schemeClr val="tx1"/>
                          </a:solidFill>
                          <a:effectLst/>
                          <a:latin typeface="Comic Sans MS" panose="030F0702030302020204" pitchFamily="66" charset="0"/>
                        </a:rPr>
                        <a:t>0ms</a:t>
                      </a:r>
                      <a:r>
                        <a:rPr kumimoji="0" lang="en-AU" altLang="en-US" sz="2000" b="0" i="0" u="none" strike="noStrike" cap="none" normalizeH="0" baseline="30000">
                          <a:ln>
                            <a:noFill/>
                          </a:ln>
                          <a:solidFill>
                            <a:schemeClr val="tx1"/>
                          </a:solidFill>
                          <a:effectLst/>
                          <a:latin typeface="Comic Sans MS" panose="030F0702030302020204" pitchFamily="66" charset="0"/>
                        </a:rPr>
                        <a:t>-2</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815966104"/>
                  </a:ext>
                </a:extLst>
              </a:tr>
              <a:tr h="541338">
                <a:tc>
                  <a:txBody>
                    <a:bodyPr/>
                    <a:lstStyle>
                      <a:lvl1pPr>
                        <a:spcBef>
                          <a:spcPct val="20000"/>
                        </a:spcBef>
                        <a:defRPr sz="2800">
                          <a:solidFill>
                            <a:schemeClr val="tx1"/>
                          </a:solidFill>
                          <a:latin typeface="Comic Sans MS" panose="030F0702030302020204" pitchFamily="66" charset="0"/>
                        </a:defRPr>
                      </a:lvl1pPr>
                      <a:lvl2pPr>
                        <a:spcBef>
                          <a:spcPct val="20000"/>
                        </a:spcBef>
                        <a:defRPr sz="2400">
                          <a:solidFill>
                            <a:schemeClr val="tx1"/>
                          </a:solidFill>
                          <a:latin typeface="Comic Sans MS" panose="030F0702030302020204" pitchFamily="66" charset="0"/>
                        </a:defRPr>
                      </a:lvl2pPr>
                      <a:lvl3pPr>
                        <a:spcBef>
                          <a:spcPct val="20000"/>
                        </a:spcBef>
                        <a:defRPr sz="2000">
                          <a:solidFill>
                            <a:schemeClr val="tx1"/>
                          </a:solidFill>
                          <a:latin typeface="Comic Sans MS" panose="030F0702030302020204" pitchFamily="66" charset="0"/>
                        </a:defRPr>
                      </a:lvl3pPr>
                      <a:lvl4pPr>
                        <a:spcBef>
                          <a:spcPct val="20000"/>
                        </a:spcBef>
                        <a:defRPr>
                          <a:solidFill>
                            <a:schemeClr val="tx1"/>
                          </a:solidFill>
                          <a:latin typeface="Comic Sans MS" panose="030F0702030302020204" pitchFamily="66" charset="0"/>
                        </a:defRPr>
                      </a:lvl4pPr>
                      <a:lvl5pPr>
                        <a:spcBef>
                          <a:spcPct val="20000"/>
                        </a:spcBef>
                        <a:defRPr>
                          <a:solidFill>
                            <a:schemeClr val="tx1"/>
                          </a:solidFill>
                          <a:latin typeface="Comic Sans MS" panose="030F0702030302020204" pitchFamily="66" charset="0"/>
                        </a:defRPr>
                      </a:lvl5pPr>
                      <a:lvl6pPr fontAlgn="base">
                        <a:spcBef>
                          <a:spcPct val="20000"/>
                        </a:spcBef>
                        <a:spcAft>
                          <a:spcPct val="0"/>
                        </a:spcAft>
                        <a:defRPr>
                          <a:solidFill>
                            <a:schemeClr val="tx1"/>
                          </a:solidFill>
                          <a:latin typeface="Comic Sans MS" panose="030F0702030302020204" pitchFamily="66" charset="0"/>
                        </a:defRPr>
                      </a:lvl6pPr>
                      <a:lvl7pPr fontAlgn="base">
                        <a:spcBef>
                          <a:spcPct val="20000"/>
                        </a:spcBef>
                        <a:spcAft>
                          <a:spcPct val="0"/>
                        </a:spcAft>
                        <a:defRPr>
                          <a:solidFill>
                            <a:schemeClr val="tx1"/>
                          </a:solidFill>
                          <a:latin typeface="Comic Sans MS" panose="030F0702030302020204" pitchFamily="66" charset="0"/>
                        </a:defRPr>
                      </a:lvl7pPr>
                      <a:lvl8pPr fontAlgn="base">
                        <a:spcBef>
                          <a:spcPct val="20000"/>
                        </a:spcBef>
                        <a:spcAft>
                          <a:spcPct val="0"/>
                        </a:spcAft>
                        <a:defRPr>
                          <a:solidFill>
                            <a:schemeClr val="tx1"/>
                          </a:solidFill>
                          <a:latin typeface="Comic Sans MS" panose="030F0702030302020204" pitchFamily="66" charset="0"/>
                        </a:defRPr>
                      </a:lvl8pPr>
                      <a:lvl9pPr fontAlgn="base">
                        <a:spcBef>
                          <a:spcPct val="20000"/>
                        </a:spcBef>
                        <a:spcAft>
                          <a:spcPct val="0"/>
                        </a:spcAft>
                        <a:defRPr>
                          <a:solidFill>
                            <a:schemeClr val="tx1"/>
                          </a:solidFill>
                          <a:latin typeface="Comic Sans MS" panose="030F0702030302020204" pitchFamily="66"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AU" altLang="en-US" sz="2000" b="0" i="0" u="none" strike="noStrike" cap="none" normalizeH="0" baseline="0">
                          <a:ln>
                            <a:noFill/>
                          </a:ln>
                          <a:solidFill>
                            <a:schemeClr val="tx1"/>
                          </a:solidFill>
                          <a:effectLst/>
                          <a:latin typeface="Comic Sans MS" panose="030F0702030302020204" pitchFamily="66" charset="0"/>
                        </a:rPr>
                        <a:t>Initial Velocity (u)</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Comic Sans MS" panose="030F0702030302020204" pitchFamily="66" charset="0"/>
                        </a:defRPr>
                      </a:lvl1pPr>
                      <a:lvl2pPr>
                        <a:spcBef>
                          <a:spcPct val="20000"/>
                        </a:spcBef>
                        <a:defRPr sz="2400">
                          <a:solidFill>
                            <a:schemeClr val="tx1"/>
                          </a:solidFill>
                          <a:latin typeface="Comic Sans MS" panose="030F0702030302020204" pitchFamily="66" charset="0"/>
                        </a:defRPr>
                      </a:lvl2pPr>
                      <a:lvl3pPr>
                        <a:spcBef>
                          <a:spcPct val="20000"/>
                        </a:spcBef>
                        <a:defRPr sz="2000">
                          <a:solidFill>
                            <a:schemeClr val="tx1"/>
                          </a:solidFill>
                          <a:latin typeface="Comic Sans MS" panose="030F0702030302020204" pitchFamily="66" charset="0"/>
                        </a:defRPr>
                      </a:lvl3pPr>
                      <a:lvl4pPr>
                        <a:spcBef>
                          <a:spcPct val="20000"/>
                        </a:spcBef>
                        <a:defRPr>
                          <a:solidFill>
                            <a:schemeClr val="tx1"/>
                          </a:solidFill>
                          <a:latin typeface="Comic Sans MS" panose="030F0702030302020204" pitchFamily="66" charset="0"/>
                        </a:defRPr>
                      </a:lvl4pPr>
                      <a:lvl5pPr>
                        <a:spcBef>
                          <a:spcPct val="20000"/>
                        </a:spcBef>
                        <a:defRPr>
                          <a:solidFill>
                            <a:schemeClr val="tx1"/>
                          </a:solidFill>
                          <a:latin typeface="Comic Sans MS" panose="030F0702030302020204" pitchFamily="66" charset="0"/>
                        </a:defRPr>
                      </a:lvl5pPr>
                      <a:lvl6pPr fontAlgn="base">
                        <a:spcBef>
                          <a:spcPct val="20000"/>
                        </a:spcBef>
                        <a:spcAft>
                          <a:spcPct val="0"/>
                        </a:spcAft>
                        <a:defRPr>
                          <a:solidFill>
                            <a:schemeClr val="tx1"/>
                          </a:solidFill>
                          <a:latin typeface="Comic Sans MS" panose="030F0702030302020204" pitchFamily="66" charset="0"/>
                        </a:defRPr>
                      </a:lvl6pPr>
                      <a:lvl7pPr fontAlgn="base">
                        <a:spcBef>
                          <a:spcPct val="20000"/>
                        </a:spcBef>
                        <a:spcAft>
                          <a:spcPct val="0"/>
                        </a:spcAft>
                        <a:defRPr>
                          <a:solidFill>
                            <a:schemeClr val="tx1"/>
                          </a:solidFill>
                          <a:latin typeface="Comic Sans MS" panose="030F0702030302020204" pitchFamily="66" charset="0"/>
                        </a:defRPr>
                      </a:lvl7pPr>
                      <a:lvl8pPr fontAlgn="base">
                        <a:spcBef>
                          <a:spcPct val="20000"/>
                        </a:spcBef>
                        <a:spcAft>
                          <a:spcPct val="0"/>
                        </a:spcAft>
                        <a:defRPr>
                          <a:solidFill>
                            <a:schemeClr val="tx1"/>
                          </a:solidFill>
                          <a:latin typeface="Comic Sans MS" panose="030F0702030302020204" pitchFamily="66" charset="0"/>
                        </a:defRPr>
                      </a:lvl8pPr>
                      <a:lvl9pPr fontAlgn="base">
                        <a:spcBef>
                          <a:spcPct val="20000"/>
                        </a:spcBef>
                        <a:spcAft>
                          <a:spcPct val="0"/>
                        </a:spcAft>
                        <a:defRPr>
                          <a:solidFill>
                            <a:schemeClr val="tx1"/>
                          </a:solidFill>
                          <a:latin typeface="Comic Sans MS" panose="030F0702030302020204" pitchFamily="66"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altLang="en-US" sz="2000" b="0" i="0" u="none" strike="noStrike" cap="none" normalizeH="0" baseline="0">
                        <a:ln>
                          <a:noFill/>
                        </a:ln>
                        <a:solidFill>
                          <a:schemeClr val="tx1"/>
                        </a:solidFill>
                        <a:effectLst/>
                        <a:latin typeface="Comic Sans MS" panose="030F0702030302020204" pitchFamily="66"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rowSpan="2">
                  <a:txBody>
                    <a:bodyPr/>
                    <a:lstStyle>
                      <a:lvl1pPr>
                        <a:spcBef>
                          <a:spcPct val="20000"/>
                        </a:spcBef>
                        <a:defRPr sz="2800">
                          <a:solidFill>
                            <a:schemeClr val="tx1"/>
                          </a:solidFill>
                          <a:latin typeface="Comic Sans MS" panose="030F0702030302020204" pitchFamily="66" charset="0"/>
                        </a:defRPr>
                      </a:lvl1pPr>
                      <a:lvl2pPr>
                        <a:spcBef>
                          <a:spcPct val="20000"/>
                        </a:spcBef>
                        <a:defRPr sz="2400">
                          <a:solidFill>
                            <a:schemeClr val="tx1"/>
                          </a:solidFill>
                          <a:latin typeface="Comic Sans MS" panose="030F0702030302020204" pitchFamily="66" charset="0"/>
                        </a:defRPr>
                      </a:lvl2pPr>
                      <a:lvl3pPr>
                        <a:spcBef>
                          <a:spcPct val="20000"/>
                        </a:spcBef>
                        <a:defRPr sz="2000">
                          <a:solidFill>
                            <a:schemeClr val="tx1"/>
                          </a:solidFill>
                          <a:latin typeface="Comic Sans MS" panose="030F0702030302020204" pitchFamily="66" charset="0"/>
                        </a:defRPr>
                      </a:lvl3pPr>
                      <a:lvl4pPr>
                        <a:spcBef>
                          <a:spcPct val="20000"/>
                        </a:spcBef>
                        <a:defRPr>
                          <a:solidFill>
                            <a:schemeClr val="tx1"/>
                          </a:solidFill>
                          <a:latin typeface="Comic Sans MS" panose="030F0702030302020204" pitchFamily="66" charset="0"/>
                        </a:defRPr>
                      </a:lvl4pPr>
                      <a:lvl5pPr>
                        <a:spcBef>
                          <a:spcPct val="20000"/>
                        </a:spcBef>
                        <a:defRPr>
                          <a:solidFill>
                            <a:schemeClr val="tx1"/>
                          </a:solidFill>
                          <a:latin typeface="Comic Sans MS" panose="030F0702030302020204" pitchFamily="66" charset="0"/>
                        </a:defRPr>
                      </a:lvl5pPr>
                      <a:lvl6pPr fontAlgn="base">
                        <a:spcBef>
                          <a:spcPct val="20000"/>
                        </a:spcBef>
                        <a:spcAft>
                          <a:spcPct val="0"/>
                        </a:spcAft>
                        <a:defRPr>
                          <a:solidFill>
                            <a:schemeClr val="tx1"/>
                          </a:solidFill>
                          <a:latin typeface="Comic Sans MS" panose="030F0702030302020204" pitchFamily="66" charset="0"/>
                        </a:defRPr>
                      </a:lvl6pPr>
                      <a:lvl7pPr fontAlgn="base">
                        <a:spcBef>
                          <a:spcPct val="20000"/>
                        </a:spcBef>
                        <a:spcAft>
                          <a:spcPct val="0"/>
                        </a:spcAft>
                        <a:defRPr>
                          <a:solidFill>
                            <a:schemeClr val="tx1"/>
                          </a:solidFill>
                          <a:latin typeface="Comic Sans MS" panose="030F0702030302020204" pitchFamily="66" charset="0"/>
                        </a:defRPr>
                      </a:lvl7pPr>
                      <a:lvl8pPr fontAlgn="base">
                        <a:spcBef>
                          <a:spcPct val="20000"/>
                        </a:spcBef>
                        <a:spcAft>
                          <a:spcPct val="0"/>
                        </a:spcAft>
                        <a:defRPr>
                          <a:solidFill>
                            <a:schemeClr val="tx1"/>
                          </a:solidFill>
                          <a:latin typeface="Comic Sans MS" panose="030F0702030302020204" pitchFamily="66" charset="0"/>
                        </a:defRPr>
                      </a:lvl8pPr>
                      <a:lvl9pPr fontAlgn="base">
                        <a:spcBef>
                          <a:spcPct val="20000"/>
                        </a:spcBef>
                        <a:spcAft>
                          <a:spcPct val="0"/>
                        </a:spcAft>
                        <a:defRPr>
                          <a:solidFill>
                            <a:schemeClr val="tx1"/>
                          </a:solidFill>
                          <a:latin typeface="Comic Sans MS" panose="030F0702030302020204" pitchFamily="66"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altLang="en-US" sz="2000" b="0" i="0" u="none" strike="noStrike" cap="none" normalizeH="0" baseline="0">
                        <a:ln>
                          <a:noFill/>
                        </a:ln>
                        <a:solidFill>
                          <a:schemeClr val="tx1"/>
                        </a:solidFill>
                        <a:effectLst/>
                        <a:latin typeface="Comic Sans MS" panose="030F0702030302020204" pitchFamily="66" charset="0"/>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468549304"/>
                  </a:ext>
                </a:extLst>
              </a:tr>
              <a:tr h="541338">
                <a:tc>
                  <a:txBody>
                    <a:bodyPr/>
                    <a:lstStyle>
                      <a:lvl1pPr>
                        <a:spcBef>
                          <a:spcPct val="20000"/>
                        </a:spcBef>
                        <a:defRPr sz="2800">
                          <a:solidFill>
                            <a:schemeClr val="tx1"/>
                          </a:solidFill>
                          <a:latin typeface="Comic Sans MS" panose="030F0702030302020204" pitchFamily="66" charset="0"/>
                        </a:defRPr>
                      </a:lvl1pPr>
                      <a:lvl2pPr>
                        <a:spcBef>
                          <a:spcPct val="20000"/>
                        </a:spcBef>
                        <a:defRPr sz="2400">
                          <a:solidFill>
                            <a:schemeClr val="tx1"/>
                          </a:solidFill>
                          <a:latin typeface="Comic Sans MS" panose="030F0702030302020204" pitchFamily="66" charset="0"/>
                        </a:defRPr>
                      </a:lvl2pPr>
                      <a:lvl3pPr>
                        <a:spcBef>
                          <a:spcPct val="20000"/>
                        </a:spcBef>
                        <a:defRPr sz="2000">
                          <a:solidFill>
                            <a:schemeClr val="tx1"/>
                          </a:solidFill>
                          <a:latin typeface="Comic Sans MS" panose="030F0702030302020204" pitchFamily="66" charset="0"/>
                        </a:defRPr>
                      </a:lvl3pPr>
                      <a:lvl4pPr>
                        <a:spcBef>
                          <a:spcPct val="20000"/>
                        </a:spcBef>
                        <a:defRPr>
                          <a:solidFill>
                            <a:schemeClr val="tx1"/>
                          </a:solidFill>
                          <a:latin typeface="Comic Sans MS" panose="030F0702030302020204" pitchFamily="66" charset="0"/>
                        </a:defRPr>
                      </a:lvl4pPr>
                      <a:lvl5pPr>
                        <a:spcBef>
                          <a:spcPct val="20000"/>
                        </a:spcBef>
                        <a:defRPr>
                          <a:solidFill>
                            <a:schemeClr val="tx1"/>
                          </a:solidFill>
                          <a:latin typeface="Comic Sans MS" panose="030F0702030302020204" pitchFamily="66" charset="0"/>
                        </a:defRPr>
                      </a:lvl5pPr>
                      <a:lvl6pPr fontAlgn="base">
                        <a:spcBef>
                          <a:spcPct val="20000"/>
                        </a:spcBef>
                        <a:spcAft>
                          <a:spcPct val="0"/>
                        </a:spcAft>
                        <a:defRPr>
                          <a:solidFill>
                            <a:schemeClr val="tx1"/>
                          </a:solidFill>
                          <a:latin typeface="Comic Sans MS" panose="030F0702030302020204" pitchFamily="66" charset="0"/>
                        </a:defRPr>
                      </a:lvl6pPr>
                      <a:lvl7pPr fontAlgn="base">
                        <a:spcBef>
                          <a:spcPct val="20000"/>
                        </a:spcBef>
                        <a:spcAft>
                          <a:spcPct val="0"/>
                        </a:spcAft>
                        <a:defRPr>
                          <a:solidFill>
                            <a:schemeClr val="tx1"/>
                          </a:solidFill>
                          <a:latin typeface="Comic Sans MS" panose="030F0702030302020204" pitchFamily="66" charset="0"/>
                        </a:defRPr>
                      </a:lvl7pPr>
                      <a:lvl8pPr fontAlgn="base">
                        <a:spcBef>
                          <a:spcPct val="20000"/>
                        </a:spcBef>
                        <a:spcAft>
                          <a:spcPct val="0"/>
                        </a:spcAft>
                        <a:defRPr>
                          <a:solidFill>
                            <a:schemeClr val="tx1"/>
                          </a:solidFill>
                          <a:latin typeface="Comic Sans MS" panose="030F0702030302020204" pitchFamily="66" charset="0"/>
                        </a:defRPr>
                      </a:lvl8pPr>
                      <a:lvl9pPr fontAlgn="base">
                        <a:spcBef>
                          <a:spcPct val="20000"/>
                        </a:spcBef>
                        <a:spcAft>
                          <a:spcPct val="0"/>
                        </a:spcAft>
                        <a:defRPr>
                          <a:solidFill>
                            <a:schemeClr val="tx1"/>
                          </a:solidFill>
                          <a:latin typeface="Comic Sans MS" panose="030F0702030302020204" pitchFamily="66"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AU" altLang="en-US" sz="2000" b="0" i="0" u="none" strike="noStrike" cap="none" normalizeH="0" baseline="0">
                          <a:ln>
                            <a:noFill/>
                          </a:ln>
                          <a:solidFill>
                            <a:schemeClr val="tx1"/>
                          </a:solidFill>
                          <a:effectLst/>
                          <a:latin typeface="Comic Sans MS" panose="030F0702030302020204" pitchFamily="66" charset="0"/>
                        </a:rPr>
                        <a:t>Final velocity (v)</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Comic Sans MS" panose="030F0702030302020204" pitchFamily="66" charset="0"/>
                        </a:defRPr>
                      </a:lvl1pPr>
                      <a:lvl2pPr>
                        <a:spcBef>
                          <a:spcPct val="20000"/>
                        </a:spcBef>
                        <a:defRPr sz="2400">
                          <a:solidFill>
                            <a:schemeClr val="tx1"/>
                          </a:solidFill>
                          <a:latin typeface="Comic Sans MS" panose="030F0702030302020204" pitchFamily="66" charset="0"/>
                        </a:defRPr>
                      </a:lvl2pPr>
                      <a:lvl3pPr>
                        <a:spcBef>
                          <a:spcPct val="20000"/>
                        </a:spcBef>
                        <a:defRPr sz="2000">
                          <a:solidFill>
                            <a:schemeClr val="tx1"/>
                          </a:solidFill>
                          <a:latin typeface="Comic Sans MS" panose="030F0702030302020204" pitchFamily="66" charset="0"/>
                        </a:defRPr>
                      </a:lvl3pPr>
                      <a:lvl4pPr>
                        <a:spcBef>
                          <a:spcPct val="20000"/>
                        </a:spcBef>
                        <a:defRPr>
                          <a:solidFill>
                            <a:schemeClr val="tx1"/>
                          </a:solidFill>
                          <a:latin typeface="Comic Sans MS" panose="030F0702030302020204" pitchFamily="66" charset="0"/>
                        </a:defRPr>
                      </a:lvl4pPr>
                      <a:lvl5pPr>
                        <a:spcBef>
                          <a:spcPct val="20000"/>
                        </a:spcBef>
                        <a:defRPr>
                          <a:solidFill>
                            <a:schemeClr val="tx1"/>
                          </a:solidFill>
                          <a:latin typeface="Comic Sans MS" panose="030F0702030302020204" pitchFamily="66" charset="0"/>
                        </a:defRPr>
                      </a:lvl5pPr>
                      <a:lvl6pPr fontAlgn="base">
                        <a:spcBef>
                          <a:spcPct val="20000"/>
                        </a:spcBef>
                        <a:spcAft>
                          <a:spcPct val="0"/>
                        </a:spcAft>
                        <a:defRPr>
                          <a:solidFill>
                            <a:schemeClr val="tx1"/>
                          </a:solidFill>
                          <a:latin typeface="Comic Sans MS" panose="030F0702030302020204" pitchFamily="66" charset="0"/>
                        </a:defRPr>
                      </a:lvl6pPr>
                      <a:lvl7pPr fontAlgn="base">
                        <a:spcBef>
                          <a:spcPct val="20000"/>
                        </a:spcBef>
                        <a:spcAft>
                          <a:spcPct val="0"/>
                        </a:spcAft>
                        <a:defRPr>
                          <a:solidFill>
                            <a:schemeClr val="tx1"/>
                          </a:solidFill>
                          <a:latin typeface="Comic Sans MS" panose="030F0702030302020204" pitchFamily="66" charset="0"/>
                        </a:defRPr>
                      </a:lvl7pPr>
                      <a:lvl8pPr fontAlgn="base">
                        <a:spcBef>
                          <a:spcPct val="20000"/>
                        </a:spcBef>
                        <a:spcAft>
                          <a:spcPct val="0"/>
                        </a:spcAft>
                        <a:defRPr>
                          <a:solidFill>
                            <a:schemeClr val="tx1"/>
                          </a:solidFill>
                          <a:latin typeface="Comic Sans MS" panose="030F0702030302020204" pitchFamily="66" charset="0"/>
                        </a:defRPr>
                      </a:lvl8pPr>
                      <a:lvl9pPr fontAlgn="base">
                        <a:spcBef>
                          <a:spcPct val="20000"/>
                        </a:spcBef>
                        <a:spcAft>
                          <a:spcPct val="0"/>
                        </a:spcAft>
                        <a:defRPr>
                          <a:solidFill>
                            <a:schemeClr val="tx1"/>
                          </a:solidFill>
                          <a:latin typeface="Comic Sans MS" panose="030F0702030302020204" pitchFamily="66"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altLang="en-US" sz="2000" b="0" i="0" u="none" strike="noStrike" cap="none" normalizeH="0" baseline="0">
                        <a:ln>
                          <a:noFill/>
                        </a:ln>
                        <a:solidFill>
                          <a:schemeClr val="tx1"/>
                        </a:solidFill>
                        <a:effectLst/>
                        <a:latin typeface="Comic Sans MS" panose="030F0702030302020204" pitchFamily="66"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vMerge="1">
                  <a:txBody>
                    <a:bodyPr/>
                    <a:lstStyle/>
                    <a:p>
                      <a:endParaRPr lang="en-AU"/>
                    </a:p>
                  </a:txBody>
                  <a:tcPr/>
                </a:tc>
                <a:extLst>
                  <a:ext uri="{0D108BD9-81ED-4DB2-BD59-A6C34878D82A}">
                    <a16:rowId xmlns:a16="http://schemas.microsoft.com/office/drawing/2014/main" val="2448684666"/>
                  </a:ext>
                </a:extLst>
              </a:tr>
              <a:tr h="542925">
                <a:tc>
                  <a:txBody>
                    <a:bodyPr/>
                    <a:lstStyle>
                      <a:lvl1pPr>
                        <a:spcBef>
                          <a:spcPct val="20000"/>
                        </a:spcBef>
                        <a:defRPr sz="2800">
                          <a:solidFill>
                            <a:schemeClr val="tx1"/>
                          </a:solidFill>
                          <a:latin typeface="Comic Sans MS" panose="030F0702030302020204" pitchFamily="66" charset="0"/>
                        </a:defRPr>
                      </a:lvl1pPr>
                      <a:lvl2pPr>
                        <a:spcBef>
                          <a:spcPct val="20000"/>
                        </a:spcBef>
                        <a:defRPr sz="2400">
                          <a:solidFill>
                            <a:schemeClr val="tx1"/>
                          </a:solidFill>
                          <a:latin typeface="Comic Sans MS" panose="030F0702030302020204" pitchFamily="66" charset="0"/>
                        </a:defRPr>
                      </a:lvl2pPr>
                      <a:lvl3pPr>
                        <a:spcBef>
                          <a:spcPct val="20000"/>
                        </a:spcBef>
                        <a:defRPr sz="2000">
                          <a:solidFill>
                            <a:schemeClr val="tx1"/>
                          </a:solidFill>
                          <a:latin typeface="Comic Sans MS" panose="030F0702030302020204" pitchFamily="66" charset="0"/>
                        </a:defRPr>
                      </a:lvl3pPr>
                      <a:lvl4pPr>
                        <a:spcBef>
                          <a:spcPct val="20000"/>
                        </a:spcBef>
                        <a:defRPr>
                          <a:solidFill>
                            <a:schemeClr val="tx1"/>
                          </a:solidFill>
                          <a:latin typeface="Comic Sans MS" panose="030F0702030302020204" pitchFamily="66" charset="0"/>
                        </a:defRPr>
                      </a:lvl4pPr>
                      <a:lvl5pPr>
                        <a:spcBef>
                          <a:spcPct val="20000"/>
                        </a:spcBef>
                        <a:defRPr>
                          <a:solidFill>
                            <a:schemeClr val="tx1"/>
                          </a:solidFill>
                          <a:latin typeface="Comic Sans MS" panose="030F0702030302020204" pitchFamily="66" charset="0"/>
                        </a:defRPr>
                      </a:lvl5pPr>
                      <a:lvl6pPr fontAlgn="base">
                        <a:spcBef>
                          <a:spcPct val="20000"/>
                        </a:spcBef>
                        <a:spcAft>
                          <a:spcPct val="0"/>
                        </a:spcAft>
                        <a:defRPr>
                          <a:solidFill>
                            <a:schemeClr val="tx1"/>
                          </a:solidFill>
                          <a:latin typeface="Comic Sans MS" panose="030F0702030302020204" pitchFamily="66" charset="0"/>
                        </a:defRPr>
                      </a:lvl6pPr>
                      <a:lvl7pPr fontAlgn="base">
                        <a:spcBef>
                          <a:spcPct val="20000"/>
                        </a:spcBef>
                        <a:spcAft>
                          <a:spcPct val="0"/>
                        </a:spcAft>
                        <a:defRPr>
                          <a:solidFill>
                            <a:schemeClr val="tx1"/>
                          </a:solidFill>
                          <a:latin typeface="Comic Sans MS" panose="030F0702030302020204" pitchFamily="66" charset="0"/>
                        </a:defRPr>
                      </a:lvl7pPr>
                      <a:lvl8pPr fontAlgn="base">
                        <a:spcBef>
                          <a:spcPct val="20000"/>
                        </a:spcBef>
                        <a:spcAft>
                          <a:spcPct val="0"/>
                        </a:spcAft>
                        <a:defRPr>
                          <a:solidFill>
                            <a:schemeClr val="tx1"/>
                          </a:solidFill>
                          <a:latin typeface="Comic Sans MS" panose="030F0702030302020204" pitchFamily="66" charset="0"/>
                        </a:defRPr>
                      </a:lvl8pPr>
                      <a:lvl9pPr fontAlgn="base">
                        <a:spcBef>
                          <a:spcPct val="20000"/>
                        </a:spcBef>
                        <a:spcAft>
                          <a:spcPct val="0"/>
                        </a:spcAft>
                        <a:defRPr>
                          <a:solidFill>
                            <a:schemeClr val="tx1"/>
                          </a:solidFill>
                          <a:latin typeface="Comic Sans MS" panose="030F0702030302020204" pitchFamily="66"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AU" altLang="en-US" sz="2000" b="0" i="0" u="none" strike="noStrike" cap="none" normalizeH="0" baseline="0">
                          <a:ln>
                            <a:noFill/>
                          </a:ln>
                          <a:solidFill>
                            <a:schemeClr val="tx1"/>
                          </a:solidFill>
                          <a:effectLst/>
                          <a:latin typeface="Comic Sans MS" panose="030F0702030302020204" pitchFamily="66" charset="0"/>
                        </a:rPr>
                        <a:t>Displacement (s)</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Comic Sans MS" panose="030F0702030302020204" pitchFamily="66" charset="0"/>
                        </a:defRPr>
                      </a:lvl1pPr>
                      <a:lvl2pPr>
                        <a:spcBef>
                          <a:spcPct val="20000"/>
                        </a:spcBef>
                        <a:defRPr sz="2400">
                          <a:solidFill>
                            <a:schemeClr val="tx1"/>
                          </a:solidFill>
                          <a:latin typeface="Comic Sans MS" panose="030F0702030302020204" pitchFamily="66" charset="0"/>
                        </a:defRPr>
                      </a:lvl2pPr>
                      <a:lvl3pPr>
                        <a:spcBef>
                          <a:spcPct val="20000"/>
                        </a:spcBef>
                        <a:defRPr sz="2000">
                          <a:solidFill>
                            <a:schemeClr val="tx1"/>
                          </a:solidFill>
                          <a:latin typeface="Comic Sans MS" panose="030F0702030302020204" pitchFamily="66" charset="0"/>
                        </a:defRPr>
                      </a:lvl3pPr>
                      <a:lvl4pPr>
                        <a:spcBef>
                          <a:spcPct val="20000"/>
                        </a:spcBef>
                        <a:defRPr>
                          <a:solidFill>
                            <a:schemeClr val="tx1"/>
                          </a:solidFill>
                          <a:latin typeface="Comic Sans MS" panose="030F0702030302020204" pitchFamily="66" charset="0"/>
                        </a:defRPr>
                      </a:lvl4pPr>
                      <a:lvl5pPr>
                        <a:spcBef>
                          <a:spcPct val="20000"/>
                        </a:spcBef>
                        <a:defRPr>
                          <a:solidFill>
                            <a:schemeClr val="tx1"/>
                          </a:solidFill>
                          <a:latin typeface="Comic Sans MS" panose="030F0702030302020204" pitchFamily="66" charset="0"/>
                        </a:defRPr>
                      </a:lvl5pPr>
                      <a:lvl6pPr fontAlgn="base">
                        <a:spcBef>
                          <a:spcPct val="20000"/>
                        </a:spcBef>
                        <a:spcAft>
                          <a:spcPct val="0"/>
                        </a:spcAft>
                        <a:defRPr>
                          <a:solidFill>
                            <a:schemeClr val="tx1"/>
                          </a:solidFill>
                          <a:latin typeface="Comic Sans MS" panose="030F0702030302020204" pitchFamily="66" charset="0"/>
                        </a:defRPr>
                      </a:lvl6pPr>
                      <a:lvl7pPr fontAlgn="base">
                        <a:spcBef>
                          <a:spcPct val="20000"/>
                        </a:spcBef>
                        <a:spcAft>
                          <a:spcPct val="0"/>
                        </a:spcAft>
                        <a:defRPr>
                          <a:solidFill>
                            <a:schemeClr val="tx1"/>
                          </a:solidFill>
                          <a:latin typeface="Comic Sans MS" panose="030F0702030302020204" pitchFamily="66" charset="0"/>
                        </a:defRPr>
                      </a:lvl7pPr>
                      <a:lvl8pPr fontAlgn="base">
                        <a:spcBef>
                          <a:spcPct val="20000"/>
                        </a:spcBef>
                        <a:spcAft>
                          <a:spcPct val="0"/>
                        </a:spcAft>
                        <a:defRPr>
                          <a:solidFill>
                            <a:schemeClr val="tx1"/>
                          </a:solidFill>
                          <a:latin typeface="Comic Sans MS" panose="030F0702030302020204" pitchFamily="66" charset="0"/>
                        </a:defRPr>
                      </a:lvl8pPr>
                      <a:lvl9pPr fontAlgn="base">
                        <a:spcBef>
                          <a:spcPct val="20000"/>
                        </a:spcBef>
                        <a:spcAft>
                          <a:spcPct val="0"/>
                        </a:spcAft>
                        <a:defRPr>
                          <a:solidFill>
                            <a:schemeClr val="tx1"/>
                          </a:solidFill>
                          <a:latin typeface="Comic Sans MS" panose="030F0702030302020204" pitchFamily="66"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altLang="en-US" sz="2000" b="0" i="0" u="none" strike="noStrike" cap="none" normalizeH="0" baseline="0">
                        <a:ln>
                          <a:noFill/>
                        </a:ln>
                        <a:solidFill>
                          <a:schemeClr val="tx1"/>
                        </a:solidFill>
                        <a:effectLst/>
                        <a:latin typeface="Comic Sans MS" panose="030F0702030302020204" pitchFamily="66"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Comic Sans MS" panose="030F0702030302020204" pitchFamily="66" charset="0"/>
                        </a:defRPr>
                      </a:lvl1pPr>
                      <a:lvl2pPr>
                        <a:spcBef>
                          <a:spcPct val="20000"/>
                        </a:spcBef>
                        <a:defRPr sz="2400">
                          <a:solidFill>
                            <a:schemeClr val="tx1"/>
                          </a:solidFill>
                          <a:latin typeface="Comic Sans MS" panose="030F0702030302020204" pitchFamily="66" charset="0"/>
                        </a:defRPr>
                      </a:lvl2pPr>
                      <a:lvl3pPr>
                        <a:spcBef>
                          <a:spcPct val="20000"/>
                        </a:spcBef>
                        <a:defRPr sz="2000">
                          <a:solidFill>
                            <a:schemeClr val="tx1"/>
                          </a:solidFill>
                          <a:latin typeface="Comic Sans MS" panose="030F0702030302020204" pitchFamily="66" charset="0"/>
                        </a:defRPr>
                      </a:lvl3pPr>
                      <a:lvl4pPr>
                        <a:spcBef>
                          <a:spcPct val="20000"/>
                        </a:spcBef>
                        <a:defRPr>
                          <a:solidFill>
                            <a:schemeClr val="tx1"/>
                          </a:solidFill>
                          <a:latin typeface="Comic Sans MS" panose="030F0702030302020204" pitchFamily="66" charset="0"/>
                        </a:defRPr>
                      </a:lvl4pPr>
                      <a:lvl5pPr>
                        <a:spcBef>
                          <a:spcPct val="20000"/>
                        </a:spcBef>
                        <a:defRPr>
                          <a:solidFill>
                            <a:schemeClr val="tx1"/>
                          </a:solidFill>
                          <a:latin typeface="Comic Sans MS" panose="030F0702030302020204" pitchFamily="66" charset="0"/>
                        </a:defRPr>
                      </a:lvl5pPr>
                      <a:lvl6pPr fontAlgn="base">
                        <a:spcBef>
                          <a:spcPct val="20000"/>
                        </a:spcBef>
                        <a:spcAft>
                          <a:spcPct val="0"/>
                        </a:spcAft>
                        <a:defRPr>
                          <a:solidFill>
                            <a:schemeClr val="tx1"/>
                          </a:solidFill>
                          <a:latin typeface="Comic Sans MS" panose="030F0702030302020204" pitchFamily="66" charset="0"/>
                        </a:defRPr>
                      </a:lvl6pPr>
                      <a:lvl7pPr fontAlgn="base">
                        <a:spcBef>
                          <a:spcPct val="20000"/>
                        </a:spcBef>
                        <a:spcAft>
                          <a:spcPct val="0"/>
                        </a:spcAft>
                        <a:defRPr>
                          <a:solidFill>
                            <a:schemeClr val="tx1"/>
                          </a:solidFill>
                          <a:latin typeface="Comic Sans MS" panose="030F0702030302020204" pitchFamily="66" charset="0"/>
                        </a:defRPr>
                      </a:lvl7pPr>
                      <a:lvl8pPr fontAlgn="base">
                        <a:spcBef>
                          <a:spcPct val="20000"/>
                        </a:spcBef>
                        <a:spcAft>
                          <a:spcPct val="0"/>
                        </a:spcAft>
                        <a:defRPr>
                          <a:solidFill>
                            <a:schemeClr val="tx1"/>
                          </a:solidFill>
                          <a:latin typeface="Comic Sans MS" panose="030F0702030302020204" pitchFamily="66" charset="0"/>
                        </a:defRPr>
                      </a:lvl8pPr>
                      <a:lvl9pPr fontAlgn="base">
                        <a:spcBef>
                          <a:spcPct val="20000"/>
                        </a:spcBef>
                        <a:spcAft>
                          <a:spcPct val="0"/>
                        </a:spcAft>
                        <a:defRPr>
                          <a:solidFill>
                            <a:schemeClr val="tx1"/>
                          </a:solidFill>
                          <a:latin typeface="Comic Sans MS" panose="030F0702030302020204" pitchFamily="66"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altLang="en-US" sz="2000" b="0" i="0" u="none" strike="noStrike" cap="none" normalizeH="0" baseline="0">
                        <a:ln>
                          <a:noFill/>
                        </a:ln>
                        <a:solidFill>
                          <a:schemeClr val="tx1"/>
                        </a:solidFill>
                        <a:effectLst/>
                        <a:latin typeface="Comic Sans MS" panose="030F0702030302020204" pitchFamily="66" charset="0"/>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4040941822"/>
                  </a:ext>
                </a:extLst>
              </a:tr>
              <a:tr h="541338">
                <a:tc>
                  <a:txBody>
                    <a:bodyPr/>
                    <a:lstStyle>
                      <a:lvl1pPr>
                        <a:spcBef>
                          <a:spcPct val="20000"/>
                        </a:spcBef>
                        <a:defRPr sz="2800">
                          <a:solidFill>
                            <a:schemeClr val="tx1"/>
                          </a:solidFill>
                          <a:latin typeface="Comic Sans MS" panose="030F0702030302020204" pitchFamily="66" charset="0"/>
                        </a:defRPr>
                      </a:lvl1pPr>
                      <a:lvl2pPr>
                        <a:spcBef>
                          <a:spcPct val="20000"/>
                        </a:spcBef>
                        <a:defRPr sz="2400">
                          <a:solidFill>
                            <a:schemeClr val="tx1"/>
                          </a:solidFill>
                          <a:latin typeface="Comic Sans MS" panose="030F0702030302020204" pitchFamily="66" charset="0"/>
                        </a:defRPr>
                      </a:lvl2pPr>
                      <a:lvl3pPr>
                        <a:spcBef>
                          <a:spcPct val="20000"/>
                        </a:spcBef>
                        <a:defRPr sz="2000">
                          <a:solidFill>
                            <a:schemeClr val="tx1"/>
                          </a:solidFill>
                          <a:latin typeface="Comic Sans MS" panose="030F0702030302020204" pitchFamily="66" charset="0"/>
                        </a:defRPr>
                      </a:lvl3pPr>
                      <a:lvl4pPr>
                        <a:spcBef>
                          <a:spcPct val="20000"/>
                        </a:spcBef>
                        <a:defRPr>
                          <a:solidFill>
                            <a:schemeClr val="tx1"/>
                          </a:solidFill>
                          <a:latin typeface="Comic Sans MS" panose="030F0702030302020204" pitchFamily="66" charset="0"/>
                        </a:defRPr>
                      </a:lvl4pPr>
                      <a:lvl5pPr>
                        <a:spcBef>
                          <a:spcPct val="20000"/>
                        </a:spcBef>
                        <a:defRPr>
                          <a:solidFill>
                            <a:schemeClr val="tx1"/>
                          </a:solidFill>
                          <a:latin typeface="Comic Sans MS" panose="030F0702030302020204" pitchFamily="66" charset="0"/>
                        </a:defRPr>
                      </a:lvl5pPr>
                      <a:lvl6pPr fontAlgn="base">
                        <a:spcBef>
                          <a:spcPct val="20000"/>
                        </a:spcBef>
                        <a:spcAft>
                          <a:spcPct val="0"/>
                        </a:spcAft>
                        <a:defRPr>
                          <a:solidFill>
                            <a:schemeClr val="tx1"/>
                          </a:solidFill>
                          <a:latin typeface="Comic Sans MS" panose="030F0702030302020204" pitchFamily="66" charset="0"/>
                        </a:defRPr>
                      </a:lvl6pPr>
                      <a:lvl7pPr fontAlgn="base">
                        <a:spcBef>
                          <a:spcPct val="20000"/>
                        </a:spcBef>
                        <a:spcAft>
                          <a:spcPct val="0"/>
                        </a:spcAft>
                        <a:defRPr>
                          <a:solidFill>
                            <a:schemeClr val="tx1"/>
                          </a:solidFill>
                          <a:latin typeface="Comic Sans MS" panose="030F0702030302020204" pitchFamily="66" charset="0"/>
                        </a:defRPr>
                      </a:lvl7pPr>
                      <a:lvl8pPr fontAlgn="base">
                        <a:spcBef>
                          <a:spcPct val="20000"/>
                        </a:spcBef>
                        <a:spcAft>
                          <a:spcPct val="0"/>
                        </a:spcAft>
                        <a:defRPr>
                          <a:solidFill>
                            <a:schemeClr val="tx1"/>
                          </a:solidFill>
                          <a:latin typeface="Comic Sans MS" panose="030F0702030302020204" pitchFamily="66" charset="0"/>
                        </a:defRPr>
                      </a:lvl8pPr>
                      <a:lvl9pPr fontAlgn="base">
                        <a:spcBef>
                          <a:spcPct val="20000"/>
                        </a:spcBef>
                        <a:spcAft>
                          <a:spcPct val="0"/>
                        </a:spcAft>
                        <a:defRPr>
                          <a:solidFill>
                            <a:schemeClr val="tx1"/>
                          </a:solidFill>
                          <a:latin typeface="Comic Sans MS" panose="030F0702030302020204" pitchFamily="66"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AU" altLang="en-US" sz="2000" b="0" i="0" u="none" strike="noStrike" cap="none" normalizeH="0" baseline="0">
                          <a:ln>
                            <a:noFill/>
                          </a:ln>
                          <a:solidFill>
                            <a:schemeClr val="tx1"/>
                          </a:solidFill>
                          <a:effectLst/>
                          <a:latin typeface="Comic Sans MS" panose="030F0702030302020204" pitchFamily="66" charset="0"/>
                        </a:rPr>
                        <a:t>Time (t)</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gridSpan="2">
                  <a:txBody>
                    <a:bodyPr/>
                    <a:lstStyle>
                      <a:lvl1pPr>
                        <a:spcBef>
                          <a:spcPct val="20000"/>
                        </a:spcBef>
                        <a:defRPr sz="2800">
                          <a:solidFill>
                            <a:schemeClr val="tx1"/>
                          </a:solidFill>
                          <a:latin typeface="Comic Sans MS" panose="030F0702030302020204" pitchFamily="66" charset="0"/>
                        </a:defRPr>
                      </a:lvl1pPr>
                      <a:lvl2pPr>
                        <a:spcBef>
                          <a:spcPct val="20000"/>
                        </a:spcBef>
                        <a:defRPr sz="2400">
                          <a:solidFill>
                            <a:schemeClr val="tx1"/>
                          </a:solidFill>
                          <a:latin typeface="Comic Sans MS" panose="030F0702030302020204" pitchFamily="66" charset="0"/>
                        </a:defRPr>
                      </a:lvl2pPr>
                      <a:lvl3pPr>
                        <a:spcBef>
                          <a:spcPct val="20000"/>
                        </a:spcBef>
                        <a:defRPr sz="2000">
                          <a:solidFill>
                            <a:schemeClr val="tx1"/>
                          </a:solidFill>
                          <a:latin typeface="Comic Sans MS" panose="030F0702030302020204" pitchFamily="66" charset="0"/>
                        </a:defRPr>
                      </a:lvl3pPr>
                      <a:lvl4pPr>
                        <a:spcBef>
                          <a:spcPct val="20000"/>
                        </a:spcBef>
                        <a:defRPr>
                          <a:solidFill>
                            <a:schemeClr val="tx1"/>
                          </a:solidFill>
                          <a:latin typeface="Comic Sans MS" panose="030F0702030302020204" pitchFamily="66" charset="0"/>
                        </a:defRPr>
                      </a:lvl4pPr>
                      <a:lvl5pPr>
                        <a:spcBef>
                          <a:spcPct val="20000"/>
                        </a:spcBef>
                        <a:defRPr>
                          <a:solidFill>
                            <a:schemeClr val="tx1"/>
                          </a:solidFill>
                          <a:latin typeface="Comic Sans MS" panose="030F0702030302020204" pitchFamily="66" charset="0"/>
                        </a:defRPr>
                      </a:lvl5pPr>
                      <a:lvl6pPr fontAlgn="base">
                        <a:spcBef>
                          <a:spcPct val="20000"/>
                        </a:spcBef>
                        <a:spcAft>
                          <a:spcPct val="0"/>
                        </a:spcAft>
                        <a:defRPr>
                          <a:solidFill>
                            <a:schemeClr val="tx1"/>
                          </a:solidFill>
                          <a:latin typeface="Comic Sans MS" panose="030F0702030302020204" pitchFamily="66" charset="0"/>
                        </a:defRPr>
                      </a:lvl6pPr>
                      <a:lvl7pPr fontAlgn="base">
                        <a:spcBef>
                          <a:spcPct val="20000"/>
                        </a:spcBef>
                        <a:spcAft>
                          <a:spcPct val="0"/>
                        </a:spcAft>
                        <a:defRPr>
                          <a:solidFill>
                            <a:schemeClr val="tx1"/>
                          </a:solidFill>
                          <a:latin typeface="Comic Sans MS" panose="030F0702030302020204" pitchFamily="66" charset="0"/>
                        </a:defRPr>
                      </a:lvl7pPr>
                      <a:lvl8pPr fontAlgn="base">
                        <a:spcBef>
                          <a:spcPct val="20000"/>
                        </a:spcBef>
                        <a:spcAft>
                          <a:spcPct val="0"/>
                        </a:spcAft>
                        <a:defRPr>
                          <a:solidFill>
                            <a:schemeClr val="tx1"/>
                          </a:solidFill>
                          <a:latin typeface="Comic Sans MS" panose="030F0702030302020204" pitchFamily="66" charset="0"/>
                        </a:defRPr>
                      </a:lvl8pPr>
                      <a:lvl9pPr fontAlgn="base">
                        <a:spcBef>
                          <a:spcPct val="20000"/>
                        </a:spcBef>
                        <a:spcAft>
                          <a:spcPct val="0"/>
                        </a:spcAft>
                        <a:defRPr>
                          <a:solidFill>
                            <a:schemeClr val="tx1"/>
                          </a:solidFill>
                          <a:latin typeface="Comic Sans MS" panose="030F0702030302020204" pitchFamily="66"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altLang="en-US" sz="2000" b="0" i="0" u="none" strike="noStrike" cap="none" normalizeH="0" baseline="0">
                        <a:ln>
                          <a:noFill/>
                        </a:ln>
                        <a:solidFill>
                          <a:schemeClr val="tx1"/>
                        </a:solidFill>
                        <a:effectLst/>
                        <a:latin typeface="Comic Sans MS" panose="030F0702030302020204" pitchFamily="66" charset="0"/>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hMerge="1">
                  <a:txBody>
                    <a:bodyPr/>
                    <a:lstStyle/>
                    <a:p>
                      <a:endParaRPr lang="en-AU"/>
                    </a:p>
                  </a:txBody>
                  <a:tcPr/>
                </a:tc>
                <a:extLst>
                  <a:ext uri="{0D108BD9-81ED-4DB2-BD59-A6C34878D82A}">
                    <a16:rowId xmlns:a16="http://schemas.microsoft.com/office/drawing/2014/main" val="1572425751"/>
                  </a:ext>
                </a:extLst>
              </a:tr>
            </a:tbl>
          </a:graphicData>
        </a:graphic>
      </p:graphicFrame>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89442" name="Rectangle 2">
            <a:extLst>
              <a:ext uri="{FF2B5EF4-FFF2-40B4-BE49-F238E27FC236}">
                <a16:creationId xmlns:a16="http://schemas.microsoft.com/office/drawing/2014/main" id="{97A2E678-2D79-4311-7DD8-F098ED8C04EB}"/>
              </a:ext>
            </a:extLst>
          </p:cNvPr>
          <p:cNvSpPr>
            <a:spLocks noGrp="1" noChangeArrowheads="1"/>
          </p:cNvSpPr>
          <p:nvPr>
            <p:ph type="title"/>
          </p:nvPr>
        </p:nvSpPr>
        <p:spPr/>
        <p:txBody>
          <a:bodyPr/>
          <a:lstStyle/>
          <a:p>
            <a:r>
              <a:rPr lang="en-AU" altLang="en-US"/>
              <a:t>A Very Easy Question</a:t>
            </a:r>
          </a:p>
        </p:txBody>
      </p:sp>
      <p:sp>
        <p:nvSpPr>
          <p:cNvPr id="189443" name="Rectangle 3">
            <a:extLst>
              <a:ext uri="{FF2B5EF4-FFF2-40B4-BE49-F238E27FC236}">
                <a16:creationId xmlns:a16="http://schemas.microsoft.com/office/drawing/2014/main" id="{E4403764-69DA-28A4-8EA1-52147447E34A}"/>
              </a:ext>
            </a:extLst>
          </p:cNvPr>
          <p:cNvSpPr>
            <a:spLocks noGrp="1" noChangeArrowheads="1"/>
          </p:cNvSpPr>
          <p:nvPr>
            <p:ph type="body" idx="1"/>
          </p:nvPr>
        </p:nvSpPr>
        <p:spPr/>
        <p:txBody>
          <a:bodyPr/>
          <a:lstStyle/>
          <a:p>
            <a:pPr marL="609600" indent="-609600">
              <a:buFontTx/>
              <a:buNone/>
            </a:pPr>
            <a:r>
              <a:rPr lang="en-AU" altLang="en-US" sz="2800"/>
              <a:t>Brian was practising golf at a driving range.  He was on an elevated tee 6.0m above the fairway and struck a ball so that it left his club with an initial horizontal velocity of 25.0ms</a:t>
            </a:r>
            <a:r>
              <a:rPr lang="en-AU" altLang="en-US" sz="2800" baseline="30000"/>
              <a:t>-1</a:t>
            </a:r>
            <a:r>
              <a:rPr lang="en-AU" altLang="en-US" sz="2800"/>
              <a:t>.</a:t>
            </a:r>
          </a:p>
          <a:p>
            <a:pPr marL="609600" indent="-609600">
              <a:buFontTx/>
              <a:buAutoNum type="alphaLcParenR"/>
            </a:pPr>
            <a:r>
              <a:rPr lang="en-AU" altLang="en-US" sz="2800"/>
              <a:t>How long after the ball leaves the club, will it land on the fairway?</a:t>
            </a:r>
          </a:p>
          <a:p>
            <a:pPr marL="609600" indent="-609600">
              <a:buFontTx/>
              <a:buAutoNum type="alphaLcParenR"/>
            </a:pPr>
            <a:r>
              <a:rPr lang="en-AU" altLang="en-US" sz="2800"/>
              <a:t>What horizontal distance will the ball travel before striking the fairway?</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42" presetClass="entr" presetSubtype="0" fill="hold" nodeType="clickEffect">
                                  <p:stCondLst>
                                    <p:cond delay="0"/>
                                  </p:stCondLst>
                                  <p:childTnLst>
                                    <p:set>
                                      <p:cBhvr>
                                        <p:cTn id="6" dur="1" fill="hold">
                                          <p:stCondLst>
                                            <p:cond delay="0"/>
                                          </p:stCondLst>
                                        </p:cTn>
                                        <p:tgtEl>
                                          <p:spTgt spid="189443">
                                            <p:txEl>
                                              <p:pRg st="0" end="0"/>
                                            </p:txEl>
                                          </p:spTgt>
                                        </p:tgtEl>
                                        <p:attrNameLst>
                                          <p:attrName>style.visibility</p:attrName>
                                        </p:attrNameLst>
                                      </p:cBhvr>
                                      <p:to>
                                        <p:strVal val="visible"/>
                                      </p:to>
                                    </p:set>
                                    <p:animEffect transition="in" filter="fade">
                                      <p:cBhvr>
                                        <p:cTn id="7" dur="1000"/>
                                        <p:tgtEl>
                                          <p:spTgt spid="189443">
                                            <p:txEl>
                                              <p:pRg st="0" end="0"/>
                                            </p:txEl>
                                          </p:spTgt>
                                        </p:tgtEl>
                                      </p:cBhvr>
                                    </p:animEffect>
                                    <p:anim calcmode="lin" valueType="num">
                                      <p:cBhvr>
                                        <p:cTn id="8" dur="1000" fill="hold"/>
                                        <p:tgtEl>
                                          <p:spTgt spid="189443">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189443">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nodeType="clickPar">
                      <p:stCondLst>
                        <p:cond delay="indefinite"/>
                      </p:stCondLst>
                      <p:childTnLst>
                        <p:par>
                          <p:cTn id="11" fill="hold" nodeType="withGroup">
                            <p:stCondLst>
                              <p:cond delay="0"/>
                            </p:stCondLst>
                            <p:childTnLst>
                              <p:par>
                                <p:cTn id="12" presetID="42" presetClass="entr" presetSubtype="0" fill="hold" nodeType="clickEffect">
                                  <p:stCondLst>
                                    <p:cond delay="0"/>
                                  </p:stCondLst>
                                  <p:childTnLst>
                                    <p:set>
                                      <p:cBhvr>
                                        <p:cTn id="13" dur="1" fill="hold">
                                          <p:stCondLst>
                                            <p:cond delay="0"/>
                                          </p:stCondLst>
                                        </p:cTn>
                                        <p:tgtEl>
                                          <p:spTgt spid="189443">
                                            <p:txEl>
                                              <p:pRg st="1" end="1"/>
                                            </p:txEl>
                                          </p:spTgt>
                                        </p:tgtEl>
                                        <p:attrNameLst>
                                          <p:attrName>style.visibility</p:attrName>
                                        </p:attrNameLst>
                                      </p:cBhvr>
                                      <p:to>
                                        <p:strVal val="visible"/>
                                      </p:to>
                                    </p:set>
                                    <p:animEffect transition="in" filter="fade">
                                      <p:cBhvr>
                                        <p:cTn id="14" dur="1000"/>
                                        <p:tgtEl>
                                          <p:spTgt spid="189443">
                                            <p:txEl>
                                              <p:pRg st="1" end="1"/>
                                            </p:txEl>
                                          </p:spTgt>
                                        </p:tgtEl>
                                      </p:cBhvr>
                                    </p:animEffect>
                                    <p:anim calcmode="lin" valueType="num">
                                      <p:cBhvr>
                                        <p:cTn id="15" dur="1000" fill="hold"/>
                                        <p:tgtEl>
                                          <p:spTgt spid="189443">
                                            <p:txEl>
                                              <p:pRg st="1" end="1"/>
                                            </p:txEl>
                                          </p:spTgt>
                                        </p:tgtEl>
                                        <p:attrNameLst>
                                          <p:attrName>ppt_x</p:attrName>
                                        </p:attrNameLst>
                                      </p:cBhvr>
                                      <p:tavLst>
                                        <p:tav tm="0">
                                          <p:val>
                                            <p:strVal val="#ppt_x"/>
                                          </p:val>
                                        </p:tav>
                                        <p:tav tm="100000">
                                          <p:val>
                                            <p:strVal val="#ppt_x"/>
                                          </p:val>
                                        </p:tav>
                                      </p:tavLst>
                                    </p:anim>
                                    <p:anim calcmode="lin" valueType="num">
                                      <p:cBhvr>
                                        <p:cTn id="16" dur="1000" fill="hold"/>
                                        <p:tgtEl>
                                          <p:spTgt spid="189443">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7" fill="hold" nodeType="clickPar">
                      <p:stCondLst>
                        <p:cond delay="indefinite"/>
                      </p:stCondLst>
                      <p:childTnLst>
                        <p:par>
                          <p:cTn id="18" fill="hold" nodeType="withGroup">
                            <p:stCondLst>
                              <p:cond delay="0"/>
                            </p:stCondLst>
                            <p:childTnLst>
                              <p:par>
                                <p:cTn id="19" presetID="42" presetClass="entr" presetSubtype="0" fill="hold" nodeType="clickEffect">
                                  <p:stCondLst>
                                    <p:cond delay="0"/>
                                  </p:stCondLst>
                                  <p:childTnLst>
                                    <p:set>
                                      <p:cBhvr>
                                        <p:cTn id="20" dur="1" fill="hold">
                                          <p:stCondLst>
                                            <p:cond delay="0"/>
                                          </p:stCondLst>
                                        </p:cTn>
                                        <p:tgtEl>
                                          <p:spTgt spid="189443">
                                            <p:txEl>
                                              <p:pRg st="2" end="2"/>
                                            </p:txEl>
                                          </p:spTgt>
                                        </p:tgtEl>
                                        <p:attrNameLst>
                                          <p:attrName>style.visibility</p:attrName>
                                        </p:attrNameLst>
                                      </p:cBhvr>
                                      <p:to>
                                        <p:strVal val="visible"/>
                                      </p:to>
                                    </p:set>
                                    <p:animEffect transition="in" filter="fade">
                                      <p:cBhvr>
                                        <p:cTn id="21" dur="1000"/>
                                        <p:tgtEl>
                                          <p:spTgt spid="189443">
                                            <p:txEl>
                                              <p:pRg st="2" end="2"/>
                                            </p:txEl>
                                          </p:spTgt>
                                        </p:tgtEl>
                                      </p:cBhvr>
                                    </p:animEffect>
                                    <p:anim calcmode="lin" valueType="num">
                                      <p:cBhvr>
                                        <p:cTn id="22" dur="1000" fill="hold"/>
                                        <p:tgtEl>
                                          <p:spTgt spid="189443">
                                            <p:txEl>
                                              <p:pRg st="2" end="2"/>
                                            </p:txEl>
                                          </p:spTgt>
                                        </p:tgtEl>
                                        <p:attrNameLst>
                                          <p:attrName>ppt_x</p:attrName>
                                        </p:attrNameLst>
                                      </p:cBhvr>
                                      <p:tavLst>
                                        <p:tav tm="0">
                                          <p:val>
                                            <p:strVal val="#ppt_x"/>
                                          </p:val>
                                        </p:tav>
                                        <p:tav tm="100000">
                                          <p:val>
                                            <p:strVal val="#ppt_x"/>
                                          </p:val>
                                        </p:tav>
                                      </p:tavLst>
                                    </p:anim>
                                    <p:anim calcmode="lin" valueType="num">
                                      <p:cBhvr>
                                        <p:cTn id="23" dur="1000" fill="hold"/>
                                        <p:tgtEl>
                                          <p:spTgt spid="189443">
                                            <p:txEl>
                                              <p:pRg st="2" end="2"/>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9443" grpId="0" build="p"/>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2514" name="Rectangle 2">
            <a:extLst>
              <a:ext uri="{FF2B5EF4-FFF2-40B4-BE49-F238E27FC236}">
                <a16:creationId xmlns:a16="http://schemas.microsoft.com/office/drawing/2014/main" id="{7F79CEEE-67E2-275F-F589-00A4DDE29A1E}"/>
              </a:ext>
            </a:extLst>
          </p:cNvPr>
          <p:cNvSpPr>
            <a:spLocks noGrp="1" noChangeArrowheads="1"/>
          </p:cNvSpPr>
          <p:nvPr>
            <p:ph type="title"/>
          </p:nvPr>
        </p:nvSpPr>
        <p:spPr/>
        <p:txBody>
          <a:bodyPr/>
          <a:lstStyle/>
          <a:p>
            <a:r>
              <a:rPr lang="en-AU" altLang="en-US"/>
              <a:t>Step 1 – Draw a picture</a:t>
            </a:r>
          </a:p>
        </p:txBody>
      </p:sp>
      <p:sp>
        <p:nvSpPr>
          <p:cNvPr id="192516" name="Line 4">
            <a:extLst>
              <a:ext uri="{FF2B5EF4-FFF2-40B4-BE49-F238E27FC236}">
                <a16:creationId xmlns:a16="http://schemas.microsoft.com/office/drawing/2014/main" id="{2FDBDA9A-8C50-83A8-BD38-4234E0E2E4C4}"/>
              </a:ext>
            </a:extLst>
          </p:cNvPr>
          <p:cNvSpPr>
            <a:spLocks noChangeShapeType="1"/>
          </p:cNvSpPr>
          <p:nvPr/>
        </p:nvSpPr>
        <p:spPr bwMode="auto">
          <a:xfrm>
            <a:off x="1258888" y="3068638"/>
            <a:ext cx="1368425"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AU"/>
          </a:p>
        </p:txBody>
      </p:sp>
      <p:sp>
        <p:nvSpPr>
          <p:cNvPr id="192517" name="Line 5">
            <a:extLst>
              <a:ext uri="{FF2B5EF4-FFF2-40B4-BE49-F238E27FC236}">
                <a16:creationId xmlns:a16="http://schemas.microsoft.com/office/drawing/2014/main" id="{9ACAC52F-4CF6-E0B3-DFED-A2979D29F40F}"/>
              </a:ext>
            </a:extLst>
          </p:cNvPr>
          <p:cNvSpPr>
            <a:spLocks noChangeShapeType="1"/>
          </p:cNvSpPr>
          <p:nvPr/>
        </p:nvSpPr>
        <p:spPr bwMode="auto">
          <a:xfrm>
            <a:off x="2700338" y="4941888"/>
            <a:ext cx="5111750"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AU"/>
          </a:p>
        </p:txBody>
      </p:sp>
      <p:sp>
        <p:nvSpPr>
          <p:cNvPr id="192518" name="Line 6">
            <a:extLst>
              <a:ext uri="{FF2B5EF4-FFF2-40B4-BE49-F238E27FC236}">
                <a16:creationId xmlns:a16="http://schemas.microsoft.com/office/drawing/2014/main" id="{724F7643-88C4-6423-6D2E-19D60C0C3A4B}"/>
              </a:ext>
            </a:extLst>
          </p:cNvPr>
          <p:cNvSpPr>
            <a:spLocks noChangeShapeType="1"/>
          </p:cNvSpPr>
          <p:nvPr/>
        </p:nvSpPr>
        <p:spPr bwMode="auto">
          <a:xfrm>
            <a:off x="2627313" y="3068638"/>
            <a:ext cx="0" cy="1873250"/>
          </a:xfrm>
          <a:prstGeom prst="line">
            <a:avLst/>
          </a:prstGeom>
          <a:noFill/>
          <a:ln w="28575">
            <a:solidFill>
              <a:schemeClr val="tx1"/>
            </a:solidFill>
            <a:round/>
            <a:headEnd type="triangle" w="lg" len="lg"/>
            <a:tailEnd type="triangle"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AU"/>
          </a:p>
        </p:txBody>
      </p:sp>
      <p:sp>
        <p:nvSpPr>
          <p:cNvPr id="192519" name="Oval 7">
            <a:extLst>
              <a:ext uri="{FF2B5EF4-FFF2-40B4-BE49-F238E27FC236}">
                <a16:creationId xmlns:a16="http://schemas.microsoft.com/office/drawing/2014/main" id="{7A27B947-2268-563D-54FC-18C2C63722C2}"/>
              </a:ext>
            </a:extLst>
          </p:cNvPr>
          <p:cNvSpPr>
            <a:spLocks noChangeArrowheads="1"/>
          </p:cNvSpPr>
          <p:nvPr/>
        </p:nvSpPr>
        <p:spPr bwMode="auto">
          <a:xfrm>
            <a:off x="2484438" y="2852738"/>
            <a:ext cx="215900" cy="215900"/>
          </a:xfrm>
          <a:prstGeom prst="ellipse">
            <a:avLst/>
          </a:prstGeom>
          <a:solidFill>
            <a:schemeClr val="hlink"/>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AU"/>
          </a:p>
        </p:txBody>
      </p:sp>
      <p:sp>
        <p:nvSpPr>
          <p:cNvPr id="192520" name="Freeform 8">
            <a:extLst>
              <a:ext uri="{FF2B5EF4-FFF2-40B4-BE49-F238E27FC236}">
                <a16:creationId xmlns:a16="http://schemas.microsoft.com/office/drawing/2014/main" id="{168DBB75-EE6F-D152-4E17-DD3BA9704993}"/>
              </a:ext>
            </a:extLst>
          </p:cNvPr>
          <p:cNvSpPr>
            <a:spLocks/>
          </p:cNvSpPr>
          <p:nvPr/>
        </p:nvSpPr>
        <p:spPr bwMode="auto">
          <a:xfrm>
            <a:off x="2700338" y="2924175"/>
            <a:ext cx="4284662" cy="2041525"/>
          </a:xfrm>
          <a:custGeom>
            <a:avLst/>
            <a:gdLst>
              <a:gd name="T0" fmla="*/ 0 w 2699"/>
              <a:gd name="T1" fmla="*/ 0 h 1286"/>
              <a:gd name="T2" fmla="*/ 544 w 2699"/>
              <a:gd name="T3" fmla="*/ 46 h 1286"/>
              <a:gd name="T4" fmla="*/ 1224 w 2699"/>
              <a:gd name="T5" fmla="*/ 273 h 1286"/>
              <a:gd name="T6" fmla="*/ 1723 w 2699"/>
              <a:gd name="T7" fmla="*/ 545 h 1286"/>
              <a:gd name="T8" fmla="*/ 2268 w 2699"/>
              <a:gd name="T9" fmla="*/ 908 h 1286"/>
              <a:gd name="T10" fmla="*/ 2631 w 2699"/>
              <a:gd name="T11" fmla="*/ 1225 h 1286"/>
              <a:gd name="T12" fmla="*/ 2676 w 2699"/>
              <a:gd name="T13" fmla="*/ 1271 h 1286"/>
            </a:gdLst>
            <a:ahLst/>
            <a:cxnLst>
              <a:cxn ang="0">
                <a:pos x="T0" y="T1"/>
              </a:cxn>
              <a:cxn ang="0">
                <a:pos x="T2" y="T3"/>
              </a:cxn>
              <a:cxn ang="0">
                <a:pos x="T4" y="T5"/>
              </a:cxn>
              <a:cxn ang="0">
                <a:pos x="T6" y="T7"/>
              </a:cxn>
              <a:cxn ang="0">
                <a:pos x="T8" y="T9"/>
              </a:cxn>
              <a:cxn ang="0">
                <a:pos x="T10" y="T11"/>
              </a:cxn>
              <a:cxn ang="0">
                <a:pos x="T12" y="T13"/>
              </a:cxn>
            </a:cxnLst>
            <a:rect l="0" t="0" r="r" b="b"/>
            <a:pathLst>
              <a:path w="2699" h="1286">
                <a:moveTo>
                  <a:pt x="0" y="0"/>
                </a:moveTo>
                <a:cubicBezTo>
                  <a:pt x="170" y="0"/>
                  <a:pt x="340" y="1"/>
                  <a:pt x="544" y="46"/>
                </a:cubicBezTo>
                <a:cubicBezTo>
                  <a:pt x="748" y="91"/>
                  <a:pt x="1028" y="190"/>
                  <a:pt x="1224" y="273"/>
                </a:cubicBezTo>
                <a:cubicBezTo>
                  <a:pt x="1420" y="356"/>
                  <a:pt x="1549" y="439"/>
                  <a:pt x="1723" y="545"/>
                </a:cubicBezTo>
                <a:cubicBezTo>
                  <a:pt x="1897" y="651"/>
                  <a:pt x="2117" y="795"/>
                  <a:pt x="2268" y="908"/>
                </a:cubicBezTo>
                <a:cubicBezTo>
                  <a:pt x="2419" y="1021"/>
                  <a:pt x="2563" y="1164"/>
                  <a:pt x="2631" y="1225"/>
                </a:cubicBezTo>
                <a:cubicBezTo>
                  <a:pt x="2699" y="1286"/>
                  <a:pt x="2687" y="1278"/>
                  <a:pt x="2676" y="1271"/>
                </a:cubicBezTo>
              </a:path>
            </a:pathLst>
          </a:custGeom>
          <a:noFill/>
          <a:ln w="9525" cap="flat">
            <a:solidFill>
              <a:schemeClr val="hlink"/>
            </a:solidFill>
            <a:prstDash val="dash"/>
            <a:round/>
            <a:headEnd/>
            <a:tailEnd/>
          </a:ln>
          <a:effectLst/>
          <a:extLst>
            <a:ext uri="{909E8E84-426E-40DD-AFC4-6F175D3DCCD1}">
              <a14:hiddenFill xmlns:a14="http://schemas.microsoft.com/office/drawing/2010/main">
                <a:solidFill>
                  <a:schemeClr val="hlink"/>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AU"/>
          </a:p>
        </p:txBody>
      </p:sp>
      <p:sp>
        <p:nvSpPr>
          <p:cNvPr id="192521" name="Line 9">
            <a:extLst>
              <a:ext uri="{FF2B5EF4-FFF2-40B4-BE49-F238E27FC236}">
                <a16:creationId xmlns:a16="http://schemas.microsoft.com/office/drawing/2014/main" id="{6F5E224F-15B0-D649-A732-5231051F6DF6}"/>
              </a:ext>
            </a:extLst>
          </p:cNvPr>
          <p:cNvSpPr>
            <a:spLocks noChangeShapeType="1"/>
          </p:cNvSpPr>
          <p:nvPr/>
        </p:nvSpPr>
        <p:spPr bwMode="auto">
          <a:xfrm>
            <a:off x="2700338" y="2924175"/>
            <a:ext cx="935037" cy="0"/>
          </a:xfrm>
          <a:prstGeom prst="line">
            <a:avLst/>
          </a:prstGeom>
          <a:noFill/>
          <a:ln w="38100">
            <a:solidFill>
              <a:schemeClr val="hlink"/>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AU"/>
          </a:p>
        </p:txBody>
      </p:sp>
      <p:sp>
        <p:nvSpPr>
          <p:cNvPr id="192522" name="Text Box 10">
            <a:extLst>
              <a:ext uri="{FF2B5EF4-FFF2-40B4-BE49-F238E27FC236}">
                <a16:creationId xmlns:a16="http://schemas.microsoft.com/office/drawing/2014/main" id="{F518B4DA-D0E2-D825-2D03-D379CA3D9221}"/>
              </a:ext>
            </a:extLst>
          </p:cNvPr>
          <p:cNvSpPr txBox="1">
            <a:spLocks noChangeArrowheads="1"/>
          </p:cNvSpPr>
          <p:nvPr/>
        </p:nvSpPr>
        <p:spPr bwMode="auto">
          <a:xfrm>
            <a:off x="2771775" y="2492375"/>
            <a:ext cx="2160588"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AU" altLang="en-US" sz="2000"/>
              <a:t>u</a:t>
            </a:r>
            <a:r>
              <a:rPr lang="en-AU" altLang="en-US" sz="2000" baseline="-25000"/>
              <a:t>H </a:t>
            </a:r>
            <a:r>
              <a:rPr lang="en-AU" altLang="en-US" sz="2000"/>
              <a:t>= 25.0ms</a:t>
            </a:r>
            <a:r>
              <a:rPr lang="en-AU" altLang="en-US" sz="2000" baseline="30000"/>
              <a:t>-1</a:t>
            </a:r>
          </a:p>
        </p:txBody>
      </p:sp>
      <p:sp>
        <p:nvSpPr>
          <p:cNvPr id="192523" name="Text Box 11">
            <a:extLst>
              <a:ext uri="{FF2B5EF4-FFF2-40B4-BE49-F238E27FC236}">
                <a16:creationId xmlns:a16="http://schemas.microsoft.com/office/drawing/2014/main" id="{9A153EC6-63EB-108B-B935-236EEC7BE633}"/>
              </a:ext>
            </a:extLst>
          </p:cNvPr>
          <p:cNvSpPr txBox="1">
            <a:spLocks noChangeArrowheads="1"/>
          </p:cNvSpPr>
          <p:nvPr/>
        </p:nvSpPr>
        <p:spPr bwMode="auto">
          <a:xfrm>
            <a:off x="1042988" y="3860800"/>
            <a:ext cx="14414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endParaRPr lang="en-US" altLang="en-US"/>
          </a:p>
        </p:txBody>
      </p:sp>
      <p:sp>
        <p:nvSpPr>
          <p:cNvPr id="192524" name="Text Box 12">
            <a:extLst>
              <a:ext uri="{FF2B5EF4-FFF2-40B4-BE49-F238E27FC236}">
                <a16:creationId xmlns:a16="http://schemas.microsoft.com/office/drawing/2014/main" id="{1E7B6B0F-21F7-4C0C-791F-8B1021ECBDB1}"/>
              </a:ext>
            </a:extLst>
          </p:cNvPr>
          <p:cNvSpPr txBox="1">
            <a:spLocks noChangeArrowheads="1"/>
          </p:cNvSpPr>
          <p:nvPr/>
        </p:nvSpPr>
        <p:spPr bwMode="auto">
          <a:xfrm rot="16200000">
            <a:off x="1520032" y="3815556"/>
            <a:ext cx="1458912"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AU" altLang="en-US" sz="2000"/>
              <a:t>s</a:t>
            </a:r>
            <a:r>
              <a:rPr lang="en-AU" altLang="en-US" sz="2000" baseline="-25000"/>
              <a:t>v</a:t>
            </a:r>
            <a:r>
              <a:rPr lang="en-AU" altLang="en-US" sz="2000"/>
              <a:t> = -6.0m</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62" name="Rectangle 2">
            <a:extLst>
              <a:ext uri="{FF2B5EF4-FFF2-40B4-BE49-F238E27FC236}">
                <a16:creationId xmlns:a16="http://schemas.microsoft.com/office/drawing/2014/main" id="{682B9AAC-F905-0B5A-4C42-60FC1EAC4794}"/>
              </a:ext>
            </a:extLst>
          </p:cNvPr>
          <p:cNvSpPr>
            <a:spLocks noGrp="1" noChangeArrowheads="1"/>
          </p:cNvSpPr>
          <p:nvPr>
            <p:ph type="title"/>
          </p:nvPr>
        </p:nvSpPr>
        <p:spPr/>
        <p:txBody>
          <a:bodyPr/>
          <a:lstStyle/>
          <a:p>
            <a:r>
              <a:rPr lang="en-AU" altLang="en-US"/>
              <a:t>Step 2 – Data key</a:t>
            </a:r>
          </a:p>
        </p:txBody>
      </p:sp>
      <p:graphicFrame>
        <p:nvGraphicFramePr>
          <p:cNvPr id="194563" name="Group 3">
            <a:extLst>
              <a:ext uri="{FF2B5EF4-FFF2-40B4-BE49-F238E27FC236}">
                <a16:creationId xmlns:a16="http://schemas.microsoft.com/office/drawing/2014/main" id="{FC0DCBE0-23FD-DF64-7C71-BE9CE1727927}"/>
              </a:ext>
            </a:extLst>
          </p:cNvPr>
          <p:cNvGraphicFramePr>
            <a:graphicFrameLocks noGrp="1"/>
          </p:cNvGraphicFramePr>
          <p:nvPr>
            <p:ph idx="1"/>
          </p:nvPr>
        </p:nvGraphicFramePr>
        <p:xfrm>
          <a:off x="971550" y="1844675"/>
          <a:ext cx="7126288" cy="3470277"/>
        </p:xfrm>
        <a:graphic>
          <a:graphicData uri="http://schemas.openxmlformats.org/drawingml/2006/table">
            <a:tbl>
              <a:tblPr/>
              <a:tblGrid>
                <a:gridCol w="2374900">
                  <a:extLst>
                    <a:ext uri="{9D8B030D-6E8A-4147-A177-3AD203B41FA5}">
                      <a16:colId xmlns:a16="http://schemas.microsoft.com/office/drawing/2014/main" val="642179195"/>
                    </a:ext>
                  </a:extLst>
                </a:gridCol>
                <a:gridCol w="2376488">
                  <a:extLst>
                    <a:ext uri="{9D8B030D-6E8A-4147-A177-3AD203B41FA5}">
                      <a16:colId xmlns:a16="http://schemas.microsoft.com/office/drawing/2014/main" val="2506556530"/>
                    </a:ext>
                  </a:extLst>
                </a:gridCol>
                <a:gridCol w="2374900">
                  <a:extLst>
                    <a:ext uri="{9D8B030D-6E8A-4147-A177-3AD203B41FA5}">
                      <a16:colId xmlns:a16="http://schemas.microsoft.com/office/drawing/2014/main" val="1665908473"/>
                    </a:ext>
                  </a:extLst>
                </a:gridCol>
              </a:tblGrid>
              <a:tr h="676275">
                <a:tc>
                  <a:txBody>
                    <a:bodyPr/>
                    <a:lstStyle>
                      <a:lvl1pPr>
                        <a:spcBef>
                          <a:spcPct val="20000"/>
                        </a:spcBef>
                        <a:defRPr sz="2800">
                          <a:solidFill>
                            <a:schemeClr val="tx1"/>
                          </a:solidFill>
                          <a:latin typeface="Comic Sans MS" panose="030F0702030302020204" pitchFamily="66" charset="0"/>
                        </a:defRPr>
                      </a:lvl1pPr>
                      <a:lvl2pPr>
                        <a:spcBef>
                          <a:spcPct val="20000"/>
                        </a:spcBef>
                        <a:defRPr sz="2400">
                          <a:solidFill>
                            <a:schemeClr val="tx1"/>
                          </a:solidFill>
                          <a:latin typeface="Comic Sans MS" panose="030F0702030302020204" pitchFamily="66" charset="0"/>
                        </a:defRPr>
                      </a:lvl2pPr>
                      <a:lvl3pPr>
                        <a:spcBef>
                          <a:spcPct val="20000"/>
                        </a:spcBef>
                        <a:defRPr sz="2000">
                          <a:solidFill>
                            <a:schemeClr val="tx1"/>
                          </a:solidFill>
                          <a:latin typeface="Comic Sans MS" panose="030F0702030302020204" pitchFamily="66" charset="0"/>
                        </a:defRPr>
                      </a:lvl3pPr>
                      <a:lvl4pPr>
                        <a:spcBef>
                          <a:spcPct val="20000"/>
                        </a:spcBef>
                        <a:defRPr>
                          <a:solidFill>
                            <a:schemeClr val="tx1"/>
                          </a:solidFill>
                          <a:latin typeface="Comic Sans MS" panose="030F0702030302020204" pitchFamily="66" charset="0"/>
                        </a:defRPr>
                      </a:lvl4pPr>
                      <a:lvl5pPr>
                        <a:spcBef>
                          <a:spcPct val="20000"/>
                        </a:spcBef>
                        <a:defRPr>
                          <a:solidFill>
                            <a:schemeClr val="tx1"/>
                          </a:solidFill>
                          <a:latin typeface="Comic Sans MS" panose="030F0702030302020204" pitchFamily="66" charset="0"/>
                        </a:defRPr>
                      </a:lvl5pPr>
                      <a:lvl6pPr fontAlgn="base">
                        <a:spcBef>
                          <a:spcPct val="20000"/>
                        </a:spcBef>
                        <a:spcAft>
                          <a:spcPct val="0"/>
                        </a:spcAft>
                        <a:defRPr>
                          <a:solidFill>
                            <a:schemeClr val="tx1"/>
                          </a:solidFill>
                          <a:latin typeface="Comic Sans MS" panose="030F0702030302020204" pitchFamily="66" charset="0"/>
                        </a:defRPr>
                      </a:lvl6pPr>
                      <a:lvl7pPr fontAlgn="base">
                        <a:spcBef>
                          <a:spcPct val="20000"/>
                        </a:spcBef>
                        <a:spcAft>
                          <a:spcPct val="0"/>
                        </a:spcAft>
                        <a:defRPr>
                          <a:solidFill>
                            <a:schemeClr val="tx1"/>
                          </a:solidFill>
                          <a:latin typeface="Comic Sans MS" panose="030F0702030302020204" pitchFamily="66" charset="0"/>
                        </a:defRPr>
                      </a:lvl7pPr>
                      <a:lvl8pPr fontAlgn="base">
                        <a:spcBef>
                          <a:spcPct val="20000"/>
                        </a:spcBef>
                        <a:spcAft>
                          <a:spcPct val="0"/>
                        </a:spcAft>
                        <a:defRPr>
                          <a:solidFill>
                            <a:schemeClr val="tx1"/>
                          </a:solidFill>
                          <a:latin typeface="Comic Sans MS" panose="030F0702030302020204" pitchFamily="66" charset="0"/>
                        </a:defRPr>
                      </a:lvl8pPr>
                      <a:lvl9pPr fontAlgn="base">
                        <a:spcBef>
                          <a:spcPct val="20000"/>
                        </a:spcBef>
                        <a:spcAft>
                          <a:spcPct val="0"/>
                        </a:spcAft>
                        <a:defRPr>
                          <a:solidFill>
                            <a:schemeClr val="tx1"/>
                          </a:solidFill>
                          <a:latin typeface="Comic Sans MS" panose="030F0702030302020204" pitchFamily="66"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AU" altLang="en-US" sz="2000" b="0" i="0" u="none" strike="noStrike" cap="none" normalizeH="0" baseline="0">
                          <a:ln>
                            <a:noFill/>
                          </a:ln>
                          <a:solidFill>
                            <a:schemeClr val="tx1"/>
                          </a:solidFill>
                          <a:effectLst/>
                          <a:latin typeface="Comic Sans MS" panose="030F0702030302020204" pitchFamily="66" charset="0"/>
                        </a:rPr>
                        <a:t>Variable</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Comic Sans MS" panose="030F0702030302020204" pitchFamily="66" charset="0"/>
                        </a:defRPr>
                      </a:lvl1pPr>
                      <a:lvl2pPr>
                        <a:spcBef>
                          <a:spcPct val="20000"/>
                        </a:spcBef>
                        <a:defRPr sz="2400">
                          <a:solidFill>
                            <a:schemeClr val="tx1"/>
                          </a:solidFill>
                          <a:latin typeface="Comic Sans MS" panose="030F0702030302020204" pitchFamily="66" charset="0"/>
                        </a:defRPr>
                      </a:lvl2pPr>
                      <a:lvl3pPr>
                        <a:spcBef>
                          <a:spcPct val="20000"/>
                        </a:spcBef>
                        <a:defRPr sz="2000">
                          <a:solidFill>
                            <a:schemeClr val="tx1"/>
                          </a:solidFill>
                          <a:latin typeface="Comic Sans MS" panose="030F0702030302020204" pitchFamily="66" charset="0"/>
                        </a:defRPr>
                      </a:lvl3pPr>
                      <a:lvl4pPr>
                        <a:spcBef>
                          <a:spcPct val="20000"/>
                        </a:spcBef>
                        <a:defRPr>
                          <a:solidFill>
                            <a:schemeClr val="tx1"/>
                          </a:solidFill>
                          <a:latin typeface="Comic Sans MS" panose="030F0702030302020204" pitchFamily="66" charset="0"/>
                        </a:defRPr>
                      </a:lvl4pPr>
                      <a:lvl5pPr>
                        <a:spcBef>
                          <a:spcPct val="20000"/>
                        </a:spcBef>
                        <a:defRPr>
                          <a:solidFill>
                            <a:schemeClr val="tx1"/>
                          </a:solidFill>
                          <a:latin typeface="Comic Sans MS" panose="030F0702030302020204" pitchFamily="66" charset="0"/>
                        </a:defRPr>
                      </a:lvl5pPr>
                      <a:lvl6pPr fontAlgn="base">
                        <a:spcBef>
                          <a:spcPct val="20000"/>
                        </a:spcBef>
                        <a:spcAft>
                          <a:spcPct val="0"/>
                        </a:spcAft>
                        <a:defRPr>
                          <a:solidFill>
                            <a:schemeClr val="tx1"/>
                          </a:solidFill>
                          <a:latin typeface="Comic Sans MS" panose="030F0702030302020204" pitchFamily="66" charset="0"/>
                        </a:defRPr>
                      </a:lvl6pPr>
                      <a:lvl7pPr fontAlgn="base">
                        <a:spcBef>
                          <a:spcPct val="20000"/>
                        </a:spcBef>
                        <a:spcAft>
                          <a:spcPct val="0"/>
                        </a:spcAft>
                        <a:defRPr>
                          <a:solidFill>
                            <a:schemeClr val="tx1"/>
                          </a:solidFill>
                          <a:latin typeface="Comic Sans MS" panose="030F0702030302020204" pitchFamily="66" charset="0"/>
                        </a:defRPr>
                      </a:lvl7pPr>
                      <a:lvl8pPr fontAlgn="base">
                        <a:spcBef>
                          <a:spcPct val="20000"/>
                        </a:spcBef>
                        <a:spcAft>
                          <a:spcPct val="0"/>
                        </a:spcAft>
                        <a:defRPr>
                          <a:solidFill>
                            <a:schemeClr val="tx1"/>
                          </a:solidFill>
                          <a:latin typeface="Comic Sans MS" panose="030F0702030302020204" pitchFamily="66" charset="0"/>
                        </a:defRPr>
                      </a:lvl8pPr>
                      <a:lvl9pPr fontAlgn="base">
                        <a:spcBef>
                          <a:spcPct val="20000"/>
                        </a:spcBef>
                        <a:spcAft>
                          <a:spcPct val="0"/>
                        </a:spcAft>
                        <a:defRPr>
                          <a:solidFill>
                            <a:schemeClr val="tx1"/>
                          </a:solidFill>
                          <a:latin typeface="Comic Sans MS" panose="030F0702030302020204" pitchFamily="66"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AU" altLang="en-US" sz="2000" b="0" i="0" u="none" strike="noStrike" cap="none" normalizeH="0" baseline="0">
                          <a:ln>
                            <a:noFill/>
                          </a:ln>
                          <a:solidFill>
                            <a:schemeClr val="tx1"/>
                          </a:solidFill>
                          <a:effectLst/>
                          <a:latin typeface="Comic Sans MS" panose="030F0702030302020204" pitchFamily="66" charset="0"/>
                        </a:rPr>
                        <a:t>Vertical </a:t>
                      </a:r>
                    </a:p>
                    <a:p>
                      <a:pPr marL="0" marR="0" lvl="0" indent="0" algn="ctr" defTabSz="914400" rtl="0" eaLnBrk="1" fontAlgn="base" latinLnBrk="0" hangingPunct="1">
                        <a:lnSpc>
                          <a:spcPct val="100000"/>
                        </a:lnSpc>
                        <a:spcBef>
                          <a:spcPct val="20000"/>
                        </a:spcBef>
                        <a:spcAft>
                          <a:spcPct val="0"/>
                        </a:spcAft>
                        <a:buClrTx/>
                        <a:buSzTx/>
                        <a:buFontTx/>
                        <a:buNone/>
                        <a:tabLst/>
                      </a:pPr>
                      <a:r>
                        <a:rPr kumimoji="0" lang="en-AU" altLang="en-US" sz="2000" b="0" i="0" u="none" strike="noStrike" cap="none" normalizeH="0" baseline="0">
                          <a:ln>
                            <a:noFill/>
                          </a:ln>
                          <a:solidFill>
                            <a:schemeClr val="tx1"/>
                          </a:solidFill>
                          <a:effectLst/>
                          <a:latin typeface="Comic Sans MS" panose="030F0702030302020204" pitchFamily="66" charset="0"/>
                        </a:rPr>
                        <a:t>Component</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Comic Sans MS" panose="030F0702030302020204" pitchFamily="66" charset="0"/>
                        </a:defRPr>
                      </a:lvl1pPr>
                      <a:lvl2pPr>
                        <a:spcBef>
                          <a:spcPct val="20000"/>
                        </a:spcBef>
                        <a:defRPr sz="2400">
                          <a:solidFill>
                            <a:schemeClr val="tx1"/>
                          </a:solidFill>
                          <a:latin typeface="Comic Sans MS" panose="030F0702030302020204" pitchFamily="66" charset="0"/>
                        </a:defRPr>
                      </a:lvl2pPr>
                      <a:lvl3pPr>
                        <a:spcBef>
                          <a:spcPct val="20000"/>
                        </a:spcBef>
                        <a:defRPr sz="2000">
                          <a:solidFill>
                            <a:schemeClr val="tx1"/>
                          </a:solidFill>
                          <a:latin typeface="Comic Sans MS" panose="030F0702030302020204" pitchFamily="66" charset="0"/>
                        </a:defRPr>
                      </a:lvl3pPr>
                      <a:lvl4pPr>
                        <a:spcBef>
                          <a:spcPct val="20000"/>
                        </a:spcBef>
                        <a:defRPr>
                          <a:solidFill>
                            <a:schemeClr val="tx1"/>
                          </a:solidFill>
                          <a:latin typeface="Comic Sans MS" panose="030F0702030302020204" pitchFamily="66" charset="0"/>
                        </a:defRPr>
                      </a:lvl4pPr>
                      <a:lvl5pPr>
                        <a:spcBef>
                          <a:spcPct val="20000"/>
                        </a:spcBef>
                        <a:defRPr>
                          <a:solidFill>
                            <a:schemeClr val="tx1"/>
                          </a:solidFill>
                          <a:latin typeface="Comic Sans MS" panose="030F0702030302020204" pitchFamily="66" charset="0"/>
                        </a:defRPr>
                      </a:lvl5pPr>
                      <a:lvl6pPr fontAlgn="base">
                        <a:spcBef>
                          <a:spcPct val="20000"/>
                        </a:spcBef>
                        <a:spcAft>
                          <a:spcPct val="0"/>
                        </a:spcAft>
                        <a:defRPr>
                          <a:solidFill>
                            <a:schemeClr val="tx1"/>
                          </a:solidFill>
                          <a:latin typeface="Comic Sans MS" panose="030F0702030302020204" pitchFamily="66" charset="0"/>
                        </a:defRPr>
                      </a:lvl6pPr>
                      <a:lvl7pPr fontAlgn="base">
                        <a:spcBef>
                          <a:spcPct val="20000"/>
                        </a:spcBef>
                        <a:spcAft>
                          <a:spcPct val="0"/>
                        </a:spcAft>
                        <a:defRPr>
                          <a:solidFill>
                            <a:schemeClr val="tx1"/>
                          </a:solidFill>
                          <a:latin typeface="Comic Sans MS" panose="030F0702030302020204" pitchFamily="66" charset="0"/>
                        </a:defRPr>
                      </a:lvl7pPr>
                      <a:lvl8pPr fontAlgn="base">
                        <a:spcBef>
                          <a:spcPct val="20000"/>
                        </a:spcBef>
                        <a:spcAft>
                          <a:spcPct val="0"/>
                        </a:spcAft>
                        <a:defRPr>
                          <a:solidFill>
                            <a:schemeClr val="tx1"/>
                          </a:solidFill>
                          <a:latin typeface="Comic Sans MS" panose="030F0702030302020204" pitchFamily="66" charset="0"/>
                        </a:defRPr>
                      </a:lvl8pPr>
                      <a:lvl9pPr fontAlgn="base">
                        <a:spcBef>
                          <a:spcPct val="20000"/>
                        </a:spcBef>
                        <a:spcAft>
                          <a:spcPct val="0"/>
                        </a:spcAft>
                        <a:defRPr>
                          <a:solidFill>
                            <a:schemeClr val="tx1"/>
                          </a:solidFill>
                          <a:latin typeface="Comic Sans MS" panose="030F0702030302020204" pitchFamily="66"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AU" altLang="en-US" sz="2000" b="0" i="0" u="none" strike="noStrike" cap="none" normalizeH="0" baseline="0">
                          <a:ln>
                            <a:noFill/>
                          </a:ln>
                          <a:solidFill>
                            <a:schemeClr val="tx1"/>
                          </a:solidFill>
                          <a:effectLst/>
                          <a:latin typeface="Comic Sans MS" panose="030F0702030302020204" pitchFamily="66" charset="0"/>
                        </a:rPr>
                        <a:t>Horizontal Component</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539878549"/>
                  </a:ext>
                </a:extLst>
              </a:tr>
              <a:tr h="541338">
                <a:tc>
                  <a:txBody>
                    <a:bodyPr/>
                    <a:lstStyle>
                      <a:lvl1pPr>
                        <a:spcBef>
                          <a:spcPct val="20000"/>
                        </a:spcBef>
                        <a:defRPr sz="2800">
                          <a:solidFill>
                            <a:schemeClr val="tx1"/>
                          </a:solidFill>
                          <a:latin typeface="Comic Sans MS" panose="030F0702030302020204" pitchFamily="66" charset="0"/>
                        </a:defRPr>
                      </a:lvl1pPr>
                      <a:lvl2pPr>
                        <a:spcBef>
                          <a:spcPct val="20000"/>
                        </a:spcBef>
                        <a:defRPr sz="2400">
                          <a:solidFill>
                            <a:schemeClr val="tx1"/>
                          </a:solidFill>
                          <a:latin typeface="Comic Sans MS" panose="030F0702030302020204" pitchFamily="66" charset="0"/>
                        </a:defRPr>
                      </a:lvl2pPr>
                      <a:lvl3pPr>
                        <a:spcBef>
                          <a:spcPct val="20000"/>
                        </a:spcBef>
                        <a:defRPr sz="2000">
                          <a:solidFill>
                            <a:schemeClr val="tx1"/>
                          </a:solidFill>
                          <a:latin typeface="Comic Sans MS" panose="030F0702030302020204" pitchFamily="66" charset="0"/>
                        </a:defRPr>
                      </a:lvl3pPr>
                      <a:lvl4pPr>
                        <a:spcBef>
                          <a:spcPct val="20000"/>
                        </a:spcBef>
                        <a:defRPr>
                          <a:solidFill>
                            <a:schemeClr val="tx1"/>
                          </a:solidFill>
                          <a:latin typeface="Comic Sans MS" panose="030F0702030302020204" pitchFamily="66" charset="0"/>
                        </a:defRPr>
                      </a:lvl4pPr>
                      <a:lvl5pPr>
                        <a:spcBef>
                          <a:spcPct val="20000"/>
                        </a:spcBef>
                        <a:defRPr>
                          <a:solidFill>
                            <a:schemeClr val="tx1"/>
                          </a:solidFill>
                          <a:latin typeface="Comic Sans MS" panose="030F0702030302020204" pitchFamily="66" charset="0"/>
                        </a:defRPr>
                      </a:lvl5pPr>
                      <a:lvl6pPr fontAlgn="base">
                        <a:spcBef>
                          <a:spcPct val="20000"/>
                        </a:spcBef>
                        <a:spcAft>
                          <a:spcPct val="0"/>
                        </a:spcAft>
                        <a:defRPr>
                          <a:solidFill>
                            <a:schemeClr val="tx1"/>
                          </a:solidFill>
                          <a:latin typeface="Comic Sans MS" panose="030F0702030302020204" pitchFamily="66" charset="0"/>
                        </a:defRPr>
                      </a:lvl6pPr>
                      <a:lvl7pPr fontAlgn="base">
                        <a:spcBef>
                          <a:spcPct val="20000"/>
                        </a:spcBef>
                        <a:spcAft>
                          <a:spcPct val="0"/>
                        </a:spcAft>
                        <a:defRPr>
                          <a:solidFill>
                            <a:schemeClr val="tx1"/>
                          </a:solidFill>
                          <a:latin typeface="Comic Sans MS" panose="030F0702030302020204" pitchFamily="66" charset="0"/>
                        </a:defRPr>
                      </a:lvl7pPr>
                      <a:lvl8pPr fontAlgn="base">
                        <a:spcBef>
                          <a:spcPct val="20000"/>
                        </a:spcBef>
                        <a:spcAft>
                          <a:spcPct val="0"/>
                        </a:spcAft>
                        <a:defRPr>
                          <a:solidFill>
                            <a:schemeClr val="tx1"/>
                          </a:solidFill>
                          <a:latin typeface="Comic Sans MS" panose="030F0702030302020204" pitchFamily="66" charset="0"/>
                        </a:defRPr>
                      </a:lvl8pPr>
                      <a:lvl9pPr fontAlgn="base">
                        <a:spcBef>
                          <a:spcPct val="20000"/>
                        </a:spcBef>
                        <a:spcAft>
                          <a:spcPct val="0"/>
                        </a:spcAft>
                        <a:defRPr>
                          <a:solidFill>
                            <a:schemeClr val="tx1"/>
                          </a:solidFill>
                          <a:latin typeface="Comic Sans MS" panose="030F0702030302020204" pitchFamily="66"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AU" altLang="en-US" sz="2000" b="0" i="0" u="none" strike="noStrike" cap="none" normalizeH="0" baseline="0">
                          <a:ln>
                            <a:noFill/>
                          </a:ln>
                          <a:solidFill>
                            <a:schemeClr val="tx1"/>
                          </a:solidFill>
                          <a:effectLst/>
                          <a:latin typeface="Comic Sans MS" panose="030F0702030302020204" pitchFamily="66" charset="0"/>
                        </a:rPr>
                        <a:t>Acceleration (a)</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Comic Sans MS" panose="030F0702030302020204" pitchFamily="66" charset="0"/>
                        </a:defRPr>
                      </a:lvl1pPr>
                      <a:lvl2pPr>
                        <a:spcBef>
                          <a:spcPct val="20000"/>
                        </a:spcBef>
                        <a:defRPr sz="2400">
                          <a:solidFill>
                            <a:schemeClr val="tx1"/>
                          </a:solidFill>
                          <a:latin typeface="Comic Sans MS" panose="030F0702030302020204" pitchFamily="66" charset="0"/>
                        </a:defRPr>
                      </a:lvl2pPr>
                      <a:lvl3pPr>
                        <a:spcBef>
                          <a:spcPct val="20000"/>
                        </a:spcBef>
                        <a:defRPr sz="2000">
                          <a:solidFill>
                            <a:schemeClr val="tx1"/>
                          </a:solidFill>
                          <a:latin typeface="Comic Sans MS" panose="030F0702030302020204" pitchFamily="66" charset="0"/>
                        </a:defRPr>
                      </a:lvl3pPr>
                      <a:lvl4pPr>
                        <a:spcBef>
                          <a:spcPct val="20000"/>
                        </a:spcBef>
                        <a:defRPr>
                          <a:solidFill>
                            <a:schemeClr val="tx1"/>
                          </a:solidFill>
                          <a:latin typeface="Comic Sans MS" panose="030F0702030302020204" pitchFamily="66" charset="0"/>
                        </a:defRPr>
                      </a:lvl4pPr>
                      <a:lvl5pPr>
                        <a:spcBef>
                          <a:spcPct val="20000"/>
                        </a:spcBef>
                        <a:defRPr>
                          <a:solidFill>
                            <a:schemeClr val="tx1"/>
                          </a:solidFill>
                          <a:latin typeface="Comic Sans MS" panose="030F0702030302020204" pitchFamily="66" charset="0"/>
                        </a:defRPr>
                      </a:lvl5pPr>
                      <a:lvl6pPr fontAlgn="base">
                        <a:spcBef>
                          <a:spcPct val="20000"/>
                        </a:spcBef>
                        <a:spcAft>
                          <a:spcPct val="0"/>
                        </a:spcAft>
                        <a:defRPr>
                          <a:solidFill>
                            <a:schemeClr val="tx1"/>
                          </a:solidFill>
                          <a:latin typeface="Comic Sans MS" panose="030F0702030302020204" pitchFamily="66" charset="0"/>
                        </a:defRPr>
                      </a:lvl6pPr>
                      <a:lvl7pPr fontAlgn="base">
                        <a:spcBef>
                          <a:spcPct val="20000"/>
                        </a:spcBef>
                        <a:spcAft>
                          <a:spcPct val="0"/>
                        </a:spcAft>
                        <a:defRPr>
                          <a:solidFill>
                            <a:schemeClr val="tx1"/>
                          </a:solidFill>
                          <a:latin typeface="Comic Sans MS" panose="030F0702030302020204" pitchFamily="66" charset="0"/>
                        </a:defRPr>
                      </a:lvl7pPr>
                      <a:lvl8pPr fontAlgn="base">
                        <a:spcBef>
                          <a:spcPct val="20000"/>
                        </a:spcBef>
                        <a:spcAft>
                          <a:spcPct val="0"/>
                        </a:spcAft>
                        <a:defRPr>
                          <a:solidFill>
                            <a:schemeClr val="tx1"/>
                          </a:solidFill>
                          <a:latin typeface="Comic Sans MS" panose="030F0702030302020204" pitchFamily="66" charset="0"/>
                        </a:defRPr>
                      </a:lvl8pPr>
                      <a:lvl9pPr fontAlgn="base">
                        <a:spcBef>
                          <a:spcPct val="20000"/>
                        </a:spcBef>
                        <a:spcAft>
                          <a:spcPct val="0"/>
                        </a:spcAft>
                        <a:defRPr>
                          <a:solidFill>
                            <a:schemeClr val="tx1"/>
                          </a:solidFill>
                          <a:latin typeface="Comic Sans MS" panose="030F0702030302020204" pitchFamily="66"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AU" altLang="en-US" sz="2000" b="0" i="0" u="none" strike="noStrike" cap="none" normalizeH="0" baseline="0">
                          <a:ln>
                            <a:noFill/>
                          </a:ln>
                          <a:solidFill>
                            <a:schemeClr val="tx1"/>
                          </a:solidFill>
                          <a:effectLst/>
                          <a:latin typeface="Comic Sans MS" panose="030F0702030302020204" pitchFamily="66" charset="0"/>
                        </a:rPr>
                        <a:t>-9.80ms</a:t>
                      </a:r>
                      <a:r>
                        <a:rPr kumimoji="0" lang="en-AU" altLang="en-US" sz="2000" b="0" i="0" u="none" strike="noStrike" cap="none" normalizeH="0" baseline="30000">
                          <a:ln>
                            <a:noFill/>
                          </a:ln>
                          <a:solidFill>
                            <a:schemeClr val="tx1"/>
                          </a:solidFill>
                          <a:effectLst/>
                          <a:latin typeface="Comic Sans MS" panose="030F0702030302020204" pitchFamily="66" charset="0"/>
                        </a:rPr>
                        <a:t>-2</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Comic Sans MS" panose="030F0702030302020204" pitchFamily="66" charset="0"/>
                        </a:defRPr>
                      </a:lvl1pPr>
                      <a:lvl2pPr>
                        <a:spcBef>
                          <a:spcPct val="20000"/>
                        </a:spcBef>
                        <a:defRPr sz="2400">
                          <a:solidFill>
                            <a:schemeClr val="tx1"/>
                          </a:solidFill>
                          <a:latin typeface="Comic Sans MS" panose="030F0702030302020204" pitchFamily="66" charset="0"/>
                        </a:defRPr>
                      </a:lvl2pPr>
                      <a:lvl3pPr>
                        <a:spcBef>
                          <a:spcPct val="20000"/>
                        </a:spcBef>
                        <a:defRPr sz="2000">
                          <a:solidFill>
                            <a:schemeClr val="tx1"/>
                          </a:solidFill>
                          <a:latin typeface="Comic Sans MS" panose="030F0702030302020204" pitchFamily="66" charset="0"/>
                        </a:defRPr>
                      </a:lvl3pPr>
                      <a:lvl4pPr>
                        <a:spcBef>
                          <a:spcPct val="20000"/>
                        </a:spcBef>
                        <a:defRPr>
                          <a:solidFill>
                            <a:schemeClr val="tx1"/>
                          </a:solidFill>
                          <a:latin typeface="Comic Sans MS" panose="030F0702030302020204" pitchFamily="66" charset="0"/>
                        </a:defRPr>
                      </a:lvl4pPr>
                      <a:lvl5pPr>
                        <a:spcBef>
                          <a:spcPct val="20000"/>
                        </a:spcBef>
                        <a:defRPr>
                          <a:solidFill>
                            <a:schemeClr val="tx1"/>
                          </a:solidFill>
                          <a:latin typeface="Comic Sans MS" panose="030F0702030302020204" pitchFamily="66" charset="0"/>
                        </a:defRPr>
                      </a:lvl5pPr>
                      <a:lvl6pPr fontAlgn="base">
                        <a:spcBef>
                          <a:spcPct val="20000"/>
                        </a:spcBef>
                        <a:spcAft>
                          <a:spcPct val="0"/>
                        </a:spcAft>
                        <a:defRPr>
                          <a:solidFill>
                            <a:schemeClr val="tx1"/>
                          </a:solidFill>
                          <a:latin typeface="Comic Sans MS" panose="030F0702030302020204" pitchFamily="66" charset="0"/>
                        </a:defRPr>
                      </a:lvl6pPr>
                      <a:lvl7pPr fontAlgn="base">
                        <a:spcBef>
                          <a:spcPct val="20000"/>
                        </a:spcBef>
                        <a:spcAft>
                          <a:spcPct val="0"/>
                        </a:spcAft>
                        <a:defRPr>
                          <a:solidFill>
                            <a:schemeClr val="tx1"/>
                          </a:solidFill>
                          <a:latin typeface="Comic Sans MS" panose="030F0702030302020204" pitchFamily="66" charset="0"/>
                        </a:defRPr>
                      </a:lvl7pPr>
                      <a:lvl8pPr fontAlgn="base">
                        <a:spcBef>
                          <a:spcPct val="20000"/>
                        </a:spcBef>
                        <a:spcAft>
                          <a:spcPct val="0"/>
                        </a:spcAft>
                        <a:defRPr>
                          <a:solidFill>
                            <a:schemeClr val="tx1"/>
                          </a:solidFill>
                          <a:latin typeface="Comic Sans MS" panose="030F0702030302020204" pitchFamily="66" charset="0"/>
                        </a:defRPr>
                      </a:lvl8pPr>
                      <a:lvl9pPr fontAlgn="base">
                        <a:spcBef>
                          <a:spcPct val="20000"/>
                        </a:spcBef>
                        <a:spcAft>
                          <a:spcPct val="0"/>
                        </a:spcAft>
                        <a:defRPr>
                          <a:solidFill>
                            <a:schemeClr val="tx1"/>
                          </a:solidFill>
                          <a:latin typeface="Comic Sans MS" panose="030F0702030302020204" pitchFamily="66"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AU" altLang="en-US" sz="2000" b="0" i="0" u="none" strike="noStrike" cap="none" normalizeH="0" baseline="0">
                          <a:ln>
                            <a:noFill/>
                          </a:ln>
                          <a:solidFill>
                            <a:schemeClr val="tx1"/>
                          </a:solidFill>
                          <a:effectLst/>
                          <a:latin typeface="Comic Sans MS" panose="030F0702030302020204" pitchFamily="66" charset="0"/>
                        </a:rPr>
                        <a:t>0ms</a:t>
                      </a:r>
                      <a:r>
                        <a:rPr kumimoji="0" lang="en-AU" altLang="en-US" sz="2000" b="0" i="0" u="none" strike="noStrike" cap="none" normalizeH="0" baseline="30000">
                          <a:ln>
                            <a:noFill/>
                          </a:ln>
                          <a:solidFill>
                            <a:schemeClr val="tx1"/>
                          </a:solidFill>
                          <a:effectLst/>
                          <a:latin typeface="Comic Sans MS" panose="030F0702030302020204" pitchFamily="66" charset="0"/>
                        </a:rPr>
                        <a:t>-2</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3200928235"/>
                  </a:ext>
                </a:extLst>
              </a:tr>
              <a:tr h="541338">
                <a:tc>
                  <a:txBody>
                    <a:bodyPr/>
                    <a:lstStyle>
                      <a:lvl1pPr>
                        <a:spcBef>
                          <a:spcPct val="20000"/>
                        </a:spcBef>
                        <a:defRPr sz="2800">
                          <a:solidFill>
                            <a:schemeClr val="tx1"/>
                          </a:solidFill>
                          <a:latin typeface="Comic Sans MS" panose="030F0702030302020204" pitchFamily="66" charset="0"/>
                        </a:defRPr>
                      </a:lvl1pPr>
                      <a:lvl2pPr>
                        <a:spcBef>
                          <a:spcPct val="20000"/>
                        </a:spcBef>
                        <a:defRPr sz="2400">
                          <a:solidFill>
                            <a:schemeClr val="tx1"/>
                          </a:solidFill>
                          <a:latin typeface="Comic Sans MS" panose="030F0702030302020204" pitchFamily="66" charset="0"/>
                        </a:defRPr>
                      </a:lvl2pPr>
                      <a:lvl3pPr>
                        <a:spcBef>
                          <a:spcPct val="20000"/>
                        </a:spcBef>
                        <a:defRPr sz="2000">
                          <a:solidFill>
                            <a:schemeClr val="tx1"/>
                          </a:solidFill>
                          <a:latin typeface="Comic Sans MS" panose="030F0702030302020204" pitchFamily="66" charset="0"/>
                        </a:defRPr>
                      </a:lvl3pPr>
                      <a:lvl4pPr>
                        <a:spcBef>
                          <a:spcPct val="20000"/>
                        </a:spcBef>
                        <a:defRPr>
                          <a:solidFill>
                            <a:schemeClr val="tx1"/>
                          </a:solidFill>
                          <a:latin typeface="Comic Sans MS" panose="030F0702030302020204" pitchFamily="66" charset="0"/>
                        </a:defRPr>
                      </a:lvl4pPr>
                      <a:lvl5pPr>
                        <a:spcBef>
                          <a:spcPct val="20000"/>
                        </a:spcBef>
                        <a:defRPr>
                          <a:solidFill>
                            <a:schemeClr val="tx1"/>
                          </a:solidFill>
                          <a:latin typeface="Comic Sans MS" panose="030F0702030302020204" pitchFamily="66" charset="0"/>
                        </a:defRPr>
                      </a:lvl5pPr>
                      <a:lvl6pPr fontAlgn="base">
                        <a:spcBef>
                          <a:spcPct val="20000"/>
                        </a:spcBef>
                        <a:spcAft>
                          <a:spcPct val="0"/>
                        </a:spcAft>
                        <a:defRPr>
                          <a:solidFill>
                            <a:schemeClr val="tx1"/>
                          </a:solidFill>
                          <a:latin typeface="Comic Sans MS" panose="030F0702030302020204" pitchFamily="66" charset="0"/>
                        </a:defRPr>
                      </a:lvl6pPr>
                      <a:lvl7pPr fontAlgn="base">
                        <a:spcBef>
                          <a:spcPct val="20000"/>
                        </a:spcBef>
                        <a:spcAft>
                          <a:spcPct val="0"/>
                        </a:spcAft>
                        <a:defRPr>
                          <a:solidFill>
                            <a:schemeClr val="tx1"/>
                          </a:solidFill>
                          <a:latin typeface="Comic Sans MS" panose="030F0702030302020204" pitchFamily="66" charset="0"/>
                        </a:defRPr>
                      </a:lvl7pPr>
                      <a:lvl8pPr fontAlgn="base">
                        <a:spcBef>
                          <a:spcPct val="20000"/>
                        </a:spcBef>
                        <a:spcAft>
                          <a:spcPct val="0"/>
                        </a:spcAft>
                        <a:defRPr>
                          <a:solidFill>
                            <a:schemeClr val="tx1"/>
                          </a:solidFill>
                          <a:latin typeface="Comic Sans MS" panose="030F0702030302020204" pitchFamily="66" charset="0"/>
                        </a:defRPr>
                      </a:lvl8pPr>
                      <a:lvl9pPr fontAlgn="base">
                        <a:spcBef>
                          <a:spcPct val="20000"/>
                        </a:spcBef>
                        <a:spcAft>
                          <a:spcPct val="0"/>
                        </a:spcAft>
                        <a:defRPr>
                          <a:solidFill>
                            <a:schemeClr val="tx1"/>
                          </a:solidFill>
                          <a:latin typeface="Comic Sans MS" panose="030F0702030302020204" pitchFamily="66"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AU" altLang="en-US" sz="2000" b="0" i="0" u="none" strike="noStrike" cap="none" normalizeH="0" baseline="0">
                          <a:ln>
                            <a:noFill/>
                          </a:ln>
                          <a:solidFill>
                            <a:schemeClr val="tx1"/>
                          </a:solidFill>
                          <a:effectLst/>
                          <a:latin typeface="Comic Sans MS" panose="030F0702030302020204" pitchFamily="66" charset="0"/>
                        </a:rPr>
                        <a:t>Initial Velocity (u)</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Comic Sans MS" panose="030F0702030302020204" pitchFamily="66" charset="0"/>
                        </a:defRPr>
                      </a:lvl1pPr>
                      <a:lvl2pPr>
                        <a:spcBef>
                          <a:spcPct val="20000"/>
                        </a:spcBef>
                        <a:defRPr sz="2400">
                          <a:solidFill>
                            <a:schemeClr val="tx1"/>
                          </a:solidFill>
                          <a:latin typeface="Comic Sans MS" panose="030F0702030302020204" pitchFamily="66" charset="0"/>
                        </a:defRPr>
                      </a:lvl2pPr>
                      <a:lvl3pPr>
                        <a:spcBef>
                          <a:spcPct val="20000"/>
                        </a:spcBef>
                        <a:defRPr sz="2000">
                          <a:solidFill>
                            <a:schemeClr val="tx1"/>
                          </a:solidFill>
                          <a:latin typeface="Comic Sans MS" panose="030F0702030302020204" pitchFamily="66" charset="0"/>
                        </a:defRPr>
                      </a:lvl3pPr>
                      <a:lvl4pPr>
                        <a:spcBef>
                          <a:spcPct val="20000"/>
                        </a:spcBef>
                        <a:defRPr>
                          <a:solidFill>
                            <a:schemeClr val="tx1"/>
                          </a:solidFill>
                          <a:latin typeface="Comic Sans MS" panose="030F0702030302020204" pitchFamily="66" charset="0"/>
                        </a:defRPr>
                      </a:lvl4pPr>
                      <a:lvl5pPr>
                        <a:spcBef>
                          <a:spcPct val="20000"/>
                        </a:spcBef>
                        <a:defRPr>
                          <a:solidFill>
                            <a:schemeClr val="tx1"/>
                          </a:solidFill>
                          <a:latin typeface="Comic Sans MS" panose="030F0702030302020204" pitchFamily="66" charset="0"/>
                        </a:defRPr>
                      </a:lvl5pPr>
                      <a:lvl6pPr fontAlgn="base">
                        <a:spcBef>
                          <a:spcPct val="20000"/>
                        </a:spcBef>
                        <a:spcAft>
                          <a:spcPct val="0"/>
                        </a:spcAft>
                        <a:defRPr>
                          <a:solidFill>
                            <a:schemeClr val="tx1"/>
                          </a:solidFill>
                          <a:latin typeface="Comic Sans MS" panose="030F0702030302020204" pitchFamily="66" charset="0"/>
                        </a:defRPr>
                      </a:lvl6pPr>
                      <a:lvl7pPr fontAlgn="base">
                        <a:spcBef>
                          <a:spcPct val="20000"/>
                        </a:spcBef>
                        <a:spcAft>
                          <a:spcPct val="0"/>
                        </a:spcAft>
                        <a:defRPr>
                          <a:solidFill>
                            <a:schemeClr val="tx1"/>
                          </a:solidFill>
                          <a:latin typeface="Comic Sans MS" panose="030F0702030302020204" pitchFamily="66" charset="0"/>
                        </a:defRPr>
                      </a:lvl7pPr>
                      <a:lvl8pPr fontAlgn="base">
                        <a:spcBef>
                          <a:spcPct val="20000"/>
                        </a:spcBef>
                        <a:spcAft>
                          <a:spcPct val="0"/>
                        </a:spcAft>
                        <a:defRPr>
                          <a:solidFill>
                            <a:schemeClr val="tx1"/>
                          </a:solidFill>
                          <a:latin typeface="Comic Sans MS" panose="030F0702030302020204" pitchFamily="66" charset="0"/>
                        </a:defRPr>
                      </a:lvl8pPr>
                      <a:lvl9pPr fontAlgn="base">
                        <a:spcBef>
                          <a:spcPct val="20000"/>
                        </a:spcBef>
                        <a:spcAft>
                          <a:spcPct val="0"/>
                        </a:spcAft>
                        <a:defRPr>
                          <a:solidFill>
                            <a:schemeClr val="tx1"/>
                          </a:solidFill>
                          <a:latin typeface="Comic Sans MS" panose="030F0702030302020204" pitchFamily="66"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AU" altLang="en-US" sz="2000" b="0" i="0" u="none" strike="noStrike" cap="none" normalizeH="0" baseline="0">
                          <a:ln>
                            <a:noFill/>
                          </a:ln>
                          <a:solidFill>
                            <a:schemeClr val="tx1"/>
                          </a:solidFill>
                          <a:effectLst/>
                          <a:latin typeface="Comic Sans MS" panose="030F0702030302020204" pitchFamily="66" charset="0"/>
                        </a:rPr>
                        <a:t>0ms</a:t>
                      </a:r>
                      <a:r>
                        <a:rPr kumimoji="0" lang="en-AU" altLang="en-US" sz="2000" b="0" i="0" u="none" strike="noStrike" cap="none" normalizeH="0" baseline="30000">
                          <a:ln>
                            <a:noFill/>
                          </a:ln>
                          <a:solidFill>
                            <a:schemeClr val="tx1"/>
                          </a:solidFill>
                          <a:effectLst/>
                          <a:latin typeface="Comic Sans MS" panose="030F0702030302020204" pitchFamily="66" charset="0"/>
                        </a:rPr>
                        <a:t>-1</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rowSpan="2">
                  <a:txBody>
                    <a:bodyPr/>
                    <a:lstStyle>
                      <a:lvl1pPr>
                        <a:spcBef>
                          <a:spcPct val="20000"/>
                        </a:spcBef>
                        <a:defRPr sz="2800">
                          <a:solidFill>
                            <a:schemeClr val="tx1"/>
                          </a:solidFill>
                          <a:latin typeface="Comic Sans MS" panose="030F0702030302020204" pitchFamily="66" charset="0"/>
                        </a:defRPr>
                      </a:lvl1pPr>
                      <a:lvl2pPr>
                        <a:spcBef>
                          <a:spcPct val="20000"/>
                        </a:spcBef>
                        <a:defRPr sz="2400">
                          <a:solidFill>
                            <a:schemeClr val="tx1"/>
                          </a:solidFill>
                          <a:latin typeface="Comic Sans MS" panose="030F0702030302020204" pitchFamily="66" charset="0"/>
                        </a:defRPr>
                      </a:lvl2pPr>
                      <a:lvl3pPr>
                        <a:spcBef>
                          <a:spcPct val="20000"/>
                        </a:spcBef>
                        <a:defRPr sz="2000">
                          <a:solidFill>
                            <a:schemeClr val="tx1"/>
                          </a:solidFill>
                          <a:latin typeface="Comic Sans MS" panose="030F0702030302020204" pitchFamily="66" charset="0"/>
                        </a:defRPr>
                      </a:lvl3pPr>
                      <a:lvl4pPr>
                        <a:spcBef>
                          <a:spcPct val="20000"/>
                        </a:spcBef>
                        <a:defRPr>
                          <a:solidFill>
                            <a:schemeClr val="tx1"/>
                          </a:solidFill>
                          <a:latin typeface="Comic Sans MS" panose="030F0702030302020204" pitchFamily="66" charset="0"/>
                        </a:defRPr>
                      </a:lvl4pPr>
                      <a:lvl5pPr>
                        <a:spcBef>
                          <a:spcPct val="20000"/>
                        </a:spcBef>
                        <a:defRPr>
                          <a:solidFill>
                            <a:schemeClr val="tx1"/>
                          </a:solidFill>
                          <a:latin typeface="Comic Sans MS" panose="030F0702030302020204" pitchFamily="66" charset="0"/>
                        </a:defRPr>
                      </a:lvl5pPr>
                      <a:lvl6pPr fontAlgn="base">
                        <a:spcBef>
                          <a:spcPct val="20000"/>
                        </a:spcBef>
                        <a:spcAft>
                          <a:spcPct val="0"/>
                        </a:spcAft>
                        <a:defRPr>
                          <a:solidFill>
                            <a:schemeClr val="tx1"/>
                          </a:solidFill>
                          <a:latin typeface="Comic Sans MS" panose="030F0702030302020204" pitchFamily="66" charset="0"/>
                        </a:defRPr>
                      </a:lvl6pPr>
                      <a:lvl7pPr fontAlgn="base">
                        <a:spcBef>
                          <a:spcPct val="20000"/>
                        </a:spcBef>
                        <a:spcAft>
                          <a:spcPct val="0"/>
                        </a:spcAft>
                        <a:defRPr>
                          <a:solidFill>
                            <a:schemeClr val="tx1"/>
                          </a:solidFill>
                          <a:latin typeface="Comic Sans MS" panose="030F0702030302020204" pitchFamily="66" charset="0"/>
                        </a:defRPr>
                      </a:lvl7pPr>
                      <a:lvl8pPr fontAlgn="base">
                        <a:spcBef>
                          <a:spcPct val="20000"/>
                        </a:spcBef>
                        <a:spcAft>
                          <a:spcPct val="0"/>
                        </a:spcAft>
                        <a:defRPr>
                          <a:solidFill>
                            <a:schemeClr val="tx1"/>
                          </a:solidFill>
                          <a:latin typeface="Comic Sans MS" panose="030F0702030302020204" pitchFamily="66" charset="0"/>
                        </a:defRPr>
                      </a:lvl8pPr>
                      <a:lvl9pPr fontAlgn="base">
                        <a:spcBef>
                          <a:spcPct val="20000"/>
                        </a:spcBef>
                        <a:spcAft>
                          <a:spcPct val="0"/>
                        </a:spcAft>
                        <a:defRPr>
                          <a:solidFill>
                            <a:schemeClr val="tx1"/>
                          </a:solidFill>
                          <a:latin typeface="Comic Sans MS" panose="030F0702030302020204" pitchFamily="66"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AU" altLang="en-US" sz="2000" b="0" i="0" u="none" strike="noStrike" cap="none" normalizeH="0" baseline="0">
                        <a:ln>
                          <a:noFill/>
                        </a:ln>
                        <a:solidFill>
                          <a:schemeClr val="tx1"/>
                        </a:solidFill>
                        <a:effectLst/>
                        <a:latin typeface="Comic Sans MS" panose="030F0702030302020204" pitchFamily="66" charset="0"/>
                      </a:endParaRPr>
                    </a:p>
                    <a:p>
                      <a:pPr marL="0" marR="0" lvl="0" indent="0" algn="ctr" defTabSz="914400" rtl="0" eaLnBrk="1" fontAlgn="base" latinLnBrk="0" hangingPunct="1">
                        <a:lnSpc>
                          <a:spcPct val="100000"/>
                        </a:lnSpc>
                        <a:spcBef>
                          <a:spcPct val="20000"/>
                        </a:spcBef>
                        <a:spcAft>
                          <a:spcPct val="0"/>
                        </a:spcAft>
                        <a:buClrTx/>
                        <a:buSzTx/>
                        <a:buFontTx/>
                        <a:buNone/>
                        <a:tabLst/>
                      </a:pPr>
                      <a:r>
                        <a:rPr kumimoji="0" lang="en-AU" altLang="en-US" sz="2000" b="0" i="0" u="none" strike="noStrike" cap="none" normalizeH="0" baseline="0">
                          <a:ln>
                            <a:noFill/>
                          </a:ln>
                          <a:solidFill>
                            <a:schemeClr val="tx1"/>
                          </a:solidFill>
                          <a:effectLst/>
                          <a:latin typeface="Comic Sans MS" panose="030F0702030302020204" pitchFamily="66" charset="0"/>
                        </a:rPr>
                        <a:t>25.0ms</a:t>
                      </a:r>
                      <a:r>
                        <a:rPr kumimoji="0" lang="en-AU" altLang="en-US" sz="2000" b="0" i="0" u="none" strike="noStrike" cap="none" normalizeH="0" baseline="30000">
                          <a:ln>
                            <a:noFill/>
                          </a:ln>
                          <a:solidFill>
                            <a:schemeClr val="tx1"/>
                          </a:solidFill>
                          <a:effectLst/>
                          <a:latin typeface="Comic Sans MS" panose="030F0702030302020204" pitchFamily="66" charset="0"/>
                        </a:rPr>
                        <a:t>-1</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3946422452"/>
                  </a:ext>
                </a:extLst>
              </a:tr>
              <a:tr h="541338">
                <a:tc>
                  <a:txBody>
                    <a:bodyPr/>
                    <a:lstStyle>
                      <a:lvl1pPr>
                        <a:spcBef>
                          <a:spcPct val="20000"/>
                        </a:spcBef>
                        <a:defRPr sz="2800">
                          <a:solidFill>
                            <a:schemeClr val="tx1"/>
                          </a:solidFill>
                          <a:latin typeface="Comic Sans MS" panose="030F0702030302020204" pitchFamily="66" charset="0"/>
                        </a:defRPr>
                      </a:lvl1pPr>
                      <a:lvl2pPr>
                        <a:spcBef>
                          <a:spcPct val="20000"/>
                        </a:spcBef>
                        <a:defRPr sz="2400">
                          <a:solidFill>
                            <a:schemeClr val="tx1"/>
                          </a:solidFill>
                          <a:latin typeface="Comic Sans MS" panose="030F0702030302020204" pitchFamily="66" charset="0"/>
                        </a:defRPr>
                      </a:lvl2pPr>
                      <a:lvl3pPr>
                        <a:spcBef>
                          <a:spcPct val="20000"/>
                        </a:spcBef>
                        <a:defRPr sz="2000">
                          <a:solidFill>
                            <a:schemeClr val="tx1"/>
                          </a:solidFill>
                          <a:latin typeface="Comic Sans MS" panose="030F0702030302020204" pitchFamily="66" charset="0"/>
                        </a:defRPr>
                      </a:lvl3pPr>
                      <a:lvl4pPr>
                        <a:spcBef>
                          <a:spcPct val="20000"/>
                        </a:spcBef>
                        <a:defRPr>
                          <a:solidFill>
                            <a:schemeClr val="tx1"/>
                          </a:solidFill>
                          <a:latin typeface="Comic Sans MS" panose="030F0702030302020204" pitchFamily="66" charset="0"/>
                        </a:defRPr>
                      </a:lvl4pPr>
                      <a:lvl5pPr>
                        <a:spcBef>
                          <a:spcPct val="20000"/>
                        </a:spcBef>
                        <a:defRPr>
                          <a:solidFill>
                            <a:schemeClr val="tx1"/>
                          </a:solidFill>
                          <a:latin typeface="Comic Sans MS" panose="030F0702030302020204" pitchFamily="66" charset="0"/>
                        </a:defRPr>
                      </a:lvl5pPr>
                      <a:lvl6pPr fontAlgn="base">
                        <a:spcBef>
                          <a:spcPct val="20000"/>
                        </a:spcBef>
                        <a:spcAft>
                          <a:spcPct val="0"/>
                        </a:spcAft>
                        <a:defRPr>
                          <a:solidFill>
                            <a:schemeClr val="tx1"/>
                          </a:solidFill>
                          <a:latin typeface="Comic Sans MS" panose="030F0702030302020204" pitchFamily="66" charset="0"/>
                        </a:defRPr>
                      </a:lvl6pPr>
                      <a:lvl7pPr fontAlgn="base">
                        <a:spcBef>
                          <a:spcPct val="20000"/>
                        </a:spcBef>
                        <a:spcAft>
                          <a:spcPct val="0"/>
                        </a:spcAft>
                        <a:defRPr>
                          <a:solidFill>
                            <a:schemeClr val="tx1"/>
                          </a:solidFill>
                          <a:latin typeface="Comic Sans MS" panose="030F0702030302020204" pitchFamily="66" charset="0"/>
                        </a:defRPr>
                      </a:lvl7pPr>
                      <a:lvl8pPr fontAlgn="base">
                        <a:spcBef>
                          <a:spcPct val="20000"/>
                        </a:spcBef>
                        <a:spcAft>
                          <a:spcPct val="0"/>
                        </a:spcAft>
                        <a:defRPr>
                          <a:solidFill>
                            <a:schemeClr val="tx1"/>
                          </a:solidFill>
                          <a:latin typeface="Comic Sans MS" panose="030F0702030302020204" pitchFamily="66" charset="0"/>
                        </a:defRPr>
                      </a:lvl8pPr>
                      <a:lvl9pPr fontAlgn="base">
                        <a:spcBef>
                          <a:spcPct val="20000"/>
                        </a:spcBef>
                        <a:spcAft>
                          <a:spcPct val="0"/>
                        </a:spcAft>
                        <a:defRPr>
                          <a:solidFill>
                            <a:schemeClr val="tx1"/>
                          </a:solidFill>
                          <a:latin typeface="Comic Sans MS" panose="030F0702030302020204" pitchFamily="66"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AU" altLang="en-US" sz="2000" b="0" i="0" u="none" strike="noStrike" cap="none" normalizeH="0" baseline="0">
                          <a:ln>
                            <a:noFill/>
                          </a:ln>
                          <a:solidFill>
                            <a:schemeClr val="tx1"/>
                          </a:solidFill>
                          <a:effectLst/>
                          <a:latin typeface="Comic Sans MS" panose="030F0702030302020204" pitchFamily="66" charset="0"/>
                        </a:rPr>
                        <a:t>Final velocity (v)</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Comic Sans MS" panose="030F0702030302020204" pitchFamily="66" charset="0"/>
                        </a:defRPr>
                      </a:lvl1pPr>
                      <a:lvl2pPr>
                        <a:spcBef>
                          <a:spcPct val="20000"/>
                        </a:spcBef>
                        <a:defRPr sz="2400">
                          <a:solidFill>
                            <a:schemeClr val="tx1"/>
                          </a:solidFill>
                          <a:latin typeface="Comic Sans MS" panose="030F0702030302020204" pitchFamily="66" charset="0"/>
                        </a:defRPr>
                      </a:lvl2pPr>
                      <a:lvl3pPr>
                        <a:spcBef>
                          <a:spcPct val="20000"/>
                        </a:spcBef>
                        <a:defRPr sz="2000">
                          <a:solidFill>
                            <a:schemeClr val="tx1"/>
                          </a:solidFill>
                          <a:latin typeface="Comic Sans MS" panose="030F0702030302020204" pitchFamily="66" charset="0"/>
                        </a:defRPr>
                      </a:lvl3pPr>
                      <a:lvl4pPr>
                        <a:spcBef>
                          <a:spcPct val="20000"/>
                        </a:spcBef>
                        <a:defRPr>
                          <a:solidFill>
                            <a:schemeClr val="tx1"/>
                          </a:solidFill>
                          <a:latin typeface="Comic Sans MS" panose="030F0702030302020204" pitchFamily="66" charset="0"/>
                        </a:defRPr>
                      </a:lvl4pPr>
                      <a:lvl5pPr>
                        <a:spcBef>
                          <a:spcPct val="20000"/>
                        </a:spcBef>
                        <a:defRPr>
                          <a:solidFill>
                            <a:schemeClr val="tx1"/>
                          </a:solidFill>
                          <a:latin typeface="Comic Sans MS" panose="030F0702030302020204" pitchFamily="66" charset="0"/>
                        </a:defRPr>
                      </a:lvl5pPr>
                      <a:lvl6pPr fontAlgn="base">
                        <a:spcBef>
                          <a:spcPct val="20000"/>
                        </a:spcBef>
                        <a:spcAft>
                          <a:spcPct val="0"/>
                        </a:spcAft>
                        <a:defRPr>
                          <a:solidFill>
                            <a:schemeClr val="tx1"/>
                          </a:solidFill>
                          <a:latin typeface="Comic Sans MS" panose="030F0702030302020204" pitchFamily="66" charset="0"/>
                        </a:defRPr>
                      </a:lvl6pPr>
                      <a:lvl7pPr fontAlgn="base">
                        <a:spcBef>
                          <a:spcPct val="20000"/>
                        </a:spcBef>
                        <a:spcAft>
                          <a:spcPct val="0"/>
                        </a:spcAft>
                        <a:defRPr>
                          <a:solidFill>
                            <a:schemeClr val="tx1"/>
                          </a:solidFill>
                          <a:latin typeface="Comic Sans MS" panose="030F0702030302020204" pitchFamily="66" charset="0"/>
                        </a:defRPr>
                      </a:lvl7pPr>
                      <a:lvl8pPr fontAlgn="base">
                        <a:spcBef>
                          <a:spcPct val="20000"/>
                        </a:spcBef>
                        <a:spcAft>
                          <a:spcPct val="0"/>
                        </a:spcAft>
                        <a:defRPr>
                          <a:solidFill>
                            <a:schemeClr val="tx1"/>
                          </a:solidFill>
                          <a:latin typeface="Comic Sans MS" panose="030F0702030302020204" pitchFamily="66" charset="0"/>
                        </a:defRPr>
                      </a:lvl8pPr>
                      <a:lvl9pPr fontAlgn="base">
                        <a:spcBef>
                          <a:spcPct val="20000"/>
                        </a:spcBef>
                        <a:spcAft>
                          <a:spcPct val="0"/>
                        </a:spcAft>
                        <a:defRPr>
                          <a:solidFill>
                            <a:schemeClr val="tx1"/>
                          </a:solidFill>
                          <a:latin typeface="Comic Sans MS" panose="030F0702030302020204" pitchFamily="66"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altLang="en-US" sz="2000" b="0" i="0" u="none" strike="noStrike" cap="none" normalizeH="0" baseline="0">
                        <a:ln>
                          <a:noFill/>
                        </a:ln>
                        <a:solidFill>
                          <a:schemeClr val="tx1"/>
                        </a:solidFill>
                        <a:effectLst/>
                        <a:latin typeface="Comic Sans MS" panose="030F0702030302020204" pitchFamily="66"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vMerge="1">
                  <a:txBody>
                    <a:bodyPr/>
                    <a:lstStyle/>
                    <a:p>
                      <a:endParaRPr lang="en-AU"/>
                    </a:p>
                  </a:txBody>
                  <a:tcPr/>
                </a:tc>
                <a:extLst>
                  <a:ext uri="{0D108BD9-81ED-4DB2-BD59-A6C34878D82A}">
                    <a16:rowId xmlns:a16="http://schemas.microsoft.com/office/drawing/2014/main" val="3113775528"/>
                  </a:ext>
                </a:extLst>
              </a:tr>
              <a:tr h="542925">
                <a:tc>
                  <a:txBody>
                    <a:bodyPr/>
                    <a:lstStyle>
                      <a:lvl1pPr>
                        <a:spcBef>
                          <a:spcPct val="20000"/>
                        </a:spcBef>
                        <a:defRPr sz="2800">
                          <a:solidFill>
                            <a:schemeClr val="tx1"/>
                          </a:solidFill>
                          <a:latin typeface="Comic Sans MS" panose="030F0702030302020204" pitchFamily="66" charset="0"/>
                        </a:defRPr>
                      </a:lvl1pPr>
                      <a:lvl2pPr>
                        <a:spcBef>
                          <a:spcPct val="20000"/>
                        </a:spcBef>
                        <a:defRPr sz="2400">
                          <a:solidFill>
                            <a:schemeClr val="tx1"/>
                          </a:solidFill>
                          <a:latin typeface="Comic Sans MS" panose="030F0702030302020204" pitchFamily="66" charset="0"/>
                        </a:defRPr>
                      </a:lvl2pPr>
                      <a:lvl3pPr>
                        <a:spcBef>
                          <a:spcPct val="20000"/>
                        </a:spcBef>
                        <a:defRPr sz="2000">
                          <a:solidFill>
                            <a:schemeClr val="tx1"/>
                          </a:solidFill>
                          <a:latin typeface="Comic Sans MS" panose="030F0702030302020204" pitchFamily="66" charset="0"/>
                        </a:defRPr>
                      </a:lvl3pPr>
                      <a:lvl4pPr>
                        <a:spcBef>
                          <a:spcPct val="20000"/>
                        </a:spcBef>
                        <a:defRPr>
                          <a:solidFill>
                            <a:schemeClr val="tx1"/>
                          </a:solidFill>
                          <a:latin typeface="Comic Sans MS" panose="030F0702030302020204" pitchFamily="66" charset="0"/>
                        </a:defRPr>
                      </a:lvl4pPr>
                      <a:lvl5pPr>
                        <a:spcBef>
                          <a:spcPct val="20000"/>
                        </a:spcBef>
                        <a:defRPr>
                          <a:solidFill>
                            <a:schemeClr val="tx1"/>
                          </a:solidFill>
                          <a:latin typeface="Comic Sans MS" panose="030F0702030302020204" pitchFamily="66" charset="0"/>
                        </a:defRPr>
                      </a:lvl5pPr>
                      <a:lvl6pPr fontAlgn="base">
                        <a:spcBef>
                          <a:spcPct val="20000"/>
                        </a:spcBef>
                        <a:spcAft>
                          <a:spcPct val="0"/>
                        </a:spcAft>
                        <a:defRPr>
                          <a:solidFill>
                            <a:schemeClr val="tx1"/>
                          </a:solidFill>
                          <a:latin typeface="Comic Sans MS" panose="030F0702030302020204" pitchFamily="66" charset="0"/>
                        </a:defRPr>
                      </a:lvl6pPr>
                      <a:lvl7pPr fontAlgn="base">
                        <a:spcBef>
                          <a:spcPct val="20000"/>
                        </a:spcBef>
                        <a:spcAft>
                          <a:spcPct val="0"/>
                        </a:spcAft>
                        <a:defRPr>
                          <a:solidFill>
                            <a:schemeClr val="tx1"/>
                          </a:solidFill>
                          <a:latin typeface="Comic Sans MS" panose="030F0702030302020204" pitchFamily="66" charset="0"/>
                        </a:defRPr>
                      </a:lvl7pPr>
                      <a:lvl8pPr fontAlgn="base">
                        <a:spcBef>
                          <a:spcPct val="20000"/>
                        </a:spcBef>
                        <a:spcAft>
                          <a:spcPct val="0"/>
                        </a:spcAft>
                        <a:defRPr>
                          <a:solidFill>
                            <a:schemeClr val="tx1"/>
                          </a:solidFill>
                          <a:latin typeface="Comic Sans MS" panose="030F0702030302020204" pitchFamily="66" charset="0"/>
                        </a:defRPr>
                      </a:lvl8pPr>
                      <a:lvl9pPr fontAlgn="base">
                        <a:spcBef>
                          <a:spcPct val="20000"/>
                        </a:spcBef>
                        <a:spcAft>
                          <a:spcPct val="0"/>
                        </a:spcAft>
                        <a:defRPr>
                          <a:solidFill>
                            <a:schemeClr val="tx1"/>
                          </a:solidFill>
                          <a:latin typeface="Comic Sans MS" panose="030F0702030302020204" pitchFamily="66"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AU" altLang="en-US" sz="2000" b="0" i="0" u="none" strike="noStrike" cap="none" normalizeH="0" baseline="0">
                          <a:ln>
                            <a:noFill/>
                          </a:ln>
                          <a:solidFill>
                            <a:schemeClr val="tx1"/>
                          </a:solidFill>
                          <a:effectLst/>
                          <a:latin typeface="Comic Sans MS" panose="030F0702030302020204" pitchFamily="66" charset="0"/>
                        </a:rPr>
                        <a:t>Displacement (s)</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Comic Sans MS" panose="030F0702030302020204" pitchFamily="66" charset="0"/>
                        </a:defRPr>
                      </a:lvl1pPr>
                      <a:lvl2pPr>
                        <a:spcBef>
                          <a:spcPct val="20000"/>
                        </a:spcBef>
                        <a:defRPr sz="2400">
                          <a:solidFill>
                            <a:schemeClr val="tx1"/>
                          </a:solidFill>
                          <a:latin typeface="Comic Sans MS" panose="030F0702030302020204" pitchFamily="66" charset="0"/>
                        </a:defRPr>
                      </a:lvl2pPr>
                      <a:lvl3pPr>
                        <a:spcBef>
                          <a:spcPct val="20000"/>
                        </a:spcBef>
                        <a:defRPr sz="2000">
                          <a:solidFill>
                            <a:schemeClr val="tx1"/>
                          </a:solidFill>
                          <a:latin typeface="Comic Sans MS" panose="030F0702030302020204" pitchFamily="66" charset="0"/>
                        </a:defRPr>
                      </a:lvl3pPr>
                      <a:lvl4pPr>
                        <a:spcBef>
                          <a:spcPct val="20000"/>
                        </a:spcBef>
                        <a:defRPr>
                          <a:solidFill>
                            <a:schemeClr val="tx1"/>
                          </a:solidFill>
                          <a:latin typeface="Comic Sans MS" panose="030F0702030302020204" pitchFamily="66" charset="0"/>
                        </a:defRPr>
                      </a:lvl4pPr>
                      <a:lvl5pPr>
                        <a:spcBef>
                          <a:spcPct val="20000"/>
                        </a:spcBef>
                        <a:defRPr>
                          <a:solidFill>
                            <a:schemeClr val="tx1"/>
                          </a:solidFill>
                          <a:latin typeface="Comic Sans MS" panose="030F0702030302020204" pitchFamily="66" charset="0"/>
                        </a:defRPr>
                      </a:lvl5pPr>
                      <a:lvl6pPr fontAlgn="base">
                        <a:spcBef>
                          <a:spcPct val="20000"/>
                        </a:spcBef>
                        <a:spcAft>
                          <a:spcPct val="0"/>
                        </a:spcAft>
                        <a:defRPr>
                          <a:solidFill>
                            <a:schemeClr val="tx1"/>
                          </a:solidFill>
                          <a:latin typeface="Comic Sans MS" panose="030F0702030302020204" pitchFamily="66" charset="0"/>
                        </a:defRPr>
                      </a:lvl6pPr>
                      <a:lvl7pPr fontAlgn="base">
                        <a:spcBef>
                          <a:spcPct val="20000"/>
                        </a:spcBef>
                        <a:spcAft>
                          <a:spcPct val="0"/>
                        </a:spcAft>
                        <a:defRPr>
                          <a:solidFill>
                            <a:schemeClr val="tx1"/>
                          </a:solidFill>
                          <a:latin typeface="Comic Sans MS" panose="030F0702030302020204" pitchFamily="66" charset="0"/>
                        </a:defRPr>
                      </a:lvl7pPr>
                      <a:lvl8pPr fontAlgn="base">
                        <a:spcBef>
                          <a:spcPct val="20000"/>
                        </a:spcBef>
                        <a:spcAft>
                          <a:spcPct val="0"/>
                        </a:spcAft>
                        <a:defRPr>
                          <a:solidFill>
                            <a:schemeClr val="tx1"/>
                          </a:solidFill>
                          <a:latin typeface="Comic Sans MS" panose="030F0702030302020204" pitchFamily="66" charset="0"/>
                        </a:defRPr>
                      </a:lvl8pPr>
                      <a:lvl9pPr fontAlgn="base">
                        <a:spcBef>
                          <a:spcPct val="20000"/>
                        </a:spcBef>
                        <a:spcAft>
                          <a:spcPct val="0"/>
                        </a:spcAft>
                        <a:defRPr>
                          <a:solidFill>
                            <a:schemeClr val="tx1"/>
                          </a:solidFill>
                          <a:latin typeface="Comic Sans MS" panose="030F0702030302020204" pitchFamily="66"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AU" altLang="en-US" sz="2000" b="0" i="0" u="none" strike="noStrike" cap="none" normalizeH="0" baseline="0">
                          <a:ln>
                            <a:noFill/>
                          </a:ln>
                          <a:solidFill>
                            <a:schemeClr val="tx1"/>
                          </a:solidFill>
                          <a:effectLst/>
                          <a:latin typeface="Comic Sans MS" panose="030F0702030302020204" pitchFamily="66" charset="0"/>
                        </a:rPr>
                        <a:t>-6.0m</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Comic Sans MS" panose="030F0702030302020204" pitchFamily="66" charset="0"/>
                        </a:defRPr>
                      </a:lvl1pPr>
                      <a:lvl2pPr>
                        <a:spcBef>
                          <a:spcPct val="20000"/>
                        </a:spcBef>
                        <a:defRPr sz="2400">
                          <a:solidFill>
                            <a:schemeClr val="tx1"/>
                          </a:solidFill>
                          <a:latin typeface="Comic Sans MS" panose="030F0702030302020204" pitchFamily="66" charset="0"/>
                        </a:defRPr>
                      </a:lvl2pPr>
                      <a:lvl3pPr>
                        <a:spcBef>
                          <a:spcPct val="20000"/>
                        </a:spcBef>
                        <a:defRPr sz="2000">
                          <a:solidFill>
                            <a:schemeClr val="tx1"/>
                          </a:solidFill>
                          <a:latin typeface="Comic Sans MS" panose="030F0702030302020204" pitchFamily="66" charset="0"/>
                        </a:defRPr>
                      </a:lvl3pPr>
                      <a:lvl4pPr>
                        <a:spcBef>
                          <a:spcPct val="20000"/>
                        </a:spcBef>
                        <a:defRPr>
                          <a:solidFill>
                            <a:schemeClr val="tx1"/>
                          </a:solidFill>
                          <a:latin typeface="Comic Sans MS" panose="030F0702030302020204" pitchFamily="66" charset="0"/>
                        </a:defRPr>
                      </a:lvl4pPr>
                      <a:lvl5pPr>
                        <a:spcBef>
                          <a:spcPct val="20000"/>
                        </a:spcBef>
                        <a:defRPr>
                          <a:solidFill>
                            <a:schemeClr val="tx1"/>
                          </a:solidFill>
                          <a:latin typeface="Comic Sans MS" panose="030F0702030302020204" pitchFamily="66" charset="0"/>
                        </a:defRPr>
                      </a:lvl5pPr>
                      <a:lvl6pPr fontAlgn="base">
                        <a:spcBef>
                          <a:spcPct val="20000"/>
                        </a:spcBef>
                        <a:spcAft>
                          <a:spcPct val="0"/>
                        </a:spcAft>
                        <a:defRPr>
                          <a:solidFill>
                            <a:schemeClr val="tx1"/>
                          </a:solidFill>
                          <a:latin typeface="Comic Sans MS" panose="030F0702030302020204" pitchFamily="66" charset="0"/>
                        </a:defRPr>
                      </a:lvl6pPr>
                      <a:lvl7pPr fontAlgn="base">
                        <a:spcBef>
                          <a:spcPct val="20000"/>
                        </a:spcBef>
                        <a:spcAft>
                          <a:spcPct val="0"/>
                        </a:spcAft>
                        <a:defRPr>
                          <a:solidFill>
                            <a:schemeClr val="tx1"/>
                          </a:solidFill>
                          <a:latin typeface="Comic Sans MS" panose="030F0702030302020204" pitchFamily="66" charset="0"/>
                        </a:defRPr>
                      </a:lvl7pPr>
                      <a:lvl8pPr fontAlgn="base">
                        <a:spcBef>
                          <a:spcPct val="20000"/>
                        </a:spcBef>
                        <a:spcAft>
                          <a:spcPct val="0"/>
                        </a:spcAft>
                        <a:defRPr>
                          <a:solidFill>
                            <a:schemeClr val="tx1"/>
                          </a:solidFill>
                          <a:latin typeface="Comic Sans MS" panose="030F0702030302020204" pitchFamily="66" charset="0"/>
                        </a:defRPr>
                      </a:lvl8pPr>
                      <a:lvl9pPr fontAlgn="base">
                        <a:spcBef>
                          <a:spcPct val="20000"/>
                        </a:spcBef>
                        <a:spcAft>
                          <a:spcPct val="0"/>
                        </a:spcAft>
                        <a:defRPr>
                          <a:solidFill>
                            <a:schemeClr val="tx1"/>
                          </a:solidFill>
                          <a:latin typeface="Comic Sans MS" panose="030F0702030302020204" pitchFamily="66"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altLang="en-US" sz="2000" b="0" i="0" u="none" strike="noStrike" cap="none" normalizeH="0" baseline="0">
                        <a:ln>
                          <a:noFill/>
                        </a:ln>
                        <a:solidFill>
                          <a:schemeClr val="tx1"/>
                        </a:solidFill>
                        <a:effectLst/>
                        <a:latin typeface="Comic Sans MS" panose="030F0702030302020204" pitchFamily="66" charset="0"/>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751557830"/>
                  </a:ext>
                </a:extLst>
              </a:tr>
              <a:tr h="541338">
                <a:tc>
                  <a:txBody>
                    <a:bodyPr/>
                    <a:lstStyle>
                      <a:lvl1pPr>
                        <a:spcBef>
                          <a:spcPct val="20000"/>
                        </a:spcBef>
                        <a:defRPr sz="2800">
                          <a:solidFill>
                            <a:schemeClr val="tx1"/>
                          </a:solidFill>
                          <a:latin typeface="Comic Sans MS" panose="030F0702030302020204" pitchFamily="66" charset="0"/>
                        </a:defRPr>
                      </a:lvl1pPr>
                      <a:lvl2pPr>
                        <a:spcBef>
                          <a:spcPct val="20000"/>
                        </a:spcBef>
                        <a:defRPr sz="2400">
                          <a:solidFill>
                            <a:schemeClr val="tx1"/>
                          </a:solidFill>
                          <a:latin typeface="Comic Sans MS" panose="030F0702030302020204" pitchFamily="66" charset="0"/>
                        </a:defRPr>
                      </a:lvl2pPr>
                      <a:lvl3pPr>
                        <a:spcBef>
                          <a:spcPct val="20000"/>
                        </a:spcBef>
                        <a:defRPr sz="2000">
                          <a:solidFill>
                            <a:schemeClr val="tx1"/>
                          </a:solidFill>
                          <a:latin typeface="Comic Sans MS" panose="030F0702030302020204" pitchFamily="66" charset="0"/>
                        </a:defRPr>
                      </a:lvl3pPr>
                      <a:lvl4pPr>
                        <a:spcBef>
                          <a:spcPct val="20000"/>
                        </a:spcBef>
                        <a:defRPr>
                          <a:solidFill>
                            <a:schemeClr val="tx1"/>
                          </a:solidFill>
                          <a:latin typeface="Comic Sans MS" panose="030F0702030302020204" pitchFamily="66" charset="0"/>
                        </a:defRPr>
                      </a:lvl4pPr>
                      <a:lvl5pPr>
                        <a:spcBef>
                          <a:spcPct val="20000"/>
                        </a:spcBef>
                        <a:defRPr>
                          <a:solidFill>
                            <a:schemeClr val="tx1"/>
                          </a:solidFill>
                          <a:latin typeface="Comic Sans MS" panose="030F0702030302020204" pitchFamily="66" charset="0"/>
                        </a:defRPr>
                      </a:lvl5pPr>
                      <a:lvl6pPr fontAlgn="base">
                        <a:spcBef>
                          <a:spcPct val="20000"/>
                        </a:spcBef>
                        <a:spcAft>
                          <a:spcPct val="0"/>
                        </a:spcAft>
                        <a:defRPr>
                          <a:solidFill>
                            <a:schemeClr val="tx1"/>
                          </a:solidFill>
                          <a:latin typeface="Comic Sans MS" panose="030F0702030302020204" pitchFamily="66" charset="0"/>
                        </a:defRPr>
                      </a:lvl6pPr>
                      <a:lvl7pPr fontAlgn="base">
                        <a:spcBef>
                          <a:spcPct val="20000"/>
                        </a:spcBef>
                        <a:spcAft>
                          <a:spcPct val="0"/>
                        </a:spcAft>
                        <a:defRPr>
                          <a:solidFill>
                            <a:schemeClr val="tx1"/>
                          </a:solidFill>
                          <a:latin typeface="Comic Sans MS" panose="030F0702030302020204" pitchFamily="66" charset="0"/>
                        </a:defRPr>
                      </a:lvl7pPr>
                      <a:lvl8pPr fontAlgn="base">
                        <a:spcBef>
                          <a:spcPct val="20000"/>
                        </a:spcBef>
                        <a:spcAft>
                          <a:spcPct val="0"/>
                        </a:spcAft>
                        <a:defRPr>
                          <a:solidFill>
                            <a:schemeClr val="tx1"/>
                          </a:solidFill>
                          <a:latin typeface="Comic Sans MS" panose="030F0702030302020204" pitchFamily="66" charset="0"/>
                        </a:defRPr>
                      </a:lvl8pPr>
                      <a:lvl9pPr fontAlgn="base">
                        <a:spcBef>
                          <a:spcPct val="20000"/>
                        </a:spcBef>
                        <a:spcAft>
                          <a:spcPct val="0"/>
                        </a:spcAft>
                        <a:defRPr>
                          <a:solidFill>
                            <a:schemeClr val="tx1"/>
                          </a:solidFill>
                          <a:latin typeface="Comic Sans MS" panose="030F0702030302020204" pitchFamily="66"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AU" altLang="en-US" sz="2000" b="0" i="0" u="none" strike="noStrike" cap="none" normalizeH="0" baseline="0">
                          <a:ln>
                            <a:noFill/>
                          </a:ln>
                          <a:solidFill>
                            <a:schemeClr val="tx1"/>
                          </a:solidFill>
                          <a:effectLst/>
                          <a:latin typeface="Comic Sans MS" panose="030F0702030302020204" pitchFamily="66" charset="0"/>
                        </a:rPr>
                        <a:t>Time (t)</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gridSpan="2">
                  <a:txBody>
                    <a:bodyPr/>
                    <a:lstStyle>
                      <a:lvl1pPr>
                        <a:spcBef>
                          <a:spcPct val="20000"/>
                        </a:spcBef>
                        <a:defRPr sz="2800">
                          <a:solidFill>
                            <a:schemeClr val="tx1"/>
                          </a:solidFill>
                          <a:latin typeface="Comic Sans MS" panose="030F0702030302020204" pitchFamily="66" charset="0"/>
                        </a:defRPr>
                      </a:lvl1pPr>
                      <a:lvl2pPr>
                        <a:spcBef>
                          <a:spcPct val="20000"/>
                        </a:spcBef>
                        <a:defRPr sz="2400">
                          <a:solidFill>
                            <a:schemeClr val="tx1"/>
                          </a:solidFill>
                          <a:latin typeface="Comic Sans MS" panose="030F0702030302020204" pitchFamily="66" charset="0"/>
                        </a:defRPr>
                      </a:lvl2pPr>
                      <a:lvl3pPr>
                        <a:spcBef>
                          <a:spcPct val="20000"/>
                        </a:spcBef>
                        <a:defRPr sz="2000">
                          <a:solidFill>
                            <a:schemeClr val="tx1"/>
                          </a:solidFill>
                          <a:latin typeface="Comic Sans MS" panose="030F0702030302020204" pitchFamily="66" charset="0"/>
                        </a:defRPr>
                      </a:lvl3pPr>
                      <a:lvl4pPr>
                        <a:spcBef>
                          <a:spcPct val="20000"/>
                        </a:spcBef>
                        <a:defRPr>
                          <a:solidFill>
                            <a:schemeClr val="tx1"/>
                          </a:solidFill>
                          <a:latin typeface="Comic Sans MS" panose="030F0702030302020204" pitchFamily="66" charset="0"/>
                        </a:defRPr>
                      </a:lvl4pPr>
                      <a:lvl5pPr>
                        <a:spcBef>
                          <a:spcPct val="20000"/>
                        </a:spcBef>
                        <a:defRPr>
                          <a:solidFill>
                            <a:schemeClr val="tx1"/>
                          </a:solidFill>
                          <a:latin typeface="Comic Sans MS" panose="030F0702030302020204" pitchFamily="66" charset="0"/>
                        </a:defRPr>
                      </a:lvl5pPr>
                      <a:lvl6pPr fontAlgn="base">
                        <a:spcBef>
                          <a:spcPct val="20000"/>
                        </a:spcBef>
                        <a:spcAft>
                          <a:spcPct val="0"/>
                        </a:spcAft>
                        <a:defRPr>
                          <a:solidFill>
                            <a:schemeClr val="tx1"/>
                          </a:solidFill>
                          <a:latin typeface="Comic Sans MS" panose="030F0702030302020204" pitchFamily="66" charset="0"/>
                        </a:defRPr>
                      </a:lvl6pPr>
                      <a:lvl7pPr fontAlgn="base">
                        <a:spcBef>
                          <a:spcPct val="20000"/>
                        </a:spcBef>
                        <a:spcAft>
                          <a:spcPct val="0"/>
                        </a:spcAft>
                        <a:defRPr>
                          <a:solidFill>
                            <a:schemeClr val="tx1"/>
                          </a:solidFill>
                          <a:latin typeface="Comic Sans MS" panose="030F0702030302020204" pitchFamily="66" charset="0"/>
                        </a:defRPr>
                      </a:lvl7pPr>
                      <a:lvl8pPr fontAlgn="base">
                        <a:spcBef>
                          <a:spcPct val="20000"/>
                        </a:spcBef>
                        <a:spcAft>
                          <a:spcPct val="0"/>
                        </a:spcAft>
                        <a:defRPr>
                          <a:solidFill>
                            <a:schemeClr val="tx1"/>
                          </a:solidFill>
                          <a:latin typeface="Comic Sans MS" panose="030F0702030302020204" pitchFamily="66" charset="0"/>
                        </a:defRPr>
                      </a:lvl8pPr>
                      <a:lvl9pPr fontAlgn="base">
                        <a:spcBef>
                          <a:spcPct val="20000"/>
                        </a:spcBef>
                        <a:spcAft>
                          <a:spcPct val="0"/>
                        </a:spcAft>
                        <a:defRPr>
                          <a:solidFill>
                            <a:schemeClr val="tx1"/>
                          </a:solidFill>
                          <a:latin typeface="Comic Sans MS" panose="030F0702030302020204" pitchFamily="66"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altLang="en-US" sz="2000" b="0" i="0" u="none" strike="noStrike" cap="none" normalizeH="0" baseline="0">
                        <a:ln>
                          <a:noFill/>
                        </a:ln>
                        <a:solidFill>
                          <a:schemeClr val="tx1"/>
                        </a:solidFill>
                        <a:effectLst/>
                        <a:latin typeface="Comic Sans MS" panose="030F0702030302020204" pitchFamily="66" charset="0"/>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hMerge="1">
                  <a:txBody>
                    <a:bodyPr/>
                    <a:lstStyle/>
                    <a:p>
                      <a:endParaRPr lang="en-AU"/>
                    </a:p>
                  </a:txBody>
                  <a:tcPr/>
                </a:tc>
                <a:extLst>
                  <a:ext uri="{0D108BD9-81ED-4DB2-BD59-A6C34878D82A}">
                    <a16:rowId xmlns:a16="http://schemas.microsoft.com/office/drawing/2014/main" val="3816832678"/>
                  </a:ext>
                </a:extLst>
              </a:tr>
            </a:tbl>
          </a:graphicData>
        </a:graphic>
      </p:graphicFrame>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93538" name="Rectangle 2">
            <a:extLst>
              <a:ext uri="{FF2B5EF4-FFF2-40B4-BE49-F238E27FC236}">
                <a16:creationId xmlns:a16="http://schemas.microsoft.com/office/drawing/2014/main" id="{F1FB5DD5-07F1-45E9-FC85-4D08D7246FC6}"/>
              </a:ext>
            </a:extLst>
          </p:cNvPr>
          <p:cNvSpPr>
            <a:spLocks noGrp="1" noChangeArrowheads="1"/>
          </p:cNvSpPr>
          <p:nvPr>
            <p:ph type="title"/>
          </p:nvPr>
        </p:nvSpPr>
        <p:spPr/>
        <p:txBody>
          <a:bodyPr/>
          <a:lstStyle/>
          <a:p>
            <a:r>
              <a:rPr lang="en-AU" altLang="en-US"/>
              <a:t>Use the data to answer the questions</a:t>
            </a:r>
          </a:p>
        </p:txBody>
      </p:sp>
      <p:sp>
        <p:nvSpPr>
          <p:cNvPr id="193539" name="Rectangle 3">
            <a:extLst>
              <a:ext uri="{FF2B5EF4-FFF2-40B4-BE49-F238E27FC236}">
                <a16:creationId xmlns:a16="http://schemas.microsoft.com/office/drawing/2014/main" id="{DDB6B94B-4559-A303-FC6E-0A6F471FC7B9}"/>
              </a:ext>
            </a:extLst>
          </p:cNvPr>
          <p:cNvSpPr>
            <a:spLocks noGrp="1" noChangeArrowheads="1"/>
          </p:cNvSpPr>
          <p:nvPr>
            <p:ph type="body" idx="1"/>
          </p:nvPr>
        </p:nvSpPr>
        <p:spPr/>
        <p:txBody>
          <a:bodyPr/>
          <a:lstStyle/>
          <a:p>
            <a:pPr marL="609600" indent="-609600">
              <a:buFontTx/>
              <a:buAutoNum type="alphaLcParenR"/>
            </a:pPr>
            <a:r>
              <a:rPr lang="en-AU" altLang="en-US"/>
              <a:t>Use the formula:</a:t>
            </a:r>
          </a:p>
          <a:p>
            <a:pPr marL="609600" indent="-609600">
              <a:buFontTx/>
              <a:buNone/>
            </a:pPr>
            <a:r>
              <a:rPr lang="en-AU" altLang="en-US" sz="2800"/>
              <a:t>			s</a:t>
            </a:r>
            <a:r>
              <a:rPr lang="en-AU" altLang="en-US" sz="2800" baseline="-25000"/>
              <a:t>v</a:t>
            </a:r>
            <a:r>
              <a:rPr lang="en-AU" altLang="en-US" sz="2800"/>
              <a:t> = u</a:t>
            </a:r>
            <a:r>
              <a:rPr lang="en-AU" altLang="en-US" sz="2800" baseline="-25000"/>
              <a:t>v</a:t>
            </a:r>
            <a:r>
              <a:rPr lang="en-AU" altLang="en-US" sz="2800"/>
              <a:t>t - 4.9t</a:t>
            </a:r>
            <a:r>
              <a:rPr lang="en-AU" altLang="en-US" sz="2800" baseline="30000"/>
              <a:t>2</a:t>
            </a:r>
          </a:p>
          <a:p>
            <a:pPr marL="609600" indent="-609600">
              <a:buFontTx/>
              <a:buNone/>
            </a:pPr>
            <a:r>
              <a:rPr lang="en-AU" altLang="en-US" sz="2800" baseline="30000"/>
              <a:t>		       </a:t>
            </a:r>
            <a:r>
              <a:rPr lang="en-AU" altLang="en-US" sz="2800"/>
              <a:t>-6.0 = 0.t – 4.9t</a:t>
            </a:r>
            <a:r>
              <a:rPr lang="en-AU" altLang="en-US" sz="2800" baseline="30000"/>
              <a:t>2</a:t>
            </a:r>
          </a:p>
          <a:p>
            <a:pPr marL="609600" indent="-609600">
              <a:buFontTx/>
              <a:buNone/>
            </a:pPr>
            <a:r>
              <a:rPr lang="en-AU" altLang="en-US" sz="2800"/>
              <a:t>		     -6.0 = -4.9t</a:t>
            </a:r>
            <a:r>
              <a:rPr lang="en-AU" altLang="en-US" sz="2800" baseline="30000"/>
              <a:t>2</a:t>
            </a:r>
          </a:p>
          <a:p>
            <a:pPr marL="609600" indent="-609600">
              <a:buFontTx/>
              <a:buNone/>
            </a:pPr>
            <a:r>
              <a:rPr lang="en-AU" altLang="en-US" sz="2800" baseline="30000"/>
              <a:t>	 </a:t>
            </a:r>
            <a:r>
              <a:rPr lang="en-AU" altLang="en-US" sz="2800"/>
              <a:t>-6.0/-4.9 = t</a:t>
            </a:r>
            <a:r>
              <a:rPr lang="en-AU" altLang="en-US" sz="2800" baseline="30000"/>
              <a:t>2</a:t>
            </a:r>
          </a:p>
          <a:p>
            <a:pPr marL="609600" indent="-609600">
              <a:buFontTx/>
              <a:buNone/>
            </a:pPr>
            <a:r>
              <a:rPr lang="en-AU" altLang="en-US" sz="2800"/>
              <a:t>			t</a:t>
            </a:r>
            <a:r>
              <a:rPr lang="en-AU" altLang="en-US" sz="2800" baseline="30000"/>
              <a:t>2 </a:t>
            </a:r>
            <a:r>
              <a:rPr lang="en-AU" altLang="en-US" sz="2800"/>
              <a:t>= 1.22</a:t>
            </a:r>
          </a:p>
          <a:p>
            <a:pPr marL="609600" indent="-609600">
              <a:buFontTx/>
              <a:buNone/>
            </a:pPr>
            <a:r>
              <a:rPr lang="en-AU" altLang="en-US" sz="2800"/>
              <a:t>			t = 1.11s</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42" presetClass="entr" presetSubtype="0" fill="hold" nodeType="clickEffect">
                                  <p:stCondLst>
                                    <p:cond delay="0"/>
                                  </p:stCondLst>
                                  <p:childTnLst>
                                    <p:set>
                                      <p:cBhvr>
                                        <p:cTn id="6" dur="1" fill="hold">
                                          <p:stCondLst>
                                            <p:cond delay="0"/>
                                          </p:stCondLst>
                                        </p:cTn>
                                        <p:tgtEl>
                                          <p:spTgt spid="193539">
                                            <p:txEl>
                                              <p:pRg st="0" end="0"/>
                                            </p:txEl>
                                          </p:spTgt>
                                        </p:tgtEl>
                                        <p:attrNameLst>
                                          <p:attrName>style.visibility</p:attrName>
                                        </p:attrNameLst>
                                      </p:cBhvr>
                                      <p:to>
                                        <p:strVal val="visible"/>
                                      </p:to>
                                    </p:set>
                                    <p:animEffect transition="in" filter="fade">
                                      <p:cBhvr>
                                        <p:cTn id="7" dur="1000"/>
                                        <p:tgtEl>
                                          <p:spTgt spid="193539">
                                            <p:txEl>
                                              <p:pRg st="0" end="0"/>
                                            </p:txEl>
                                          </p:spTgt>
                                        </p:tgtEl>
                                      </p:cBhvr>
                                    </p:animEffect>
                                    <p:anim calcmode="lin" valueType="num">
                                      <p:cBhvr>
                                        <p:cTn id="8" dur="1000" fill="hold"/>
                                        <p:tgtEl>
                                          <p:spTgt spid="193539">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193539">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nodeType="clickPar">
                      <p:stCondLst>
                        <p:cond delay="indefinite"/>
                      </p:stCondLst>
                      <p:childTnLst>
                        <p:par>
                          <p:cTn id="11" fill="hold" nodeType="withGroup">
                            <p:stCondLst>
                              <p:cond delay="0"/>
                            </p:stCondLst>
                            <p:childTnLst>
                              <p:par>
                                <p:cTn id="12" presetID="42" presetClass="entr" presetSubtype="0" fill="hold" nodeType="clickEffect">
                                  <p:stCondLst>
                                    <p:cond delay="0"/>
                                  </p:stCondLst>
                                  <p:childTnLst>
                                    <p:set>
                                      <p:cBhvr>
                                        <p:cTn id="13" dur="1" fill="hold">
                                          <p:stCondLst>
                                            <p:cond delay="0"/>
                                          </p:stCondLst>
                                        </p:cTn>
                                        <p:tgtEl>
                                          <p:spTgt spid="193539">
                                            <p:txEl>
                                              <p:pRg st="1" end="1"/>
                                            </p:txEl>
                                          </p:spTgt>
                                        </p:tgtEl>
                                        <p:attrNameLst>
                                          <p:attrName>style.visibility</p:attrName>
                                        </p:attrNameLst>
                                      </p:cBhvr>
                                      <p:to>
                                        <p:strVal val="visible"/>
                                      </p:to>
                                    </p:set>
                                    <p:animEffect transition="in" filter="fade">
                                      <p:cBhvr>
                                        <p:cTn id="14" dur="1000"/>
                                        <p:tgtEl>
                                          <p:spTgt spid="193539">
                                            <p:txEl>
                                              <p:pRg st="1" end="1"/>
                                            </p:txEl>
                                          </p:spTgt>
                                        </p:tgtEl>
                                      </p:cBhvr>
                                    </p:animEffect>
                                    <p:anim calcmode="lin" valueType="num">
                                      <p:cBhvr>
                                        <p:cTn id="15" dur="1000" fill="hold"/>
                                        <p:tgtEl>
                                          <p:spTgt spid="193539">
                                            <p:txEl>
                                              <p:pRg st="1" end="1"/>
                                            </p:txEl>
                                          </p:spTgt>
                                        </p:tgtEl>
                                        <p:attrNameLst>
                                          <p:attrName>ppt_x</p:attrName>
                                        </p:attrNameLst>
                                      </p:cBhvr>
                                      <p:tavLst>
                                        <p:tav tm="0">
                                          <p:val>
                                            <p:strVal val="#ppt_x"/>
                                          </p:val>
                                        </p:tav>
                                        <p:tav tm="100000">
                                          <p:val>
                                            <p:strVal val="#ppt_x"/>
                                          </p:val>
                                        </p:tav>
                                      </p:tavLst>
                                    </p:anim>
                                    <p:anim calcmode="lin" valueType="num">
                                      <p:cBhvr>
                                        <p:cTn id="16" dur="1000" fill="hold"/>
                                        <p:tgtEl>
                                          <p:spTgt spid="193539">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7" fill="hold" nodeType="clickPar">
                      <p:stCondLst>
                        <p:cond delay="indefinite"/>
                      </p:stCondLst>
                      <p:childTnLst>
                        <p:par>
                          <p:cTn id="18" fill="hold" nodeType="withGroup">
                            <p:stCondLst>
                              <p:cond delay="0"/>
                            </p:stCondLst>
                            <p:childTnLst>
                              <p:par>
                                <p:cTn id="19" presetID="42" presetClass="entr" presetSubtype="0" fill="hold" nodeType="clickEffect">
                                  <p:stCondLst>
                                    <p:cond delay="0"/>
                                  </p:stCondLst>
                                  <p:childTnLst>
                                    <p:set>
                                      <p:cBhvr>
                                        <p:cTn id="20" dur="1" fill="hold">
                                          <p:stCondLst>
                                            <p:cond delay="0"/>
                                          </p:stCondLst>
                                        </p:cTn>
                                        <p:tgtEl>
                                          <p:spTgt spid="193539">
                                            <p:txEl>
                                              <p:pRg st="2" end="2"/>
                                            </p:txEl>
                                          </p:spTgt>
                                        </p:tgtEl>
                                        <p:attrNameLst>
                                          <p:attrName>style.visibility</p:attrName>
                                        </p:attrNameLst>
                                      </p:cBhvr>
                                      <p:to>
                                        <p:strVal val="visible"/>
                                      </p:to>
                                    </p:set>
                                    <p:animEffect transition="in" filter="fade">
                                      <p:cBhvr>
                                        <p:cTn id="21" dur="1000"/>
                                        <p:tgtEl>
                                          <p:spTgt spid="193539">
                                            <p:txEl>
                                              <p:pRg st="2" end="2"/>
                                            </p:txEl>
                                          </p:spTgt>
                                        </p:tgtEl>
                                      </p:cBhvr>
                                    </p:animEffect>
                                    <p:anim calcmode="lin" valueType="num">
                                      <p:cBhvr>
                                        <p:cTn id="22" dur="1000" fill="hold"/>
                                        <p:tgtEl>
                                          <p:spTgt spid="193539">
                                            <p:txEl>
                                              <p:pRg st="2" end="2"/>
                                            </p:txEl>
                                          </p:spTgt>
                                        </p:tgtEl>
                                        <p:attrNameLst>
                                          <p:attrName>ppt_x</p:attrName>
                                        </p:attrNameLst>
                                      </p:cBhvr>
                                      <p:tavLst>
                                        <p:tav tm="0">
                                          <p:val>
                                            <p:strVal val="#ppt_x"/>
                                          </p:val>
                                        </p:tav>
                                        <p:tav tm="100000">
                                          <p:val>
                                            <p:strVal val="#ppt_x"/>
                                          </p:val>
                                        </p:tav>
                                      </p:tavLst>
                                    </p:anim>
                                    <p:anim calcmode="lin" valueType="num">
                                      <p:cBhvr>
                                        <p:cTn id="23" dur="1000" fill="hold"/>
                                        <p:tgtEl>
                                          <p:spTgt spid="193539">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24" fill="hold" nodeType="clickPar">
                      <p:stCondLst>
                        <p:cond delay="indefinite"/>
                      </p:stCondLst>
                      <p:childTnLst>
                        <p:par>
                          <p:cTn id="25" fill="hold" nodeType="withGroup">
                            <p:stCondLst>
                              <p:cond delay="0"/>
                            </p:stCondLst>
                            <p:childTnLst>
                              <p:par>
                                <p:cTn id="26" presetID="42" presetClass="entr" presetSubtype="0" fill="hold" nodeType="clickEffect">
                                  <p:stCondLst>
                                    <p:cond delay="0"/>
                                  </p:stCondLst>
                                  <p:childTnLst>
                                    <p:set>
                                      <p:cBhvr>
                                        <p:cTn id="27" dur="1" fill="hold">
                                          <p:stCondLst>
                                            <p:cond delay="0"/>
                                          </p:stCondLst>
                                        </p:cTn>
                                        <p:tgtEl>
                                          <p:spTgt spid="193539">
                                            <p:txEl>
                                              <p:pRg st="3" end="3"/>
                                            </p:txEl>
                                          </p:spTgt>
                                        </p:tgtEl>
                                        <p:attrNameLst>
                                          <p:attrName>style.visibility</p:attrName>
                                        </p:attrNameLst>
                                      </p:cBhvr>
                                      <p:to>
                                        <p:strVal val="visible"/>
                                      </p:to>
                                    </p:set>
                                    <p:animEffect transition="in" filter="fade">
                                      <p:cBhvr>
                                        <p:cTn id="28" dur="1000"/>
                                        <p:tgtEl>
                                          <p:spTgt spid="193539">
                                            <p:txEl>
                                              <p:pRg st="3" end="3"/>
                                            </p:txEl>
                                          </p:spTgt>
                                        </p:tgtEl>
                                      </p:cBhvr>
                                    </p:animEffect>
                                    <p:anim calcmode="lin" valueType="num">
                                      <p:cBhvr>
                                        <p:cTn id="29" dur="1000" fill="hold"/>
                                        <p:tgtEl>
                                          <p:spTgt spid="193539">
                                            <p:txEl>
                                              <p:pRg st="3" end="3"/>
                                            </p:txEl>
                                          </p:spTgt>
                                        </p:tgtEl>
                                        <p:attrNameLst>
                                          <p:attrName>ppt_x</p:attrName>
                                        </p:attrNameLst>
                                      </p:cBhvr>
                                      <p:tavLst>
                                        <p:tav tm="0">
                                          <p:val>
                                            <p:strVal val="#ppt_x"/>
                                          </p:val>
                                        </p:tav>
                                        <p:tav tm="100000">
                                          <p:val>
                                            <p:strVal val="#ppt_x"/>
                                          </p:val>
                                        </p:tav>
                                      </p:tavLst>
                                    </p:anim>
                                    <p:anim calcmode="lin" valueType="num">
                                      <p:cBhvr>
                                        <p:cTn id="30" dur="1000" fill="hold"/>
                                        <p:tgtEl>
                                          <p:spTgt spid="193539">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31" fill="hold" nodeType="clickPar">
                      <p:stCondLst>
                        <p:cond delay="indefinite"/>
                      </p:stCondLst>
                      <p:childTnLst>
                        <p:par>
                          <p:cTn id="32" fill="hold" nodeType="withGroup">
                            <p:stCondLst>
                              <p:cond delay="0"/>
                            </p:stCondLst>
                            <p:childTnLst>
                              <p:par>
                                <p:cTn id="33" presetID="42" presetClass="entr" presetSubtype="0" fill="hold" nodeType="clickEffect">
                                  <p:stCondLst>
                                    <p:cond delay="0"/>
                                  </p:stCondLst>
                                  <p:childTnLst>
                                    <p:set>
                                      <p:cBhvr>
                                        <p:cTn id="34" dur="1" fill="hold">
                                          <p:stCondLst>
                                            <p:cond delay="0"/>
                                          </p:stCondLst>
                                        </p:cTn>
                                        <p:tgtEl>
                                          <p:spTgt spid="193539">
                                            <p:txEl>
                                              <p:pRg st="4" end="4"/>
                                            </p:txEl>
                                          </p:spTgt>
                                        </p:tgtEl>
                                        <p:attrNameLst>
                                          <p:attrName>style.visibility</p:attrName>
                                        </p:attrNameLst>
                                      </p:cBhvr>
                                      <p:to>
                                        <p:strVal val="visible"/>
                                      </p:to>
                                    </p:set>
                                    <p:animEffect transition="in" filter="fade">
                                      <p:cBhvr>
                                        <p:cTn id="35" dur="1000"/>
                                        <p:tgtEl>
                                          <p:spTgt spid="193539">
                                            <p:txEl>
                                              <p:pRg st="4" end="4"/>
                                            </p:txEl>
                                          </p:spTgt>
                                        </p:tgtEl>
                                      </p:cBhvr>
                                    </p:animEffect>
                                    <p:anim calcmode="lin" valueType="num">
                                      <p:cBhvr>
                                        <p:cTn id="36" dur="1000" fill="hold"/>
                                        <p:tgtEl>
                                          <p:spTgt spid="193539">
                                            <p:txEl>
                                              <p:pRg st="4" end="4"/>
                                            </p:txEl>
                                          </p:spTgt>
                                        </p:tgtEl>
                                        <p:attrNameLst>
                                          <p:attrName>ppt_x</p:attrName>
                                        </p:attrNameLst>
                                      </p:cBhvr>
                                      <p:tavLst>
                                        <p:tav tm="0">
                                          <p:val>
                                            <p:strVal val="#ppt_x"/>
                                          </p:val>
                                        </p:tav>
                                        <p:tav tm="100000">
                                          <p:val>
                                            <p:strVal val="#ppt_x"/>
                                          </p:val>
                                        </p:tav>
                                      </p:tavLst>
                                    </p:anim>
                                    <p:anim calcmode="lin" valueType="num">
                                      <p:cBhvr>
                                        <p:cTn id="37" dur="1000" fill="hold"/>
                                        <p:tgtEl>
                                          <p:spTgt spid="193539">
                                            <p:txEl>
                                              <p:pRg st="4" end="4"/>
                                            </p:txEl>
                                          </p:spTgt>
                                        </p:tgtEl>
                                        <p:attrNameLst>
                                          <p:attrName>ppt_y</p:attrName>
                                        </p:attrNameLst>
                                      </p:cBhvr>
                                      <p:tavLst>
                                        <p:tav tm="0">
                                          <p:val>
                                            <p:strVal val="#ppt_y+.1"/>
                                          </p:val>
                                        </p:tav>
                                        <p:tav tm="100000">
                                          <p:val>
                                            <p:strVal val="#ppt_y"/>
                                          </p:val>
                                        </p:tav>
                                      </p:tavLst>
                                    </p:anim>
                                  </p:childTnLst>
                                </p:cTn>
                              </p:par>
                            </p:childTnLst>
                          </p:cTn>
                        </p:par>
                      </p:childTnLst>
                    </p:cTn>
                  </p:par>
                  <p:par>
                    <p:cTn id="38" fill="hold" nodeType="clickPar">
                      <p:stCondLst>
                        <p:cond delay="indefinite"/>
                      </p:stCondLst>
                      <p:childTnLst>
                        <p:par>
                          <p:cTn id="39" fill="hold" nodeType="withGroup">
                            <p:stCondLst>
                              <p:cond delay="0"/>
                            </p:stCondLst>
                            <p:childTnLst>
                              <p:par>
                                <p:cTn id="40" presetID="42" presetClass="entr" presetSubtype="0" fill="hold" nodeType="clickEffect">
                                  <p:stCondLst>
                                    <p:cond delay="0"/>
                                  </p:stCondLst>
                                  <p:childTnLst>
                                    <p:set>
                                      <p:cBhvr>
                                        <p:cTn id="41" dur="1" fill="hold">
                                          <p:stCondLst>
                                            <p:cond delay="0"/>
                                          </p:stCondLst>
                                        </p:cTn>
                                        <p:tgtEl>
                                          <p:spTgt spid="193539">
                                            <p:txEl>
                                              <p:pRg st="5" end="5"/>
                                            </p:txEl>
                                          </p:spTgt>
                                        </p:tgtEl>
                                        <p:attrNameLst>
                                          <p:attrName>style.visibility</p:attrName>
                                        </p:attrNameLst>
                                      </p:cBhvr>
                                      <p:to>
                                        <p:strVal val="visible"/>
                                      </p:to>
                                    </p:set>
                                    <p:animEffect transition="in" filter="fade">
                                      <p:cBhvr>
                                        <p:cTn id="42" dur="1000"/>
                                        <p:tgtEl>
                                          <p:spTgt spid="193539">
                                            <p:txEl>
                                              <p:pRg st="5" end="5"/>
                                            </p:txEl>
                                          </p:spTgt>
                                        </p:tgtEl>
                                      </p:cBhvr>
                                    </p:animEffect>
                                    <p:anim calcmode="lin" valueType="num">
                                      <p:cBhvr>
                                        <p:cTn id="43" dur="1000" fill="hold"/>
                                        <p:tgtEl>
                                          <p:spTgt spid="193539">
                                            <p:txEl>
                                              <p:pRg st="5" end="5"/>
                                            </p:txEl>
                                          </p:spTgt>
                                        </p:tgtEl>
                                        <p:attrNameLst>
                                          <p:attrName>ppt_x</p:attrName>
                                        </p:attrNameLst>
                                      </p:cBhvr>
                                      <p:tavLst>
                                        <p:tav tm="0">
                                          <p:val>
                                            <p:strVal val="#ppt_x"/>
                                          </p:val>
                                        </p:tav>
                                        <p:tav tm="100000">
                                          <p:val>
                                            <p:strVal val="#ppt_x"/>
                                          </p:val>
                                        </p:tav>
                                      </p:tavLst>
                                    </p:anim>
                                    <p:anim calcmode="lin" valueType="num">
                                      <p:cBhvr>
                                        <p:cTn id="44" dur="1000" fill="hold"/>
                                        <p:tgtEl>
                                          <p:spTgt spid="193539">
                                            <p:txEl>
                                              <p:pRg st="5" end="5"/>
                                            </p:txEl>
                                          </p:spTgt>
                                        </p:tgtEl>
                                        <p:attrNameLst>
                                          <p:attrName>ppt_y</p:attrName>
                                        </p:attrNameLst>
                                      </p:cBhvr>
                                      <p:tavLst>
                                        <p:tav tm="0">
                                          <p:val>
                                            <p:strVal val="#ppt_y+.1"/>
                                          </p:val>
                                        </p:tav>
                                        <p:tav tm="100000">
                                          <p:val>
                                            <p:strVal val="#ppt_y"/>
                                          </p:val>
                                        </p:tav>
                                      </p:tavLst>
                                    </p:anim>
                                  </p:childTnLst>
                                </p:cTn>
                              </p:par>
                            </p:childTnLst>
                          </p:cTn>
                        </p:par>
                      </p:childTnLst>
                    </p:cTn>
                  </p:par>
                  <p:par>
                    <p:cTn id="45" fill="hold" nodeType="clickPar">
                      <p:stCondLst>
                        <p:cond delay="indefinite"/>
                      </p:stCondLst>
                      <p:childTnLst>
                        <p:par>
                          <p:cTn id="46" fill="hold" nodeType="withGroup">
                            <p:stCondLst>
                              <p:cond delay="0"/>
                            </p:stCondLst>
                            <p:childTnLst>
                              <p:par>
                                <p:cTn id="47" presetID="42" presetClass="entr" presetSubtype="0" fill="hold" nodeType="clickEffect">
                                  <p:stCondLst>
                                    <p:cond delay="0"/>
                                  </p:stCondLst>
                                  <p:childTnLst>
                                    <p:set>
                                      <p:cBhvr>
                                        <p:cTn id="48" dur="1" fill="hold">
                                          <p:stCondLst>
                                            <p:cond delay="0"/>
                                          </p:stCondLst>
                                        </p:cTn>
                                        <p:tgtEl>
                                          <p:spTgt spid="193539">
                                            <p:txEl>
                                              <p:pRg st="6" end="6"/>
                                            </p:txEl>
                                          </p:spTgt>
                                        </p:tgtEl>
                                        <p:attrNameLst>
                                          <p:attrName>style.visibility</p:attrName>
                                        </p:attrNameLst>
                                      </p:cBhvr>
                                      <p:to>
                                        <p:strVal val="visible"/>
                                      </p:to>
                                    </p:set>
                                    <p:animEffect transition="in" filter="fade">
                                      <p:cBhvr>
                                        <p:cTn id="49" dur="1000"/>
                                        <p:tgtEl>
                                          <p:spTgt spid="193539">
                                            <p:txEl>
                                              <p:pRg st="6" end="6"/>
                                            </p:txEl>
                                          </p:spTgt>
                                        </p:tgtEl>
                                      </p:cBhvr>
                                    </p:animEffect>
                                    <p:anim calcmode="lin" valueType="num">
                                      <p:cBhvr>
                                        <p:cTn id="50" dur="1000" fill="hold"/>
                                        <p:tgtEl>
                                          <p:spTgt spid="193539">
                                            <p:txEl>
                                              <p:pRg st="6" end="6"/>
                                            </p:txEl>
                                          </p:spTgt>
                                        </p:tgtEl>
                                        <p:attrNameLst>
                                          <p:attrName>ppt_x</p:attrName>
                                        </p:attrNameLst>
                                      </p:cBhvr>
                                      <p:tavLst>
                                        <p:tav tm="0">
                                          <p:val>
                                            <p:strVal val="#ppt_x"/>
                                          </p:val>
                                        </p:tav>
                                        <p:tav tm="100000">
                                          <p:val>
                                            <p:strVal val="#ppt_x"/>
                                          </p:val>
                                        </p:tav>
                                      </p:tavLst>
                                    </p:anim>
                                    <p:anim calcmode="lin" valueType="num">
                                      <p:cBhvr>
                                        <p:cTn id="51" dur="1000" fill="hold"/>
                                        <p:tgtEl>
                                          <p:spTgt spid="193539">
                                            <p:txEl>
                                              <p:pRg st="6" end="6"/>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3539" grpId="0" build="p"/>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8658" name="Rectangle 2">
            <a:extLst>
              <a:ext uri="{FF2B5EF4-FFF2-40B4-BE49-F238E27FC236}">
                <a16:creationId xmlns:a16="http://schemas.microsoft.com/office/drawing/2014/main" id="{9DB86E4C-EDB7-1207-DB2C-378B94E7B1D1}"/>
              </a:ext>
            </a:extLst>
          </p:cNvPr>
          <p:cNvSpPr>
            <a:spLocks noGrp="1" noChangeArrowheads="1"/>
          </p:cNvSpPr>
          <p:nvPr>
            <p:ph type="title"/>
          </p:nvPr>
        </p:nvSpPr>
        <p:spPr/>
        <p:txBody>
          <a:bodyPr/>
          <a:lstStyle/>
          <a:p>
            <a:r>
              <a:rPr lang="en-AU" altLang="en-US"/>
              <a:t>Step 2 – Data key</a:t>
            </a:r>
          </a:p>
        </p:txBody>
      </p:sp>
      <p:graphicFrame>
        <p:nvGraphicFramePr>
          <p:cNvPr id="198659" name="Group 3">
            <a:extLst>
              <a:ext uri="{FF2B5EF4-FFF2-40B4-BE49-F238E27FC236}">
                <a16:creationId xmlns:a16="http://schemas.microsoft.com/office/drawing/2014/main" id="{6F912071-E848-2060-B8DB-9770A39D71C9}"/>
              </a:ext>
            </a:extLst>
          </p:cNvPr>
          <p:cNvGraphicFramePr>
            <a:graphicFrameLocks noGrp="1"/>
          </p:cNvGraphicFramePr>
          <p:nvPr>
            <p:ph idx="1"/>
          </p:nvPr>
        </p:nvGraphicFramePr>
        <p:xfrm>
          <a:off x="971550" y="1844675"/>
          <a:ext cx="7126288" cy="3470277"/>
        </p:xfrm>
        <a:graphic>
          <a:graphicData uri="http://schemas.openxmlformats.org/drawingml/2006/table">
            <a:tbl>
              <a:tblPr/>
              <a:tblGrid>
                <a:gridCol w="2374900">
                  <a:extLst>
                    <a:ext uri="{9D8B030D-6E8A-4147-A177-3AD203B41FA5}">
                      <a16:colId xmlns:a16="http://schemas.microsoft.com/office/drawing/2014/main" val="3668522256"/>
                    </a:ext>
                  </a:extLst>
                </a:gridCol>
                <a:gridCol w="2376488">
                  <a:extLst>
                    <a:ext uri="{9D8B030D-6E8A-4147-A177-3AD203B41FA5}">
                      <a16:colId xmlns:a16="http://schemas.microsoft.com/office/drawing/2014/main" val="2866881848"/>
                    </a:ext>
                  </a:extLst>
                </a:gridCol>
                <a:gridCol w="2374900">
                  <a:extLst>
                    <a:ext uri="{9D8B030D-6E8A-4147-A177-3AD203B41FA5}">
                      <a16:colId xmlns:a16="http://schemas.microsoft.com/office/drawing/2014/main" val="1183288264"/>
                    </a:ext>
                  </a:extLst>
                </a:gridCol>
              </a:tblGrid>
              <a:tr h="676275">
                <a:tc>
                  <a:txBody>
                    <a:bodyPr/>
                    <a:lstStyle>
                      <a:lvl1pPr>
                        <a:spcBef>
                          <a:spcPct val="20000"/>
                        </a:spcBef>
                        <a:defRPr sz="2800">
                          <a:solidFill>
                            <a:schemeClr val="tx1"/>
                          </a:solidFill>
                          <a:latin typeface="Comic Sans MS" panose="030F0702030302020204" pitchFamily="66" charset="0"/>
                        </a:defRPr>
                      </a:lvl1pPr>
                      <a:lvl2pPr>
                        <a:spcBef>
                          <a:spcPct val="20000"/>
                        </a:spcBef>
                        <a:defRPr sz="2400">
                          <a:solidFill>
                            <a:schemeClr val="tx1"/>
                          </a:solidFill>
                          <a:latin typeface="Comic Sans MS" panose="030F0702030302020204" pitchFamily="66" charset="0"/>
                        </a:defRPr>
                      </a:lvl2pPr>
                      <a:lvl3pPr>
                        <a:spcBef>
                          <a:spcPct val="20000"/>
                        </a:spcBef>
                        <a:defRPr sz="2000">
                          <a:solidFill>
                            <a:schemeClr val="tx1"/>
                          </a:solidFill>
                          <a:latin typeface="Comic Sans MS" panose="030F0702030302020204" pitchFamily="66" charset="0"/>
                        </a:defRPr>
                      </a:lvl3pPr>
                      <a:lvl4pPr>
                        <a:spcBef>
                          <a:spcPct val="20000"/>
                        </a:spcBef>
                        <a:defRPr>
                          <a:solidFill>
                            <a:schemeClr val="tx1"/>
                          </a:solidFill>
                          <a:latin typeface="Comic Sans MS" panose="030F0702030302020204" pitchFamily="66" charset="0"/>
                        </a:defRPr>
                      </a:lvl4pPr>
                      <a:lvl5pPr>
                        <a:spcBef>
                          <a:spcPct val="20000"/>
                        </a:spcBef>
                        <a:defRPr>
                          <a:solidFill>
                            <a:schemeClr val="tx1"/>
                          </a:solidFill>
                          <a:latin typeface="Comic Sans MS" panose="030F0702030302020204" pitchFamily="66" charset="0"/>
                        </a:defRPr>
                      </a:lvl5pPr>
                      <a:lvl6pPr fontAlgn="base">
                        <a:spcBef>
                          <a:spcPct val="20000"/>
                        </a:spcBef>
                        <a:spcAft>
                          <a:spcPct val="0"/>
                        </a:spcAft>
                        <a:defRPr>
                          <a:solidFill>
                            <a:schemeClr val="tx1"/>
                          </a:solidFill>
                          <a:latin typeface="Comic Sans MS" panose="030F0702030302020204" pitchFamily="66" charset="0"/>
                        </a:defRPr>
                      </a:lvl6pPr>
                      <a:lvl7pPr fontAlgn="base">
                        <a:spcBef>
                          <a:spcPct val="20000"/>
                        </a:spcBef>
                        <a:spcAft>
                          <a:spcPct val="0"/>
                        </a:spcAft>
                        <a:defRPr>
                          <a:solidFill>
                            <a:schemeClr val="tx1"/>
                          </a:solidFill>
                          <a:latin typeface="Comic Sans MS" panose="030F0702030302020204" pitchFamily="66" charset="0"/>
                        </a:defRPr>
                      </a:lvl7pPr>
                      <a:lvl8pPr fontAlgn="base">
                        <a:spcBef>
                          <a:spcPct val="20000"/>
                        </a:spcBef>
                        <a:spcAft>
                          <a:spcPct val="0"/>
                        </a:spcAft>
                        <a:defRPr>
                          <a:solidFill>
                            <a:schemeClr val="tx1"/>
                          </a:solidFill>
                          <a:latin typeface="Comic Sans MS" panose="030F0702030302020204" pitchFamily="66" charset="0"/>
                        </a:defRPr>
                      </a:lvl8pPr>
                      <a:lvl9pPr fontAlgn="base">
                        <a:spcBef>
                          <a:spcPct val="20000"/>
                        </a:spcBef>
                        <a:spcAft>
                          <a:spcPct val="0"/>
                        </a:spcAft>
                        <a:defRPr>
                          <a:solidFill>
                            <a:schemeClr val="tx1"/>
                          </a:solidFill>
                          <a:latin typeface="Comic Sans MS" panose="030F0702030302020204" pitchFamily="66"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AU" altLang="en-US" sz="2000" b="0" i="0" u="none" strike="noStrike" cap="none" normalizeH="0" baseline="0">
                          <a:ln>
                            <a:noFill/>
                          </a:ln>
                          <a:solidFill>
                            <a:schemeClr val="tx1"/>
                          </a:solidFill>
                          <a:effectLst/>
                          <a:latin typeface="Comic Sans MS" panose="030F0702030302020204" pitchFamily="66" charset="0"/>
                        </a:rPr>
                        <a:t>Variable</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Comic Sans MS" panose="030F0702030302020204" pitchFamily="66" charset="0"/>
                        </a:defRPr>
                      </a:lvl1pPr>
                      <a:lvl2pPr>
                        <a:spcBef>
                          <a:spcPct val="20000"/>
                        </a:spcBef>
                        <a:defRPr sz="2400">
                          <a:solidFill>
                            <a:schemeClr val="tx1"/>
                          </a:solidFill>
                          <a:latin typeface="Comic Sans MS" panose="030F0702030302020204" pitchFamily="66" charset="0"/>
                        </a:defRPr>
                      </a:lvl2pPr>
                      <a:lvl3pPr>
                        <a:spcBef>
                          <a:spcPct val="20000"/>
                        </a:spcBef>
                        <a:defRPr sz="2000">
                          <a:solidFill>
                            <a:schemeClr val="tx1"/>
                          </a:solidFill>
                          <a:latin typeface="Comic Sans MS" panose="030F0702030302020204" pitchFamily="66" charset="0"/>
                        </a:defRPr>
                      </a:lvl3pPr>
                      <a:lvl4pPr>
                        <a:spcBef>
                          <a:spcPct val="20000"/>
                        </a:spcBef>
                        <a:defRPr>
                          <a:solidFill>
                            <a:schemeClr val="tx1"/>
                          </a:solidFill>
                          <a:latin typeface="Comic Sans MS" panose="030F0702030302020204" pitchFamily="66" charset="0"/>
                        </a:defRPr>
                      </a:lvl4pPr>
                      <a:lvl5pPr>
                        <a:spcBef>
                          <a:spcPct val="20000"/>
                        </a:spcBef>
                        <a:defRPr>
                          <a:solidFill>
                            <a:schemeClr val="tx1"/>
                          </a:solidFill>
                          <a:latin typeface="Comic Sans MS" panose="030F0702030302020204" pitchFamily="66" charset="0"/>
                        </a:defRPr>
                      </a:lvl5pPr>
                      <a:lvl6pPr fontAlgn="base">
                        <a:spcBef>
                          <a:spcPct val="20000"/>
                        </a:spcBef>
                        <a:spcAft>
                          <a:spcPct val="0"/>
                        </a:spcAft>
                        <a:defRPr>
                          <a:solidFill>
                            <a:schemeClr val="tx1"/>
                          </a:solidFill>
                          <a:latin typeface="Comic Sans MS" panose="030F0702030302020204" pitchFamily="66" charset="0"/>
                        </a:defRPr>
                      </a:lvl6pPr>
                      <a:lvl7pPr fontAlgn="base">
                        <a:spcBef>
                          <a:spcPct val="20000"/>
                        </a:spcBef>
                        <a:spcAft>
                          <a:spcPct val="0"/>
                        </a:spcAft>
                        <a:defRPr>
                          <a:solidFill>
                            <a:schemeClr val="tx1"/>
                          </a:solidFill>
                          <a:latin typeface="Comic Sans MS" panose="030F0702030302020204" pitchFamily="66" charset="0"/>
                        </a:defRPr>
                      </a:lvl7pPr>
                      <a:lvl8pPr fontAlgn="base">
                        <a:spcBef>
                          <a:spcPct val="20000"/>
                        </a:spcBef>
                        <a:spcAft>
                          <a:spcPct val="0"/>
                        </a:spcAft>
                        <a:defRPr>
                          <a:solidFill>
                            <a:schemeClr val="tx1"/>
                          </a:solidFill>
                          <a:latin typeface="Comic Sans MS" panose="030F0702030302020204" pitchFamily="66" charset="0"/>
                        </a:defRPr>
                      </a:lvl8pPr>
                      <a:lvl9pPr fontAlgn="base">
                        <a:spcBef>
                          <a:spcPct val="20000"/>
                        </a:spcBef>
                        <a:spcAft>
                          <a:spcPct val="0"/>
                        </a:spcAft>
                        <a:defRPr>
                          <a:solidFill>
                            <a:schemeClr val="tx1"/>
                          </a:solidFill>
                          <a:latin typeface="Comic Sans MS" panose="030F0702030302020204" pitchFamily="66"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AU" altLang="en-US" sz="2000" b="0" i="0" u="none" strike="noStrike" cap="none" normalizeH="0" baseline="0">
                          <a:ln>
                            <a:noFill/>
                          </a:ln>
                          <a:solidFill>
                            <a:schemeClr val="tx1"/>
                          </a:solidFill>
                          <a:effectLst/>
                          <a:latin typeface="Comic Sans MS" panose="030F0702030302020204" pitchFamily="66" charset="0"/>
                        </a:rPr>
                        <a:t>Vertical </a:t>
                      </a:r>
                    </a:p>
                    <a:p>
                      <a:pPr marL="0" marR="0" lvl="0" indent="0" algn="ctr" defTabSz="914400" rtl="0" eaLnBrk="1" fontAlgn="base" latinLnBrk="0" hangingPunct="1">
                        <a:lnSpc>
                          <a:spcPct val="100000"/>
                        </a:lnSpc>
                        <a:spcBef>
                          <a:spcPct val="20000"/>
                        </a:spcBef>
                        <a:spcAft>
                          <a:spcPct val="0"/>
                        </a:spcAft>
                        <a:buClrTx/>
                        <a:buSzTx/>
                        <a:buFontTx/>
                        <a:buNone/>
                        <a:tabLst/>
                      </a:pPr>
                      <a:r>
                        <a:rPr kumimoji="0" lang="en-AU" altLang="en-US" sz="2000" b="0" i="0" u="none" strike="noStrike" cap="none" normalizeH="0" baseline="0">
                          <a:ln>
                            <a:noFill/>
                          </a:ln>
                          <a:solidFill>
                            <a:schemeClr val="tx1"/>
                          </a:solidFill>
                          <a:effectLst/>
                          <a:latin typeface="Comic Sans MS" panose="030F0702030302020204" pitchFamily="66" charset="0"/>
                        </a:rPr>
                        <a:t>Component</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Comic Sans MS" panose="030F0702030302020204" pitchFamily="66" charset="0"/>
                        </a:defRPr>
                      </a:lvl1pPr>
                      <a:lvl2pPr>
                        <a:spcBef>
                          <a:spcPct val="20000"/>
                        </a:spcBef>
                        <a:defRPr sz="2400">
                          <a:solidFill>
                            <a:schemeClr val="tx1"/>
                          </a:solidFill>
                          <a:latin typeface="Comic Sans MS" panose="030F0702030302020204" pitchFamily="66" charset="0"/>
                        </a:defRPr>
                      </a:lvl2pPr>
                      <a:lvl3pPr>
                        <a:spcBef>
                          <a:spcPct val="20000"/>
                        </a:spcBef>
                        <a:defRPr sz="2000">
                          <a:solidFill>
                            <a:schemeClr val="tx1"/>
                          </a:solidFill>
                          <a:latin typeface="Comic Sans MS" panose="030F0702030302020204" pitchFamily="66" charset="0"/>
                        </a:defRPr>
                      </a:lvl3pPr>
                      <a:lvl4pPr>
                        <a:spcBef>
                          <a:spcPct val="20000"/>
                        </a:spcBef>
                        <a:defRPr>
                          <a:solidFill>
                            <a:schemeClr val="tx1"/>
                          </a:solidFill>
                          <a:latin typeface="Comic Sans MS" panose="030F0702030302020204" pitchFamily="66" charset="0"/>
                        </a:defRPr>
                      </a:lvl4pPr>
                      <a:lvl5pPr>
                        <a:spcBef>
                          <a:spcPct val="20000"/>
                        </a:spcBef>
                        <a:defRPr>
                          <a:solidFill>
                            <a:schemeClr val="tx1"/>
                          </a:solidFill>
                          <a:latin typeface="Comic Sans MS" panose="030F0702030302020204" pitchFamily="66" charset="0"/>
                        </a:defRPr>
                      </a:lvl5pPr>
                      <a:lvl6pPr fontAlgn="base">
                        <a:spcBef>
                          <a:spcPct val="20000"/>
                        </a:spcBef>
                        <a:spcAft>
                          <a:spcPct val="0"/>
                        </a:spcAft>
                        <a:defRPr>
                          <a:solidFill>
                            <a:schemeClr val="tx1"/>
                          </a:solidFill>
                          <a:latin typeface="Comic Sans MS" panose="030F0702030302020204" pitchFamily="66" charset="0"/>
                        </a:defRPr>
                      </a:lvl6pPr>
                      <a:lvl7pPr fontAlgn="base">
                        <a:spcBef>
                          <a:spcPct val="20000"/>
                        </a:spcBef>
                        <a:spcAft>
                          <a:spcPct val="0"/>
                        </a:spcAft>
                        <a:defRPr>
                          <a:solidFill>
                            <a:schemeClr val="tx1"/>
                          </a:solidFill>
                          <a:latin typeface="Comic Sans MS" panose="030F0702030302020204" pitchFamily="66" charset="0"/>
                        </a:defRPr>
                      </a:lvl7pPr>
                      <a:lvl8pPr fontAlgn="base">
                        <a:spcBef>
                          <a:spcPct val="20000"/>
                        </a:spcBef>
                        <a:spcAft>
                          <a:spcPct val="0"/>
                        </a:spcAft>
                        <a:defRPr>
                          <a:solidFill>
                            <a:schemeClr val="tx1"/>
                          </a:solidFill>
                          <a:latin typeface="Comic Sans MS" panose="030F0702030302020204" pitchFamily="66" charset="0"/>
                        </a:defRPr>
                      </a:lvl8pPr>
                      <a:lvl9pPr fontAlgn="base">
                        <a:spcBef>
                          <a:spcPct val="20000"/>
                        </a:spcBef>
                        <a:spcAft>
                          <a:spcPct val="0"/>
                        </a:spcAft>
                        <a:defRPr>
                          <a:solidFill>
                            <a:schemeClr val="tx1"/>
                          </a:solidFill>
                          <a:latin typeface="Comic Sans MS" panose="030F0702030302020204" pitchFamily="66"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AU" altLang="en-US" sz="2000" b="0" i="0" u="none" strike="noStrike" cap="none" normalizeH="0" baseline="0">
                          <a:ln>
                            <a:noFill/>
                          </a:ln>
                          <a:solidFill>
                            <a:schemeClr val="tx1"/>
                          </a:solidFill>
                          <a:effectLst/>
                          <a:latin typeface="Comic Sans MS" panose="030F0702030302020204" pitchFamily="66" charset="0"/>
                        </a:rPr>
                        <a:t>Horizontal Component</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3203365101"/>
                  </a:ext>
                </a:extLst>
              </a:tr>
              <a:tr h="541338">
                <a:tc>
                  <a:txBody>
                    <a:bodyPr/>
                    <a:lstStyle>
                      <a:lvl1pPr>
                        <a:spcBef>
                          <a:spcPct val="20000"/>
                        </a:spcBef>
                        <a:defRPr sz="2800">
                          <a:solidFill>
                            <a:schemeClr val="tx1"/>
                          </a:solidFill>
                          <a:latin typeface="Comic Sans MS" panose="030F0702030302020204" pitchFamily="66" charset="0"/>
                        </a:defRPr>
                      </a:lvl1pPr>
                      <a:lvl2pPr>
                        <a:spcBef>
                          <a:spcPct val="20000"/>
                        </a:spcBef>
                        <a:defRPr sz="2400">
                          <a:solidFill>
                            <a:schemeClr val="tx1"/>
                          </a:solidFill>
                          <a:latin typeface="Comic Sans MS" panose="030F0702030302020204" pitchFamily="66" charset="0"/>
                        </a:defRPr>
                      </a:lvl2pPr>
                      <a:lvl3pPr>
                        <a:spcBef>
                          <a:spcPct val="20000"/>
                        </a:spcBef>
                        <a:defRPr sz="2000">
                          <a:solidFill>
                            <a:schemeClr val="tx1"/>
                          </a:solidFill>
                          <a:latin typeface="Comic Sans MS" panose="030F0702030302020204" pitchFamily="66" charset="0"/>
                        </a:defRPr>
                      </a:lvl3pPr>
                      <a:lvl4pPr>
                        <a:spcBef>
                          <a:spcPct val="20000"/>
                        </a:spcBef>
                        <a:defRPr>
                          <a:solidFill>
                            <a:schemeClr val="tx1"/>
                          </a:solidFill>
                          <a:latin typeface="Comic Sans MS" panose="030F0702030302020204" pitchFamily="66" charset="0"/>
                        </a:defRPr>
                      </a:lvl4pPr>
                      <a:lvl5pPr>
                        <a:spcBef>
                          <a:spcPct val="20000"/>
                        </a:spcBef>
                        <a:defRPr>
                          <a:solidFill>
                            <a:schemeClr val="tx1"/>
                          </a:solidFill>
                          <a:latin typeface="Comic Sans MS" panose="030F0702030302020204" pitchFamily="66" charset="0"/>
                        </a:defRPr>
                      </a:lvl5pPr>
                      <a:lvl6pPr fontAlgn="base">
                        <a:spcBef>
                          <a:spcPct val="20000"/>
                        </a:spcBef>
                        <a:spcAft>
                          <a:spcPct val="0"/>
                        </a:spcAft>
                        <a:defRPr>
                          <a:solidFill>
                            <a:schemeClr val="tx1"/>
                          </a:solidFill>
                          <a:latin typeface="Comic Sans MS" panose="030F0702030302020204" pitchFamily="66" charset="0"/>
                        </a:defRPr>
                      </a:lvl6pPr>
                      <a:lvl7pPr fontAlgn="base">
                        <a:spcBef>
                          <a:spcPct val="20000"/>
                        </a:spcBef>
                        <a:spcAft>
                          <a:spcPct val="0"/>
                        </a:spcAft>
                        <a:defRPr>
                          <a:solidFill>
                            <a:schemeClr val="tx1"/>
                          </a:solidFill>
                          <a:latin typeface="Comic Sans MS" panose="030F0702030302020204" pitchFamily="66" charset="0"/>
                        </a:defRPr>
                      </a:lvl7pPr>
                      <a:lvl8pPr fontAlgn="base">
                        <a:spcBef>
                          <a:spcPct val="20000"/>
                        </a:spcBef>
                        <a:spcAft>
                          <a:spcPct val="0"/>
                        </a:spcAft>
                        <a:defRPr>
                          <a:solidFill>
                            <a:schemeClr val="tx1"/>
                          </a:solidFill>
                          <a:latin typeface="Comic Sans MS" panose="030F0702030302020204" pitchFamily="66" charset="0"/>
                        </a:defRPr>
                      </a:lvl8pPr>
                      <a:lvl9pPr fontAlgn="base">
                        <a:spcBef>
                          <a:spcPct val="20000"/>
                        </a:spcBef>
                        <a:spcAft>
                          <a:spcPct val="0"/>
                        </a:spcAft>
                        <a:defRPr>
                          <a:solidFill>
                            <a:schemeClr val="tx1"/>
                          </a:solidFill>
                          <a:latin typeface="Comic Sans MS" panose="030F0702030302020204" pitchFamily="66"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AU" altLang="en-US" sz="2000" b="0" i="0" u="none" strike="noStrike" cap="none" normalizeH="0" baseline="0">
                          <a:ln>
                            <a:noFill/>
                          </a:ln>
                          <a:solidFill>
                            <a:schemeClr val="tx1"/>
                          </a:solidFill>
                          <a:effectLst/>
                          <a:latin typeface="Comic Sans MS" panose="030F0702030302020204" pitchFamily="66" charset="0"/>
                        </a:rPr>
                        <a:t>Acceleration (a)</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Comic Sans MS" panose="030F0702030302020204" pitchFamily="66" charset="0"/>
                        </a:defRPr>
                      </a:lvl1pPr>
                      <a:lvl2pPr>
                        <a:spcBef>
                          <a:spcPct val="20000"/>
                        </a:spcBef>
                        <a:defRPr sz="2400">
                          <a:solidFill>
                            <a:schemeClr val="tx1"/>
                          </a:solidFill>
                          <a:latin typeface="Comic Sans MS" panose="030F0702030302020204" pitchFamily="66" charset="0"/>
                        </a:defRPr>
                      </a:lvl2pPr>
                      <a:lvl3pPr>
                        <a:spcBef>
                          <a:spcPct val="20000"/>
                        </a:spcBef>
                        <a:defRPr sz="2000">
                          <a:solidFill>
                            <a:schemeClr val="tx1"/>
                          </a:solidFill>
                          <a:latin typeface="Comic Sans MS" panose="030F0702030302020204" pitchFamily="66" charset="0"/>
                        </a:defRPr>
                      </a:lvl3pPr>
                      <a:lvl4pPr>
                        <a:spcBef>
                          <a:spcPct val="20000"/>
                        </a:spcBef>
                        <a:defRPr>
                          <a:solidFill>
                            <a:schemeClr val="tx1"/>
                          </a:solidFill>
                          <a:latin typeface="Comic Sans MS" panose="030F0702030302020204" pitchFamily="66" charset="0"/>
                        </a:defRPr>
                      </a:lvl4pPr>
                      <a:lvl5pPr>
                        <a:spcBef>
                          <a:spcPct val="20000"/>
                        </a:spcBef>
                        <a:defRPr>
                          <a:solidFill>
                            <a:schemeClr val="tx1"/>
                          </a:solidFill>
                          <a:latin typeface="Comic Sans MS" panose="030F0702030302020204" pitchFamily="66" charset="0"/>
                        </a:defRPr>
                      </a:lvl5pPr>
                      <a:lvl6pPr fontAlgn="base">
                        <a:spcBef>
                          <a:spcPct val="20000"/>
                        </a:spcBef>
                        <a:spcAft>
                          <a:spcPct val="0"/>
                        </a:spcAft>
                        <a:defRPr>
                          <a:solidFill>
                            <a:schemeClr val="tx1"/>
                          </a:solidFill>
                          <a:latin typeface="Comic Sans MS" panose="030F0702030302020204" pitchFamily="66" charset="0"/>
                        </a:defRPr>
                      </a:lvl6pPr>
                      <a:lvl7pPr fontAlgn="base">
                        <a:spcBef>
                          <a:spcPct val="20000"/>
                        </a:spcBef>
                        <a:spcAft>
                          <a:spcPct val="0"/>
                        </a:spcAft>
                        <a:defRPr>
                          <a:solidFill>
                            <a:schemeClr val="tx1"/>
                          </a:solidFill>
                          <a:latin typeface="Comic Sans MS" panose="030F0702030302020204" pitchFamily="66" charset="0"/>
                        </a:defRPr>
                      </a:lvl7pPr>
                      <a:lvl8pPr fontAlgn="base">
                        <a:spcBef>
                          <a:spcPct val="20000"/>
                        </a:spcBef>
                        <a:spcAft>
                          <a:spcPct val="0"/>
                        </a:spcAft>
                        <a:defRPr>
                          <a:solidFill>
                            <a:schemeClr val="tx1"/>
                          </a:solidFill>
                          <a:latin typeface="Comic Sans MS" panose="030F0702030302020204" pitchFamily="66" charset="0"/>
                        </a:defRPr>
                      </a:lvl8pPr>
                      <a:lvl9pPr fontAlgn="base">
                        <a:spcBef>
                          <a:spcPct val="20000"/>
                        </a:spcBef>
                        <a:spcAft>
                          <a:spcPct val="0"/>
                        </a:spcAft>
                        <a:defRPr>
                          <a:solidFill>
                            <a:schemeClr val="tx1"/>
                          </a:solidFill>
                          <a:latin typeface="Comic Sans MS" panose="030F0702030302020204" pitchFamily="66"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AU" altLang="en-US" sz="2000" b="0" i="0" u="none" strike="noStrike" cap="none" normalizeH="0" baseline="0">
                          <a:ln>
                            <a:noFill/>
                          </a:ln>
                          <a:solidFill>
                            <a:schemeClr val="tx1"/>
                          </a:solidFill>
                          <a:effectLst/>
                          <a:latin typeface="Comic Sans MS" panose="030F0702030302020204" pitchFamily="66" charset="0"/>
                        </a:rPr>
                        <a:t>-9.80ms</a:t>
                      </a:r>
                      <a:r>
                        <a:rPr kumimoji="0" lang="en-AU" altLang="en-US" sz="2000" b="0" i="0" u="none" strike="noStrike" cap="none" normalizeH="0" baseline="30000">
                          <a:ln>
                            <a:noFill/>
                          </a:ln>
                          <a:solidFill>
                            <a:schemeClr val="tx1"/>
                          </a:solidFill>
                          <a:effectLst/>
                          <a:latin typeface="Comic Sans MS" panose="030F0702030302020204" pitchFamily="66" charset="0"/>
                        </a:rPr>
                        <a:t>-2</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Comic Sans MS" panose="030F0702030302020204" pitchFamily="66" charset="0"/>
                        </a:defRPr>
                      </a:lvl1pPr>
                      <a:lvl2pPr>
                        <a:spcBef>
                          <a:spcPct val="20000"/>
                        </a:spcBef>
                        <a:defRPr sz="2400">
                          <a:solidFill>
                            <a:schemeClr val="tx1"/>
                          </a:solidFill>
                          <a:latin typeface="Comic Sans MS" panose="030F0702030302020204" pitchFamily="66" charset="0"/>
                        </a:defRPr>
                      </a:lvl2pPr>
                      <a:lvl3pPr>
                        <a:spcBef>
                          <a:spcPct val="20000"/>
                        </a:spcBef>
                        <a:defRPr sz="2000">
                          <a:solidFill>
                            <a:schemeClr val="tx1"/>
                          </a:solidFill>
                          <a:latin typeface="Comic Sans MS" panose="030F0702030302020204" pitchFamily="66" charset="0"/>
                        </a:defRPr>
                      </a:lvl3pPr>
                      <a:lvl4pPr>
                        <a:spcBef>
                          <a:spcPct val="20000"/>
                        </a:spcBef>
                        <a:defRPr>
                          <a:solidFill>
                            <a:schemeClr val="tx1"/>
                          </a:solidFill>
                          <a:latin typeface="Comic Sans MS" panose="030F0702030302020204" pitchFamily="66" charset="0"/>
                        </a:defRPr>
                      </a:lvl4pPr>
                      <a:lvl5pPr>
                        <a:spcBef>
                          <a:spcPct val="20000"/>
                        </a:spcBef>
                        <a:defRPr>
                          <a:solidFill>
                            <a:schemeClr val="tx1"/>
                          </a:solidFill>
                          <a:latin typeface="Comic Sans MS" panose="030F0702030302020204" pitchFamily="66" charset="0"/>
                        </a:defRPr>
                      </a:lvl5pPr>
                      <a:lvl6pPr fontAlgn="base">
                        <a:spcBef>
                          <a:spcPct val="20000"/>
                        </a:spcBef>
                        <a:spcAft>
                          <a:spcPct val="0"/>
                        </a:spcAft>
                        <a:defRPr>
                          <a:solidFill>
                            <a:schemeClr val="tx1"/>
                          </a:solidFill>
                          <a:latin typeface="Comic Sans MS" panose="030F0702030302020204" pitchFamily="66" charset="0"/>
                        </a:defRPr>
                      </a:lvl6pPr>
                      <a:lvl7pPr fontAlgn="base">
                        <a:spcBef>
                          <a:spcPct val="20000"/>
                        </a:spcBef>
                        <a:spcAft>
                          <a:spcPct val="0"/>
                        </a:spcAft>
                        <a:defRPr>
                          <a:solidFill>
                            <a:schemeClr val="tx1"/>
                          </a:solidFill>
                          <a:latin typeface="Comic Sans MS" panose="030F0702030302020204" pitchFamily="66" charset="0"/>
                        </a:defRPr>
                      </a:lvl7pPr>
                      <a:lvl8pPr fontAlgn="base">
                        <a:spcBef>
                          <a:spcPct val="20000"/>
                        </a:spcBef>
                        <a:spcAft>
                          <a:spcPct val="0"/>
                        </a:spcAft>
                        <a:defRPr>
                          <a:solidFill>
                            <a:schemeClr val="tx1"/>
                          </a:solidFill>
                          <a:latin typeface="Comic Sans MS" panose="030F0702030302020204" pitchFamily="66" charset="0"/>
                        </a:defRPr>
                      </a:lvl8pPr>
                      <a:lvl9pPr fontAlgn="base">
                        <a:spcBef>
                          <a:spcPct val="20000"/>
                        </a:spcBef>
                        <a:spcAft>
                          <a:spcPct val="0"/>
                        </a:spcAft>
                        <a:defRPr>
                          <a:solidFill>
                            <a:schemeClr val="tx1"/>
                          </a:solidFill>
                          <a:latin typeface="Comic Sans MS" panose="030F0702030302020204" pitchFamily="66"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AU" altLang="en-US" sz="2000" b="0" i="0" u="none" strike="noStrike" cap="none" normalizeH="0" baseline="0">
                          <a:ln>
                            <a:noFill/>
                          </a:ln>
                          <a:solidFill>
                            <a:schemeClr val="tx1"/>
                          </a:solidFill>
                          <a:effectLst/>
                          <a:latin typeface="Comic Sans MS" panose="030F0702030302020204" pitchFamily="66" charset="0"/>
                        </a:rPr>
                        <a:t>0ms</a:t>
                      </a:r>
                      <a:r>
                        <a:rPr kumimoji="0" lang="en-AU" altLang="en-US" sz="2000" b="0" i="0" u="none" strike="noStrike" cap="none" normalizeH="0" baseline="30000">
                          <a:ln>
                            <a:noFill/>
                          </a:ln>
                          <a:solidFill>
                            <a:schemeClr val="tx1"/>
                          </a:solidFill>
                          <a:effectLst/>
                          <a:latin typeface="Comic Sans MS" panose="030F0702030302020204" pitchFamily="66" charset="0"/>
                        </a:rPr>
                        <a:t>-2</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3100955453"/>
                  </a:ext>
                </a:extLst>
              </a:tr>
              <a:tr h="541338">
                <a:tc>
                  <a:txBody>
                    <a:bodyPr/>
                    <a:lstStyle>
                      <a:lvl1pPr>
                        <a:spcBef>
                          <a:spcPct val="20000"/>
                        </a:spcBef>
                        <a:defRPr sz="2800">
                          <a:solidFill>
                            <a:schemeClr val="tx1"/>
                          </a:solidFill>
                          <a:latin typeface="Comic Sans MS" panose="030F0702030302020204" pitchFamily="66" charset="0"/>
                        </a:defRPr>
                      </a:lvl1pPr>
                      <a:lvl2pPr>
                        <a:spcBef>
                          <a:spcPct val="20000"/>
                        </a:spcBef>
                        <a:defRPr sz="2400">
                          <a:solidFill>
                            <a:schemeClr val="tx1"/>
                          </a:solidFill>
                          <a:latin typeface="Comic Sans MS" panose="030F0702030302020204" pitchFamily="66" charset="0"/>
                        </a:defRPr>
                      </a:lvl2pPr>
                      <a:lvl3pPr>
                        <a:spcBef>
                          <a:spcPct val="20000"/>
                        </a:spcBef>
                        <a:defRPr sz="2000">
                          <a:solidFill>
                            <a:schemeClr val="tx1"/>
                          </a:solidFill>
                          <a:latin typeface="Comic Sans MS" panose="030F0702030302020204" pitchFamily="66" charset="0"/>
                        </a:defRPr>
                      </a:lvl3pPr>
                      <a:lvl4pPr>
                        <a:spcBef>
                          <a:spcPct val="20000"/>
                        </a:spcBef>
                        <a:defRPr>
                          <a:solidFill>
                            <a:schemeClr val="tx1"/>
                          </a:solidFill>
                          <a:latin typeface="Comic Sans MS" panose="030F0702030302020204" pitchFamily="66" charset="0"/>
                        </a:defRPr>
                      </a:lvl4pPr>
                      <a:lvl5pPr>
                        <a:spcBef>
                          <a:spcPct val="20000"/>
                        </a:spcBef>
                        <a:defRPr>
                          <a:solidFill>
                            <a:schemeClr val="tx1"/>
                          </a:solidFill>
                          <a:latin typeface="Comic Sans MS" panose="030F0702030302020204" pitchFamily="66" charset="0"/>
                        </a:defRPr>
                      </a:lvl5pPr>
                      <a:lvl6pPr fontAlgn="base">
                        <a:spcBef>
                          <a:spcPct val="20000"/>
                        </a:spcBef>
                        <a:spcAft>
                          <a:spcPct val="0"/>
                        </a:spcAft>
                        <a:defRPr>
                          <a:solidFill>
                            <a:schemeClr val="tx1"/>
                          </a:solidFill>
                          <a:latin typeface="Comic Sans MS" panose="030F0702030302020204" pitchFamily="66" charset="0"/>
                        </a:defRPr>
                      </a:lvl6pPr>
                      <a:lvl7pPr fontAlgn="base">
                        <a:spcBef>
                          <a:spcPct val="20000"/>
                        </a:spcBef>
                        <a:spcAft>
                          <a:spcPct val="0"/>
                        </a:spcAft>
                        <a:defRPr>
                          <a:solidFill>
                            <a:schemeClr val="tx1"/>
                          </a:solidFill>
                          <a:latin typeface="Comic Sans MS" panose="030F0702030302020204" pitchFamily="66" charset="0"/>
                        </a:defRPr>
                      </a:lvl7pPr>
                      <a:lvl8pPr fontAlgn="base">
                        <a:spcBef>
                          <a:spcPct val="20000"/>
                        </a:spcBef>
                        <a:spcAft>
                          <a:spcPct val="0"/>
                        </a:spcAft>
                        <a:defRPr>
                          <a:solidFill>
                            <a:schemeClr val="tx1"/>
                          </a:solidFill>
                          <a:latin typeface="Comic Sans MS" panose="030F0702030302020204" pitchFamily="66" charset="0"/>
                        </a:defRPr>
                      </a:lvl8pPr>
                      <a:lvl9pPr fontAlgn="base">
                        <a:spcBef>
                          <a:spcPct val="20000"/>
                        </a:spcBef>
                        <a:spcAft>
                          <a:spcPct val="0"/>
                        </a:spcAft>
                        <a:defRPr>
                          <a:solidFill>
                            <a:schemeClr val="tx1"/>
                          </a:solidFill>
                          <a:latin typeface="Comic Sans MS" panose="030F0702030302020204" pitchFamily="66"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AU" altLang="en-US" sz="2000" b="0" i="0" u="none" strike="noStrike" cap="none" normalizeH="0" baseline="0">
                          <a:ln>
                            <a:noFill/>
                          </a:ln>
                          <a:solidFill>
                            <a:schemeClr val="tx1"/>
                          </a:solidFill>
                          <a:effectLst/>
                          <a:latin typeface="Comic Sans MS" panose="030F0702030302020204" pitchFamily="66" charset="0"/>
                        </a:rPr>
                        <a:t>Initial Velocity (u)</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Comic Sans MS" panose="030F0702030302020204" pitchFamily="66" charset="0"/>
                        </a:defRPr>
                      </a:lvl1pPr>
                      <a:lvl2pPr>
                        <a:spcBef>
                          <a:spcPct val="20000"/>
                        </a:spcBef>
                        <a:defRPr sz="2400">
                          <a:solidFill>
                            <a:schemeClr val="tx1"/>
                          </a:solidFill>
                          <a:latin typeface="Comic Sans MS" panose="030F0702030302020204" pitchFamily="66" charset="0"/>
                        </a:defRPr>
                      </a:lvl2pPr>
                      <a:lvl3pPr>
                        <a:spcBef>
                          <a:spcPct val="20000"/>
                        </a:spcBef>
                        <a:defRPr sz="2000">
                          <a:solidFill>
                            <a:schemeClr val="tx1"/>
                          </a:solidFill>
                          <a:latin typeface="Comic Sans MS" panose="030F0702030302020204" pitchFamily="66" charset="0"/>
                        </a:defRPr>
                      </a:lvl3pPr>
                      <a:lvl4pPr>
                        <a:spcBef>
                          <a:spcPct val="20000"/>
                        </a:spcBef>
                        <a:defRPr>
                          <a:solidFill>
                            <a:schemeClr val="tx1"/>
                          </a:solidFill>
                          <a:latin typeface="Comic Sans MS" panose="030F0702030302020204" pitchFamily="66" charset="0"/>
                        </a:defRPr>
                      </a:lvl4pPr>
                      <a:lvl5pPr>
                        <a:spcBef>
                          <a:spcPct val="20000"/>
                        </a:spcBef>
                        <a:defRPr>
                          <a:solidFill>
                            <a:schemeClr val="tx1"/>
                          </a:solidFill>
                          <a:latin typeface="Comic Sans MS" panose="030F0702030302020204" pitchFamily="66" charset="0"/>
                        </a:defRPr>
                      </a:lvl5pPr>
                      <a:lvl6pPr fontAlgn="base">
                        <a:spcBef>
                          <a:spcPct val="20000"/>
                        </a:spcBef>
                        <a:spcAft>
                          <a:spcPct val="0"/>
                        </a:spcAft>
                        <a:defRPr>
                          <a:solidFill>
                            <a:schemeClr val="tx1"/>
                          </a:solidFill>
                          <a:latin typeface="Comic Sans MS" panose="030F0702030302020204" pitchFamily="66" charset="0"/>
                        </a:defRPr>
                      </a:lvl6pPr>
                      <a:lvl7pPr fontAlgn="base">
                        <a:spcBef>
                          <a:spcPct val="20000"/>
                        </a:spcBef>
                        <a:spcAft>
                          <a:spcPct val="0"/>
                        </a:spcAft>
                        <a:defRPr>
                          <a:solidFill>
                            <a:schemeClr val="tx1"/>
                          </a:solidFill>
                          <a:latin typeface="Comic Sans MS" panose="030F0702030302020204" pitchFamily="66" charset="0"/>
                        </a:defRPr>
                      </a:lvl7pPr>
                      <a:lvl8pPr fontAlgn="base">
                        <a:spcBef>
                          <a:spcPct val="20000"/>
                        </a:spcBef>
                        <a:spcAft>
                          <a:spcPct val="0"/>
                        </a:spcAft>
                        <a:defRPr>
                          <a:solidFill>
                            <a:schemeClr val="tx1"/>
                          </a:solidFill>
                          <a:latin typeface="Comic Sans MS" panose="030F0702030302020204" pitchFamily="66" charset="0"/>
                        </a:defRPr>
                      </a:lvl8pPr>
                      <a:lvl9pPr fontAlgn="base">
                        <a:spcBef>
                          <a:spcPct val="20000"/>
                        </a:spcBef>
                        <a:spcAft>
                          <a:spcPct val="0"/>
                        </a:spcAft>
                        <a:defRPr>
                          <a:solidFill>
                            <a:schemeClr val="tx1"/>
                          </a:solidFill>
                          <a:latin typeface="Comic Sans MS" panose="030F0702030302020204" pitchFamily="66"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AU" altLang="en-US" sz="2000" b="0" i="0" u="none" strike="noStrike" cap="none" normalizeH="0" baseline="0">
                          <a:ln>
                            <a:noFill/>
                          </a:ln>
                          <a:solidFill>
                            <a:schemeClr val="tx1"/>
                          </a:solidFill>
                          <a:effectLst/>
                          <a:latin typeface="Comic Sans MS" panose="030F0702030302020204" pitchFamily="66" charset="0"/>
                        </a:rPr>
                        <a:t>0ms</a:t>
                      </a:r>
                      <a:r>
                        <a:rPr kumimoji="0" lang="en-AU" altLang="en-US" sz="2000" b="0" i="0" u="none" strike="noStrike" cap="none" normalizeH="0" baseline="30000">
                          <a:ln>
                            <a:noFill/>
                          </a:ln>
                          <a:solidFill>
                            <a:schemeClr val="tx1"/>
                          </a:solidFill>
                          <a:effectLst/>
                          <a:latin typeface="Comic Sans MS" panose="030F0702030302020204" pitchFamily="66" charset="0"/>
                        </a:rPr>
                        <a:t>-1</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rowSpan="2">
                  <a:txBody>
                    <a:bodyPr/>
                    <a:lstStyle>
                      <a:lvl1pPr>
                        <a:spcBef>
                          <a:spcPct val="20000"/>
                        </a:spcBef>
                        <a:defRPr sz="2800">
                          <a:solidFill>
                            <a:schemeClr val="tx1"/>
                          </a:solidFill>
                          <a:latin typeface="Comic Sans MS" panose="030F0702030302020204" pitchFamily="66" charset="0"/>
                        </a:defRPr>
                      </a:lvl1pPr>
                      <a:lvl2pPr>
                        <a:spcBef>
                          <a:spcPct val="20000"/>
                        </a:spcBef>
                        <a:defRPr sz="2400">
                          <a:solidFill>
                            <a:schemeClr val="tx1"/>
                          </a:solidFill>
                          <a:latin typeface="Comic Sans MS" panose="030F0702030302020204" pitchFamily="66" charset="0"/>
                        </a:defRPr>
                      </a:lvl2pPr>
                      <a:lvl3pPr>
                        <a:spcBef>
                          <a:spcPct val="20000"/>
                        </a:spcBef>
                        <a:defRPr sz="2000">
                          <a:solidFill>
                            <a:schemeClr val="tx1"/>
                          </a:solidFill>
                          <a:latin typeface="Comic Sans MS" panose="030F0702030302020204" pitchFamily="66" charset="0"/>
                        </a:defRPr>
                      </a:lvl3pPr>
                      <a:lvl4pPr>
                        <a:spcBef>
                          <a:spcPct val="20000"/>
                        </a:spcBef>
                        <a:defRPr>
                          <a:solidFill>
                            <a:schemeClr val="tx1"/>
                          </a:solidFill>
                          <a:latin typeface="Comic Sans MS" panose="030F0702030302020204" pitchFamily="66" charset="0"/>
                        </a:defRPr>
                      </a:lvl4pPr>
                      <a:lvl5pPr>
                        <a:spcBef>
                          <a:spcPct val="20000"/>
                        </a:spcBef>
                        <a:defRPr>
                          <a:solidFill>
                            <a:schemeClr val="tx1"/>
                          </a:solidFill>
                          <a:latin typeface="Comic Sans MS" panose="030F0702030302020204" pitchFamily="66" charset="0"/>
                        </a:defRPr>
                      </a:lvl5pPr>
                      <a:lvl6pPr fontAlgn="base">
                        <a:spcBef>
                          <a:spcPct val="20000"/>
                        </a:spcBef>
                        <a:spcAft>
                          <a:spcPct val="0"/>
                        </a:spcAft>
                        <a:defRPr>
                          <a:solidFill>
                            <a:schemeClr val="tx1"/>
                          </a:solidFill>
                          <a:latin typeface="Comic Sans MS" panose="030F0702030302020204" pitchFamily="66" charset="0"/>
                        </a:defRPr>
                      </a:lvl6pPr>
                      <a:lvl7pPr fontAlgn="base">
                        <a:spcBef>
                          <a:spcPct val="20000"/>
                        </a:spcBef>
                        <a:spcAft>
                          <a:spcPct val="0"/>
                        </a:spcAft>
                        <a:defRPr>
                          <a:solidFill>
                            <a:schemeClr val="tx1"/>
                          </a:solidFill>
                          <a:latin typeface="Comic Sans MS" panose="030F0702030302020204" pitchFamily="66" charset="0"/>
                        </a:defRPr>
                      </a:lvl7pPr>
                      <a:lvl8pPr fontAlgn="base">
                        <a:spcBef>
                          <a:spcPct val="20000"/>
                        </a:spcBef>
                        <a:spcAft>
                          <a:spcPct val="0"/>
                        </a:spcAft>
                        <a:defRPr>
                          <a:solidFill>
                            <a:schemeClr val="tx1"/>
                          </a:solidFill>
                          <a:latin typeface="Comic Sans MS" panose="030F0702030302020204" pitchFamily="66" charset="0"/>
                        </a:defRPr>
                      </a:lvl8pPr>
                      <a:lvl9pPr fontAlgn="base">
                        <a:spcBef>
                          <a:spcPct val="20000"/>
                        </a:spcBef>
                        <a:spcAft>
                          <a:spcPct val="0"/>
                        </a:spcAft>
                        <a:defRPr>
                          <a:solidFill>
                            <a:schemeClr val="tx1"/>
                          </a:solidFill>
                          <a:latin typeface="Comic Sans MS" panose="030F0702030302020204" pitchFamily="66"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AU" altLang="en-US" sz="2000" b="0" i="0" u="none" strike="noStrike" cap="none" normalizeH="0" baseline="0">
                        <a:ln>
                          <a:noFill/>
                        </a:ln>
                        <a:solidFill>
                          <a:schemeClr val="tx1"/>
                        </a:solidFill>
                        <a:effectLst/>
                        <a:latin typeface="Comic Sans MS" panose="030F0702030302020204" pitchFamily="66" charset="0"/>
                      </a:endParaRPr>
                    </a:p>
                    <a:p>
                      <a:pPr marL="0" marR="0" lvl="0" indent="0" algn="ctr" defTabSz="914400" rtl="0" eaLnBrk="1" fontAlgn="base" latinLnBrk="0" hangingPunct="1">
                        <a:lnSpc>
                          <a:spcPct val="100000"/>
                        </a:lnSpc>
                        <a:spcBef>
                          <a:spcPct val="20000"/>
                        </a:spcBef>
                        <a:spcAft>
                          <a:spcPct val="0"/>
                        </a:spcAft>
                        <a:buClrTx/>
                        <a:buSzTx/>
                        <a:buFontTx/>
                        <a:buNone/>
                        <a:tabLst/>
                      </a:pPr>
                      <a:r>
                        <a:rPr kumimoji="0" lang="en-AU" altLang="en-US" sz="2000" b="0" i="0" u="none" strike="noStrike" cap="none" normalizeH="0" baseline="0">
                          <a:ln>
                            <a:noFill/>
                          </a:ln>
                          <a:solidFill>
                            <a:schemeClr val="tx1"/>
                          </a:solidFill>
                          <a:effectLst/>
                          <a:latin typeface="Comic Sans MS" panose="030F0702030302020204" pitchFamily="66" charset="0"/>
                        </a:rPr>
                        <a:t>25.0ms</a:t>
                      </a:r>
                      <a:r>
                        <a:rPr kumimoji="0" lang="en-AU" altLang="en-US" sz="2000" b="0" i="0" u="none" strike="noStrike" cap="none" normalizeH="0" baseline="30000">
                          <a:ln>
                            <a:noFill/>
                          </a:ln>
                          <a:solidFill>
                            <a:schemeClr val="tx1"/>
                          </a:solidFill>
                          <a:effectLst/>
                          <a:latin typeface="Comic Sans MS" panose="030F0702030302020204" pitchFamily="66" charset="0"/>
                        </a:rPr>
                        <a:t>-1</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817178255"/>
                  </a:ext>
                </a:extLst>
              </a:tr>
              <a:tr h="541338">
                <a:tc>
                  <a:txBody>
                    <a:bodyPr/>
                    <a:lstStyle>
                      <a:lvl1pPr>
                        <a:spcBef>
                          <a:spcPct val="20000"/>
                        </a:spcBef>
                        <a:defRPr sz="2800">
                          <a:solidFill>
                            <a:schemeClr val="tx1"/>
                          </a:solidFill>
                          <a:latin typeface="Comic Sans MS" panose="030F0702030302020204" pitchFamily="66" charset="0"/>
                        </a:defRPr>
                      </a:lvl1pPr>
                      <a:lvl2pPr>
                        <a:spcBef>
                          <a:spcPct val="20000"/>
                        </a:spcBef>
                        <a:defRPr sz="2400">
                          <a:solidFill>
                            <a:schemeClr val="tx1"/>
                          </a:solidFill>
                          <a:latin typeface="Comic Sans MS" panose="030F0702030302020204" pitchFamily="66" charset="0"/>
                        </a:defRPr>
                      </a:lvl2pPr>
                      <a:lvl3pPr>
                        <a:spcBef>
                          <a:spcPct val="20000"/>
                        </a:spcBef>
                        <a:defRPr sz="2000">
                          <a:solidFill>
                            <a:schemeClr val="tx1"/>
                          </a:solidFill>
                          <a:latin typeface="Comic Sans MS" panose="030F0702030302020204" pitchFamily="66" charset="0"/>
                        </a:defRPr>
                      </a:lvl3pPr>
                      <a:lvl4pPr>
                        <a:spcBef>
                          <a:spcPct val="20000"/>
                        </a:spcBef>
                        <a:defRPr>
                          <a:solidFill>
                            <a:schemeClr val="tx1"/>
                          </a:solidFill>
                          <a:latin typeface="Comic Sans MS" panose="030F0702030302020204" pitchFamily="66" charset="0"/>
                        </a:defRPr>
                      </a:lvl4pPr>
                      <a:lvl5pPr>
                        <a:spcBef>
                          <a:spcPct val="20000"/>
                        </a:spcBef>
                        <a:defRPr>
                          <a:solidFill>
                            <a:schemeClr val="tx1"/>
                          </a:solidFill>
                          <a:latin typeface="Comic Sans MS" panose="030F0702030302020204" pitchFamily="66" charset="0"/>
                        </a:defRPr>
                      </a:lvl5pPr>
                      <a:lvl6pPr fontAlgn="base">
                        <a:spcBef>
                          <a:spcPct val="20000"/>
                        </a:spcBef>
                        <a:spcAft>
                          <a:spcPct val="0"/>
                        </a:spcAft>
                        <a:defRPr>
                          <a:solidFill>
                            <a:schemeClr val="tx1"/>
                          </a:solidFill>
                          <a:latin typeface="Comic Sans MS" panose="030F0702030302020204" pitchFamily="66" charset="0"/>
                        </a:defRPr>
                      </a:lvl6pPr>
                      <a:lvl7pPr fontAlgn="base">
                        <a:spcBef>
                          <a:spcPct val="20000"/>
                        </a:spcBef>
                        <a:spcAft>
                          <a:spcPct val="0"/>
                        </a:spcAft>
                        <a:defRPr>
                          <a:solidFill>
                            <a:schemeClr val="tx1"/>
                          </a:solidFill>
                          <a:latin typeface="Comic Sans MS" panose="030F0702030302020204" pitchFamily="66" charset="0"/>
                        </a:defRPr>
                      </a:lvl7pPr>
                      <a:lvl8pPr fontAlgn="base">
                        <a:spcBef>
                          <a:spcPct val="20000"/>
                        </a:spcBef>
                        <a:spcAft>
                          <a:spcPct val="0"/>
                        </a:spcAft>
                        <a:defRPr>
                          <a:solidFill>
                            <a:schemeClr val="tx1"/>
                          </a:solidFill>
                          <a:latin typeface="Comic Sans MS" panose="030F0702030302020204" pitchFamily="66" charset="0"/>
                        </a:defRPr>
                      </a:lvl8pPr>
                      <a:lvl9pPr fontAlgn="base">
                        <a:spcBef>
                          <a:spcPct val="20000"/>
                        </a:spcBef>
                        <a:spcAft>
                          <a:spcPct val="0"/>
                        </a:spcAft>
                        <a:defRPr>
                          <a:solidFill>
                            <a:schemeClr val="tx1"/>
                          </a:solidFill>
                          <a:latin typeface="Comic Sans MS" panose="030F0702030302020204" pitchFamily="66"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AU" altLang="en-US" sz="2000" b="0" i="0" u="none" strike="noStrike" cap="none" normalizeH="0" baseline="0">
                          <a:ln>
                            <a:noFill/>
                          </a:ln>
                          <a:solidFill>
                            <a:schemeClr val="tx1"/>
                          </a:solidFill>
                          <a:effectLst/>
                          <a:latin typeface="Comic Sans MS" panose="030F0702030302020204" pitchFamily="66" charset="0"/>
                        </a:rPr>
                        <a:t>Final velocity (v)</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Comic Sans MS" panose="030F0702030302020204" pitchFamily="66" charset="0"/>
                        </a:defRPr>
                      </a:lvl1pPr>
                      <a:lvl2pPr>
                        <a:spcBef>
                          <a:spcPct val="20000"/>
                        </a:spcBef>
                        <a:defRPr sz="2400">
                          <a:solidFill>
                            <a:schemeClr val="tx1"/>
                          </a:solidFill>
                          <a:latin typeface="Comic Sans MS" panose="030F0702030302020204" pitchFamily="66" charset="0"/>
                        </a:defRPr>
                      </a:lvl2pPr>
                      <a:lvl3pPr>
                        <a:spcBef>
                          <a:spcPct val="20000"/>
                        </a:spcBef>
                        <a:defRPr sz="2000">
                          <a:solidFill>
                            <a:schemeClr val="tx1"/>
                          </a:solidFill>
                          <a:latin typeface="Comic Sans MS" panose="030F0702030302020204" pitchFamily="66" charset="0"/>
                        </a:defRPr>
                      </a:lvl3pPr>
                      <a:lvl4pPr>
                        <a:spcBef>
                          <a:spcPct val="20000"/>
                        </a:spcBef>
                        <a:defRPr>
                          <a:solidFill>
                            <a:schemeClr val="tx1"/>
                          </a:solidFill>
                          <a:latin typeface="Comic Sans MS" panose="030F0702030302020204" pitchFamily="66" charset="0"/>
                        </a:defRPr>
                      </a:lvl4pPr>
                      <a:lvl5pPr>
                        <a:spcBef>
                          <a:spcPct val="20000"/>
                        </a:spcBef>
                        <a:defRPr>
                          <a:solidFill>
                            <a:schemeClr val="tx1"/>
                          </a:solidFill>
                          <a:latin typeface="Comic Sans MS" panose="030F0702030302020204" pitchFamily="66" charset="0"/>
                        </a:defRPr>
                      </a:lvl5pPr>
                      <a:lvl6pPr fontAlgn="base">
                        <a:spcBef>
                          <a:spcPct val="20000"/>
                        </a:spcBef>
                        <a:spcAft>
                          <a:spcPct val="0"/>
                        </a:spcAft>
                        <a:defRPr>
                          <a:solidFill>
                            <a:schemeClr val="tx1"/>
                          </a:solidFill>
                          <a:latin typeface="Comic Sans MS" panose="030F0702030302020204" pitchFamily="66" charset="0"/>
                        </a:defRPr>
                      </a:lvl6pPr>
                      <a:lvl7pPr fontAlgn="base">
                        <a:spcBef>
                          <a:spcPct val="20000"/>
                        </a:spcBef>
                        <a:spcAft>
                          <a:spcPct val="0"/>
                        </a:spcAft>
                        <a:defRPr>
                          <a:solidFill>
                            <a:schemeClr val="tx1"/>
                          </a:solidFill>
                          <a:latin typeface="Comic Sans MS" panose="030F0702030302020204" pitchFamily="66" charset="0"/>
                        </a:defRPr>
                      </a:lvl7pPr>
                      <a:lvl8pPr fontAlgn="base">
                        <a:spcBef>
                          <a:spcPct val="20000"/>
                        </a:spcBef>
                        <a:spcAft>
                          <a:spcPct val="0"/>
                        </a:spcAft>
                        <a:defRPr>
                          <a:solidFill>
                            <a:schemeClr val="tx1"/>
                          </a:solidFill>
                          <a:latin typeface="Comic Sans MS" panose="030F0702030302020204" pitchFamily="66" charset="0"/>
                        </a:defRPr>
                      </a:lvl8pPr>
                      <a:lvl9pPr fontAlgn="base">
                        <a:spcBef>
                          <a:spcPct val="20000"/>
                        </a:spcBef>
                        <a:spcAft>
                          <a:spcPct val="0"/>
                        </a:spcAft>
                        <a:defRPr>
                          <a:solidFill>
                            <a:schemeClr val="tx1"/>
                          </a:solidFill>
                          <a:latin typeface="Comic Sans MS" panose="030F0702030302020204" pitchFamily="66"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altLang="en-US" sz="2000" b="0" i="0" u="none" strike="noStrike" cap="none" normalizeH="0" baseline="0">
                        <a:ln>
                          <a:noFill/>
                        </a:ln>
                        <a:solidFill>
                          <a:schemeClr val="tx1"/>
                        </a:solidFill>
                        <a:effectLst/>
                        <a:latin typeface="Comic Sans MS" panose="030F0702030302020204" pitchFamily="66"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vMerge="1">
                  <a:txBody>
                    <a:bodyPr/>
                    <a:lstStyle/>
                    <a:p>
                      <a:endParaRPr lang="en-AU"/>
                    </a:p>
                  </a:txBody>
                  <a:tcPr/>
                </a:tc>
                <a:extLst>
                  <a:ext uri="{0D108BD9-81ED-4DB2-BD59-A6C34878D82A}">
                    <a16:rowId xmlns:a16="http://schemas.microsoft.com/office/drawing/2014/main" val="2396528101"/>
                  </a:ext>
                </a:extLst>
              </a:tr>
              <a:tr h="542925">
                <a:tc>
                  <a:txBody>
                    <a:bodyPr/>
                    <a:lstStyle>
                      <a:lvl1pPr>
                        <a:spcBef>
                          <a:spcPct val="20000"/>
                        </a:spcBef>
                        <a:defRPr sz="2800">
                          <a:solidFill>
                            <a:schemeClr val="tx1"/>
                          </a:solidFill>
                          <a:latin typeface="Comic Sans MS" panose="030F0702030302020204" pitchFamily="66" charset="0"/>
                        </a:defRPr>
                      </a:lvl1pPr>
                      <a:lvl2pPr>
                        <a:spcBef>
                          <a:spcPct val="20000"/>
                        </a:spcBef>
                        <a:defRPr sz="2400">
                          <a:solidFill>
                            <a:schemeClr val="tx1"/>
                          </a:solidFill>
                          <a:latin typeface="Comic Sans MS" panose="030F0702030302020204" pitchFamily="66" charset="0"/>
                        </a:defRPr>
                      </a:lvl2pPr>
                      <a:lvl3pPr>
                        <a:spcBef>
                          <a:spcPct val="20000"/>
                        </a:spcBef>
                        <a:defRPr sz="2000">
                          <a:solidFill>
                            <a:schemeClr val="tx1"/>
                          </a:solidFill>
                          <a:latin typeface="Comic Sans MS" panose="030F0702030302020204" pitchFamily="66" charset="0"/>
                        </a:defRPr>
                      </a:lvl3pPr>
                      <a:lvl4pPr>
                        <a:spcBef>
                          <a:spcPct val="20000"/>
                        </a:spcBef>
                        <a:defRPr>
                          <a:solidFill>
                            <a:schemeClr val="tx1"/>
                          </a:solidFill>
                          <a:latin typeface="Comic Sans MS" panose="030F0702030302020204" pitchFamily="66" charset="0"/>
                        </a:defRPr>
                      </a:lvl4pPr>
                      <a:lvl5pPr>
                        <a:spcBef>
                          <a:spcPct val="20000"/>
                        </a:spcBef>
                        <a:defRPr>
                          <a:solidFill>
                            <a:schemeClr val="tx1"/>
                          </a:solidFill>
                          <a:latin typeface="Comic Sans MS" panose="030F0702030302020204" pitchFamily="66" charset="0"/>
                        </a:defRPr>
                      </a:lvl5pPr>
                      <a:lvl6pPr fontAlgn="base">
                        <a:spcBef>
                          <a:spcPct val="20000"/>
                        </a:spcBef>
                        <a:spcAft>
                          <a:spcPct val="0"/>
                        </a:spcAft>
                        <a:defRPr>
                          <a:solidFill>
                            <a:schemeClr val="tx1"/>
                          </a:solidFill>
                          <a:latin typeface="Comic Sans MS" panose="030F0702030302020204" pitchFamily="66" charset="0"/>
                        </a:defRPr>
                      </a:lvl6pPr>
                      <a:lvl7pPr fontAlgn="base">
                        <a:spcBef>
                          <a:spcPct val="20000"/>
                        </a:spcBef>
                        <a:spcAft>
                          <a:spcPct val="0"/>
                        </a:spcAft>
                        <a:defRPr>
                          <a:solidFill>
                            <a:schemeClr val="tx1"/>
                          </a:solidFill>
                          <a:latin typeface="Comic Sans MS" panose="030F0702030302020204" pitchFamily="66" charset="0"/>
                        </a:defRPr>
                      </a:lvl7pPr>
                      <a:lvl8pPr fontAlgn="base">
                        <a:spcBef>
                          <a:spcPct val="20000"/>
                        </a:spcBef>
                        <a:spcAft>
                          <a:spcPct val="0"/>
                        </a:spcAft>
                        <a:defRPr>
                          <a:solidFill>
                            <a:schemeClr val="tx1"/>
                          </a:solidFill>
                          <a:latin typeface="Comic Sans MS" panose="030F0702030302020204" pitchFamily="66" charset="0"/>
                        </a:defRPr>
                      </a:lvl8pPr>
                      <a:lvl9pPr fontAlgn="base">
                        <a:spcBef>
                          <a:spcPct val="20000"/>
                        </a:spcBef>
                        <a:spcAft>
                          <a:spcPct val="0"/>
                        </a:spcAft>
                        <a:defRPr>
                          <a:solidFill>
                            <a:schemeClr val="tx1"/>
                          </a:solidFill>
                          <a:latin typeface="Comic Sans MS" panose="030F0702030302020204" pitchFamily="66"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AU" altLang="en-US" sz="2000" b="0" i="0" u="none" strike="noStrike" cap="none" normalizeH="0" baseline="0">
                          <a:ln>
                            <a:noFill/>
                          </a:ln>
                          <a:solidFill>
                            <a:schemeClr val="tx1"/>
                          </a:solidFill>
                          <a:effectLst/>
                          <a:latin typeface="Comic Sans MS" panose="030F0702030302020204" pitchFamily="66" charset="0"/>
                        </a:rPr>
                        <a:t>Displacement (s)</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Comic Sans MS" panose="030F0702030302020204" pitchFamily="66" charset="0"/>
                        </a:defRPr>
                      </a:lvl1pPr>
                      <a:lvl2pPr>
                        <a:spcBef>
                          <a:spcPct val="20000"/>
                        </a:spcBef>
                        <a:defRPr sz="2400">
                          <a:solidFill>
                            <a:schemeClr val="tx1"/>
                          </a:solidFill>
                          <a:latin typeface="Comic Sans MS" panose="030F0702030302020204" pitchFamily="66" charset="0"/>
                        </a:defRPr>
                      </a:lvl2pPr>
                      <a:lvl3pPr>
                        <a:spcBef>
                          <a:spcPct val="20000"/>
                        </a:spcBef>
                        <a:defRPr sz="2000">
                          <a:solidFill>
                            <a:schemeClr val="tx1"/>
                          </a:solidFill>
                          <a:latin typeface="Comic Sans MS" panose="030F0702030302020204" pitchFamily="66" charset="0"/>
                        </a:defRPr>
                      </a:lvl3pPr>
                      <a:lvl4pPr>
                        <a:spcBef>
                          <a:spcPct val="20000"/>
                        </a:spcBef>
                        <a:defRPr>
                          <a:solidFill>
                            <a:schemeClr val="tx1"/>
                          </a:solidFill>
                          <a:latin typeface="Comic Sans MS" panose="030F0702030302020204" pitchFamily="66" charset="0"/>
                        </a:defRPr>
                      </a:lvl4pPr>
                      <a:lvl5pPr>
                        <a:spcBef>
                          <a:spcPct val="20000"/>
                        </a:spcBef>
                        <a:defRPr>
                          <a:solidFill>
                            <a:schemeClr val="tx1"/>
                          </a:solidFill>
                          <a:latin typeface="Comic Sans MS" panose="030F0702030302020204" pitchFamily="66" charset="0"/>
                        </a:defRPr>
                      </a:lvl5pPr>
                      <a:lvl6pPr fontAlgn="base">
                        <a:spcBef>
                          <a:spcPct val="20000"/>
                        </a:spcBef>
                        <a:spcAft>
                          <a:spcPct val="0"/>
                        </a:spcAft>
                        <a:defRPr>
                          <a:solidFill>
                            <a:schemeClr val="tx1"/>
                          </a:solidFill>
                          <a:latin typeface="Comic Sans MS" panose="030F0702030302020204" pitchFamily="66" charset="0"/>
                        </a:defRPr>
                      </a:lvl6pPr>
                      <a:lvl7pPr fontAlgn="base">
                        <a:spcBef>
                          <a:spcPct val="20000"/>
                        </a:spcBef>
                        <a:spcAft>
                          <a:spcPct val="0"/>
                        </a:spcAft>
                        <a:defRPr>
                          <a:solidFill>
                            <a:schemeClr val="tx1"/>
                          </a:solidFill>
                          <a:latin typeface="Comic Sans MS" panose="030F0702030302020204" pitchFamily="66" charset="0"/>
                        </a:defRPr>
                      </a:lvl7pPr>
                      <a:lvl8pPr fontAlgn="base">
                        <a:spcBef>
                          <a:spcPct val="20000"/>
                        </a:spcBef>
                        <a:spcAft>
                          <a:spcPct val="0"/>
                        </a:spcAft>
                        <a:defRPr>
                          <a:solidFill>
                            <a:schemeClr val="tx1"/>
                          </a:solidFill>
                          <a:latin typeface="Comic Sans MS" panose="030F0702030302020204" pitchFamily="66" charset="0"/>
                        </a:defRPr>
                      </a:lvl8pPr>
                      <a:lvl9pPr fontAlgn="base">
                        <a:spcBef>
                          <a:spcPct val="20000"/>
                        </a:spcBef>
                        <a:spcAft>
                          <a:spcPct val="0"/>
                        </a:spcAft>
                        <a:defRPr>
                          <a:solidFill>
                            <a:schemeClr val="tx1"/>
                          </a:solidFill>
                          <a:latin typeface="Comic Sans MS" panose="030F0702030302020204" pitchFamily="66"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AU" altLang="en-US" sz="2000" b="0" i="0" u="none" strike="noStrike" cap="none" normalizeH="0" baseline="0">
                          <a:ln>
                            <a:noFill/>
                          </a:ln>
                          <a:solidFill>
                            <a:schemeClr val="tx1"/>
                          </a:solidFill>
                          <a:effectLst/>
                          <a:latin typeface="Comic Sans MS" panose="030F0702030302020204" pitchFamily="66" charset="0"/>
                        </a:rPr>
                        <a:t>-6.0m</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Comic Sans MS" panose="030F0702030302020204" pitchFamily="66" charset="0"/>
                        </a:defRPr>
                      </a:lvl1pPr>
                      <a:lvl2pPr>
                        <a:spcBef>
                          <a:spcPct val="20000"/>
                        </a:spcBef>
                        <a:defRPr sz="2400">
                          <a:solidFill>
                            <a:schemeClr val="tx1"/>
                          </a:solidFill>
                          <a:latin typeface="Comic Sans MS" panose="030F0702030302020204" pitchFamily="66" charset="0"/>
                        </a:defRPr>
                      </a:lvl2pPr>
                      <a:lvl3pPr>
                        <a:spcBef>
                          <a:spcPct val="20000"/>
                        </a:spcBef>
                        <a:defRPr sz="2000">
                          <a:solidFill>
                            <a:schemeClr val="tx1"/>
                          </a:solidFill>
                          <a:latin typeface="Comic Sans MS" panose="030F0702030302020204" pitchFamily="66" charset="0"/>
                        </a:defRPr>
                      </a:lvl3pPr>
                      <a:lvl4pPr>
                        <a:spcBef>
                          <a:spcPct val="20000"/>
                        </a:spcBef>
                        <a:defRPr>
                          <a:solidFill>
                            <a:schemeClr val="tx1"/>
                          </a:solidFill>
                          <a:latin typeface="Comic Sans MS" panose="030F0702030302020204" pitchFamily="66" charset="0"/>
                        </a:defRPr>
                      </a:lvl4pPr>
                      <a:lvl5pPr>
                        <a:spcBef>
                          <a:spcPct val="20000"/>
                        </a:spcBef>
                        <a:defRPr>
                          <a:solidFill>
                            <a:schemeClr val="tx1"/>
                          </a:solidFill>
                          <a:latin typeface="Comic Sans MS" panose="030F0702030302020204" pitchFamily="66" charset="0"/>
                        </a:defRPr>
                      </a:lvl5pPr>
                      <a:lvl6pPr fontAlgn="base">
                        <a:spcBef>
                          <a:spcPct val="20000"/>
                        </a:spcBef>
                        <a:spcAft>
                          <a:spcPct val="0"/>
                        </a:spcAft>
                        <a:defRPr>
                          <a:solidFill>
                            <a:schemeClr val="tx1"/>
                          </a:solidFill>
                          <a:latin typeface="Comic Sans MS" panose="030F0702030302020204" pitchFamily="66" charset="0"/>
                        </a:defRPr>
                      </a:lvl6pPr>
                      <a:lvl7pPr fontAlgn="base">
                        <a:spcBef>
                          <a:spcPct val="20000"/>
                        </a:spcBef>
                        <a:spcAft>
                          <a:spcPct val="0"/>
                        </a:spcAft>
                        <a:defRPr>
                          <a:solidFill>
                            <a:schemeClr val="tx1"/>
                          </a:solidFill>
                          <a:latin typeface="Comic Sans MS" panose="030F0702030302020204" pitchFamily="66" charset="0"/>
                        </a:defRPr>
                      </a:lvl7pPr>
                      <a:lvl8pPr fontAlgn="base">
                        <a:spcBef>
                          <a:spcPct val="20000"/>
                        </a:spcBef>
                        <a:spcAft>
                          <a:spcPct val="0"/>
                        </a:spcAft>
                        <a:defRPr>
                          <a:solidFill>
                            <a:schemeClr val="tx1"/>
                          </a:solidFill>
                          <a:latin typeface="Comic Sans MS" panose="030F0702030302020204" pitchFamily="66" charset="0"/>
                        </a:defRPr>
                      </a:lvl8pPr>
                      <a:lvl9pPr fontAlgn="base">
                        <a:spcBef>
                          <a:spcPct val="20000"/>
                        </a:spcBef>
                        <a:spcAft>
                          <a:spcPct val="0"/>
                        </a:spcAft>
                        <a:defRPr>
                          <a:solidFill>
                            <a:schemeClr val="tx1"/>
                          </a:solidFill>
                          <a:latin typeface="Comic Sans MS" panose="030F0702030302020204" pitchFamily="66"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altLang="en-US" sz="2000" b="0" i="0" u="none" strike="noStrike" cap="none" normalizeH="0" baseline="0">
                        <a:ln>
                          <a:noFill/>
                        </a:ln>
                        <a:solidFill>
                          <a:schemeClr val="tx1"/>
                        </a:solidFill>
                        <a:effectLst/>
                        <a:latin typeface="Comic Sans MS" panose="030F0702030302020204" pitchFamily="66" charset="0"/>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264175945"/>
                  </a:ext>
                </a:extLst>
              </a:tr>
              <a:tr h="541338">
                <a:tc>
                  <a:txBody>
                    <a:bodyPr/>
                    <a:lstStyle>
                      <a:lvl1pPr>
                        <a:spcBef>
                          <a:spcPct val="20000"/>
                        </a:spcBef>
                        <a:defRPr sz="2800">
                          <a:solidFill>
                            <a:schemeClr val="tx1"/>
                          </a:solidFill>
                          <a:latin typeface="Comic Sans MS" panose="030F0702030302020204" pitchFamily="66" charset="0"/>
                        </a:defRPr>
                      </a:lvl1pPr>
                      <a:lvl2pPr>
                        <a:spcBef>
                          <a:spcPct val="20000"/>
                        </a:spcBef>
                        <a:defRPr sz="2400">
                          <a:solidFill>
                            <a:schemeClr val="tx1"/>
                          </a:solidFill>
                          <a:latin typeface="Comic Sans MS" panose="030F0702030302020204" pitchFamily="66" charset="0"/>
                        </a:defRPr>
                      </a:lvl2pPr>
                      <a:lvl3pPr>
                        <a:spcBef>
                          <a:spcPct val="20000"/>
                        </a:spcBef>
                        <a:defRPr sz="2000">
                          <a:solidFill>
                            <a:schemeClr val="tx1"/>
                          </a:solidFill>
                          <a:latin typeface="Comic Sans MS" panose="030F0702030302020204" pitchFamily="66" charset="0"/>
                        </a:defRPr>
                      </a:lvl3pPr>
                      <a:lvl4pPr>
                        <a:spcBef>
                          <a:spcPct val="20000"/>
                        </a:spcBef>
                        <a:defRPr>
                          <a:solidFill>
                            <a:schemeClr val="tx1"/>
                          </a:solidFill>
                          <a:latin typeface="Comic Sans MS" panose="030F0702030302020204" pitchFamily="66" charset="0"/>
                        </a:defRPr>
                      </a:lvl4pPr>
                      <a:lvl5pPr>
                        <a:spcBef>
                          <a:spcPct val="20000"/>
                        </a:spcBef>
                        <a:defRPr>
                          <a:solidFill>
                            <a:schemeClr val="tx1"/>
                          </a:solidFill>
                          <a:latin typeface="Comic Sans MS" panose="030F0702030302020204" pitchFamily="66" charset="0"/>
                        </a:defRPr>
                      </a:lvl5pPr>
                      <a:lvl6pPr fontAlgn="base">
                        <a:spcBef>
                          <a:spcPct val="20000"/>
                        </a:spcBef>
                        <a:spcAft>
                          <a:spcPct val="0"/>
                        </a:spcAft>
                        <a:defRPr>
                          <a:solidFill>
                            <a:schemeClr val="tx1"/>
                          </a:solidFill>
                          <a:latin typeface="Comic Sans MS" panose="030F0702030302020204" pitchFamily="66" charset="0"/>
                        </a:defRPr>
                      </a:lvl6pPr>
                      <a:lvl7pPr fontAlgn="base">
                        <a:spcBef>
                          <a:spcPct val="20000"/>
                        </a:spcBef>
                        <a:spcAft>
                          <a:spcPct val="0"/>
                        </a:spcAft>
                        <a:defRPr>
                          <a:solidFill>
                            <a:schemeClr val="tx1"/>
                          </a:solidFill>
                          <a:latin typeface="Comic Sans MS" panose="030F0702030302020204" pitchFamily="66" charset="0"/>
                        </a:defRPr>
                      </a:lvl7pPr>
                      <a:lvl8pPr fontAlgn="base">
                        <a:spcBef>
                          <a:spcPct val="20000"/>
                        </a:spcBef>
                        <a:spcAft>
                          <a:spcPct val="0"/>
                        </a:spcAft>
                        <a:defRPr>
                          <a:solidFill>
                            <a:schemeClr val="tx1"/>
                          </a:solidFill>
                          <a:latin typeface="Comic Sans MS" panose="030F0702030302020204" pitchFamily="66" charset="0"/>
                        </a:defRPr>
                      </a:lvl8pPr>
                      <a:lvl9pPr fontAlgn="base">
                        <a:spcBef>
                          <a:spcPct val="20000"/>
                        </a:spcBef>
                        <a:spcAft>
                          <a:spcPct val="0"/>
                        </a:spcAft>
                        <a:defRPr>
                          <a:solidFill>
                            <a:schemeClr val="tx1"/>
                          </a:solidFill>
                          <a:latin typeface="Comic Sans MS" panose="030F0702030302020204" pitchFamily="66"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AU" altLang="en-US" sz="2000" b="0" i="0" u="none" strike="noStrike" cap="none" normalizeH="0" baseline="0">
                          <a:ln>
                            <a:noFill/>
                          </a:ln>
                          <a:solidFill>
                            <a:schemeClr val="tx1"/>
                          </a:solidFill>
                          <a:effectLst/>
                          <a:latin typeface="Comic Sans MS" panose="030F0702030302020204" pitchFamily="66" charset="0"/>
                        </a:rPr>
                        <a:t>Time (t)</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gridSpan="2">
                  <a:txBody>
                    <a:bodyPr/>
                    <a:lstStyle>
                      <a:lvl1pPr>
                        <a:spcBef>
                          <a:spcPct val="20000"/>
                        </a:spcBef>
                        <a:defRPr sz="2800">
                          <a:solidFill>
                            <a:schemeClr val="tx1"/>
                          </a:solidFill>
                          <a:latin typeface="Comic Sans MS" panose="030F0702030302020204" pitchFamily="66" charset="0"/>
                        </a:defRPr>
                      </a:lvl1pPr>
                      <a:lvl2pPr>
                        <a:spcBef>
                          <a:spcPct val="20000"/>
                        </a:spcBef>
                        <a:defRPr sz="2400">
                          <a:solidFill>
                            <a:schemeClr val="tx1"/>
                          </a:solidFill>
                          <a:latin typeface="Comic Sans MS" panose="030F0702030302020204" pitchFamily="66" charset="0"/>
                        </a:defRPr>
                      </a:lvl2pPr>
                      <a:lvl3pPr>
                        <a:spcBef>
                          <a:spcPct val="20000"/>
                        </a:spcBef>
                        <a:defRPr sz="2000">
                          <a:solidFill>
                            <a:schemeClr val="tx1"/>
                          </a:solidFill>
                          <a:latin typeface="Comic Sans MS" panose="030F0702030302020204" pitchFamily="66" charset="0"/>
                        </a:defRPr>
                      </a:lvl3pPr>
                      <a:lvl4pPr>
                        <a:spcBef>
                          <a:spcPct val="20000"/>
                        </a:spcBef>
                        <a:defRPr>
                          <a:solidFill>
                            <a:schemeClr val="tx1"/>
                          </a:solidFill>
                          <a:latin typeface="Comic Sans MS" panose="030F0702030302020204" pitchFamily="66" charset="0"/>
                        </a:defRPr>
                      </a:lvl4pPr>
                      <a:lvl5pPr>
                        <a:spcBef>
                          <a:spcPct val="20000"/>
                        </a:spcBef>
                        <a:defRPr>
                          <a:solidFill>
                            <a:schemeClr val="tx1"/>
                          </a:solidFill>
                          <a:latin typeface="Comic Sans MS" panose="030F0702030302020204" pitchFamily="66" charset="0"/>
                        </a:defRPr>
                      </a:lvl5pPr>
                      <a:lvl6pPr fontAlgn="base">
                        <a:spcBef>
                          <a:spcPct val="20000"/>
                        </a:spcBef>
                        <a:spcAft>
                          <a:spcPct val="0"/>
                        </a:spcAft>
                        <a:defRPr>
                          <a:solidFill>
                            <a:schemeClr val="tx1"/>
                          </a:solidFill>
                          <a:latin typeface="Comic Sans MS" panose="030F0702030302020204" pitchFamily="66" charset="0"/>
                        </a:defRPr>
                      </a:lvl6pPr>
                      <a:lvl7pPr fontAlgn="base">
                        <a:spcBef>
                          <a:spcPct val="20000"/>
                        </a:spcBef>
                        <a:spcAft>
                          <a:spcPct val="0"/>
                        </a:spcAft>
                        <a:defRPr>
                          <a:solidFill>
                            <a:schemeClr val="tx1"/>
                          </a:solidFill>
                          <a:latin typeface="Comic Sans MS" panose="030F0702030302020204" pitchFamily="66" charset="0"/>
                        </a:defRPr>
                      </a:lvl7pPr>
                      <a:lvl8pPr fontAlgn="base">
                        <a:spcBef>
                          <a:spcPct val="20000"/>
                        </a:spcBef>
                        <a:spcAft>
                          <a:spcPct val="0"/>
                        </a:spcAft>
                        <a:defRPr>
                          <a:solidFill>
                            <a:schemeClr val="tx1"/>
                          </a:solidFill>
                          <a:latin typeface="Comic Sans MS" panose="030F0702030302020204" pitchFamily="66" charset="0"/>
                        </a:defRPr>
                      </a:lvl8pPr>
                      <a:lvl9pPr fontAlgn="base">
                        <a:spcBef>
                          <a:spcPct val="20000"/>
                        </a:spcBef>
                        <a:spcAft>
                          <a:spcPct val="0"/>
                        </a:spcAft>
                        <a:defRPr>
                          <a:solidFill>
                            <a:schemeClr val="tx1"/>
                          </a:solidFill>
                          <a:latin typeface="Comic Sans MS" panose="030F0702030302020204" pitchFamily="66"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AU" altLang="en-US" sz="2000" b="0" i="0" u="none" strike="noStrike" cap="none" normalizeH="0" baseline="0">
                          <a:ln>
                            <a:noFill/>
                          </a:ln>
                          <a:solidFill>
                            <a:schemeClr val="tx1"/>
                          </a:solidFill>
                          <a:effectLst/>
                          <a:latin typeface="Comic Sans MS" panose="030F0702030302020204" pitchFamily="66" charset="0"/>
                        </a:rPr>
                        <a:t>1.11s</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hMerge="1">
                  <a:txBody>
                    <a:bodyPr/>
                    <a:lstStyle/>
                    <a:p>
                      <a:endParaRPr lang="en-AU"/>
                    </a:p>
                  </a:txBody>
                  <a:tcPr/>
                </a:tc>
                <a:extLst>
                  <a:ext uri="{0D108BD9-81ED-4DB2-BD59-A6C34878D82A}">
                    <a16:rowId xmlns:a16="http://schemas.microsoft.com/office/drawing/2014/main" val="1877802942"/>
                  </a:ext>
                </a:extLst>
              </a:tr>
            </a:tbl>
          </a:graphicData>
        </a:graphic>
      </p:graphicFrame>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95586" name="Rectangle 2">
            <a:extLst>
              <a:ext uri="{FF2B5EF4-FFF2-40B4-BE49-F238E27FC236}">
                <a16:creationId xmlns:a16="http://schemas.microsoft.com/office/drawing/2014/main" id="{5CCB34BE-890D-E272-4266-AC4F15CC7B2F}"/>
              </a:ext>
            </a:extLst>
          </p:cNvPr>
          <p:cNvSpPr>
            <a:spLocks noGrp="1" noChangeArrowheads="1"/>
          </p:cNvSpPr>
          <p:nvPr>
            <p:ph type="title"/>
          </p:nvPr>
        </p:nvSpPr>
        <p:spPr/>
        <p:txBody>
          <a:bodyPr/>
          <a:lstStyle/>
          <a:p>
            <a:r>
              <a:rPr lang="en-AU" altLang="en-US"/>
              <a:t>Use the data to answer the questions</a:t>
            </a:r>
          </a:p>
        </p:txBody>
      </p:sp>
      <p:sp>
        <p:nvSpPr>
          <p:cNvPr id="195587" name="Rectangle 3">
            <a:extLst>
              <a:ext uri="{FF2B5EF4-FFF2-40B4-BE49-F238E27FC236}">
                <a16:creationId xmlns:a16="http://schemas.microsoft.com/office/drawing/2014/main" id="{1C39CB64-FB6D-BCD1-8C3D-3DBEA8BB74B8}"/>
              </a:ext>
            </a:extLst>
          </p:cNvPr>
          <p:cNvSpPr>
            <a:spLocks noGrp="1" noChangeArrowheads="1"/>
          </p:cNvSpPr>
          <p:nvPr>
            <p:ph type="body" idx="1"/>
          </p:nvPr>
        </p:nvSpPr>
        <p:spPr/>
        <p:txBody>
          <a:bodyPr/>
          <a:lstStyle/>
          <a:p>
            <a:pPr marL="609600" indent="-609600">
              <a:buFontTx/>
              <a:buAutoNum type="alphaLcParenR" startAt="2"/>
            </a:pPr>
            <a:r>
              <a:rPr lang="en-AU" altLang="en-US"/>
              <a:t>Use the formula:</a:t>
            </a:r>
          </a:p>
          <a:p>
            <a:pPr marL="609600" indent="-609600">
              <a:buFontTx/>
              <a:buNone/>
            </a:pPr>
            <a:r>
              <a:rPr lang="en-AU" altLang="en-US"/>
              <a:t>				</a:t>
            </a:r>
            <a:r>
              <a:rPr lang="en-AU" altLang="en-US" sz="2800"/>
              <a:t>s</a:t>
            </a:r>
            <a:r>
              <a:rPr lang="en-AU" altLang="en-US" sz="2800" baseline="-25000"/>
              <a:t>H</a:t>
            </a:r>
            <a:r>
              <a:rPr lang="en-AU" altLang="en-US" sz="2800"/>
              <a:t> = u</a:t>
            </a:r>
            <a:r>
              <a:rPr lang="en-AU" altLang="en-US" sz="2800" baseline="-25000"/>
              <a:t>H</a:t>
            </a:r>
            <a:r>
              <a:rPr lang="en-AU" altLang="en-US" sz="2800"/>
              <a:t>t</a:t>
            </a:r>
          </a:p>
          <a:p>
            <a:pPr marL="609600" indent="-609600">
              <a:buFontTx/>
              <a:buNone/>
            </a:pPr>
            <a:r>
              <a:rPr lang="en-AU" altLang="en-US" sz="2800"/>
              <a:t>				s</a:t>
            </a:r>
            <a:r>
              <a:rPr lang="en-AU" altLang="en-US" sz="2800" baseline="-25000"/>
              <a:t>H</a:t>
            </a:r>
            <a:r>
              <a:rPr lang="en-AU" altLang="en-US" sz="2800"/>
              <a:t> = 25.0 x 1.11</a:t>
            </a:r>
          </a:p>
          <a:p>
            <a:pPr marL="609600" indent="-609600">
              <a:buFontTx/>
              <a:buNone/>
            </a:pPr>
            <a:r>
              <a:rPr lang="en-AU" altLang="en-US" sz="2800"/>
              <a:t>				s</a:t>
            </a:r>
            <a:r>
              <a:rPr lang="en-AU" altLang="en-US" sz="2800" baseline="-25000"/>
              <a:t>H</a:t>
            </a:r>
            <a:r>
              <a:rPr lang="en-AU" altLang="en-US" sz="2800"/>
              <a:t> = 27.7m</a:t>
            </a:r>
          </a:p>
          <a:p>
            <a:pPr marL="609600" indent="-609600">
              <a:buFontTx/>
              <a:buNone/>
            </a:pPr>
            <a:endParaRPr lang="en-AU" altLang="en-US"/>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42" presetClass="entr" presetSubtype="0" fill="hold" nodeType="clickEffect">
                                  <p:stCondLst>
                                    <p:cond delay="0"/>
                                  </p:stCondLst>
                                  <p:childTnLst>
                                    <p:set>
                                      <p:cBhvr>
                                        <p:cTn id="6" dur="1" fill="hold">
                                          <p:stCondLst>
                                            <p:cond delay="0"/>
                                          </p:stCondLst>
                                        </p:cTn>
                                        <p:tgtEl>
                                          <p:spTgt spid="195587">
                                            <p:txEl>
                                              <p:pRg st="0" end="0"/>
                                            </p:txEl>
                                          </p:spTgt>
                                        </p:tgtEl>
                                        <p:attrNameLst>
                                          <p:attrName>style.visibility</p:attrName>
                                        </p:attrNameLst>
                                      </p:cBhvr>
                                      <p:to>
                                        <p:strVal val="visible"/>
                                      </p:to>
                                    </p:set>
                                    <p:animEffect transition="in" filter="fade">
                                      <p:cBhvr>
                                        <p:cTn id="7" dur="1000"/>
                                        <p:tgtEl>
                                          <p:spTgt spid="195587">
                                            <p:txEl>
                                              <p:pRg st="0" end="0"/>
                                            </p:txEl>
                                          </p:spTgt>
                                        </p:tgtEl>
                                      </p:cBhvr>
                                    </p:animEffect>
                                    <p:anim calcmode="lin" valueType="num">
                                      <p:cBhvr>
                                        <p:cTn id="8" dur="1000" fill="hold"/>
                                        <p:tgtEl>
                                          <p:spTgt spid="195587">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195587">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nodeType="clickPar">
                      <p:stCondLst>
                        <p:cond delay="indefinite"/>
                      </p:stCondLst>
                      <p:childTnLst>
                        <p:par>
                          <p:cTn id="11" fill="hold" nodeType="withGroup">
                            <p:stCondLst>
                              <p:cond delay="0"/>
                            </p:stCondLst>
                            <p:childTnLst>
                              <p:par>
                                <p:cTn id="12" presetID="42" presetClass="entr" presetSubtype="0" fill="hold" nodeType="clickEffect">
                                  <p:stCondLst>
                                    <p:cond delay="0"/>
                                  </p:stCondLst>
                                  <p:childTnLst>
                                    <p:set>
                                      <p:cBhvr>
                                        <p:cTn id="13" dur="1" fill="hold">
                                          <p:stCondLst>
                                            <p:cond delay="0"/>
                                          </p:stCondLst>
                                        </p:cTn>
                                        <p:tgtEl>
                                          <p:spTgt spid="195587">
                                            <p:txEl>
                                              <p:pRg st="1" end="1"/>
                                            </p:txEl>
                                          </p:spTgt>
                                        </p:tgtEl>
                                        <p:attrNameLst>
                                          <p:attrName>style.visibility</p:attrName>
                                        </p:attrNameLst>
                                      </p:cBhvr>
                                      <p:to>
                                        <p:strVal val="visible"/>
                                      </p:to>
                                    </p:set>
                                    <p:animEffect transition="in" filter="fade">
                                      <p:cBhvr>
                                        <p:cTn id="14" dur="1000"/>
                                        <p:tgtEl>
                                          <p:spTgt spid="195587">
                                            <p:txEl>
                                              <p:pRg st="1" end="1"/>
                                            </p:txEl>
                                          </p:spTgt>
                                        </p:tgtEl>
                                      </p:cBhvr>
                                    </p:animEffect>
                                    <p:anim calcmode="lin" valueType="num">
                                      <p:cBhvr>
                                        <p:cTn id="15" dur="1000" fill="hold"/>
                                        <p:tgtEl>
                                          <p:spTgt spid="195587">
                                            <p:txEl>
                                              <p:pRg st="1" end="1"/>
                                            </p:txEl>
                                          </p:spTgt>
                                        </p:tgtEl>
                                        <p:attrNameLst>
                                          <p:attrName>ppt_x</p:attrName>
                                        </p:attrNameLst>
                                      </p:cBhvr>
                                      <p:tavLst>
                                        <p:tav tm="0">
                                          <p:val>
                                            <p:strVal val="#ppt_x"/>
                                          </p:val>
                                        </p:tav>
                                        <p:tav tm="100000">
                                          <p:val>
                                            <p:strVal val="#ppt_x"/>
                                          </p:val>
                                        </p:tav>
                                      </p:tavLst>
                                    </p:anim>
                                    <p:anim calcmode="lin" valueType="num">
                                      <p:cBhvr>
                                        <p:cTn id="16" dur="1000" fill="hold"/>
                                        <p:tgtEl>
                                          <p:spTgt spid="195587">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7" fill="hold" nodeType="clickPar">
                      <p:stCondLst>
                        <p:cond delay="indefinite"/>
                      </p:stCondLst>
                      <p:childTnLst>
                        <p:par>
                          <p:cTn id="18" fill="hold" nodeType="withGroup">
                            <p:stCondLst>
                              <p:cond delay="0"/>
                            </p:stCondLst>
                            <p:childTnLst>
                              <p:par>
                                <p:cTn id="19" presetID="42" presetClass="entr" presetSubtype="0" fill="hold" nodeType="clickEffect">
                                  <p:stCondLst>
                                    <p:cond delay="0"/>
                                  </p:stCondLst>
                                  <p:childTnLst>
                                    <p:set>
                                      <p:cBhvr>
                                        <p:cTn id="20" dur="1" fill="hold">
                                          <p:stCondLst>
                                            <p:cond delay="0"/>
                                          </p:stCondLst>
                                        </p:cTn>
                                        <p:tgtEl>
                                          <p:spTgt spid="195587">
                                            <p:txEl>
                                              <p:pRg st="2" end="2"/>
                                            </p:txEl>
                                          </p:spTgt>
                                        </p:tgtEl>
                                        <p:attrNameLst>
                                          <p:attrName>style.visibility</p:attrName>
                                        </p:attrNameLst>
                                      </p:cBhvr>
                                      <p:to>
                                        <p:strVal val="visible"/>
                                      </p:to>
                                    </p:set>
                                    <p:animEffect transition="in" filter="fade">
                                      <p:cBhvr>
                                        <p:cTn id="21" dur="1000"/>
                                        <p:tgtEl>
                                          <p:spTgt spid="195587">
                                            <p:txEl>
                                              <p:pRg st="2" end="2"/>
                                            </p:txEl>
                                          </p:spTgt>
                                        </p:tgtEl>
                                      </p:cBhvr>
                                    </p:animEffect>
                                    <p:anim calcmode="lin" valueType="num">
                                      <p:cBhvr>
                                        <p:cTn id="22" dur="1000" fill="hold"/>
                                        <p:tgtEl>
                                          <p:spTgt spid="195587">
                                            <p:txEl>
                                              <p:pRg st="2" end="2"/>
                                            </p:txEl>
                                          </p:spTgt>
                                        </p:tgtEl>
                                        <p:attrNameLst>
                                          <p:attrName>ppt_x</p:attrName>
                                        </p:attrNameLst>
                                      </p:cBhvr>
                                      <p:tavLst>
                                        <p:tav tm="0">
                                          <p:val>
                                            <p:strVal val="#ppt_x"/>
                                          </p:val>
                                        </p:tav>
                                        <p:tav tm="100000">
                                          <p:val>
                                            <p:strVal val="#ppt_x"/>
                                          </p:val>
                                        </p:tav>
                                      </p:tavLst>
                                    </p:anim>
                                    <p:anim calcmode="lin" valueType="num">
                                      <p:cBhvr>
                                        <p:cTn id="23" dur="1000" fill="hold"/>
                                        <p:tgtEl>
                                          <p:spTgt spid="195587">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24" fill="hold" nodeType="clickPar">
                      <p:stCondLst>
                        <p:cond delay="indefinite"/>
                      </p:stCondLst>
                      <p:childTnLst>
                        <p:par>
                          <p:cTn id="25" fill="hold" nodeType="withGroup">
                            <p:stCondLst>
                              <p:cond delay="0"/>
                            </p:stCondLst>
                            <p:childTnLst>
                              <p:par>
                                <p:cTn id="26" presetID="42" presetClass="entr" presetSubtype="0" fill="hold" nodeType="clickEffect">
                                  <p:stCondLst>
                                    <p:cond delay="0"/>
                                  </p:stCondLst>
                                  <p:childTnLst>
                                    <p:set>
                                      <p:cBhvr>
                                        <p:cTn id="27" dur="1" fill="hold">
                                          <p:stCondLst>
                                            <p:cond delay="0"/>
                                          </p:stCondLst>
                                        </p:cTn>
                                        <p:tgtEl>
                                          <p:spTgt spid="195587">
                                            <p:txEl>
                                              <p:pRg st="3" end="3"/>
                                            </p:txEl>
                                          </p:spTgt>
                                        </p:tgtEl>
                                        <p:attrNameLst>
                                          <p:attrName>style.visibility</p:attrName>
                                        </p:attrNameLst>
                                      </p:cBhvr>
                                      <p:to>
                                        <p:strVal val="visible"/>
                                      </p:to>
                                    </p:set>
                                    <p:animEffect transition="in" filter="fade">
                                      <p:cBhvr>
                                        <p:cTn id="28" dur="1000"/>
                                        <p:tgtEl>
                                          <p:spTgt spid="195587">
                                            <p:txEl>
                                              <p:pRg st="3" end="3"/>
                                            </p:txEl>
                                          </p:spTgt>
                                        </p:tgtEl>
                                      </p:cBhvr>
                                    </p:animEffect>
                                    <p:anim calcmode="lin" valueType="num">
                                      <p:cBhvr>
                                        <p:cTn id="29" dur="1000" fill="hold"/>
                                        <p:tgtEl>
                                          <p:spTgt spid="195587">
                                            <p:txEl>
                                              <p:pRg st="3" end="3"/>
                                            </p:txEl>
                                          </p:spTgt>
                                        </p:tgtEl>
                                        <p:attrNameLst>
                                          <p:attrName>ppt_x</p:attrName>
                                        </p:attrNameLst>
                                      </p:cBhvr>
                                      <p:tavLst>
                                        <p:tav tm="0">
                                          <p:val>
                                            <p:strVal val="#ppt_x"/>
                                          </p:val>
                                        </p:tav>
                                        <p:tav tm="100000">
                                          <p:val>
                                            <p:strVal val="#ppt_x"/>
                                          </p:val>
                                        </p:tav>
                                      </p:tavLst>
                                    </p:anim>
                                    <p:anim calcmode="lin" valueType="num">
                                      <p:cBhvr>
                                        <p:cTn id="30" dur="1000" fill="hold"/>
                                        <p:tgtEl>
                                          <p:spTgt spid="195587">
                                            <p:txEl>
                                              <p:pRg st="3" end="3"/>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5587" grpId="0" build="p"/>
    </p:bldLst>
  </p:timing>
</p:sld>
</file>

<file path=ppt/slides/slide25.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96610" name="Rectangle 2">
            <a:extLst>
              <a:ext uri="{FF2B5EF4-FFF2-40B4-BE49-F238E27FC236}">
                <a16:creationId xmlns:a16="http://schemas.microsoft.com/office/drawing/2014/main" id="{60EB7118-C75A-B4EB-17F2-B4E529E0991D}"/>
              </a:ext>
            </a:extLst>
          </p:cNvPr>
          <p:cNvSpPr>
            <a:spLocks noGrp="1" noChangeArrowheads="1"/>
          </p:cNvSpPr>
          <p:nvPr>
            <p:ph type="title"/>
          </p:nvPr>
        </p:nvSpPr>
        <p:spPr/>
        <p:txBody>
          <a:bodyPr/>
          <a:lstStyle/>
          <a:p>
            <a:r>
              <a:rPr lang="en-AU" altLang="en-US"/>
              <a:t>A little more complicated question</a:t>
            </a:r>
          </a:p>
        </p:txBody>
      </p:sp>
      <p:sp>
        <p:nvSpPr>
          <p:cNvPr id="196611" name="Rectangle 3">
            <a:extLst>
              <a:ext uri="{FF2B5EF4-FFF2-40B4-BE49-F238E27FC236}">
                <a16:creationId xmlns:a16="http://schemas.microsoft.com/office/drawing/2014/main" id="{55A6DBCE-10A3-9952-4CE1-32D995FC7DBF}"/>
              </a:ext>
            </a:extLst>
          </p:cNvPr>
          <p:cNvSpPr>
            <a:spLocks noGrp="1" noChangeArrowheads="1"/>
          </p:cNvSpPr>
          <p:nvPr>
            <p:ph type="body" idx="1"/>
          </p:nvPr>
        </p:nvSpPr>
        <p:spPr/>
        <p:txBody>
          <a:bodyPr/>
          <a:lstStyle/>
          <a:p>
            <a:pPr marL="609600" indent="-609600">
              <a:lnSpc>
                <a:spcPct val="90000"/>
              </a:lnSpc>
              <a:buFontTx/>
              <a:buNone/>
            </a:pPr>
            <a:r>
              <a:rPr lang="en-AU" altLang="en-US" sz="2800"/>
              <a:t>Blake kicked a soccer ball off the ground at an angle of 30 degrees at 22.0ms</a:t>
            </a:r>
            <a:r>
              <a:rPr lang="en-AU" altLang="en-US" sz="2800" baseline="30000"/>
              <a:t>-1</a:t>
            </a:r>
            <a:r>
              <a:rPr lang="en-AU" altLang="en-US" sz="2800"/>
              <a:t>.</a:t>
            </a:r>
          </a:p>
          <a:p>
            <a:pPr marL="609600" indent="-609600">
              <a:lnSpc>
                <a:spcPct val="90000"/>
              </a:lnSpc>
              <a:buFontTx/>
              <a:buAutoNum type="alphaLcParenR"/>
            </a:pPr>
            <a:r>
              <a:rPr lang="en-AU" altLang="en-US" sz="2800"/>
              <a:t>What is the maximum height the ball will reach?</a:t>
            </a:r>
          </a:p>
          <a:p>
            <a:pPr marL="609600" indent="-609600">
              <a:lnSpc>
                <a:spcPct val="90000"/>
              </a:lnSpc>
              <a:buFontTx/>
              <a:buAutoNum type="alphaLcParenR"/>
            </a:pPr>
            <a:r>
              <a:rPr lang="en-AU" altLang="en-US" sz="2800"/>
              <a:t>Calculate the horizontal range of the soccer ball kick.</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42" presetClass="entr" presetSubtype="0" fill="hold" nodeType="clickEffect">
                                  <p:stCondLst>
                                    <p:cond delay="0"/>
                                  </p:stCondLst>
                                  <p:childTnLst>
                                    <p:set>
                                      <p:cBhvr>
                                        <p:cTn id="6" dur="1" fill="hold">
                                          <p:stCondLst>
                                            <p:cond delay="0"/>
                                          </p:stCondLst>
                                        </p:cTn>
                                        <p:tgtEl>
                                          <p:spTgt spid="196611">
                                            <p:txEl>
                                              <p:pRg st="0" end="0"/>
                                            </p:txEl>
                                          </p:spTgt>
                                        </p:tgtEl>
                                        <p:attrNameLst>
                                          <p:attrName>style.visibility</p:attrName>
                                        </p:attrNameLst>
                                      </p:cBhvr>
                                      <p:to>
                                        <p:strVal val="visible"/>
                                      </p:to>
                                    </p:set>
                                    <p:animEffect transition="in" filter="fade">
                                      <p:cBhvr>
                                        <p:cTn id="7" dur="1000"/>
                                        <p:tgtEl>
                                          <p:spTgt spid="196611">
                                            <p:txEl>
                                              <p:pRg st="0" end="0"/>
                                            </p:txEl>
                                          </p:spTgt>
                                        </p:tgtEl>
                                      </p:cBhvr>
                                    </p:animEffect>
                                    <p:anim calcmode="lin" valueType="num">
                                      <p:cBhvr>
                                        <p:cTn id="8" dur="1000" fill="hold"/>
                                        <p:tgtEl>
                                          <p:spTgt spid="196611">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196611">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nodeType="clickPar">
                      <p:stCondLst>
                        <p:cond delay="indefinite"/>
                      </p:stCondLst>
                      <p:childTnLst>
                        <p:par>
                          <p:cTn id="11" fill="hold" nodeType="withGroup">
                            <p:stCondLst>
                              <p:cond delay="0"/>
                            </p:stCondLst>
                            <p:childTnLst>
                              <p:par>
                                <p:cTn id="12" presetID="42" presetClass="entr" presetSubtype="0" fill="hold" nodeType="clickEffect">
                                  <p:stCondLst>
                                    <p:cond delay="0"/>
                                  </p:stCondLst>
                                  <p:childTnLst>
                                    <p:set>
                                      <p:cBhvr>
                                        <p:cTn id="13" dur="1" fill="hold">
                                          <p:stCondLst>
                                            <p:cond delay="0"/>
                                          </p:stCondLst>
                                        </p:cTn>
                                        <p:tgtEl>
                                          <p:spTgt spid="196611">
                                            <p:txEl>
                                              <p:pRg st="1" end="1"/>
                                            </p:txEl>
                                          </p:spTgt>
                                        </p:tgtEl>
                                        <p:attrNameLst>
                                          <p:attrName>style.visibility</p:attrName>
                                        </p:attrNameLst>
                                      </p:cBhvr>
                                      <p:to>
                                        <p:strVal val="visible"/>
                                      </p:to>
                                    </p:set>
                                    <p:animEffect transition="in" filter="fade">
                                      <p:cBhvr>
                                        <p:cTn id="14" dur="1000"/>
                                        <p:tgtEl>
                                          <p:spTgt spid="196611">
                                            <p:txEl>
                                              <p:pRg st="1" end="1"/>
                                            </p:txEl>
                                          </p:spTgt>
                                        </p:tgtEl>
                                      </p:cBhvr>
                                    </p:animEffect>
                                    <p:anim calcmode="lin" valueType="num">
                                      <p:cBhvr>
                                        <p:cTn id="15" dur="1000" fill="hold"/>
                                        <p:tgtEl>
                                          <p:spTgt spid="196611">
                                            <p:txEl>
                                              <p:pRg st="1" end="1"/>
                                            </p:txEl>
                                          </p:spTgt>
                                        </p:tgtEl>
                                        <p:attrNameLst>
                                          <p:attrName>ppt_x</p:attrName>
                                        </p:attrNameLst>
                                      </p:cBhvr>
                                      <p:tavLst>
                                        <p:tav tm="0">
                                          <p:val>
                                            <p:strVal val="#ppt_x"/>
                                          </p:val>
                                        </p:tav>
                                        <p:tav tm="100000">
                                          <p:val>
                                            <p:strVal val="#ppt_x"/>
                                          </p:val>
                                        </p:tav>
                                      </p:tavLst>
                                    </p:anim>
                                    <p:anim calcmode="lin" valueType="num">
                                      <p:cBhvr>
                                        <p:cTn id="16" dur="1000" fill="hold"/>
                                        <p:tgtEl>
                                          <p:spTgt spid="196611">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7" fill="hold" nodeType="clickPar">
                      <p:stCondLst>
                        <p:cond delay="indefinite"/>
                      </p:stCondLst>
                      <p:childTnLst>
                        <p:par>
                          <p:cTn id="18" fill="hold" nodeType="withGroup">
                            <p:stCondLst>
                              <p:cond delay="0"/>
                            </p:stCondLst>
                            <p:childTnLst>
                              <p:par>
                                <p:cTn id="19" presetID="42" presetClass="entr" presetSubtype="0" fill="hold" nodeType="clickEffect">
                                  <p:stCondLst>
                                    <p:cond delay="0"/>
                                  </p:stCondLst>
                                  <p:childTnLst>
                                    <p:set>
                                      <p:cBhvr>
                                        <p:cTn id="20" dur="1" fill="hold">
                                          <p:stCondLst>
                                            <p:cond delay="0"/>
                                          </p:stCondLst>
                                        </p:cTn>
                                        <p:tgtEl>
                                          <p:spTgt spid="196611">
                                            <p:txEl>
                                              <p:pRg st="2" end="2"/>
                                            </p:txEl>
                                          </p:spTgt>
                                        </p:tgtEl>
                                        <p:attrNameLst>
                                          <p:attrName>style.visibility</p:attrName>
                                        </p:attrNameLst>
                                      </p:cBhvr>
                                      <p:to>
                                        <p:strVal val="visible"/>
                                      </p:to>
                                    </p:set>
                                    <p:animEffect transition="in" filter="fade">
                                      <p:cBhvr>
                                        <p:cTn id="21" dur="1000"/>
                                        <p:tgtEl>
                                          <p:spTgt spid="196611">
                                            <p:txEl>
                                              <p:pRg st="2" end="2"/>
                                            </p:txEl>
                                          </p:spTgt>
                                        </p:tgtEl>
                                      </p:cBhvr>
                                    </p:animEffect>
                                    <p:anim calcmode="lin" valueType="num">
                                      <p:cBhvr>
                                        <p:cTn id="22" dur="1000" fill="hold"/>
                                        <p:tgtEl>
                                          <p:spTgt spid="196611">
                                            <p:txEl>
                                              <p:pRg st="2" end="2"/>
                                            </p:txEl>
                                          </p:spTgt>
                                        </p:tgtEl>
                                        <p:attrNameLst>
                                          <p:attrName>ppt_x</p:attrName>
                                        </p:attrNameLst>
                                      </p:cBhvr>
                                      <p:tavLst>
                                        <p:tav tm="0">
                                          <p:val>
                                            <p:strVal val="#ppt_x"/>
                                          </p:val>
                                        </p:tav>
                                        <p:tav tm="100000">
                                          <p:val>
                                            <p:strVal val="#ppt_x"/>
                                          </p:val>
                                        </p:tav>
                                      </p:tavLst>
                                    </p:anim>
                                    <p:anim calcmode="lin" valueType="num">
                                      <p:cBhvr>
                                        <p:cTn id="23" dur="1000" fill="hold"/>
                                        <p:tgtEl>
                                          <p:spTgt spid="196611">
                                            <p:txEl>
                                              <p:pRg st="2" end="2"/>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6611" grpId="0" build="p"/>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7634" name="Rectangle 2">
            <a:extLst>
              <a:ext uri="{FF2B5EF4-FFF2-40B4-BE49-F238E27FC236}">
                <a16:creationId xmlns:a16="http://schemas.microsoft.com/office/drawing/2014/main" id="{0CF04033-61A6-E230-C73B-A61FAD7E4E4B}"/>
              </a:ext>
            </a:extLst>
          </p:cNvPr>
          <p:cNvSpPr>
            <a:spLocks noGrp="1" noChangeArrowheads="1"/>
          </p:cNvSpPr>
          <p:nvPr>
            <p:ph type="title"/>
          </p:nvPr>
        </p:nvSpPr>
        <p:spPr/>
        <p:txBody>
          <a:bodyPr/>
          <a:lstStyle/>
          <a:p>
            <a:r>
              <a:rPr lang="en-AU" altLang="en-US"/>
              <a:t>Step 1 – Draw a picture</a:t>
            </a:r>
          </a:p>
        </p:txBody>
      </p:sp>
      <p:sp>
        <p:nvSpPr>
          <p:cNvPr id="197636" name="Oval 4">
            <a:extLst>
              <a:ext uri="{FF2B5EF4-FFF2-40B4-BE49-F238E27FC236}">
                <a16:creationId xmlns:a16="http://schemas.microsoft.com/office/drawing/2014/main" id="{E3240E97-04CD-6290-C747-43028D06D95D}"/>
              </a:ext>
            </a:extLst>
          </p:cNvPr>
          <p:cNvSpPr>
            <a:spLocks noChangeArrowheads="1"/>
          </p:cNvSpPr>
          <p:nvPr/>
        </p:nvSpPr>
        <p:spPr bwMode="auto">
          <a:xfrm>
            <a:off x="900113" y="4941888"/>
            <a:ext cx="287337" cy="287337"/>
          </a:xfrm>
          <a:prstGeom prst="ellipse">
            <a:avLst/>
          </a:prstGeom>
          <a:solidFill>
            <a:schemeClr val="folHlink"/>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AU"/>
          </a:p>
        </p:txBody>
      </p:sp>
      <p:sp>
        <p:nvSpPr>
          <p:cNvPr id="197646" name="Freeform 14">
            <a:extLst>
              <a:ext uri="{FF2B5EF4-FFF2-40B4-BE49-F238E27FC236}">
                <a16:creationId xmlns:a16="http://schemas.microsoft.com/office/drawing/2014/main" id="{AB9A048C-FC84-D956-1457-46A0EBADF57E}"/>
              </a:ext>
            </a:extLst>
          </p:cNvPr>
          <p:cNvSpPr>
            <a:spLocks/>
          </p:cNvSpPr>
          <p:nvPr/>
        </p:nvSpPr>
        <p:spPr bwMode="auto">
          <a:xfrm>
            <a:off x="1187450" y="2900363"/>
            <a:ext cx="6480175" cy="2257425"/>
          </a:xfrm>
          <a:custGeom>
            <a:avLst/>
            <a:gdLst>
              <a:gd name="T0" fmla="*/ 0 w 4082"/>
              <a:gd name="T1" fmla="*/ 1376 h 1422"/>
              <a:gd name="T2" fmla="*/ 499 w 4082"/>
              <a:gd name="T3" fmla="*/ 877 h 1422"/>
              <a:gd name="T4" fmla="*/ 1270 w 4082"/>
              <a:gd name="T5" fmla="*/ 288 h 1422"/>
              <a:gd name="T6" fmla="*/ 2041 w 4082"/>
              <a:gd name="T7" fmla="*/ 15 h 1422"/>
              <a:gd name="T8" fmla="*/ 2994 w 4082"/>
              <a:gd name="T9" fmla="*/ 378 h 1422"/>
              <a:gd name="T10" fmla="*/ 3674 w 4082"/>
              <a:gd name="T11" fmla="*/ 877 h 1422"/>
              <a:gd name="T12" fmla="*/ 4082 w 4082"/>
              <a:gd name="T13" fmla="*/ 1422 h 1422"/>
            </a:gdLst>
            <a:ahLst/>
            <a:cxnLst>
              <a:cxn ang="0">
                <a:pos x="T0" y="T1"/>
              </a:cxn>
              <a:cxn ang="0">
                <a:pos x="T2" y="T3"/>
              </a:cxn>
              <a:cxn ang="0">
                <a:pos x="T4" y="T5"/>
              </a:cxn>
              <a:cxn ang="0">
                <a:pos x="T6" y="T7"/>
              </a:cxn>
              <a:cxn ang="0">
                <a:pos x="T8" y="T9"/>
              </a:cxn>
              <a:cxn ang="0">
                <a:pos x="T10" y="T11"/>
              </a:cxn>
              <a:cxn ang="0">
                <a:pos x="T12" y="T13"/>
              </a:cxn>
            </a:cxnLst>
            <a:rect l="0" t="0" r="r" b="b"/>
            <a:pathLst>
              <a:path w="4082" h="1422">
                <a:moveTo>
                  <a:pt x="0" y="1376"/>
                </a:moveTo>
                <a:cubicBezTo>
                  <a:pt x="143" y="1217"/>
                  <a:pt x="287" y="1058"/>
                  <a:pt x="499" y="877"/>
                </a:cubicBezTo>
                <a:cubicBezTo>
                  <a:pt x="711" y="696"/>
                  <a:pt x="1013" y="432"/>
                  <a:pt x="1270" y="288"/>
                </a:cubicBezTo>
                <a:cubicBezTo>
                  <a:pt x="1527" y="144"/>
                  <a:pt x="1754" y="0"/>
                  <a:pt x="2041" y="15"/>
                </a:cubicBezTo>
                <a:cubicBezTo>
                  <a:pt x="2328" y="30"/>
                  <a:pt x="2722" y="234"/>
                  <a:pt x="2994" y="378"/>
                </a:cubicBezTo>
                <a:cubicBezTo>
                  <a:pt x="3266" y="522"/>
                  <a:pt x="3493" y="703"/>
                  <a:pt x="3674" y="877"/>
                </a:cubicBezTo>
                <a:cubicBezTo>
                  <a:pt x="3855" y="1051"/>
                  <a:pt x="3968" y="1236"/>
                  <a:pt x="4082" y="1422"/>
                </a:cubicBezTo>
              </a:path>
            </a:pathLst>
          </a:custGeom>
          <a:noFill/>
          <a:ln w="38100" cap="flat" cmpd="sng">
            <a:solidFill>
              <a:schemeClr val="folHlink"/>
            </a:solidFill>
            <a:prstDash val="dash"/>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AU"/>
          </a:p>
        </p:txBody>
      </p:sp>
      <p:sp>
        <p:nvSpPr>
          <p:cNvPr id="197647" name="Line 15">
            <a:extLst>
              <a:ext uri="{FF2B5EF4-FFF2-40B4-BE49-F238E27FC236}">
                <a16:creationId xmlns:a16="http://schemas.microsoft.com/office/drawing/2014/main" id="{A31BC8BD-61F2-8562-09E3-00BDE0C10D2C}"/>
              </a:ext>
            </a:extLst>
          </p:cNvPr>
          <p:cNvSpPr>
            <a:spLocks noChangeShapeType="1"/>
          </p:cNvSpPr>
          <p:nvPr/>
        </p:nvSpPr>
        <p:spPr bwMode="auto">
          <a:xfrm>
            <a:off x="1042988" y="5229225"/>
            <a:ext cx="6842125"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AU"/>
          </a:p>
        </p:txBody>
      </p:sp>
      <p:sp>
        <p:nvSpPr>
          <p:cNvPr id="197648" name="Arc 16">
            <a:extLst>
              <a:ext uri="{FF2B5EF4-FFF2-40B4-BE49-F238E27FC236}">
                <a16:creationId xmlns:a16="http://schemas.microsoft.com/office/drawing/2014/main" id="{BF2B1CAA-0863-6E3D-D00F-A0D807ABB0E3}"/>
              </a:ext>
            </a:extLst>
          </p:cNvPr>
          <p:cNvSpPr>
            <a:spLocks/>
          </p:cNvSpPr>
          <p:nvPr/>
        </p:nvSpPr>
        <p:spPr bwMode="auto">
          <a:xfrm>
            <a:off x="1547813" y="4652963"/>
            <a:ext cx="287337" cy="576262"/>
          </a:xfrm>
          <a:custGeom>
            <a:avLst/>
            <a:gdLst>
              <a:gd name="G0" fmla="+- 0 0 0"/>
              <a:gd name="G1" fmla="+- 21600 0 0"/>
              <a:gd name="G2" fmla="+- 21600 0 0"/>
              <a:gd name="T0" fmla="*/ 0 w 21600"/>
              <a:gd name="T1" fmla="*/ 0 h 21600"/>
              <a:gd name="T2" fmla="*/ 21600 w 21600"/>
              <a:gd name="T3" fmla="*/ 21600 h 21600"/>
              <a:gd name="T4" fmla="*/ 0 w 21600"/>
              <a:gd name="T5" fmla="*/ 21600 h 21600"/>
            </a:gdLst>
            <a:ahLst/>
            <a:cxnLst>
              <a:cxn ang="0">
                <a:pos x="T0" y="T1"/>
              </a:cxn>
              <a:cxn ang="0">
                <a:pos x="T2" y="T3"/>
              </a:cxn>
              <a:cxn ang="0">
                <a:pos x="T4" y="T5"/>
              </a:cxn>
            </a:cxnLst>
            <a:rect l="0" t="0" r="r" b="b"/>
            <a:pathLst>
              <a:path w="21600" h="21600" fill="none" extrusionOk="0">
                <a:moveTo>
                  <a:pt x="0" y="0"/>
                </a:moveTo>
                <a:cubicBezTo>
                  <a:pt x="11929" y="0"/>
                  <a:pt x="21600" y="9670"/>
                  <a:pt x="21600" y="21600"/>
                </a:cubicBezTo>
              </a:path>
              <a:path w="21600" h="21600" stroke="0" extrusionOk="0">
                <a:moveTo>
                  <a:pt x="0" y="0"/>
                </a:moveTo>
                <a:cubicBezTo>
                  <a:pt x="11929" y="0"/>
                  <a:pt x="21600" y="9670"/>
                  <a:pt x="21600" y="21600"/>
                </a:cubicBezTo>
                <a:lnTo>
                  <a:pt x="0" y="21600"/>
                </a:lnTo>
                <a:close/>
              </a:path>
            </a:pathLst>
          </a:custGeom>
          <a:noFill/>
          <a:ln w="38100">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AU"/>
          </a:p>
        </p:txBody>
      </p:sp>
      <p:sp>
        <p:nvSpPr>
          <p:cNvPr id="197649" name="Line 17">
            <a:extLst>
              <a:ext uri="{FF2B5EF4-FFF2-40B4-BE49-F238E27FC236}">
                <a16:creationId xmlns:a16="http://schemas.microsoft.com/office/drawing/2014/main" id="{390E24E4-5714-6E46-BC38-A13DB1393C6D}"/>
              </a:ext>
            </a:extLst>
          </p:cNvPr>
          <p:cNvSpPr>
            <a:spLocks noChangeShapeType="1"/>
          </p:cNvSpPr>
          <p:nvPr/>
        </p:nvSpPr>
        <p:spPr bwMode="auto">
          <a:xfrm flipV="1">
            <a:off x="1042988" y="4508500"/>
            <a:ext cx="649287" cy="720725"/>
          </a:xfrm>
          <a:prstGeom prst="line">
            <a:avLst/>
          </a:prstGeom>
          <a:noFill/>
          <a:ln w="57150">
            <a:solidFill>
              <a:schemeClr val="hlink"/>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AU"/>
          </a:p>
        </p:txBody>
      </p:sp>
      <p:sp>
        <p:nvSpPr>
          <p:cNvPr id="197650" name="Text Box 18">
            <a:extLst>
              <a:ext uri="{FF2B5EF4-FFF2-40B4-BE49-F238E27FC236}">
                <a16:creationId xmlns:a16="http://schemas.microsoft.com/office/drawing/2014/main" id="{F491A185-1DFF-2CA3-581A-072D7140C992}"/>
              </a:ext>
            </a:extLst>
          </p:cNvPr>
          <p:cNvSpPr txBox="1">
            <a:spLocks noChangeArrowheads="1"/>
          </p:cNvSpPr>
          <p:nvPr/>
        </p:nvSpPr>
        <p:spPr bwMode="auto">
          <a:xfrm>
            <a:off x="1835150" y="4581525"/>
            <a:ext cx="1368425"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AU" altLang="en-US" sz="2400">
                <a:latin typeface="Symbol" panose="05050102010706020507" pitchFamily="18" charset="2"/>
              </a:rPr>
              <a:t>q </a:t>
            </a:r>
            <a:r>
              <a:rPr lang="en-AU" altLang="en-US" sz="2400"/>
              <a:t>= 30</a:t>
            </a:r>
            <a:r>
              <a:rPr lang="en-AU" altLang="en-US" sz="2400" baseline="30000"/>
              <a:t>o</a:t>
            </a:r>
          </a:p>
        </p:txBody>
      </p:sp>
      <p:sp>
        <p:nvSpPr>
          <p:cNvPr id="197651" name="Text Box 19">
            <a:extLst>
              <a:ext uri="{FF2B5EF4-FFF2-40B4-BE49-F238E27FC236}">
                <a16:creationId xmlns:a16="http://schemas.microsoft.com/office/drawing/2014/main" id="{3C148909-5860-2445-6A08-040671D4C08D}"/>
              </a:ext>
            </a:extLst>
          </p:cNvPr>
          <p:cNvSpPr txBox="1">
            <a:spLocks noChangeArrowheads="1"/>
          </p:cNvSpPr>
          <p:nvPr/>
        </p:nvSpPr>
        <p:spPr bwMode="auto">
          <a:xfrm>
            <a:off x="250825" y="3573463"/>
            <a:ext cx="2160588"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AU" altLang="en-US" sz="2400"/>
              <a:t>u</a:t>
            </a:r>
            <a:r>
              <a:rPr lang="en-AU" altLang="en-US" sz="2400" baseline="-25000"/>
              <a:t>O </a:t>
            </a:r>
            <a:r>
              <a:rPr lang="en-AU" altLang="en-US" sz="2400"/>
              <a:t>= 22.0ms</a:t>
            </a:r>
            <a:r>
              <a:rPr lang="en-AU" altLang="en-US" sz="2400" baseline="30000"/>
              <a:t>-1</a:t>
            </a: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9682" name="Rectangle 2">
            <a:extLst>
              <a:ext uri="{FF2B5EF4-FFF2-40B4-BE49-F238E27FC236}">
                <a16:creationId xmlns:a16="http://schemas.microsoft.com/office/drawing/2014/main" id="{98D2AD5D-C9A3-3EFC-2D2D-33BB9EC041C6}"/>
              </a:ext>
            </a:extLst>
          </p:cNvPr>
          <p:cNvSpPr>
            <a:spLocks noGrp="1" noChangeArrowheads="1"/>
          </p:cNvSpPr>
          <p:nvPr>
            <p:ph type="title"/>
          </p:nvPr>
        </p:nvSpPr>
        <p:spPr/>
        <p:txBody>
          <a:bodyPr/>
          <a:lstStyle/>
          <a:p>
            <a:r>
              <a:rPr lang="en-AU" altLang="en-US"/>
              <a:t>Step 2 – Data key</a:t>
            </a:r>
          </a:p>
        </p:txBody>
      </p:sp>
      <p:graphicFrame>
        <p:nvGraphicFramePr>
          <p:cNvPr id="199683" name="Group 3">
            <a:extLst>
              <a:ext uri="{FF2B5EF4-FFF2-40B4-BE49-F238E27FC236}">
                <a16:creationId xmlns:a16="http://schemas.microsoft.com/office/drawing/2014/main" id="{C992D07F-B426-E8CA-0772-E1B26309B361}"/>
              </a:ext>
            </a:extLst>
          </p:cNvPr>
          <p:cNvGraphicFramePr>
            <a:graphicFrameLocks noGrp="1"/>
          </p:cNvGraphicFramePr>
          <p:nvPr>
            <p:ph idx="1"/>
          </p:nvPr>
        </p:nvGraphicFramePr>
        <p:xfrm>
          <a:off x="971550" y="1844675"/>
          <a:ext cx="7126288" cy="3470277"/>
        </p:xfrm>
        <a:graphic>
          <a:graphicData uri="http://schemas.openxmlformats.org/drawingml/2006/table">
            <a:tbl>
              <a:tblPr/>
              <a:tblGrid>
                <a:gridCol w="2374900">
                  <a:extLst>
                    <a:ext uri="{9D8B030D-6E8A-4147-A177-3AD203B41FA5}">
                      <a16:colId xmlns:a16="http://schemas.microsoft.com/office/drawing/2014/main" val="1064321185"/>
                    </a:ext>
                  </a:extLst>
                </a:gridCol>
                <a:gridCol w="2376488">
                  <a:extLst>
                    <a:ext uri="{9D8B030D-6E8A-4147-A177-3AD203B41FA5}">
                      <a16:colId xmlns:a16="http://schemas.microsoft.com/office/drawing/2014/main" val="2816521142"/>
                    </a:ext>
                  </a:extLst>
                </a:gridCol>
                <a:gridCol w="2374900">
                  <a:extLst>
                    <a:ext uri="{9D8B030D-6E8A-4147-A177-3AD203B41FA5}">
                      <a16:colId xmlns:a16="http://schemas.microsoft.com/office/drawing/2014/main" val="4173064521"/>
                    </a:ext>
                  </a:extLst>
                </a:gridCol>
              </a:tblGrid>
              <a:tr h="676275">
                <a:tc>
                  <a:txBody>
                    <a:bodyPr/>
                    <a:lstStyle>
                      <a:lvl1pPr>
                        <a:spcBef>
                          <a:spcPct val="20000"/>
                        </a:spcBef>
                        <a:defRPr sz="2800">
                          <a:solidFill>
                            <a:schemeClr val="tx1"/>
                          </a:solidFill>
                          <a:latin typeface="Comic Sans MS" panose="030F0702030302020204" pitchFamily="66" charset="0"/>
                        </a:defRPr>
                      </a:lvl1pPr>
                      <a:lvl2pPr>
                        <a:spcBef>
                          <a:spcPct val="20000"/>
                        </a:spcBef>
                        <a:defRPr sz="2400">
                          <a:solidFill>
                            <a:schemeClr val="tx1"/>
                          </a:solidFill>
                          <a:latin typeface="Comic Sans MS" panose="030F0702030302020204" pitchFamily="66" charset="0"/>
                        </a:defRPr>
                      </a:lvl2pPr>
                      <a:lvl3pPr>
                        <a:spcBef>
                          <a:spcPct val="20000"/>
                        </a:spcBef>
                        <a:defRPr sz="2000">
                          <a:solidFill>
                            <a:schemeClr val="tx1"/>
                          </a:solidFill>
                          <a:latin typeface="Comic Sans MS" panose="030F0702030302020204" pitchFamily="66" charset="0"/>
                        </a:defRPr>
                      </a:lvl3pPr>
                      <a:lvl4pPr>
                        <a:spcBef>
                          <a:spcPct val="20000"/>
                        </a:spcBef>
                        <a:defRPr>
                          <a:solidFill>
                            <a:schemeClr val="tx1"/>
                          </a:solidFill>
                          <a:latin typeface="Comic Sans MS" panose="030F0702030302020204" pitchFamily="66" charset="0"/>
                        </a:defRPr>
                      </a:lvl4pPr>
                      <a:lvl5pPr>
                        <a:spcBef>
                          <a:spcPct val="20000"/>
                        </a:spcBef>
                        <a:defRPr>
                          <a:solidFill>
                            <a:schemeClr val="tx1"/>
                          </a:solidFill>
                          <a:latin typeface="Comic Sans MS" panose="030F0702030302020204" pitchFamily="66" charset="0"/>
                        </a:defRPr>
                      </a:lvl5pPr>
                      <a:lvl6pPr fontAlgn="base">
                        <a:spcBef>
                          <a:spcPct val="20000"/>
                        </a:spcBef>
                        <a:spcAft>
                          <a:spcPct val="0"/>
                        </a:spcAft>
                        <a:defRPr>
                          <a:solidFill>
                            <a:schemeClr val="tx1"/>
                          </a:solidFill>
                          <a:latin typeface="Comic Sans MS" panose="030F0702030302020204" pitchFamily="66" charset="0"/>
                        </a:defRPr>
                      </a:lvl6pPr>
                      <a:lvl7pPr fontAlgn="base">
                        <a:spcBef>
                          <a:spcPct val="20000"/>
                        </a:spcBef>
                        <a:spcAft>
                          <a:spcPct val="0"/>
                        </a:spcAft>
                        <a:defRPr>
                          <a:solidFill>
                            <a:schemeClr val="tx1"/>
                          </a:solidFill>
                          <a:latin typeface="Comic Sans MS" panose="030F0702030302020204" pitchFamily="66" charset="0"/>
                        </a:defRPr>
                      </a:lvl7pPr>
                      <a:lvl8pPr fontAlgn="base">
                        <a:spcBef>
                          <a:spcPct val="20000"/>
                        </a:spcBef>
                        <a:spcAft>
                          <a:spcPct val="0"/>
                        </a:spcAft>
                        <a:defRPr>
                          <a:solidFill>
                            <a:schemeClr val="tx1"/>
                          </a:solidFill>
                          <a:latin typeface="Comic Sans MS" panose="030F0702030302020204" pitchFamily="66" charset="0"/>
                        </a:defRPr>
                      </a:lvl8pPr>
                      <a:lvl9pPr fontAlgn="base">
                        <a:spcBef>
                          <a:spcPct val="20000"/>
                        </a:spcBef>
                        <a:spcAft>
                          <a:spcPct val="0"/>
                        </a:spcAft>
                        <a:defRPr>
                          <a:solidFill>
                            <a:schemeClr val="tx1"/>
                          </a:solidFill>
                          <a:latin typeface="Comic Sans MS" panose="030F0702030302020204" pitchFamily="66"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AU" altLang="en-US" sz="2000" b="0" i="0" u="none" strike="noStrike" cap="none" normalizeH="0" baseline="0">
                          <a:ln>
                            <a:noFill/>
                          </a:ln>
                          <a:solidFill>
                            <a:schemeClr val="tx1"/>
                          </a:solidFill>
                          <a:effectLst/>
                          <a:latin typeface="Comic Sans MS" panose="030F0702030302020204" pitchFamily="66" charset="0"/>
                        </a:rPr>
                        <a:t>Variable</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Comic Sans MS" panose="030F0702030302020204" pitchFamily="66" charset="0"/>
                        </a:defRPr>
                      </a:lvl1pPr>
                      <a:lvl2pPr>
                        <a:spcBef>
                          <a:spcPct val="20000"/>
                        </a:spcBef>
                        <a:defRPr sz="2400">
                          <a:solidFill>
                            <a:schemeClr val="tx1"/>
                          </a:solidFill>
                          <a:latin typeface="Comic Sans MS" panose="030F0702030302020204" pitchFamily="66" charset="0"/>
                        </a:defRPr>
                      </a:lvl2pPr>
                      <a:lvl3pPr>
                        <a:spcBef>
                          <a:spcPct val="20000"/>
                        </a:spcBef>
                        <a:defRPr sz="2000">
                          <a:solidFill>
                            <a:schemeClr val="tx1"/>
                          </a:solidFill>
                          <a:latin typeface="Comic Sans MS" panose="030F0702030302020204" pitchFamily="66" charset="0"/>
                        </a:defRPr>
                      </a:lvl3pPr>
                      <a:lvl4pPr>
                        <a:spcBef>
                          <a:spcPct val="20000"/>
                        </a:spcBef>
                        <a:defRPr>
                          <a:solidFill>
                            <a:schemeClr val="tx1"/>
                          </a:solidFill>
                          <a:latin typeface="Comic Sans MS" panose="030F0702030302020204" pitchFamily="66" charset="0"/>
                        </a:defRPr>
                      </a:lvl4pPr>
                      <a:lvl5pPr>
                        <a:spcBef>
                          <a:spcPct val="20000"/>
                        </a:spcBef>
                        <a:defRPr>
                          <a:solidFill>
                            <a:schemeClr val="tx1"/>
                          </a:solidFill>
                          <a:latin typeface="Comic Sans MS" panose="030F0702030302020204" pitchFamily="66" charset="0"/>
                        </a:defRPr>
                      </a:lvl5pPr>
                      <a:lvl6pPr fontAlgn="base">
                        <a:spcBef>
                          <a:spcPct val="20000"/>
                        </a:spcBef>
                        <a:spcAft>
                          <a:spcPct val="0"/>
                        </a:spcAft>
                        <a:defRPr>
                          <a:solidFill>
                            <a:schemeClr val="tx1"/>
                          </a:solidFill>
                          <a:latin typeface="Comic Sans MS" panose="030F0702030302020204" pitchFamily="66" charset="0"/>
                        </a:defRPr>
                      </a:lvl6pPr>
                      <a:lvl7pPr fontAlgn="base">
                        <a:spcBef>
                          <a:spcPct val="20000"/>
                        </a:spcBef>
                        <a:spcAft>
                          <a:spcPct val="0"/>
                        </a:spcAft>
                        <a:defRPr>
                          <a:solidFill>
                            <a:schemeClr val="tx1"/>
                          </a:solidFill>
                          <a:latin typeface="Comic Sans MS" panose="030F0702030302020204" pitchFamily="66" charset="0"/>
                        </a:defRPr>
                      </a:lvl7pPr>
                      <a:lvl8pPr fontAlgn="base">
                        <a:spcBef>
                          <a:spcPct val="20000"/>
                        </a:spcBef>
                        <a:spcAft>
                          <a:spcPct val="0"/>
                        </a:spcAft>
                        <a:defRPr>
                          <a:solidFill>
                            <a:schemeClr val="tx1"/>
                          </a:solidFill>
                          <a:latin typeface="Comic Sans MS" panose="030F0702030302020204" pitchFamily="66" charset="0"/>
                        </a:defRPr>
                      </a:lvl8pPr>
                      <a:lvl9pPr fontAlgn="base">
                        <a:spcBef>
                          <a:spcPct val="20000"/>
                        </a:spcBef>
                        <a:spcAft>
                          <a:spcPct val="0"/>
                        </a:spcAft>
                        <a:defRPr>
                          <a:solidFill>
                            <a:schemeClr val="tx1"/>
                          </a:solidFill>
                          <a:latin typeface="Comic Sans MS" panose="030F0702030302020204" pitchFamily="66"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AU" altLang="en-US" sz="2000" b="0" i="0" u="none" strike="noStrike" cap="none" normalizeH="0" baseline="0">
                          <a:ln>
                            <a:noFill/>
                          </a:ln>
                          <a:solidFill>
                            <a:schemeClr val="tx1"/>
                          </a:solidFill>
                          <a:effectLst/>
                          <a:latin typeface="Comic Sans MS" panose="030F0702030302020204" pitchFamily="66" charset="0"/>
                        </a:rPr>
                        <a:t>Vertical </a:t>
                      </a:r>
                    </a:p>
                    <a:p>
                      <a:pPr marL="0" marR="0" lvl="0" indent="0" algn="ctr" defTabSz="914400" rtl="0" eaLnBrk="1" fontAlgn="base" latinLnBrk="0" hangingPunct="1">
                        <a:lnSpc>
                          <a:spcPct val="100000"/>
                        </a:lnSpc>
                        <a:spcBef>
                          <a:spcPct val="20000"/>
                        </a:spcBef>
                        <a:spcAft>
                          <a:spcPct val="0"/>
                        </a:spcAft>
                        <a:buClrTx/>
                        <a:buSzTx/>
                        <a:buFontTx/>
                        <a:buNone/>
                        <a:tabLst/>
                      </a:pPr>
                      <a:r>
                        <a:rPr kumimoji="0" lang="en-AU" altLang="en-US" sz="2000" b="0" i="0" u="none" strike="noStrike" cap="none" normalizeH="0" baseline="0">
                          <a:ln>
                            <a:noFill/>
                          </a:ln>
                          <a:solidFill>
                            <a:schemeClr val="tx1"/>
                          </a:solidFill>
                          <a:effectLst/>
                          <a:latin typeface="Comic Sans MS" panose="030F0702030302020204" pitchFamily="66" charset="0"/>
                        </a:rPr>
                        <a:t>Component</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Comic Sans MS" panose="030F0702030302020204" pitchFamily="66" charset="0"/>
                        </a:defRPr>
                      </a:lvl1pPr>
                      <a:lvl2pPr>
                        <a:spcBef>
                          <a:spcPct val="20000"/>
                        </a:spcBef>
                        <a:defRPr sz="2400">
                          <a:solidFill>
                            <a:schemeClr val="tx1"/>
                          </a:solidFill>
                          <a:latin typeface="Comic Sans MS" panose="030F0702030302020204" pitchFamily="66" charset="0"/>
                        </a:defRPr>
                      </a:lvl2pPr>
                      <a:lvl3pPr>
                        <a:spcBef>
                          <a:spcPct val="20000"/>
                        </a:spcBef>
                        <a:defRPr sz="2000">
                          <a:solidFill>
                            <a:schemeClr val="tx1"/>
                          </a:solidFill>
                          <a:latin typeface="Comic Sans MS" panose="030F0702030302020204" pitchFamily="66" charset="0"/>
                        </a:defRPr>
                      </a:lvl3pPr>
                      <a:lvl4pPr>
                        <a:spcBef>
                          <a:spcPct val="20000"/>
                        </a:spcBef>
                        <a:defRPr>
                          <a:solidFill>
                            <a:schemeClr val="tx1"/>
                          </a:solidFill>
                          <a:latin typeface="Comic Sans MS" panose="030F0702030302020204" pitchFamily="66" charset="0"/>
                        </a:defRPr>
                      </a:lvl4pPr>
                      <a:lvl5pPr>
                        <a:spcBef>
                          <a:spcPct val="20000"/>
                        </a:spcBef>
                        <a:defRPr>
                          <a:solidFill>
                            <a:schemeClr val="tx1"/>
                          </a:solidFill>
                          <a:latin typeface="Comic Sans MS" panose="030F0702030302020204" pitchFamily="66" charset="0"/>
                        </a:defRPr>
                      </a:lvl5pPr>
                      <a:lvl6pPr fontAlgn="base">
                        <a:spcBef>
                          <a:spcPct val="20000"/>
                        </a:spcBef>
                        <a:spcAft>
                          <a:spcPct val="0"/>
                        </a:spcAft>
                        <a:defRPr>
                          <a:solidFill>
                            <a:schemeClr val="tx1"/>
                          </a:solidFill>
                          <a:latin typeface="Comic Sans MS" panose="030F0702030302020204" pitchFamily="66" charset="0"/>
                        </a:defRPr>
                      </a:lvl6pPr>
                      <a:lvl7pPr fontAlgn="base">
                        <a:spcBef>
                          <a:spcPct val="20000"/>
                        </a:spcBef>
                        <a:spcAft>
                          <a:spcPct val="0"/>
                        </a:spcAft>
                        <a:defRPr>
                          <a:solidFill>
                            <a:schemeClr val="tx1"/>
                          </a:solidFill>
                          <a:latin typeface="Comic Sans MS" panose="030F0702030302020204" pitchFamily="66" charset="0"/>
                        </a:defRPr>
                      </a:lvl7pPr>
                      <a:lvl8pPr fontAlgn="base">
                        <a:spcBef>
                          <a:spcPct val="20000"/>
                        </a:spcBef>
                        <a:spcAft>
                          <a:spcPct val="0"/>
                        </a:spcAft>
                        <a:defRPr>
                          <a:solidFill>
                            <a:schemeClr val="tx1"/>
                          </a:solidFill>
                          <a:latin typeface="Comic Sans MS" panose="030F0702030302020204" pitchFamily="66" charset="0"/>
                        </a:defRPr>
                      </a:lvl8pPr>
                      <a:lvl9pPr fontAlgn="base">
                        <a:spcBef>
                          <a:spcPct val="20000"/>
                        </a:spcBef>
                        <a:spcAft>
                          <a:spcPct val="0"/>
                        </a:spcAft>
                        <a:defRPr>
                          <a:solidFill>
                            <a:schemeClr val="tx1"/>
                          </a:solidFill>
                          <a:latin typeface="Comic Sans MS" panose="030F0702030302020204" pitchFamily="66"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AU" altLang="en-US" sz="2000" b="0" i="0" u="none" strike="noStrike" cap="none" normalizeH="0" baseline="0">
                          <a:ln>
                            <a:noFill/>
                          </a:ln>
                          <a:solidFill>
                            <a:schemeClr val="tx1"/>
                          </a:solidFill>
                          <a:effectLst/>
                          <a:latin typeface="Comic Sans MS" panose="030F0702030302020204" pitchFamily="66" charset="0"/>
                        </a:rPr>
                        <a:t>Horizontal Component</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3824773932"/>
                  </a:ext>
                </a:extLst>
              </a:tr>
              <a:tr h="541338">
                <a:tc>
                  <a:txBody>
                    <a:bodyPr/>
                    <a:lstStyle>
                      <a:lvl1pPr>
                        <a:spcBef>
                          <a:spcPct val="20000"/>
                        </a:spcBef>
                        <a:defRPr sz="2800">
                          <a:solidFill>
                            <a:schemeClr val="tx1"/>
                          </a:solidFill>
                          <a:latin typeface="Comic Sans MS" panose="030F0702030302020204" pitchFamily="66" charset="0"/>
                        </a:defRPr>
                      </a:lvl1pPr>
                      <a:lvl2pPr>
                        <a:spcBef>
                          <a:spcPct val="20000"/>
                        </a:spcBef>
                        <a:defRPr sz="2400">
                          <a:solidFill>
                            <a:schemeClr val="tx1"/>
                          </a:solidFill>
                          <a:latin typeface="Comic Sans MS" panose="030F0702030302020204" pitchFamily="66" charset="0"/>
                        </a:defRPr>
                      </a:lvl2pPr>
                      <a:lvl3pPr>
                        <a:spcBef>
                          <a:spcPct val="20000"/>
                        </a:spcBef>
                        <a:defRPr sz="2000">
                          <a:solidFill>
                            <a:schemeClr val="tx1"/>
                          </a:solidFill>
                          <a:latin typeface="Comic Sans MS" panose="030F0702030302020204" pitchFamily="66" charset="0"/>
                        </a:defRPr>
                      </a:lvl3pPr>
                      <a:lvl4pPr>
                        <a:spcBef>
                          <a:spcPct val="20000"/>
                        </a:spcBef>
                        <a:defRPr>
                          <a:solidFill>
                            <a:schemeClr val="tx1"/>
                          </a:solidFill>
                          <a:latin typeface="Comic Sans MS" panose="030F0702030302020204" pitchFamily="66" charset="0"/>
                        </a:defRPr>
                      </a:lvl4pPr>
                      <a:lvl5pPr>
                        <a:spcBef>
                          <a:spcPct val="20000"/>
                        </a:spcBef>
                        <a:defRPr>
                          <a:solidFill>
                            <a:schemeClr val="tx1"/>
                          </a:solidFill>
                          <a:latin typeface="Comic Sans MS" panose="030F0702030302020204" pitchFamily="66" charset="0"/>
                        </a:defRPr>
                      </a:lvl5pPr>
                      <a:lvl6pPr fontAlgn="base">
                        <a:spcBef>
                          <a:spcPct val="20000"/>
                        </a:spcBef>
                        <a:spcAft>
                          <a:spcPct val="0"/>
                        </a:spcAft>
                        <a:defRPr>
                          <a:solidFill>
                            <a:schemeClr val="tx1"/>
                          </a:solidFill>
                          <a:latin typeface="Comic Sans MS" panose="030F0702030302020204" pitchFamily="66" charset="0"/>
                        </a:defRPr>
                      </a:lvl6pPr>
                      <a:lvl7pPr fontAlgn="base">
                        <a:spcBef>
                          <a:spcPct val="20000"/>
                        </a:spcBef>
                        <a:spcAft>
                          <a:spcPct val="0"/>
                        </a:spcAft>
                        <a:defRPr>
                          <a:solidFill>
                            <a:schemeClr val="tx1"/>
                          </a:solidFill>
                          <a:latin typeface="Comic Sans MS" panose="030F0702030302020204" pitchFamily="66" charset="0"/>
                        </a:defRPr>
                      </a:lvl7pPr>
                      <a:lvl8pPr fontAlgn="base">
                        <a:spcBef>
                          <a:spcPct val="20000"/>
                        </a:spcBef>
                        <a:spcAft>
                          <a:spcPct val="0"/>
                        </a:spcAft>
                        <a:defRPr>
                          <a:solidFill>
                            <a:schemeClr val="tx1"/>
                          </a:solidFill>
                          <a:latin typeface="Comic Sans MS" panose="030F0702030302020204" pitchFamily="66" charset="0"/>
                        </a:defRPr>
                      </a:lvl8pPr>
                      <a:lvl9pPr fontAlgn="base">
                        <a:spcBef>
                          <a:spcPct val="20000"/>
                        </a:spcBef>
                        <a:spcAft>
                          <a:spcPct val="0"/>
                        </a:spcAft>
                        <a:defRPr>
                          <a:solidFill>
                            <a:schemeClr val="tx1"/>
                          </a:solidFill>
                          <a:latin typeface="Comic Sans MS" panose="030F0702030302020204" pitchFamily="66"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AU" altLang="en-US" sz="2000" b="0" i="0" u="none" strike="noStrike" cap="none" normalizeH="0" baseline="0">
                          <a:ln>
                            <a:noFill/>
                          </a:ln>
                          <a:solidFill>
                            <a:schemeClr val="tx1"/>
                          </a:solidFill>
                          <a:effectLst/>
                          <a:latin typeface="Comic Sans MS" panose="030F0702030302020204" pitchFamily="66" charset="0"/>
                        </a:rPr>
                        <a:t>Acceleration (a)</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Comic Sans MS" panose="030F0702030302020204" pitchFamily="66" charset="0"/>
                        </a:defRPr>
                      </a:lvl1pPr>
                      <a:lvl2pPr>
                        <a:spcBef>
                          <a:spcPct val="20000"/>
                        </a:spcBef>
                        <a:defRPr sz="2400">
                          <a:solidFill>
                            <a:schemeClr val="tx1"/>
                          </a:solidFill>
                          <a:latin typeface="Comic Sans MS" panose="030F0702030302020204" pitchFamily="66" charset="0"/>
                        </a:defRPr>
                      </a:lvl2pPr>
                      <a:lvl3pPr>
                        <a:spcBef>
                          <a:spcPct val="20000"/>
                        </a:spcBef>
                        <a:defRPr sz="2000">
                          <a:solidFill>
                            <a:schemeClr val="tx1"/>
                          </a:solidFill>
                          <a:latin typeface="Comic Sans MS" panose="030F0702030302020204" pitchFamily="66" charset="0"/>
                        </a:defRPr>
                      </a:lvl3pPr>
                      <a:lvl4pPr>
                        <a:spcBef>
                          <a:spcPct val="20000"/>
                        </a:spcBef>
                        <a:defRPr>
                          <a:solidFill>
                            <a:schemeClr val="tx1"/>
                          </a:solidFill>
                          <a:latin typeface="Comic Sans MS" panose="030F0702030302020204" pitchFamily="66" charset="0"/>
                        </a:defRPr>
                      </a:lvl4pPr>
                      <a:lvl5pPr>
                        <a:spcBef>
                          <a:spcPct val="20000"/>
                        </a:spcBef>
                        <a:defRPr>
                          <a:solidFill>
                            <a:schemeClr val="tx1"/>
                          </a:solidFill>
                          <a:latin typeface="Comic Sans MS" panose="030F0702030302020204" pitchFamily="66" charset="0"/>
                        </a:defRPr>
                      </a:lvl5pPr>
                      <a:lvl6pPr fontAlgn="base">
                        <a:spcBef>
                          <a:spcPct val="20000"/>
                        </a:spcBef>
                        <a:spcAft>
                          <a:spcPct val="0"/>
                        </a:spcAft>
                        <a:defRPr>
                          <a:solidFill>
                            <a:schemeClr val="tx1"/>
                          </a:solidFill>
                          <a:latin typeface="Comic Sans MS" panose="030F0702030302020204" pitchFamily="66" charset="0"/>
                        </a:defRPr>
                      </a:lvl6pPr>
                      <a:lvl7pPr fontAlgn="base">
                        <a:spcBef>
                          <a:spcPct val="20000"/>
                        </a:spcBef>
                        <a:spcAft>
                          <a:spcPct val="0"/>
                        </a:spcAft>
                        <a:defRPr>
                          <a:solidFill>
                            <a:schemeClr val="tx1"/>
                          </a:solidFill>
                          <a:latin typeface="Comic Sans MS" panose="030F0702030302020204" pitchFamily="66" charset="0"/>
                        </a:defRPr>
                      </a:lvl7pPr>
                      <a:lvl8pPr fontAlgn="base">
                        <a:spcBef>
                          <a:spcPct val="20000"/>
                        </a:spcBef>
                        <a:spcAft>
                          <a:spcPct val="0"/>
                        </a:spcAft>
                        <a:defRPr>
                          <a:solidFill>
                            <a:schemeClr val="tx1"/>
                          </a:solidFill>
                          <a:latin typeface="Comic Sans MS" panose="030F0702030302020204" pitchFamily="66" charset="0"/>
                        </a:defRPr>
                      </a:lvl8pPr>
                      <a:lvl9pPr fontAlgn="base">
                        <a:spcBef>
                          <a:spcPct val="20000"/>
                        </a:spcBef>
                        <a:spcAft>
                          <a:spcPct val="0"/>
                        </a:spcAft>
                        <a:defRPr>
                          <a:solidFill>
                            <a:schemeClr val="tx1"/>
                          </a:solidFill>
                          <a:latin typeface="Comic Sans MS" panose="030F0702030302020204" pitchFamily="66"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AU" altLang="en-US" sz="2000" b="0" i="0" u="none" strike="noStrike" cap="none" normalizeH="0" baseline="0">
                          <a:ln>
                            <a:noFill/>
                          </a:ln>
                          <a:solidFill>
                            <a:schemeClr val="tx1"/>
                          </a:solidFill>
                          <a:effectLst/>
                          <a:latin typeface="Comic Sans MS" panose="030F0702030302020204" pitchFamily="66" charset="0"/>
                        </a:rPr>
                        <a:t>-9.80ms</a:t>
                      </a:r>
                      <a:r>
                        <a:rPr kumimoji="0" lang="en-AU" altLang="en-US" sz="2000" b="0" i="0" u="none" strike="noStrike" cap="none" normalizeH="0" baseline="30000">
                          <a:ln>
                            <a:noFill/>
                          </a:ln>
                          <a:solidFill>
                            <a:schemeClr val="tx1"/>
                          </a:solidFill>
                          <a:effectLst/>
                          <a:latin typeface="Comic Sans MS" panose="030F0702030302020204" pitchFamily="66" charset="0"/>
                        </a:rPr>
                        <a:t>-2</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Comic Sans MS" panose="030F0702030302020204" pitchFamily="66" charset="0"/>
                        </a:defRPr>
                      </a:lvl1pPr>
                      <a:lvl2pPr>
                        <a:spcBef>
                          <a:spcPct val="20000"/>
                        </a:spcBef>
                        <a:defRPr sz="2400">
                          <a:solidFill>
                            <a:schemeClr val="tx1"/>
                          </a:solidFill>
                          <a:latin typeface="Comic Sans MS" panose="030F0702030302020204" pitchFamily="66" charset="0"/>
                        </a:defRPr>
                      </a:lvl2pPr>
                      <a:lvl3pPr>
                        <a:spcBef>
                          <a:spcPct val="20000"/>
                        </a:spcBef>
                        <a:defRPr sz="2000">
                          <a:solidFill>
                            <a:schemeClr val="tx1"/>
                          </a:solidFill>
                          <a:latin typeface="Comic Sans MS" panose="030F0702030302020204" pitchFamily="66" charset="0"/>
                        </a:defRPr>
                      </a:lvl3pPr>
                      <a:lvl4pPr>
                        <a:spcBef>
                          <a:spcPct val="20000"/>
                        </a:spcBef>
                        <a:defRPr>
                          <a:solidFill>
                            <a:schemeClr val="tx1"/>
                          </a:solidFill>
                          <a:latin typeface="Comic Sans MS" panose="030F0702030302020204" pitchFamily="66" charset="0"/>
                        </a:defRPr>
                      </a:lvl4pPr>
                      <a:lvl5pPr>
                        <a:spcBef>
                          <a:spcPct val="20000"/>
                        </a:spcBef>
                        <a:defRPr>
                          <a:solidFill>
                            <a:schemeClr val="tx1"/>
                          </a:solidFill>
                          <a:latin typeface="Comic Sans MS" panose="030F0702030302020204" pitchFamily="66" charset="0"/>
                        </a:defRPr>
                      </a:lvl5pPr>
                      <a:lvl6pPr fontAlgn="base">
                        <a:spcBef>
                          <a:spcPct val="20000"/>
                        </a:spcBef>
                        <a:spcAft>
                          <a:spcPct val="0"/>
                        </a:spcAft>
                        <a:defRPr>
                          <a:solidFill>
                            <a:schemeClr val="tx1"/>
                          </a:solidFill>
                          <a:latin typeface="Comic Sans MS" panose="030F0702030302020204" pitchFamily="66" charset="0"/>
                        </a:defRPr>
                      </a:lvl6pPr>
                      <a:lvl7pPr fontAlgn="base">
                        <a:spcBef>
                          <a:spcPct val="20000"/>
                        </a:spcBef>
                        <a:spcAft>
                          <a:spcPct val="0"/>
                        </a:spcAft>
                        <a:defRPr>
                          <a:solidFill>
                            <a:schemeClr val="tx1"/>
                          </a:solidFill>
                          <a:latin typeface="Comic Sans MS" panose="030F0702030302020204" pitchFamily="66" charset="0"/>
                        </a:defRPr>
                      </a:lvl7pPr>
                      <a:lvl8pPr fontAlgn="base">
                        <a:spcBef>
                          <a:spcPct val="20000"/>
                        </a:spcBef>
                        <a:spcAft>
                          <a:spcPct val="0"/>
                        </a:spcAft>
                        <a:defRPr>
                          <a:solidFill>
                            <a:schemeClr val="tx1"/>
                          </a:solidFill>
                          <a:latin typeface="Comic Sans MS" panose="030F0702030302020204" pitchFamily="66" charset="0"/>
                        </a:defRPr>
                      </a:lvl8pPr>
                      <a:lvl9pPr fontAlgn="base">
                        <a:spcBef>
                          <a:spcPct val="20000"/>
                        </a:spcBef>
                        <a:spcAft>
                          <a:spcPct val="0"/>
                        </a:spcAft>
                        <a:defRPr>
                          <a:solidFill>
                            <a:schemeClr val="tx1"/>
                          </a:solidFill>
                          <a:latin typeface="Comic Sans MS" panose="030F0702030302020204" pitchFamily="66"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AU" altLang="en-US" sz="2000" b="0" i="0" u="none" strike="noStrike" cap="none" normalizeH="0" baseline="0">
                          <a:ln>
                            <a:noFill/>
                          </a:ln>
                          <a:solidFill>
                            <a:schemeClr val="tx1"/>
                          </a:solidFill>
                          <a:effectLst/>
                          <a:latin typeface="Comic Sans MS" panose="030F0702030302020204" pitchFamily="66" charset="0"/>
                        </a:rPr>
                        <a:t>0ms</a:t>
                      </a:r>
                      <a:r>
                        <a:rPr kumimoji="0" lang="en-AU" altLang="en-US" sz="2000" b="0" i="0" u="none" strike="noStrike" cap="none" normalizeH="0" baseline="30000">
                          <a:ln>
                            <a:noFill/>
                          </a:ln>
                          <a:solidFill>
                            <a:schemeClr val="tx1"/>
                          </a:solidFill>
                          <a:effectLst/>
                          <a:latin typeface="Comic Sans MS" panose="030F0702030302020204" pitchFamily="66" charset="0"/>
                        </a:rPr>
                        <a:t>-2</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941197036"/>
                  </a:ext>
                </a:extLst>
              </a:tr>
              <a:tr h="541338">
                <a:tc>
                  <a:txBody>
                    <a:bodyPr/>
                    <a:lstStyle>
                      <a:lvl1pPr>
                        <a:spcBef>
                          <a:spcPct val="20000"/>
                        </a:spcBef>
                        <a:defRPr sz="2800">
                          <a:solidFill>
                            <a:schemeClr val="tx1"/>
                          </a:solidFill>
                          <a:latin typeface="Comic Sans MS" panose="030F0702030302020204" pitchFamily="66" charset="0"/>
                        </a:defRPr>
                      </a:lvl1pPr>
                      <a:lvl2pPr>
                        <a:spcBef>
                          <a:spcPct val="20000"/>
                        </a:spcBef>
                        <a:defRPr sz="2400">
                          <a:solidFill>
                            <a:schemeClr val="tx1"/>
                          </a:solidFill>
                          <a:latin typeface="Comic Sans MS" panose="030F0702030302020204" pitchFamily="66" charset="0"/>
                        </a:defRPr>
                      </a:lvl2pPr>
                      <a:lvl3pPr>
                        <a:spcBef>
                          <a:spcPct val="20000"/>
                        </a:spcBef>
                        <a:defRPr sz="2000">
                          <a:solidFill>
                            <a:schemeClr val="tx1"/>
                          </a:solidFill>
                          <a:latin typeface="Comic Sans MS" panose="030F0702030302020204" pitchFamily="66" charset="0"/>
                        </a:defRPr>
                      </a:lvl3pPr>
                      <a:lvl4pPr>
                        <a:spcBef>
                          <a:spcPct val="20000"/>
                        </a:spcBef>
                        <a:defRPr>
                          <a:solidFill>
                            <a:schemeClr val="tx1"/>
                          </a:solidFill>
                          <a:latin typeface="Comic Sans MS" panose="030F0702030302020204" pitchFamily="66" charset="0"/>
                        </a:defRPr>
                      </a:lvl4pPr>
                      <a:lvl5pPr>
                        <a:spcBef>
                          <a:spcPct val="20000"/>
                        </a:spcBef>
                        <a:defRPr>
                          <a:solidFill>
                            <a:schemeClr val="tx1"/>
                          </a:solidFill>
                          <a:latin typeface="Comic Sans MS" panose="030F0702030302020204" pitchFamily="66" charset="0"/>
                        </a:defRPr>
                      </a:lvl5pPr>
                      <a:lvl6pPr fontAlgn="base">
                        <a:spcBef>
                          <a:spcPct val="20000"/>
                        </a:spcBef>
                        <a:spcAft>
                          <a:spcPct val="0"/>
                        </a:spcAft>
                        <a:defRPr>
                          <a:solidFill>
                            <a:schemeClr val="tx1"/>
                          </a:solidFill>
                          <a:latin typeface="Comic Sans MS" panose="030F0702030302020204" pitchFamily="66" charset="0"/>
                        </a:defRPr>
                      </a:lvl6pPr>
                      <a:lvl7pPr fontAlgn="base">
                        <a:spcBef>
                          <a:spcPct val="20000"/>
                        </a:spcBef>
                        <a:spcAft>
                          <a:spcPct val="0"/>
                        </a:spcAft>
                        <a:defRPr>
                          <a:solidFill>
                            <a:schemeClr val="tx1"/>
                          </a:solidFill>
                          <a:latin typeface="Comic Sans MS" panose="030F0702030302020204" pitchFamily="66" charset="0"/>
                        </a:defRPr>
                      </a:lvl7pPr>
                      <a:lvl8pPr fontAlgn="base">
                        <a:spcBef>
                          <a:spcPct val="20000"/>
                        </a:spcBef>
                        <a:spcAft>
                          <a:spcPct val="0"/>
                        </a:spcAft>
                        <a:defRPr>
                          <a:solidFill>
                            <a:schemeClr val="tx1"/>
                          </a:solidFill>
                          <a:latin typeface="Comic Sans MS" panose="030F0702030302020204" pitchFamily="66" charset="0"/>
                        </a:defRPr>
                      </a:lvl8pPr>
                      <a:lvl9pPr fontAlgn="base">
                        <a:spcBef>
                          <a:spcPct val="20000"/>
                        </a:spcBef>
                        <a:spcAft>
                          <a:spcPct val="0"/>
                        </a:spcAft>
                        <a:defRPr>
                          <a:solidFill>
                            <a:schemeClr val="tx1"/>
                          </a:solidFill>
                          <a:latin typeface="Comic Sans MS" panose="030F0702030302020204" pitchFamily="66"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AU" altLang="en-US" sz="2000" b="0" i="0" u="none" strike="noStrike" cap="none" normalizeH="0" baseline="0">
                          <a:ln>
                            <a:noFill/>
                          </a:ln>
                          <a:solidFill>
                            <a:schemeClr val="tx1"/>
                          </a:solidFill>
                          <a:effectLst/>
                          <a:latin typeface="Comic Sans MS" panose="030F0702030302020204" pitchFamily="66" charset="0"/>
                        </a:rPr>
                        <a:t>Initial Velocity (u)</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Comic Sans MS" panose="030F0702030302020204" pitchFamily="66" charset="0"/>
                        </a:defRPr>
                      </a:lvl1pPr>
                      <a:lvl2pPr>
                        <a:spcBef>
                          <a:spcPct val="20000"/>
                        </a:spcBef>
                        <a:defRPr sz="2400">
                          <a:solidFill>
                            <a:schemeClr val="tx1"/>
                          </a:solidFill>
                          <a:latin typeface="Comic Sans MS" panose="030F0702030302020204" pitchFamily="66" charset="0"/>
                        </a:defRPr>
                      </a:lvl2pPr>
                      <a:lvl3pPr>
                        <a:spcBef>
                          <a:spcPct val="20000"/>
                        </a:spcBef>
                        <a:defRPr sz="2000">
                          <a:solidFill>
                            <a:schemeClr val="tx1"/>
                          </a:solidFill>
                          <a:latin typeface="Comic Sans MS" panose="030F0702030302020204" pitchFamily="66" charset="0"/>
                        </a:defRPr>
                      </a:lvl3pPr>
                      <a:lvl4pPr>
                        <a:spcBef>
                          <a:spcPct val="20000"/>
                        </a:spcBef>
                        <a:defRPr>
                          <a:solidFill>
                            <a:schemeClr val="tx1"/>
                          </a:solidFill>
                          <a:latin typeface="Comic Sans MS" panose="030F0702030302020204" pitchFamily="66" charset="0"/>
                        </a:defRPr>
                      </a:lvl4pPr>
                      <a:lvl5pPr>
                        <a:spcBef>
                          <a:spcPct val="20000"/>
                        </a:spcBef>
                        <a:defRPr>
                          <a:solidFill>
                            <a:schemeClr val="tx1"/>
                          </a:solidFill>
                          <a:latin typeface="Comic Sans MS" panose="030F0702030302020204" pitchFamily="66" charset="0"/>
                        </a:defRPr>
                      </a:lvl5pPr>
                      <a:lvl6pPr fontAlgn="base">
                        <a:spcBef>
                          <a:spcPct val="20000"/>
                        </a:spcBef>
                        <a:spcAft>
                          <a:spcPct val="0"/>
                        </a:spcAft>
                        <a:defRPr>
                          <a:solidFill>
                            <a:schemeClr val="tx1"/>
                          </a:solidFill>
                          <a:latin typeface="Comic Sans MS" panose="030F0702030302020204" pitchFamily="66" charset="0"/>
                        </a:defRPr>
                      </a:lvl6pPr>
                      <a:lvl7pPr fontAlgn="base">
                        <a:spcBef>
                          <a:spcPct val="20000"/>
                        </a:spcBef>
                        <a:spcAft>
                          <a:spcPct val="0"/>
                        </a:spcAft>
                        <a:defRPr>
                          <a:solidFill>
                            <a:schemeClr val="tx1"/>
                          </a:solidFill>
                          <a:latin typeface="Comic Sans MS" panose="030F0702030302020204" pitchFamily="66" charset="0"/>
                        </a:defRPr>
                      </a:lvl7pPr>
                      <a:lvl8pPr fontAlgn="base">
                        <a:spcBef>
                          <a:spcPct val="20000"/>
                        </a:spcBef>
                        <a:spcAft>
                          <a:spcPct val="0"/>
                        </a:spcAft>
                        <a:defRPr>
                          <a:solidFill>
                            <a:schemeClr val="tx1"/>
                          </a:solidFill>
                          <a:latin typeface="Comic Sans MS" panose="030F0702030302020204" pitchFamily="66" charset="0"/>
                        </a:defRPr>
                      </a:lvl8pPr>
                      <a:lvl9pPr fontAlgn="base">
                        <a:spcBef>
                          <a:spcPct val="20000"/>
                        </a:spcBef>
                        <a:spcAft>
                          <a:spcPct val="0"/>
                        </a:spcAft>
                        <a:defRPr>
                          <a:solidFill>
                            <a:schemeClr val="tx1"/>
                          </a:solidFill>
                          <a:latin typeface="Comic Sans MS" panose="030F0702030302020204" pitchFamily="66"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altLang="en-US" sz="2000" b="0" i="0" u="none" strike="noStrike" cap="none" normalizeH="0" baseline="30000">
                        <a:ln>
                          <a:noFill/>
                        </a:ln>
                        <a:solidFill>
                          <a:schemeClr val="tx1"/>
                        </a:solidFill>
                        <a:effectLst/>
                        <a:latin typeface="Comic Sans MS" panose="030F0702030302020204" pitchFamily="66"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rowSpan="2">
                  <a:txBody>
                    <a:bodyPr/>
                    <a:lstStyle>
                      <a:lvl1pPr>
                        <a:spcBef>
                          <a:spcPct val="20000"/>
                        </a:spcBef>
                        <a:defRPr sz="2800">
                          <a:solidFill>
                            <a:schemeClr val="tx1"/>
                          </a:solidFill>
                          <a:latin typeface="Comic Sans MS" panose="030F0702030302020204" pitchFamily="66" charset="0"/>
                        </a:defRPr>
                      </a:lvl1pPr>
                      <a:lvl2pPr>
                        <a:spcBef>
                          <a:spcPct val="20000"/>
                        </a:spcBef>
                        <a:defRPr sz="2400">
                          <a:solidFill>
                            <a:schemeClr val="tx1"/>
                          </a:solidFill>
                          <a:latin typeface="Comic Sans MS" panose="030F0702030302020204" pitchFamily="66" charset="0"/>
                        </a:defRPr>
                      </a:lvl2pPr>
                      <a:lvl3pPr>
                        <a:spcBef>
                          <a:spcPct val="20000"/>
                        </a:spcBef>
                        <a:defRPr sz="2000">
                          <a:solidFill>
                            <a:schemeClr val="tx1"/>
                          </a:solidFill>
                          <a:latin typeface="Comic Sans MS" panose="030F0702030302020204" pitchFamily="66" charset="0"/>
                        </a:defRPr>
                      </a:lvl3pPr>
                      <a:lvl4pPr>
                        <a:spcBef>
                          <a:spcPct val="20000"/>
                        </a:spcBef>
                        <a:defRPr>
                          <a:solidFill>
                            <a:schemeClr val="tx1"/>
                          </a:solidFill>
                          <a:latin typeface="Comic Sans MS" panose="030F0702030302020204" pitchFamily="66" charset="0"/>
                        </a:defRPr>
                      </a:lvl4pPr>
                      <a:lvl5pPr>
                        <a:spcBef>
                          <a:spcPct val="20000"/>
                        </a:spcBef>
                        <a:defRPr>
                          <a:solidFill>
                            <a:schemeClr val="tx1"/>
                          </a:solidFill>
                          <a:latin typeface="Comic Sans MS" panose="030F0702030302020204" pitchFamily="66" charset="0"/>
                        </a:defRPr>
                      </a:lvl5pPr>
                      <a:lvl6pPr fontAlgn="base">
                        <a:spcBef>
                          <a:spcPct val="20000"/>
                        </a:spcBef>
                        <a:spcAft>
                          <a:spcPct val="0"/>
                        </a:spcAft>
                        <a:defRPr>
                          <a:solidFill>
                            <a:schemeClr val="tx1"/>
                          </a:solidFill>
                          <a:latin typeface="Comic Sans MS" panose="030F0702030302020204" pitchFamily="66" charset="0"/>
                        </a:defRPr>
                      </a:lvl6pPr>
                      <a:lvl7pPr fontAlgn="base">
                        <a:spcBef>
                          <a:spcPct val="20000"/>
                        </a:spcBef>
                        <a:spcAft>
                          <a:spcPct val="0"/>
                        </a:spcAft>
                        <a:defRPr>
                          <a:solidFill>
                            <a:schemeClr val="tx1"/>
                          </a:solidFill>
                          <a:latin typeface="Comic Sans MS" panose="030F0702030302020204" pitchFamily="66" charset="0"/>
                        </a:defRPr>
                      </a:lvl7pPr>
                      <a:lvl8pPr fontAlgn="base">
                        <a:spcBef>
                          <a:spcPct val="20000"/>
                        </a:spcBef>
                        <a:spcAft>
                          <a:spcPct val="0"/>
                        </a:spcAft>
                        <a:defRPr>
                          <a:solidFill>
                            <a:schemeClr val="tx1"/>
                          </a:solidFill>
                          <a:latin typeface="Comic Sans MS" panose="030F0702030302020204" pitchFamily="66" charset="0"/>
                        </a:defRPr>
                      </a:lvl8pPr>
                      <a:lvl9pPr fontAlgn="base">
                        <a:spcBef>
                          <a:spcPct val="20000"/>
                        </a:spcBef>
                        <a:spcAft>
                          <a:spcPct val="0"/>
                        </a:spcAft>
                        <a:defRPr>
                          <a:solidFill>
                            <a:schemeClr val="tx1"/>
                          </a:solidFill>
                          <a:latin typeface="Comic Sans MS" panose="030F0702030302020204" pitchFamily="66"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altLang="en-US" sz="2000" b="0" i="0" u="none" strike="noStrike" cap="none" normalizeH="0" baseline="0">
                        <a:ln>
                          <a:noFill/>
                        </a:ln>
                        <a:solidFill>
                          <a:schemeClr val="tx1"/>
                        </a:solidFill>
                        <a:effectLst/>
                        <a:latin typeface="Comic Sans MS" panose="030F0702030302020204" pitchFamily="66" charset="0"/>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2452906834"/>
                  </a:ext>
                </a:extLst>
              </a:tr>
              <a:tr h="541338">
                <a:tc>
                  <a:txBody>
                    <a:bodyPr/>
                    <a:lstStyle>
                      <a:lvl1pPr>
                        <a:spcBef>
                          <a:spcPct val="20000"/>
                        </a:spcBef>
                        <a:defRPr sz="2800">
                          <a:solidFill>
                            <a:schemeClr val="tx1"/>
                          </a:solidFill>
                          <a:latin typeface="Comic Sans MS" panose="030F0702030302020204" pitchFamily="66" charset="0"/>
                        </a:defRPr>
                      </a:lvl1pPr>
                      <a:lvl2pPr>
                        <a:spcBef>
                          <a:spcPct val="20000"/>
                        </a:spcBef>
                        <a:defRPr sz="2400">
                          <a:solidFill>
                            <a:schemeClr val="tx1"/>
                          </a:solidFill>
                          <a:latin typeface="Comic Sans MS" panose="030F0702030302020204" pitchFamily="66" charset="0"/>
                        </a:defRPr>
                      </a:lvl2pPr>
                      <a:lvl3pPr>
                        <a:spcBef>
                          <a:spcPct val="20000"/>
                        </a:spcBef>
                        <a:defRPr sz="2000">
                          <a:solidFill>
                            <a:schemeClr val="tx1"/>
                          </a:solidFill>
                          <a:latin typeface="Comic Sans MS" panose="030F0702030302020204" pitchFamily="66" charset="0"/>
                        </a:defRPr>
                      </a:lvl3pPr>
                      <a:lvl4pPr>
                        <a:spcBef>
                          <a:spcPct val="20000"/>
                        </a:spcBef>
                        <a:defRPr>
                          <a:solidFill>
                            <a:schemeClr val="tx1"/>
                          </a:solidFill>
                          <a:latin typeface="Comic Sans MS" panose="030F0702030302020204" pitchFamily="66" charset="0"/>
                        </a:defRPr>
                      </a:lvl4pPr>
                      <a:lvl5pPr>
                        <a:spcBef>
                          <a:spcPct val="20000"/>
                        </a:spcBef>
                        <a:defRPr>
                          <a:solidFill>
                            <a:schemeClr val="tx1"/>
                          </a:solidFill>
                          <a:latin typeface="Comic Sans MS" panose="030F0702030302020204" pitchFamily="66" charset="0"/>
                        </a:defRPr>
                      </a:lvl5pPr>
                      <a:lvl6pPr fontAlgn="base">
                        <a:spcBef>
                          <a:spcPct val="20000"/>
                        </a:spcBef>
                        <a:spcAft>
                          <a:spcPct val="0"/>
                        </a:spcAft>
                        <a:defRPr>
                          <a:solidFill>
                            <a:schemeClr val="tx1"/>
                          </a:solidFill>
                          <a:latin typeface="Comic Sans MS" panose="030F0702030302020204" pitchFamily="66" charset="0"/>
                        </a:defRPr>
                      </a:lvl6pPr>
                      <a:lvl7pPr fontAlgn="base">
                        <a:spcBef>
                          <a:spcPct val="20000"/>
                        </a:spcBef>
                        <a:spcAft>
                          <a:spcPct val="0"/>
                        </a:spcAft>
                        <a:defRPr>
                          <a:solidFill>
                            <a:schemeClr val="tx1"/>
                          </a:solidFill>
                          <a:latin typeface="Comic Sans MS" panose="030F0702030302020204" pitchFamily="66" charset="0"/>
                        </a:defRPr>
                      </a:lvl7pPr>
                      <a:lvl8pPr fontAlgn="base">
                        <a:spcBef>
                          <a:spcPct val="20000"/>
                        </a:spcBef>
                        <a:spcAft>
                          <a:spcPct val="0"/>
                        </a:spcAft>
                        <a:defRPr>
                          <a:solidFill>
                            <a:schemeClr val="tx1"/>
                          </a:solidFill>
                          <a:latin typeface="Comic Sans MS" panose="030F0702030302020204" pitchFamily="66" charset="0"/>
                        </a:defRPr>
                      </a:lvl8pPr>
                      <a:lvl9pPr fontAlgn="base">
                        <a:spcBef>
                          <a:spcPct val="20000"/>
                        </a:spcBef>
                        <a:spcAft>
                          <a:spcPct val="0"/>
                        </a:spcAft>
                        <a:defRPr>
                          <a:solidFill>
                            <a:schemeClr val="tx1"/>
                          </a:solidFill>
                          <a:latin typeface="Comic Sans MS" panose="030F0702030302020204" pitchFamily="66"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AU" altLang="en-US" sz="2000" b="0" i="0" u="none" strike="noStrike" cap="none" normalizeH="0" baseline="0">
                          <a:ln>
                            <a:noFill/>
                          </a:ln>
                          <a:solidFill>
                            <a:schemeClr val="tx1"/>
                          </a:solidFill>
                          <a:effectLst/>
                          <a:latin typeface="Comic Sans MS" panose="030F0702030302020204" pitchFamily="66" charset="0"/>
                        </a:rPr>
                        <a:t>Final velocity (v)</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Comic Sans MS" panose="030F0702030302020204" pitchFamily="66" charset="0"/>
                        </a:defRPr>
                      </a:lvl1pPr>
                      <a:lvl2pPr>
                        <a:spcBef>
                          <a:spcPct val="20000"/>
                        </a:spcBef>
                        <a:defRPr sz="2400">
                          <a:solidFill>
                            <a:schemeClr val="tx1"/>
                          </a:solidFill>
                          <a:latin typeface="Comic Sans MS" panose="030F0702030302020204" pitchFamily="66" charset="0"/>
                        </a:defRPr>
                      </a:lvl2pPr>
                      <a:lvl3pPr>
                        <a:spcBef>
                          <a:spcPct val="20000"/>
                        </a:spcBef>
                        <a:defRPr sz="2000">
                          <a:solidFill>
                            <a:schemeClr val="tx1"/>
                          </a:solidFill>
                          <a:latin typeface="Comic Sans MS" panose="030F0702030302020204" pitchFamily="66" charset="0"/>
                        </a:defRPr>
                      </a:lvl3pPr>
                      <a:lvl4pPr>
                        <a:spcBef>
                          <a:spcPct val="20000"/>
                        </a:spcBef>
                        <a:defRPr>
                          <a:solidFill>
                            <a:schemeClr val="tx1"/>
                          </a:solidFill>
                          <a:latin typeface="Comic Sans MS" panose="030F0702030302020204" pitchFamily="66" charset="0"/>
                        </a:defRPr>
                      </a:lvl4pPr>
                      <a:lvl5pPr>
                        <a:spcBef>
                          <a:spcPct val="20000"/>
                        </a:spcBef>
                        <a:defRPr>
                          <a:solidFill>
                            <a:schemeClr val="tx1"/>
                          </a:solidFill>
                          <a:latin typeface="Comic Sans MS" panose="030F0702030302020204" pitchFamily="66" charset="0"/>
                        </a:defRPr>
                      </a:lvl5pPr>
                      <a:lvl6pPr fontAlgn="base">
                        <a:spcBef>
                          <a:spcPct val="20000"/>
                        </a:spcBef>
                        <a:spcAft>
                          <a:spcPct val="0"/>
                        </a:spcAft>
                        <a:defRPr>
                          <a:solidFill>
                            <a:schemeClr val="tx1"/>
                          </a:solidFill>
                          <a:latin typeface="Comic Sans MS" panose="030F0702030302020204" pitchFamily="66" charset="0"/>
                        </a:defRPr>
                      </a:lvl6pPr>
                      <a:lvl7pPr fontAlgn="base">
                        <a:spcBef>
                          <a:spcPct val="20000"/>
                        </a:spcBef>
                        <a:spcAft>
                          <a:spcPct val="0"/>
                        </a:spcAft>
                        <a:defRPr>
                          <a:solidFill>
                            <a:schemeClr val="tx1"/>
                          </a:solidFill>
                          <a:latin typeface="Comic Sans MS" panose="030F0702030302020204" pitchFamily="66" charset="0"/>
                        </a:defRPr>
                      </a:lvl7pPr>
                      <a:lvl8pPr fontAlgn="base">
                        <a:spcBef>
                          <a:spcPct val="20000"/>
                        </a:spcBef>
                        <a:spcAft>
                          <a:spcPct val="0"/>
                        </a:spcAft>
                        <a:defRPr>
                          <a:solidFill>
                            <a:schemeClr val="tx1"/>
                          </a:solidFill>
                          <a:latin typeface="Comic Sans MS" panose="030F0702030302020204" pitchFamily="66" charset="0"/>
                        </a:defRPr>
                      </a:lvl8pPr>
                      <a:lvl9pPr fontAlgn="base">
                        <a:spcBef>
                          <a:spcPct val="20000"/>
                        </a:spcBef>
                        <a:spcAft>
                          <a:spcPct val="0"/>
                        </a:spcAft>
                        <a:defRPr>
                          <a:solidFill>
                            <a:schemeClr val="tx1"/>
                          </a:solidFill>
                          <a:latin typeface="Comic Sans MS" panose="030F0702030302020204" pitchFamily="66"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altLang="en-US" sz="2000" b="0" i="0" u="none" strike="noStrike" cap="none" normalizeH="0" baseline="0">
                        <a:ln>
                          <a:noFill/>
                        </a:ln>
                        <a:solidFill>
                          <a:schemeClr val="tx1"/>
                        </a:solidFill>
                        <a:effectLst/>
                        <a:latin typeface="Comic Sans MS" panose="030F0702030302020204" pitchFamily="66"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vMerge="1">
                  <a:txBody>
                    <a:bodyPr/>
                    <a:lstStyle/>
                    <a:p>
                      <a:endParaRPr lang="en-AU"/>
                    </a:p>
                  </a:txBody>
                  <a:tcPr/>
                </a:tc>
                <a:extLst>
                  <a:ext uri="{0D108BD9-81ED-4DB2-BD59-A6C34878D82A}">
                    <a16:rowId xmlns:a16="http://schemas.microsoft.com/office/drawing/2014/main" val="475477683"/>
                  </a:ext>
                </a:extLst>
              </a:tr>
              <a:tr h="542925">
                <a:tc>
                  <a:txBody>
                    <a:bodyPr/>
                    <a:lstStyle>
                      <a:lvl1pPr>
                        <a:spcBef>
                          <a:spcPct val="20000"/>
                        </a:spcBef>
                        <a:defRPr sz="2800">
                          <a:solidFill>
                            <a:schemeClr val="tx1"/>
                          </a:solidFill>
                          <a:latin typeface="Comic Sans MS" panose="030F0702030302020204" pitchFamily="66" charset="0"/>
                        </a:defRPr>
                      </a:lvl1pPr>
                      <a:lvl2pPr>
                        <a:spcBef>
                          <a:spcPct val="20000"/>
                        </a:spcBef>
                        <a:defRPr sz="2400">
                          <a:solidFill>
                            <a:schemeClr val="tx1"/>
                          </a:solidFill>
                          <a:latin typeface="Comic Sans MS" panose="030F0702030302020204" pitchFamily="66" charset="0"/>
                        </a:defRPr>
                      </a:lvl2pPr>
                      <a:lvl3pPr>
                        <a:spcBef>
                          <a:spcPct val="20000"/>
                        </a:spcBef>
                        <a:defRPr sz="2000">
                          <a:solidFill>
                            <a:schemeClr val="tx1"/>
                          </a:solidFill>
                          <a:latin typeface="Comic Sans MS" panose="030F0702030302020204" pitchFamily="66" charset="0"/>
                        </a:defRPr>
                      </a:lvl3pPr>
                      <a:lvl4pPr>
                        <a:spcBef>
                          <a:spcPct val="20000"/>
                        </a:spcBef>
                        <a:defRPr>
                          <a:solidFill>
                            <a:schemeClr val="tx1"/>
                          </a:solidFill>
                          <a:latin typeface="Comic Sans MS" panose="030F0702030302020204" pitchFamily="66" charset="0"/>
                        </a:defRPr>
                      </a:lvl4pPr>
                      <a:lvl5pPr>
                        <a:spcBef>
                          <a:spcPct val="20000"/>
                        </a:spcBef>
                        <a:defRPr>
                          <a:solidFill>
                            <a:schemeClr val="tx1"/>
                          </a:solidFill>
                          <a:latin typeface="Comic Sans MS" panose="030F0702030302020204" pitchFamily="66" charset="0"/>
                        </a:defRPr>
                      </a:lvl5pPr>
                      <a:lvl6pPr fontAlgn="base">
                        <a:spcBef>
                          <a:spcPct val="20000"/>
                        </a:spcBef>
                        <a:spcAft>
                          <a:spcPct val="0"/>
                        </a:spcAft>
                        <a:defRPr>
                          <a:solidFill>
                            <a:schemeClr val="tx1"/>
                          </a:solidFill>
                          <a:latin typeface="Comic Sans MS" panose="030F0702030302020204" pitchFamily="66" charset="0"/>
                        </a:defRPr>
                      </a:lvl6pPr>
                      <a:lvl7pPr fontAlgn="base">
                        <a:spcBef>
                          <a:spcPct val="20000"/>
                        </a:spcBef>
                        <a:spcAft>
                          <a:spcPct val="0"/>
                        </a:spcAft>
                        <a:defRPr>
                          <a:solidFill>
                            <a:schemeClr val="tx1"/>
                          </a:solidFill>
                          <a:latin typeface="Comic Sans MS" panose="030F0702030302020204" pitchFamily="66" charset="0"/>
                        </a:defRPr>
                      </a:lvl7pPr>
                      <a:lvl8pPr fontAlgn="base">
                        <a:spcBef>
                          <a:spcPct val="20000"/>
                        </a:spcBef>
                        <a:spcAft>
                          <a:spcPct val="0"/>
                        </a:spcAft>
                        <a:defRPr>
                          <a:solidFill>
                            <a:schemeClr val="tx1"/>
                          </a:solidFill>
                          <a:latin typeface="Comic Sans MS" panose="030F0702030302020204" pitchFamily="66" charset="0"/>
                        </a:defRPr>
                      </a:lvl8pPr>
                      <a:lvl9pPr fontAlgn="base">
                        <a:spcBef>
                          <a:spcPct val="20000"/>
                        </a:spcBef>
                        <a:spcAft>
                          <a:spcPct val="0"/>
                        </a:spcAft>
                        <a:defRPr>
                          <a:solidFill>
                            <a:schemeClr val="tx1"/>
                          </a:solidFill>
                          <a:latin typeface="Comic Sans MS" panose="030F0702030302020204" pitchFamily="66"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AU" altLang="en-US" sz="2000" b="0" i="0" u="none" strike="noStrike" cap="none" normalizeH="0" baseline="0">
                          <a:ln>
                            <a:noFill/>
                          </a:ln>
                          <a:solidFill>
                            <a:schemeClr val="tx1"/>
                          </a:solidFill>
                          <a:effectLst/>
                          <a:latin typeface="Comic Sans MS" panose="030F0702030302020204" pitchFamily="66" charset="0"/>
                        </a:rPr>
                        <a:t>Displacement (s)</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Comic Sans MS" panose="030F0702030302020204" pitchFamily="66" charset="0"/>
                        </a:defRPr>
                      </a:lvl1pPr>
                      <a:lvl2pPr>
                        <a:spcBef>
                          <a:spcPct val="20000"/>
                        </a:spcBef>
                        <a:defRPr sz="2400">
                          <a:solidFill>
                            <a:schemeClr val="tx1"/>
                          </a:solidFill>
                          <a:latin typeface="Comic Sans MS" panose="030F0702030302020204" pitchFamily="66" charset="0"/>
                        </a:defRPr>
                      </a:lvl2pPr>
                      <a:lvl3pPr>
                        <a:spcBef>
                          <a:spcPct val="20000"/>
                        </a:spcBef>
                        <a:defRPr sz="2000">
                          <a:solidFill>
                            <a:schemeClr val="tx1"/>
                          </a:solidFill>
                          <a:latin typeface="Comic Sans MS" panose="030F0702030302020204" pitchFamily="66" charset="0"/>
                        </a:defRPr>
                      </a:lvl3pPr>
                      <a:lvl4pPr>
                        <a:spcBef>
                          <a:spcPct val="20000"/>
                        </a:spcBef>
                        <a:defRPr>
                          <a:solidFill>
                            <a:schemeClr val="tx1"/>
                          </a:solidFill>
                          <a:latin typeface="Comic Sans MS" panose="030F0702030302020204" pitchFamily="66" charset="0"/>
                        </a:defRPr>
                      </a:lvl4pPr>
                      <a:lvl5pPr>
                        <a:spcBef>
                          <a:spcPct val="20000"/>
                        </a:spcBef>
                        <a:defRPr>
                          <a:solidFill>
                            <a:schemeClr val="tx1"/>
                          </a:solidFill>
                          <a:latin typeface="Comic Sans MS" panose="030F0702030302020204" pitchFamily="66" charset="0"/>
                        </a:defRPr>
                      </a:lvl5pPr>
                      <a:lvl6pPr fontAlgn="base">
                        <a:spcBef>
                          <a:spcPct val="20000"/>
                        </a:spcBef>
                        <a:spcAft>
                          <a:spcPct val="0"/>
                        </a:spcAft>
                        <a:defRPr>
                          <a:solidFill>
                            <a:schemeClr val="tx1"/>
                          </a:solidFill>
                          <a:latin typeface="Comic Sans MS" panose="030F0702030302020204" pitchFamily="66" charset="0"/>
                        </a:defRPr>
                      </a:lvl6pPr>
                      <a:lvl7pPr fontAlgn="base">
                        <a:spcBef>
                          <a:spcPct val="20000"/>
                        </a:spcBef>
                        <a:spcAft>
                          <a:spcPct val="0"/>
                        </a:spcAft>
                        <a:defRPr>
                          <a:solidFill>
                            <a:schemeClr val="tx1"/>
                          </a:solidFill>
                          <a:latin typeface="Comic Sans MS" panose="030F0702030302020204" pitchFamily="66" charset="0"/>
                        </a:defRPr>
                      </a:lvl7pPr>
                      <a:lvl8pPr fontAlgn="base">
                        <a:spcBef>
                          <a:spcPct val="20000"/>
                        </a:spcBef>
                        <a:spcAft>
                          <a:spcPct val="0"/>
                        </a:spcAft>
                        <a:defRPr>
                          <a:solidFill>
                            <a:schemeClr val="tx1"/>
                          </a:solidFill>
                          <a:latin typeface="Comic Sans MS" panose="030F0702030302020204" pitchFamily="66" charset="0"/>
                        </a:defRPr>
                      </a:lvl8pPr>
                      <a:lvl9pPr fontAlgn="base">
                        <a:spcBef>
                          <a:spcPct val="20000"/>
                        </a:spcBef>
                        <a:spcAft>
                          <a:spcPct val="0"/>
                        </a:spcAft>
                        <a:defRPr>
                          <a:solidFill>
                            <a:schemeClr val="tx1"/>
                          </a:solidFill>
                          <a:latin typeface="Comic Sans MS" panose="030F0702030302020204" pitchFamily="66"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altLang="en-US" sz="2000" b="0" i="0" u="none" strike="noStrike" cap="none" normalizeH="0" baseline="0">
                        <a:ln>
                          <a:noFill/>
                        </a:ln>
                        <a:solidFill>
                          <a:schemeClr val="tx1"/>
                        </a:solidFill>
                        <a:effectLst/>
                        <a:latin typeface="Comic Sans MS" panose="030F0702030302020204" pitchFamily="66"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Comic Sans MS" panose="030F0702030302020204" pitchFamily="66" charset="0"/>
                        </a:defRPr>
                      </a:lvl1pPr>
                      <a:lvl2pPr>
                        <a:spcBef>
                          <a:spcPct val="20000"/>
                        </a:spcBef>
                        <a:defRPr sz="2400">
                          <a:solidFill>
                            <a:schemeClr val="tx1"/>
                          </a:solidFill>
                          <a:latin typeface="Comic Sans MS" panose="030F0702030302020204" pitchFamily="66" charset="0"/>
                        </a:defRPr>
                      </a:lvl2pPr>
                      <a:lvl3pPr>
                        <a:spcBef>
                          <a:spcPct val="20000"/>
                        </a:spcBef>
                        <a:defRPr sz="2000">
                          <a:solidFill>
                            <a:schemeClr val="tx1"/>
                          </a:solidFill>
                          <a:latin typeface="Comic Sans MS" panose="030F0702030302020204" pitchFamily="66" charset="0"/>
                        </a:defRPr>
                      </a:lvl3pPr>
                      <a:lvl4pPr>
                        <a:spcBef>
                          <a:spcPct val="20000"/>
                        </a:spcBef>
                        <a:defRPr>
                          <a:solidFill>
                            <a:schemeClr val="tx1"/>
                          </a:solidFill>
                          <a:latin typeface="Comic Sans MS" panose="030F0702030302020204" pitchFamily="66" charset="0"/>
                        </a:defRPr>
                      </a:lvl4pPr>
                      <a:lvl5pPr>
                        <a:spcBef>
                          <a:spcPct val="20000"/>
                        </a:spcBef>
                        <a:defRPr>
                          <a:solidFill>
                            <a:schemeClr val="tx1"/>
                          </a:solidFill>
                          <a:latin typeface="Comic Sans MS" panose="030F0702030302020204" pitchFamily="66" charset="0"/>
                        </a:defRPr>
                      </a:lvl5pPr>
                      <a:lvl6pPr fontAlgn="base">
                        <a:spcBef>
                          <a:spcPct val="20000"/>
                        </a:spcBef>
                        <a:spcAft>
                          <a:spcPct val="0"/>
                        </a:spcAft>
                        <a:defRPr>
                          <a:solidFill>
                            <a:schemeClr val="tx1"/>
                          </a:solidFill>
                          <a:latin typeface="Comic Sans MS" panose="030F0702030302020204" pitchFamily="66" charset="0"/>
                        </a:defRPr>
                      </a:lvl6pPr>
                      <a:lvl7pPr fontAlgn="base">
                        <a:spcBef>
                          <a:spcPct val="20000"/>
                        </a:spcBef>
                        <a:spcAft>
                          <a:spcPct val="0"/>
                        </a:spcAft>
                        <a:defRPr>
                          <a:solidFill>
                            <a:schemeClr val="tx1"/>
                          </a:solidFill>
                          <a:latin typeface="Comic Sans MS" panose="030F0702030302020204" pitchFamily="66" charset="0"/>
                        </a:defRPr>
                      </a:lvl7pPr>
                      <a:lvl8pPr fontAlgn="base">
                        <a:spcBef>
                          <a:spcPct val="20000"/>
                        </a:spcBef>
                        <a:spcAft>
                          <a:spcPct val="0"/>
                        </a:spcAft>
                        <a:defRPr>
                          <a:solidFill>
                            <a:schemeClr val="tx1"/>
                          </a:solidFill>
                          <a:latin typeface="Comic Sans MS" panose="030F0702030302020204" pitchFamily="66" charset="0"/>
                        </a:defRPr>
                      </a:lvl8pPr>
                      <a:lvl9pPr fontAlgn="base">
                        <a:spcBef>
                          <a:spcPct val="20000"/>
                        </a:spcBef>
                        <a:spcAft>
                          <a:spcPct val="0"/>
                        </a:spcAft>
                        <a:defRPr>
                          <a:solidFill>
                            <a:schemeClr val="tx1"/>
                          </a:solidFill>
                          <a:latin typeface="Comic Sans MS" panose="030F0702030302020204" pitchFamily="66"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altLang="en-US" sz="2000" b="0" i="0" u="none" strike="noStrike" cap="none" normalizeH="0" baseline="0">
                        <a:ln>
                          <a:noFill/>
                        </a:ln>
                        <a:solidFill>
                          <a:schemeClr val="tx1"/>
                        </a:solidFill>
                        <a:effectLst/>
                        <a:latin typeface="Comic Sans MS" panose="030F0702030302020204" pitchFamily="66" charset="0"/>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2097122602"/>
                  </a:ext>
                </a:extLst>
              </a:tr>
              <a:tr h="541338">
                <a:tc>
                  <a:txBody>
                    <a:bodyPr/>
                    <a:lstStyle>
                      <a:lvl1pPr>
                        <a:spcBef>
                          <a:spcPct val="20000"/>
                        </a:spcBef>
                        <a:defRPr sz="2800">
                          <a:solidFill>
                            <a:schemeClr val="tx1"/>
                          </a:solidFill>
                          <a:latin typeface="Comic Sans MS" panose="030F0702030302020204" pitchFamily="66" charset="0"/>
                        </a:defRPr>
                      </a:lvl1pPr>
                      <a:lvl2pPr>
                        <a:spcBef>
                          <a:spcPct val="20000"/>
                        </a:spcBef>
                        <a:defRPr sz="2400">
                          <a:solidFill>
                            <a:schemeClr val="tx1"/>
                          </a:solidFill>
                          <a:latin typeface="Comic Sans MS" panose="030F0702030302020204" pitchFamily="66" charset="0"/>
                        </a:defRPr>
                      </a:lvl2pPr>
                      <a:lvl3pPr>
                        <a:spcBef>
                          <a:spcPct val="20000"/>
                        </a:spcBef>
                        <a:defRPr sz="2000">
                          <a:solidFill>
                            <a:schemeClr val="tx1"/>
                          </a:solidFill>
                          <a:latin typeface="Comic Sans MS" panose="030F0702030302020204" pitchFamily="66" charset="0"/>
                        </a:defRPr>
                      </a:lvl3pPr>
                      <a:lvl4pPr>
                        <a:spcBef>
                          <a:spcPct val="20000"/>
                        </a:spcBef>
                        <a:defRPr>
                          <a:solidFill>
                            <a:schemeClr val="tx1"/>
                          </a:solidFill>
                          <a:latin typeface="Comic Sans MS" panose="030F0702030302020204" pitchFamily="66" charset="0"/>
                        </a:defRPr>
                      </a:lvl4pPr>
                      <a:lvl5pPr>
                        <a:spcBef>
                          <a:spcPct val="20000"/>
                        </a:spcBef>
                        <a:defRPr>
                          <a:solidFill>
                            <a:schemeClr val="tx1"/>
                          </a:solidFill>
                          <a:latin typeface="Comic Sans MS" panose="030F0702030302020204" pitchFamily="66" charset="0"/>
                        </a:defRPr>
                      </a:lvl5pPr>
                      <a:lvl6pPr fontAlgn="base">
                        <a:spcBef>
                          <a:spcPct val="20000"/>
                        </a:spcBef>
                        <a:spcAft>
                          <a:spcPct val="0"/>
                        </a:spcAft>
                        <a:defRPr>
                          <a:solidFill>
                            <a:schemeClr val="tx1"/>
                          </a:solidFill>
                          <a:latin typeface="Comic Sans MS" panose="030F0702030302020204" pitchFamily="66" charset="0"/>
                        </a:defRPr>
                      </a:lvl6pPr>
                      <a:lvl7pPr fontAlgn="base">
                        <a:spcBef>
                          <a:spcPct val="20000"/>
                        </a:spcBef>
                        <a:spcAft>
                          <a:spcPct val="0"/>
                        </a:spcAft>
                        <a:defRPr>
                          <a:solidFill>
                            <a:schemeClr val="tx1"/>
                          </a:solidFill>
                          <a:latin typeface="Comic Sans MS" panose="030F0702030302020204" pitchFamily="66" charset="0"/>
                        </a:defRPr>
                      </a:lvl7pPr>
                      <a:lvl8pPr fontAlgn="base">
                        <a:spcBef>
                          <a:spcPct val="20000"/>
                        </a:spcBef>
                        <a:spcAft>
                          <a:spcPct val="0"/>
                        </a:spcAft>
                        <a:defRPr>
                          <a:solidFill>
                            <a:schemeClr val="tx1"/>
                          </a:solidFill>
                          <a:latin typeface="Comic Sans MS" panose="030F0702030302020204" pitchFamily="66" charset="0"/>
                        </a:defRPr>
                      </a:lvl8pPr>
                      <a:lvl9pPr fontAlgn="base">
                        <a:spcBef>
                          <a:spcPct val="20000"/>
                        </a:spcBef>
                        <a:spcAft>
                          <a:spcPct val="0"/>
                        </a:spcAft>
                        <a:defRPr>
                          <a:solidFill>
                            <a:schemeClr val="tx1"/>
                          </a:solidFill>
                          <a:latin typeface="Comic Sans MS" panose="030F0702030302020204" pitchFamily="66"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AU" altLang="en-US" sz="2000" b="0" i="0" u="none" strike="noStrike" cap="none" normalizeH="0" baseline="0">
                          <a:ln>
                            <a:noFill/>
                          </a:ln>
                          <a:solidFill>
                            <a:schemeClr val="tx1"/>
                          </a:solidFill>
                          <a:effectLst/>
                          <a:latin typeface="Comic Sans MS" panose="030F0702030302020204" pitchFamily="66" charset="0"/>
                        </a:rPr>
                        <a:t>Time (t)</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gridSpan="2">
                  <a:txBody>
                    <a:bodyPr/>
                    <a:lstStyle>
                      <a:lvl1pPr>
                        <a:spcBef>
                          <a:spcPct val="20000"/>
                        </a:spcBef>
                        <a:defRPr sz="2800">
                          <a:solidFill>
                            <a:schemeClr val="tx1"/>
                          </a:solidFill>
                          <a:latin typeface="Comic Sans MS" panose="030F0702030302020204" pitchFamily="66" charset="0"/>
                        </a:defRPr>
                      </a:lvl1pPr>
                      <a:lvl2pPr>
                        <a:spcBef>
                          <a:spcPct val="20000"/>
                        </a:spcBef>
                        <a:defRPr sz="2400">
                          <a:solidFill>
                            <a:schemeClr val="tx1"/>
                          </a:solidFill>
                          <a:latin typeface="Comic Sans MS" panose="030F0702030302020204" pitchFamily="66" charset="0"/>
                        </a:defRPr>
                      </a:lvl2pPr>
                      <a:lvl3pPr>
                        <a:spcBef>
                          <a:spcPct val="20000"/>
                        </a:spcBef>
                        <a:defRPr sz="2000">
                          <a:solidFill>
                            <a:schemeClr val="tx1"/>
                          </a:solidFill>
                          <a:latin typeface="Comic Sans MS" panose="030F0702030302020204" pitchFamily="66" charset="0"/>
                        </a:defRPr>
                      </a:lvl3pPr>
                      <a:lvl4pPr>
                        <a:spcBef>
                          <a:spcPct val="20000"/>
                        </a:spcBef>
                        <a:defRPr>
                          <a:solidFill>
                            <a:schemeClr val="tx1"/>
                          </a:solidFill>
                          <a:latin typeface="Comic Sans MS" panose="030F0702030302020204" pitchFamily="66" charset="0"/>
                        </a:defRPr>
                      </a:lvl4pPr>
                      <a:lvl5pPr>
                        <a:spcBef>
                          <a:spcPct val="20000"/>
                        </a:spcBef>
                        <a:defRPr>
                          <a:solidFill>
                            <a:schemeClr val="tx1"/>
                          </a:solidFill>
                          <a:latin typeface="Comic Sans MS" panose="030F0702030302020204" pitchFamily="66" charset="0"/>
                        </a:defRPr>
                      </a:lvl5pPr>
                      <a:lvl6pPr fontAlgn="base">
                        <a:spcBef>
                          <a:spcPct val="20000"/>
                        </a:spcBef>
                        <a:spcAft>
                          <a:spcPct val="0"/>
                        </a:spcAft>
                        <a:defRPr>
                          <a:solidFill>
                            <a:schemeClr val="tx1"/>
                          </a:solidFill>
                          <a:latin typeface="Comic Sans MS" panose="030F0702030302020204" pitchFamily="66" charset="0"/>
                        </a:defRPr>
                      </a:lvl6pPr>
                      <a:lvl7pPr fontAlgn="base">
                        <a:spcBef>
                          <a:spcPct val="20000"/>
                        </a:spcBef>
                        <a:spcAft>
                          <a:spcPct val="0"/>
                        </a:spcAft>
                        <a:defRPr>
                          <a:solidFill>
                            <a:schemeClr val="tx1"/>
                          </a:solidFill>
                          <a:latin typeface="Comic Sans MS" panose="030F0702030302020204" pitchFamily="66" charset="0"/>
                        </a:defRPr>
                      </a:lvl7pPr>
                      <a:lvl8pPr fontAlgn="base">
                        <a:spcBef>
                          <a:spcPct val="20000"/>
                        </a:spcBef>
                        <a:spcAft>
                          <a:spcPct val="0"/>
                        </a:spcAft>
                        <a:defRPr>
                          <a:solidFill>
                            <a:schemeClr val="tx1"/>
                          </a:solidFill>
                          <a:latin typeface="Comic Sans MS" panose="030F0702030302020204" pitchFamily="66" charset="0"/>
                        </a:defRPr>
                      </a:lvl8pPr>
                      <a:lvl9pPr fontAlgn="base">
                        <a:spcBef>
                          <a:spcPct val="20000"/>
                        </a:spcBef>
                        <a:spcAft>
                          <a:spcPct val="0"/>
                        </a:spcAft>
                        <a:defRPr>
                          <a:solidFill>
                            <a:schemeClr val="tx1"/>
                          </a:solidFill>
                          <a:latin typeface="Comic Sans MS" panose="030F0702030302020204" pitchFamily="66"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altLang="en-US" sz="2000" b="0" i="0" u="none" strike="noStrike" cap="none" normalizeH="0" baseline="0">
                        <a:ln>
                          <a:noFill/>
                        </a:ln>
                        <a:solidFill>
                          <a:schemeClr val="tx1"/>
                        </a:solidFill>
                        <a:effectLst/>
                        <a:latin typeface="Comic Sans MS" panose="030F0702030302020204" pitchFamily="66" charset="0"/>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hMerge="1">
                  <a:txBody>
                    <a:bodyPr/>
                    <a:lstStyle/>
                    <a:p>
                      <a:endParaRPr lang="en-AU"/>
                    </a:p>
                  </a:txBody>
                  <a:tcPr/>
                </a:tc>
                <a:extLst>
                  <a:ext uri="{0D108BD9-81ED-4DB2-BD59-A6C34878D82A}">
                    <a16:rowId xmlns:a16="http://schemas.microsoft.com/office/drawing/2014/main" val="778288237"/>
                  </a:ext>
                </a:extLst>
              </a:tr>
            </a:tbl>
          </a:graphicData>
        </a:graphic>
      </p:graphicFrame>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00706" name="Rectangle 2">
            <a:extLst>
              <a:ext uri="{FF2B5EF4-FFF2-40B4-BE49-F238E27FC236}">
                <a16:creationId xmlns:a16="http://schemas.microsoft.com/office/drawing/2014/main" id="{279727FE-3AB4-05B3-AE55-D994859EE9B5}"/>
              </a:ext>
            </a:extLst>
          </p:cNvPr>
          <p:cNvSpPr>
            <a:spLocks noGrp="1" noChangeArrowheads="1"/>
          </p:cNvSpPr>
          <p:nvPr>
            <p:ph type="title"/>
          </p:nvPr>
        </p:nvSpPr>
        <p:spPr/>
        <p:txBody>
          <a:bodyPr/>
          <a:lstStyle/>
          <a:p>
            <a:r>
              <a:rPr lang="en-AU" altLang="en-US"/>
              <a:t>Step 3 – Calculate initial component velocities</a:t>
            </a:r>
          </a:p>
        </p:txBody>
      </p:sp>
      <p:sp>
        <p:nvSpPr>
          <p:cNvPr id="200707" name="Rectangle 3">
            <a:extLst>
              <a:ext uri="{FF2B5EF4-FFF2-40B4-BE49-F238E27FC236}">
                <a16:creationId xmlns:a16="http://schemas.microsoft.com/office/drawing/2014/main" id="{56C13844-B7DE-8A30-4D65-0D6850EE6925}"/>
              </a:ext>
            </a:extLst>
          </p:cNvPr>
          <p:cNvSpPr>
            <a:spLocks noGrp="1" noChangeArrowheads="1"/>
          </p:cNvSpPr>
          <p:nvPr>
            <p:ph type="body" idx="1"/>
          </p:nvPr>
        </p:nvSpPr>
        <p:spPr/>
        <p:txBody>
          <a:bodyPr/>
          <a:lstStyle/>
          <a:p>
            <a:pPr>
              <a:lnSpc>
                <a:spcPct val="90000"/>
              </a:lnSpc>
              <a:buFontTx/>
              <a:buNone/>
            </a:pPr>
            <a:r>
              <a:rPr lang="en-AU" altLang="en-US" sz="2800"/>
              <a:t>The initial horizontal velocity u</a:t>
            </a:r>
            <a:r>
              <a:rPr lang="en-AU" altLang="en-US" sz="2800" baseline="-25000"/>
              <a:t>H</a:t>
            </a:r>
            <a:r>
              <a:rPr lang="en-AU" altLang="en-US" sz="2800"/>
              <a:t> is:</a:t>
            </a:r>
          </a:p>
          <a:p>
            <a:pPr>
              <a:lnSpc>
                <a:spcPct val="90000"/>
              </a:lnSpc>
              <a:buFontTx/>
              <a:buNone/>
            </a:pPr>
            <a:r>
              <a:rPr lang="en-AU" altLang="en-US" sz="2800"/>
              <a:t>			u</a:t>
            </a:r>
            <a:r>
              <a:rPr lang="en-AU" altLang="en-US" sz="2800" baseline="-25000"/>
              <a:t>H</a:t>
            </a:r>
            <a:r>
              <a:rPr lang="en-AU" altLang="en-US" sz="2800"/>
              <a:t> = u</a:t>
            </a:r>
            <a:r>
              <a:rPr lang="en-AU" altLang="en-US" sz="2800" baseline="-25000"/>
              <a:t>0</a:t>
            </a:r>
            <a:r>
              <a:rPr lang="en-AU" altLang="en-US" sz="2800"/>
              <a:t>cos</a:t>
            </a:r>
            <a:r>
              <a:rPr lang="en-AU" altLang="en-US" sz="2800">
                <a:latin typeface="Symbol" panose="05050102010706020507" pitchFamily="18" charset="2"/>
              </a:rPr>
              <a:t>q</a:t>
            </a:r>
          </a:p>
          <a:p>
            <a:pPr>
              <a:lnSpc>
                <a:spcPct val="90000"/>
              </a:lnSpc>
              <a:buFontTx/>
              <a:buNone/>
            </a:pPr>
            <a:r>
              <a:rPr lang="en-AU" altLang="en-US" sz="2800">
                <a:latin typeface="Symbol" panose="05050102010706020507" pitchFamily="18" charset="2"/>
              </a:rPr>
              <a:t>			     </a:t>
            </a:r>
            <a:r>
              <a:rPr lang="en-AU" altLang="en-US" sz="2800"/>
              <a:t>= 22.0cos30</a:t>
            </a:r>
          </a:p>
          <a:p>
            <a:pPr>
              <a:lnSpc>
                <a:spcPct val="90000"/>
              </a:lnSpc>
              <a:buFontTx/>
              <a:buNone/>
            </a:pPr>
            <a:r>
              <a:rPr lang="en-AU" altLang="en-US" sz="2800"/>
              <a:t>			    = 19.1ms</a:t>
            </a:r>
            <a:r>
              <a:rPr lang="en-AU" altLang="en-US" sz="2800" baseline="30000"/>
              <a:t>-1</a:t>
            </a:r>
            <a:r>
              <a:rPr lang="en-AU" altLang="en-US" sz="2800"/>
              <a:t>	</a:t>
            </a:r>
          </a:p>
          <a:p>
            <a:pPr>
              <a:lnSpc>
                <a:spcPct val="90000"/>
              </a:lnSpc>
              <a:buFontTx/>
              <a:buNone/>
            </a:pPr>
            <a:endParaRPr lang="en-AU" altLang="en-US" sz="1200"/>
          </a:p>
          <a:p>
            <a:pPr>
              <a:lnSpc>
                <a:spcPct val="90000"/>
              </a:lnSpc>
              <a:buFontTx/>
              <a:buNone/>
            </a:pPr>
            <a:r>
              <a:rPr lang="en-AU" altLang="en-US" sz="2800"/>
              <a:t>	The initial vertical velocity u</a:t>
            </a:r>
            <a:r>
              <a:rPr lang="en-AU" altLang="en-US" sz="2800" baseline="-25000"/>
              <a:t>V</a:t>
            </a:r>
            <a:r>
              <a:rPr lang="en-AU" altLang="en-US" sz="2800"/>
              <a:t> is:</a:t>
            </a:r>
          </a:p>
          <a:p>
            <a:pPr>
              <a:lnSpc>
                <a:spcPct val="90000"/>
              </a:lnSpc>
              <a:buFontTx/>
              <a:buNone/>
            </a:pPr>
            <a:r>
              <a:rPr lang="en-AU" altLang="en-US" sz="2800"/>
              <a:t>			u</a:t>
            </a:r>
            <a:r>
              <a:rPr lang="en-AU" altLang="en-US" sz="2800" baseline="-25000"/>
              <a:t>V</a:t>
            </a:r>
            <a:r>
              <a:rPr lang="en-AU" altLang="en-US" sz="2800"/>
              <a:t> = u</a:t>
            </a:r>
            <a:r>
              <a:rPr lang="en-AU" altLang="en-US" sz="2800" baseline="-25000"/>
              <a:t>0</a:t>
            </a:r>
            <a:r>
              <a:rPr lang="en-AU" altLang="en-US" sz="2800"/>
              <a:t>sin</a:t>
            </a:r>
            <a:r>
              <a:rPr lang="en-AU" altLang="en-US" sz="2800">
                <a:latin typeface="Symbol" panose="05050102010706020507" pitchFamily="18" charset="2"/>
              </a:rPr>
              <a:t>q</a:t>
            </a:r>
          </a:p>
          <a:p>
            <a:pPr>
              <a:lnSpc>
                <a:spcPct val="90000"/>
              </a:lnSpc>
              <a:buFontTx/>
              <a:buNone/>
            </a:pPr>
            <a:r>
              <a:rPr lang="en-AU" altLang="en-US" sz="2800">
                <a:latin typeface="Symbol" panose="05050102010706020507" pitchFamily="18" charset="2"/>
              </a:rPr>
              <a:t>		</a:t>
            </a:r>
            <a:r>
              <a:rPr lang="en-AU" altLang="en-US" sz="2800"/>
              <a:t>	    = 22.0sin30</a:t>
            </a:r>
          </a:p>
          <a:p>
            <a:pPr>
              <a:lnSpc>
                <a:spcPct val="90000"/>
              </a:lnSpc>
              <a:buFontTx/>
              <a:buNone/>
            </a:pPr>
            <a:r>
              <a:rPr lang="en-AU" altLang="en-US" sz="2800" baseline="30000"/>
              <a:t>		</a:t>
            </a:r>
            <a:r>
              <a:rPr lang="en-AU" altLang="en-US" sz="2800"/>
              <a:t>	    = 11ms</a:t>
            </a:r>
            <a:r>
              <a:rPr lang="en-AU" altLang="en-US" sz="2800" baseline="30000"/>
              <a:t>-1</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42" presetClass="entr" presetSubtype="0" fill="hold" nodeType="clickEffect">
                                  <p:stCondLst>
                                    <p:cond delay="0"/>
                                  </p:stCondLst>
                                  <p:childTnLst>
                                    <p:set>
                                      <p:cBhvr>
                                        <p:cTn id="6" dur="1" fill="hold">
                                          <p:stCondLst>
                                            <p:cond delay="0"/>
                                          </p:stCondLst>
                                        </p:cTn>
                                        <p:tgtEl>
                                          <p:spTgt spid="200707">
                                            <p:txEl>
                                              <p:pRg st="0" end="0"/>
                                            </p:txEl>
                                          </p:spTgt>
                                        </p:tgtEl>
                                        <p:attrNameLst>
                                          <p:attrName>style.visibility</p:attrName>
                                        </p:attrNameLst>
                                      </p:cBhvr>
                                      <p:to>
                                        <p:strVal val="visible"/>
                                      </p:to>
                                    </p:set>
                                    <p:animEffect transition="in" filter="fade">
                                      <p:cBhvr>
                                        <p:cTn id="7" dur="1000"/>
                                        <p:tgtEl>
                                          <p:spTgt spid="200707">
                                            <p:txEl>
                                              <p:pRg st="0" end="0"/>
                                            </p:txEl>
                                          </p:spTgt>
                                        </p:tgtEl>
                                      </p:cBhvr>
                                    </p:animEffect>
                                    <p:anim calcmode="lin" valueType="num">
                                      <p:cBhvr>
                                        <p:cTn id="8" dur="1000" fill="hold"/>
                                        <p:tgtEl>
                                          <p:spTgt spid="200707">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200707">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nodeType="clickPar">
                      <p:stCondLst>
                        <p:cond delay="indefinite"/>
                      </p:stCondLst>
                      <p:childTnLst>
                        <p:par>
                          <p:cTn id="11" fill="hold" nodeType="withGroup">
                            <p:stCondLst>
                              <p:cond delay="0"/>
                            </p:stCondLst>
                            <p:childTnLst>
                              <p:par>
                                <p:cTn id="12" presetID="42" presetClass="entr" presetSubtype="0" fill="hold" nodeType="clickEffect">
                                  <p:stCondLst>
                                    <p:cond delay="0"/>
                                  </p:stCondLst>
                                  <p:childTnLst>
                                    <p:set>
                                      <p:cBhvr>
                                        <p:cTn id="13" dur="1" fill="hold">
                                          <p:stCondLst>
                                            <p:cond delay="0"/>
                                          </p:stCondLst>
                                        </p:cTn>
                                        <p:tgtEl>
                                          <p:spTgt spid="200707">
                                            <p:txEl>
                                              <p:pRg st="1" end="1"/>
                                            </p:txEl>
                                          </p:spTgt>
                                        </p:tgtEl>
                                        <p:attrNameLst>
                                          <p:attrName>style.visibility</p:attrName>
                                        </p:attrNameLst>
                                      </p:cBhvr>
                                      <p:to>
                                        <p:strVal val="visible"/>
                                      </p:to>
                                    </p:set>
                                    <p:animEffect transition="in" filter="fade">
                                      <p:cBhvr>
                                        <p:cTn id="14" dur="1000"/>
                                        <p:tgtEl>
                                          <p:spTgt spid="200707">
                                            <p:txEl>
                                              <p:pRg st="1" end="1"/>
                                            </p:txEl>
                                          </p:spTgt>
                                        </p:tgtEl>
                                      </p:cBhvr>
                                    </p:animEffect>
                                    <p:anim calcmode="lin" valueType="num">
                                      <p:cBhvr>
                                        <p:cTn id="15" dur="1000" fill="hold"/>
                                        <p:tgtEl>
                                          <p:spTgt spid="200707">
                                            <p:txEl>
                                              <p:pRg st="1" end="1"/>
                                            </p:txEl>
                                          </p:spTgt>
                                        </p:tgtEl>
                                        <p:attrNameLst>
                                          <p:attrName>ppt_x</p:attrName>
                                        </p:attrNameLst>
                                      </p:cBhvr>
                                      <p:tavLst>
                                        <p:tav tm="0">
                                          <p:val>
                                            <p:strVal val="#ppt_x"/>
                                          </p:val>
                                        </p:tav>
                                        <p:tav tm="100000">
                                          <p:val>
                                            <p:strVal val="#ppt_x"/>
                                          </p:val>
                                        </p:tav>
                                      </p:tavLst>
                                    </p:anim>
                                    <p:anim calcmode="lin" valueType="num">
                                      <p:cBhvr>
                                        <p:cTn id="16" dur="1000" fill="hold"/>
                                        <p:tgtEl>
                                          <p:spTgt spid="200707">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7" fill="hold" nodeType="clickPar">
                      <p:stCondLst>
                        <p:cond delay="indefinite"/>
                      </p:stCondLst>
                      <p:childTnLst>
                        <p:par>
                          <p:cTn id="18" fill="hold" nodeType="withGroup">
                            <p:stCondLst>
                              <p:cond delay="0"/>
                            </p:stCondLst>
                            <p:childTnLst>
                              <p:par>
                                <p:cTn id="19" presetID="42" presetClass="entr" presetSubtype="0" fill="hold" nodeType="clickEffect">
                                  <p:stCondLst>
                                    <p:cond delay="0"/>
                                  </p:stCondLst>
                                  <p:childTnLst>
                                    <p:set>
                                      <p:cBhvr>
                                        <p:cTn id="20" dur="1" fill="hold">
                                          <p:stCondLst>
                                            <p:cond delay="0"/>
                                          </p:stCondLst>
                                        </p:cTn>
                                        <p:tgtEl>
                                          <p:spTgt spid="200707">
                                            <p:txEl>
                                              <p:pRg st="2" end="2"/>
                                            </p:txEl>
                                          </p:spTgt>
                                        </p:tgtEl>
                                        <p:attrNameLst>
                                          <p:attrName>style.visibility</p:attrName>
                                        </p:attrNameLst>
                                      </p:cBhvr>
                                      <p:to>
                                        <p:strVal val="visible"/>
                                      </p:to>
                                    </p:set>
                                    <p:animEffect transition="in" filter="fade">
                                      <p:cBhvr>
                                        <p:cTn id="21" dur="1000"/>
                                        <p:tgtEl>
                                          <p:spTgt spid="200707">
                                            <p:txEl>
                                              <p:pRg st="2" end="2"/>
                                            </p:txEl>
                                          </p:spTgt>
                                        </p:tgtEl>
                                      </p:cBhvr>
                                    </p:animEffect>
                                    <p:anim calcmode="lin" valueType="num">
                                      <p:cBhvr>
                                        <p:cTn id="22" dur="1000" fill="hold"/>
                                        <p:tgtEl>
                                          <p:spTgt spid="200707">
                                            <p:txEl>
                                              <p:pRg st="2" end="2"/>
                                            </p:txEl>
                                          </p:spTgt>
                                        </p:tgtEl>
                                        <p:attrNameLst>
                                          <p:attrName>ppt_x</p:attrName>
                                        </p:attrNameLst>
                                      </p:cBhvr>
                                      <p:tavLst>
                                        <p:tav tm="0">
                                          <p:val>
                                            <p:strVal val="#ppt_x"/>
                                          </p:val>
                                        </p:tav>
                                        <p:tav tm="100000">
                                          <p:val>
                                            <p:strVal val="#ppt_x"/>
                                          </p:val>
                                        </p:tav>
                                      </p:tavLst>
                                    </p:anim>
                                    <p:anim calcmode="lin" valueType="num">
                                      <p:cBhvr>
                                        <p:cTn id="23" dur="1000" fill="hold"/>
                                        <p:tgtEl>
                                          <p:spTgt spid="200707">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24" fill="hold" nodeType="clickPar">
                      <p:stCondLst>
                        <p:cond delay="indefinite"/>
                      </p:stCondLst>
                      <p:childTnLst>
                        <p:par>
                          <p:cTn id="25" fill="hold" nodeType="withGroup">
                            <p:stCondLst>
                              <p:cond delay="0"/>
                            </p:stCondLst>
                            <p:childTnLst>
                              <p:par>
                                <p:cTn id="26" presetID="42" presetClass="entr" presetSubtype="0" fill="hold" nodeType="clickEffect">
                                  <p:stCondLst>
                                    <p:cond delay="0"/>
                                  </p:stCondLst>
                                  <p:childTnLst>
                                    <p:set>
                                      <p:cBhvr>
                                        <p:cTn id="27" dur="1" fill="hold">
                                          <p:stCondLst>
                                            <p:cond delay="0"/>
                                          </p:stCondLst>
                                        </p:cTn>
                                        <p:tgtEl>
                                          <p:spTgt spid="200707">
                                            <p:txEl>
                                              <p:pRg st="3" end="3"/>
                                            </p:txEl>
                                          </p:spTgt>
                                        </p:tgtEl>
                                        <p:attrNameLst>
                                          <p:attrName>style.visibility</p:attrName>
                                        </p:attrNameLst>
                                      </p:cBhvr>
                                      <p:to>
                                        <p:strVal val="visible"/>
                                      </p:to>
                                    </p:set>
                                    <p:animEffect transition="in" filter="fade">
                                      <p:cBhvr>
                                        <p:cTn id="28" dur="1000"/>
                                        <p:tgtEl>
                                          <p:spTgt spid="200707">
                                            <p:txEl>
                                              <p:pRg st="3" end="3"/>
                                            </p:txEl>
                                          </p:spTgt>
                                        </p:tgtEl>
                                      </p:cBhvr>
                                    </p:animEffect>
                                    <p:anim calcmode="lin" valueType="num">
                                      <p:cBhvr>
                                        <p:cTn id="29" dur="1000" fill="hold"/>
                                        <p:tgtEl>
                                          <p:spTgt spid="200707">
                                            <p:txEl>
                                              <p:pRg st="3" end="3"/>
                                            </p:txEl>
                                          </p:spTgt>
                                        </p:tgtEl>
                                        <p:attrNameLst>
                                          <p:attrName>ppt_x</p:attrName>
                                        </p:attrNameLst>
                                      </p:cBhvr>
                                      <p:tavLst>
                                        <p:tav tm="0">
                                          <p:val>
                                            <p:strVal val="#ppt_x"/>
                                          </p:val>
                                        </p:tav>
                                        <p:tav tm="100000">
                                          <p:val>
                                            <p:strVal val="#ppt_x"/>
                                          </p:val>
                                        </p:tav>
                                      </p:tavLst>
                                    </p:anim>
                                    <p:anim calcmode="lin" valueType="num">
                                      <p:cBhvr>
                                        <p:cTn id="30" dur="1000" fill="hold"/>
                                        <p:tgtEl>
                                          <p:spTgt spid="200707">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31" fill="hold" nodeType="clickPar">
                      <p:stCondLst>
                        <p:cond delay="indefinite"/>
                      </p:stCondLst>
                      <p:childTnLst>
                        <p:par>
                          <p:cTn id="32" fill="hold" nodeType="withGroup">
                            <p:stCondLst>
                              <p:cond delay="0"/>
                            </p:stCondLst>
                            <p:childTnLst>
                              <p:par>
                                <p:cTn id="33" presetID="42" presetClass="entr" presetSubtype="0" fill="hold" nodeType="clickEffect">
                                  <p:stCondLst>
                                    <p:cond delay="0"/>
                                  </p:stCondLst>
                                  <p:childTnLst>
                                    <p:set>
                                      <p:cBhvr>
                                        <p:cTn id="34" dur="1" fill="hold">
                                          <p:stCondLst>
                                            <p:cond delay="0"/>
                                          </p:stCondLst>
                                        </p:cTn>
                                        <p:tgtEl>
                                          <p:spTgt spid="200707">
                                            <p:txEl>
                                              <p:pRg st="5" end="5"/>
                                            </p:txEl>
                                          </p:spTgt>
                                        </p:tgtEl>
                                        <p:attrNameLst>
                                          <p:attrName>style.visibility</p:attrName>
                                        </p:attrNameLst>
                                      </p:cBhvr>
                                      <p:to>
                                        <p:strVal val="visible"/>
                                      </p:to>
                                    </p:set>
                                    <p:animEffect transition="in" filter="fade">
                                      <p:cBhvr>
                                        <p:cTn id="35" dur="1000"/>
                                        <p:tgtEl>
                                          <p:spTgt spid="200707">
                                            <p:txEl>
                                              <p:pRg st="5" end="5"/>
                                            </p:txEl>
                                          </p:spTgt>
                                        </p:tgtEl>
                                      </p:cBhvr>
                                    </p:animEffect>
                                    <p:anim calcmode="lin" valueType="num">
                                      <p:cBhvr>
                                        <p:cTn id="36" dur="1000" fill="hold"/>
                                        <p:tgtEl>
                                          <p:spTgt spid="200707">
                                            <p:txEl>
                                              <p:pRg st="5" end="5"/>
                                            </p:txEl>
                                          </p:spTgt>
                                        </p:tgtEl>
                                        <p:attrNameLst>
                                          <p:attrName>ppt_x</p:attrName>
                                        </p:attrNameLst>
                                      </p:cBhvr>
                                      <p:tavLst>
                                        <p:tav tm="0">
                                          <p:val>
                                            <p:strVal val="#ppt_x"/>
                                          </p:val>
                                        </p:tav>
                                        <p:tav tm="100000">
                                          <p:val>
                                            <p:strVal val="#ppt_x"/>
                                          </p:val>
                                        </p:tav>
                                      </p:tavLst>
                                    </p:anim>
                                    <p:anim calcmode="lin" valueType="num">
                                      <p:cBhvr>
                                        <p:cTn id="37" dur="1000" fill="hold"/>
                                        <p:tgtEl>
                                          <p:spTgt spid="200707">
                                            <p:txEl>
                                              <p:pRg st="5" end="5"/>
                                            </p:txEl>
                                          </p:spTgt>
                                        </p:tgtEl>
                                        <p:attrNameLst>
                                          <p:attrName>ppt_y</p:attrName>
                                        </p:attrNameLst>
                                      </p:cBhvr>
                                      <p:tavLst>
                                        <p:tav tm="0">
                                          <p:val>
                                            <p:strVal val="#ppt_y+.1"/>
                                          </p:val>
                                        </p:tav>
                                        <p:tav tm="100000">
                                          <p:val>
                                            <p:strVal val="#ppt_y"/>
                                          </p:val>
                                        </p:tav>
                                      </p:tavLst>
                                    </p:anim>
                                  </p:childTnLst>
                                </p:cTn>
                              </p:par>
                            </p:childTnLst>
                          </p:cTn>
                        </p:par>
                      </p:childTnLst>
                    </p:cTn>
                  </p:par>
                  <p:par>
                    <p:cTn id="38" fill="hold" nodeType="clickPar">
                      <p:stCondLst>
                        <p:cond delay="indefinite"/>
                      </p:stCondLst>
                      <p:childTnLst>
                        <p:par>
                          <p:cTn id="39" fill="hold" nodeType="withGroup">
                            <p:stCondLst>
                              <p:cond delay="0"/>
                            </p:stCondLst>
                            <p:childTnLst>
                              <p:par>
                                <p:cTn id="40" presetID="42" presetClass="entr" presetSubtype="0" fill="hold" nodeType="clickEffect">
                                  <p:stCondLst>
                                    <p:cond delay="0"/>
                                  </p:stCondLst>
                                  <p:childTnLst>
                                    <p:set>
                                      <p:cBhvr>
                                        <p:cTn id="41" dur="1" fill="hold">
                                          <p:stCondLst>
                                            <p:cond delay="0"/>
                                          </p:stCondLst>
                                        </p:cTn>
                                        <p:tgtEl>
                                          <p:spTgt spid="200707">
                                            <p:txEl>
                                              <p:pRg st="6" end="6"/>
                                            </p:txEl>
                                          </p:spTgt>
                                        </p:tgtEl>
                                        <p:attrNameLst>
                                          <p:attrName>style.visibility</p:attrName>
                                        </p:attrNameLst>
                                      </p:cBhvr>
                                      <p:to>
                                        <p:strVal val="visible"/>
                                      </p:to>
                                    </p:set>
                                    <p:animEffect transition="in" filter="fade">
                                      <p:cBhvr>
                                        <p:cTn id="42" dur="1000"/>
                                        <p:tgtEl>
                                          <p:spTgt spid="200707">
                                            <p:txEl>
                                              <p:pRg st="6" end="6"/>
                                            </p:txEl>
                                          </p:spTgt>
                                        </p:tgtEl>
                                      </p:cBhvr>
                                    </p:animEffect>
                                    <p:anim calcmode="lin" valueType="num">
                                      <p:cBhvr>
                                        <p:cTn id="43" dur="1000" fill="hold"/>
                                        <p:tgtEl>
                                          <p:spTgt spid="200707">
                                            <p:txEl>
                                              <p:pRg st="6" end="6"/>
                                            </p:txEl>
                                          </p:spTgt>
                                        </p:tgtEl>
                                        <p:attrNameLst>
                                          <p:attrName>ppt_x</p:attrName>
                                        </p:attrNameLst>
                                      </p:cBhvr>
                                      <p:tavLst>
                                        <p:tav tm="0">
                                          <p:val>
                                            <p:strVal val="#ppt_x"/>
                                          </p:val>
                                        </p:tav>
                                        <p:tav tm="100000">
                                          <p:val>
                                            <p:strVal val="#ppt_x"/>
                                          </p:val>
                                        </p:tav>
                                      </p:tavLst>
                                    </p:anim>
                                    <p:anim calcmode="lin" valueType="num">
                                      <p:cBhvr>
                                        <p:cTn id="44" dur="1000" fill="hold"/>
                                        <p:tgtEl>
                                          <p:spTgt spid="200707">
                                            <p:txEl>
                                              <p:pRg st="6" end="6"/>
                                            </p:txEl>
                                          </p:spTgt>
                                        </p:tgtEl>
                                        <p:attrNameLst>
                                          <p:attrName>ppt_y</p:attrName>
                                        </p:attrNameLst>
                                      </p:cBhvr>
                                      <p:tavLst>
                                        <p:tav tm="0">
                                          <p:val>
                                            <p:strVal val="#ppt_y+.1"/>
                                          </p:val>
                                        </p:tav>
                                        <p:tav tm="100000">
                                          <p:val>
                                            <p:strVal val="#ppt_y"/>
                                          </p:val>
                                        </p:tav>
                                      </p:tavLst>
                                    </p:anim>
                                  </p:childTnLst>
                                </p:cTn>
                              </p:par>
                            </p:childTnLst>
                          </p:cTn>
                        </p:par>
                      </p:childTnLst>
                    </p:cTn>
                  </p:par>
                  <p:par>
                    <p:cTn id="45" fill="hold" nodeType="clickPar">
                      <p:stCondLst>
                        <p:cond delay="indefinite"/>
                      </p:stCondLst>
                      <p:childTnLst>
                        <p:par>
                          <p:cTn id="46" fill="hold" nodeType="withGroup">
                            <p:stCondLst>
                              <p:cond delay="0"/>
                            </p:stCondLst>
                            <p:childTnLst>
                              <p:par>
                                <p:cTn id="47" presetID="42" presetClass="entr" presetSubtype="0" fill="hold" nodeType="clickEffect">
                                  <p:stCondLst>
                                    <p:cond delay="0"/>
                                  </p:stCondLst>
                                  <p:childTnLst>
                                    <p:set>
                                      <p:cBhvr>
                                        <p:cTn id="48" dur="1" fill="hold">
                                          <p:stCondLst>
                                            <p:cond delay="0"/>
                                          </p:stCondLst>
                                        </p:cTn>
                                        <p:tgtEl>
                                          <p:spTgt spid="200707">
                                            <p:txEl>
                                              <p:pRg st="7" end="7"/>
                                            </p:txEl>
                                          </p:spTgt>
                                        </p:tgtEl>
                                        <p:attrNameLst>
                                          <p:attrName>style.visibility</p:attrName>
                                        </p:attrNameLst>
                                      </p:cBhvr>
                                      <p:to>
                                        <p:strVal val="visible"/>
                                      </p:to>
                                    </p:set>
                                    <p:animEffect transition="in" filter="fade">
                                      <p:cBhvr>
                                        <p:cTn id="49" dur="1000"/>
                                        <p:tgtEl>
                                          <p:spTgt spid="200707">
                                            <p:txEl>
                                              <p:pRg st="7" end="7"/>
                                            </p:txEl>
                                          </p:spTgt>
                                        </p:tgtEl>
                                      </p:cBhvr>
                                    </p:animEffect>
                                    <p:anim calcmode="lin" valueType="num">
                                      <p:cBhvr>
                                        <p:cTn id="50" dur="1000" fill="hold"/>
                                        <p:tgtEl>
                                          <p:spTgt spid="200707">
                                            <p:txEl>
                                              <p:pRg st="7" end="7"/>
                                            </p:txEl>
                                          </p:spTgt>
                                        </p:tgtEl>
                                        <p:attrNameLst>
                                          <p:attrName>ppt_x</p:attrName>
                                        </p:attrNameLst>
                                      </p:cBhvr>
                                      <p:tavLst>
                                        <p:tav tm="0">
                                          <p:val>
                                            <p:strVal val="#ppt_x"/>
                                          </p:val>
                                        </p:tav>
                                        <p:tav tm="100000">
                                          <p:val>
                                            <p:strVal val="#ppt_x"/>
                                          </p:val>
                                        </p:tav>
                                      </p:tavLst>
                                    </p:anim>
                                    <p:anim calcmode="lin" valueType="num">
                                      <p:cBhvr>
                                        <p:cTn id="51" dur="1000" fill="hold"/>
                                        <p:tgtEl>
                                          <p:spTgt spid="200707">
                                            <p:txEl>
                                              <p:pRg st="7" end="7"/>
                                            </p:txEl>
                                          </p:spTgt>
                                        </p:tgtEl>
                                        <p:attrNameLst>
                                          <p:attrName>ppt_y</p:attrName>
                                        </p:attrNameLst>
                                      </p:cBhvr>
                                      <p:tavLst>
                                        <p:tav tm="0">
                                          <p:val>
                                            <p:strVal val="#ppt_y+.1"/>
                                          </p:val>
                                        </p:tav>
                                        <p:tav tm="100000">
                                          <p:val>
                                            <p:strVal val="#ppt_y"/>
                                          </p:val>
                                        </p:tav>
                                      </p:tavLst>
                                    </p:anim>
                                  </p:childTnLst>
                                </p:cTn>
                              </p:par>
                            </p:childTnLst>
                          </p:cTn>
                        </p:par>
                      </p:childTnLst>
                    </p:cTn>
                  </p:par>
                  <p:par>
                    <p:cTn id="52" fill="hold" nodeType="clickPar">
                      <p:stCondLst>
                        <p:cond delay="indefinite"/>
                      </p:stCondLst>
                      <p:childTnLst>
                        <p:par>
                          <p:cTn id="53" fill="hold" nodeType="withGroup">
                            <p:stCondLst>
                              <p:cond delay="0"/>
                            </p:stCondLst>
                            <p:childTnLst>
                              <p:par>
                                <p:cTn id="54" presetID="42" presetClass="entr" presetSubtype="0" fill="hold" nodeType="clickEffect">
                                  <p:stCondLst>
                                    <p:cond delay="0"/>
                                  </p:stCondLst>
                                  <p:childTnLst>
                                    <p:set>
                                      <p:cBhvr>
                                        <p:cTn id="55" dur="1" fill="hold">
                                          <p:stCondLst>
                                            <p:cond delay="0"/>
                                          </p:stCondLst>
                                        </p:cTn>
                                        <p:tgtEl>
                                          <p:spTgt spid="200707">
                                            <p:txEl>
                                              <p:pRg st="8" end="8"/>
                                            </p:txEl>
                                          </p:spTgt>
                                        </p:tgtEl>
                                        <p:attrNameLst>
                                          <p:attrName>style.visibility</p:attrName>
                                        </p:attrNameLst>
                                      </p:cBhvr>
                                      <p:to>
                                        <p:strVal val="visible"/>
                                      </p:to>
                                    </p:set>
                                    <p:animEffect transition="in" filter="fade">
                                      <p:cBhvr>
                                        <p:cTn id="56" dur="1000"/>
                                        <p:tgtEl>
                                          <p:spTgt spid="200707">
                                            <p:txEl>
                                              <p:pRg st="8" end="8"/>
                                            </p:txEl>
                                          </p:spTgt>
                                        </p:tgtEl>
                                      </p:cBhvr>
                                    </p:animEffect>
                                    <p:anim calcmode="lin" valueType="num">
                                      <p:cBhvr>
                                        <p:cTn id="57" dur="1000" fill="hold"/>
                                        <p:tgtEl>
                                          <p:spTgt spid="200707">
                                            <p:txEl>
                                              <p:pRg st="8" end="8"/>
                                            </p:txEl>
                                          </p:spTgt>
                                        </p:tgtEl>
                                        <p:attrNameLst>
                                          <p:attrName>ppt_x</p:attrName>
                                        </p:attrNameLst>
                                      </p:cBhvr>
                                      <p:tavLst>
                                        <p:tav tm="0">
                                          <p:val>
                                            <p:strVal val="#ppt_x"/>
                                          </p:val>
                                        </p:tav>
                                        <p:tav tm="100000">
                                          <p:val>
                                            <p:strVal val="#ppt_x"/>
                                          </p:val>
                                        </p:tav>
                                      </p:tavLst>
                                    </p:anim>
                                    <p:anim calcmode="lin" valueType="num">
                                      <p:cBhvr>
                                        <p:cTn id="58" dur="1000" fill="hold"/>
                                        <p:tgtEl>
                                          <p:spTgt spid="200707">
                                            <p:txEl>
                                              <p:pRg st="8" end="8"/>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0707" grpId="0" build="p"/>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1730" name="Rectangle 2">
            <a:extLst>
              <a:ext uri="{FF2B5EF4-FFF2-40B4-BE49-F238E27FC236}">
                <a16:creationId xmlns:a16="http://schemas.microsoft.com/office/drawing/2014/main" id="{F8FBB1A6-8F73-4E31-317A-43EC177F1B95}"/>
              </a:ext>
            </a:extLst>
          </p:cNvPr>
          <p:cNvSpPr>
            <a:spLocks noGrp="1" noChangeArrowheads="1"/>
          </p:cNvSpPr>
          <p:nvPr>
            <p:ph type="title"/>
          </p:nvPr>
        </p:nvSpPr>
        <p:spPr/>
        <p:txBody>
          <a:bodyPr/>
          <a:lstStyle/>
          <a:p>
            <a:r>
              <a:rPr lang="en-AU" altLang="en-US"/>
              <a:t>Step 2 – Data key</a:t>
            </a:r>
          </a:p>
        </p:txBody>
      </p:sp>
      <p:graphicFrame>
        <p:nvGraphicFramePr>
          <p:cNvPr id="201765" name="Group 37">
            <a:extLst>
              <a:ext uri="{FF2B5EF4-FFF2-40B4-BE49-F238E27FC236}">
                <a16:creationId xmlns:a16="http://schemas.microsoft.com/office/drawing/2014/main" id="{1CAD45D3-EBED-3609-8C7C-0D3B8443F23B}"/>
              </a:ext>
            </a:extLst>
          </p:cNvPr>
          <p:cNvGraphicFramePr>
            <a:graphicFrameLocks noGrp="1"/>
          </p:cNvGraphicFramePr>
          <p:nvPr>
            <p:ph idx="1"/>
          </p:nvPr>
        </p:nvGraphicFramePr>
        <p:xfrm>
          <a:off x="971550" y="1844675"/>
          <a:ext cx="7126288" cy="3390901"/>
        </p:xfrm>
        <a:graphic>
          <a:graphicData uri="http://schemas.openxmlformats.org/drawingml/2006/table">
            <a:tbl>
              <a:tblPr/>
              <a:tblGrid>
                <a:gridCol w="2374900">
                  <a:extLst>
                    <a:ext uri="{9D8B030D-6E8A-4147-A177-3AD203B41FA5}">
                      <a16:colId xmlns:a16="http://schemas.microsoft.com/office/drawing/2014/main" val="1027925796"/>
                    </a:ext>
                  </a:extLst>
                </a:gridCol>
                <a:gridCol w="2376488">
                  <a:extLst>
                    <a:ext uri="{9D8B030D-6E8A-4147-A177-3AD203B41FA5}">
                      <a16:colId xmlns:a16="http://schemas.microsoft.com/office/drawing/2014/main" val="4046842101"/>
                    </a:ext>
                  </a:extLst>
                </a:gridCol>
                <a:gridCol w="2374900">
                  <a:extLst>
                    <a:ext uri="{9D8B030D-6E8A-4147-A177-3AD203B41FA5}">
                      <a16:colId xmlns:a16="http://schemas.microsoft.com/office/drawing/2014/main" val="2643082546"/>
                    </a:ext>
                  </a:extLst>
                </a:gridCol>
              </a:tblGrid>
              <a:tr h="676275">
                <a:tc>
                  <a:txBody>
                    <a:bodyPr/>
                    <a:lstStyle>
                      <a:lvl1pPr>
                        <a:spcBef>
                          <a:spcPct val="20000"/>
                        </a:spcBef>
                        <a:defRPr sz="2800">
                          <a:solidFill>
                            <a:schemeClr val="tx1"/>
                          </a:solidFill>
                          <a:latin typeface="Comic Sans MS" panose="030F0702030302020204" pitchFamily="66" charset="0"/>
                        </a:defRPr>
                      </a:lvl1pPr>
                      <a:lvl2pPr>
                        <a:spcBef>
                          <a:spcPct val="20000"/>
                        </a:spcBef>
                        <a:defRPr sz="2400">
                          <a:solidFill>
                            <a:schemeClr val="tx1"/>
                          </a:solidFill>
                          <a:latin typeface="Comic Sans MS" panose="030F0702030302020204" pitchFamily="66" charset="0"/>
                        </a:defRPr>
                      </a:lvl2pPr>
                      <a:lvl3pPr>
                        <a:spcBef>
                          <a:spcPct val="20000"/>
                        </a:spcBef>
                        <a:defRPr sz="2000">
                          <a:solidFill>
                            <a:schemeClr val="tx1"/>
                          </a:solidFill>
                          <a:latin typeface="Comic Sans MS" panose="030F0702030302020204" pitchFamily="66" charset="0"/>
                        </a:defRPr>
                      </a:lvl3pPr>
                      <a:lvl4pPr>
                        <a:spcBef>
                          <a:spcPct val="20000"/>
                        </a:spcBef>
                        <a:defRPr>
                          <a:solidFill>
                            <a:schemeClr val="tx1"/>
                          </a:solidFill>
                          <a:latin typeface="Comic Sans MS" panose="030F0702030302020204" pitchFamily="66" charset="0"/>
                        </a:defRPr>
                      </a:lvl4pPr>
                      <a:lvl5pPr>
                        <a:spcBef>
                          <a:spcPct val="20000"/>
                        </a:spcBef>
                        <a:defRPr>
                          <a:solidFill>
                            <a:schemeClr val="tx1"/>
                          </a:solidFill>
                          <a:latin typeface="Comic Sans MS" panose="030F0702030302020204" pitchFamily="66" charset="0"/>
                        </a:defRPr>
                      </a:lvl5pPr>
                      <a:lvl6pPr fontAlgn="base">
                        <a:spcBef>
                          <a:spcPct val="20000"/>
                        </a:spcBef>
                        <a:spcAft>
                          <a:spcPct val="0"/>
                        </a:spcAft>
                        <a:defRPr>
                          <a:solidFill>
                            <a:schemeClr val="tx1"/>
                          </a:solidFill>
                          <a:latin typeface="Comic Sans MS" panose="030F0702030302020204" pitchFamily="66" charset="0"/>
                        </a:defRPr>
                      </a:lvl6pPr>
                      <a:lvl7pPr fontAlgn="base">
                        <a:spcBef>
                          <a:spcPct val="20000"/>
                        </a:spcBef>
                        <a:spcAft>
                          <a:spcPct val="0"/>
                        </a:spcAft>
                        <a:defRPr>
                          <a:solidFill>
                            <a:schemeClr val="tx1"/>
                          </a:solidFill>
                          <a:latin typeface="Comic Sans MS" panose="030F0702030302020204" pitchFamily="66" charset="0"/>
                        </a:defRPr>
                      </a:lvl7pPr>
                      <a:lvl8pPr fontAlgn="base">
                        <a:spcBef>
                          <a:spcPct val="20000"/>
                        </a:spcBef>
                        <a:spcAft>
                          <a:spcPct val="0"/>
                        </a:spcAft>
                        <a:defRPr>
                          <a:solidFill>
                            <a:schemeClr val="tx1"/>
                          </a:solidFill>
                          <a:latin typeface="Comic Sans MS" panose="030F0702030302020204" pitchFamily="66" charset="0"/>
                        </a:defRPr>
                      </a:lvl8pPr>
                      <a:lvl9pPr fontAlgn="base">
                        <a:spcBef>
                          <a:spcPct val="20000"/>
                        </a:spcBef>
                        <a:spcAft>
                          <a:spcPct val="0"/>
                        </a:spcAft>
                        <a:defRPr>
                          <a:solidFill>
                            <a:schemeClr val="tx1"/>
                          </a:solidFill>
                          <a:latin typeface="Comic Sans MS" panose="030F0702030302020204" pitchFamily="66"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AU" altLang="en-US" sz="2000" b="0" i="0" u="none" strike="noStrike" cap="none" normalizeH="0" baseline="0">
                          <a:ln>
                            <a:noFill/>
                          </a:ln>
                          <a:solidFill>
                            <a:schemeClr val="tx1"/>
                          </a:solidFill>
                          <a:effectLst/>
                          <a:latin typeface="Comic Sans MS" panose="030F0702030302020204" pitchFamily="66" charset="0"/>
                        </a:rPr>
                        <a:t>Variable</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Comic Sans MS" panose="030F0702030302020204" pitchFamily="66" charset="0"/>
                        </a:defRPr>
                      </a:lvl1pPr>
                      <a:lvl2pPr>
                        <a:spcBef>
                          <a:spcPct val="20000"/>
                        </a:spcBef>
                        <a:defRPr sz="2400">
                          <a:solidFill>
                            <a:schemeClr val="tx1"/>
                          </a:solidFill>
                          <a:latin typeface="Comic Sans MS" panose="030F0702030302020204" pitchFamily="66" charset="0"/>
                        </a:defRPr>
                      </a:lvl2pPr>
                      <a:lvl3pPr>
                        <a:spcBef>
                          <a:spcPct val="20000"/>
                        </a:spcBef>
                        <a:defRPr sz="2000">
                          <a:solidFill>
                            <a:schemeClr val="tx1"/>
                          </a:solidFill>
                          <a:latin typeface="Comic Sans MS" panose="030F0702030302020204" pitchFamily="66" charset="0"/>
                        </a:defRPr>
                      </a:lvl3pPr>
                      <a:lvl4pPr>
                        <a:spcBef>
                          <a:spcPct val="20000"/>
                        </a:spcBef>
                        <a:defRPr>
                          <a:solidFill>
                            <a:schemeClr val="tx1"/>
                          </a:solidFill>
                          <a:latin typeface="Comic Sans MS" panose="030F0702030302020204" pitchFamily="66" charset="0"/>
                        </a:defRPr>
                      </a:lvl4pPr>
                      <a:lvl5pPr>
                        <a:spcBef>
                          <a:spcPct val="20000"/>
                        </a:spcBef>
                        <a:defRPr>
                          <a:solidFill>
                            <a:schemeClr val="tx1"/>
                          </a:solidFill>
                          <a:latin typeface="Comic Sans MS" panose="030F0702030302020204" pitchFamily="66" charset="0"/>
                        </a:defRPr>
                      </a:lvl5pPr>
                      <a:lvl6pPr fontAlgn="base">
                        <a:spcBef>
                          <a:spcPct val="20000"/>
                        </a:spcBef>
                        <a:spcAft>
                          <a:spcPct val="0"/>
                        </a:spcAft>
                        <a:defRPr>
                          <a:solidFill>
                            <a:schemeClr val="tx1"/>
                          </a:solidFill>
                          <a:latin typeface="Comic Sans MS" panose="030F0702030302020204" pitchFamily="66" charset="0"/>
                        </a:defRPr>
                      </a:lvl6pPr>
                      <a:lvl7pPr fontAlgn="base">
                        <a:spcBef>
                          <a:spcPct val="20000"/>
                        </a:spcBef>
                        <a:spcAft>
                          <a:spcPct val="0"/>
                        </a:spcAft>
                        <a:defRPr>
                          <a:solidFill>
                            <a:schemeClr val="tx1"/>
                          </a:solidFill>
                          <a:latin typeface="Comic Sans MS" panose="030F0702030302020204" pitchFamily="66" charset="0"/>
                        </a:defRPr>
                      </a:lvl7pPr>
                      <a:lvl8pPr fontAlgn="base">
                        <a:spcBef>
                          <a:spcPct val="20000"/>
                        </a:spcBef>
                        <a:spcAft>
                          <a:spcPct val="0"/>
                        </a:spcAft>
                        <a:defRPr>
                          <a:solidFill>
                            <a:schemeClr val="tx1"/>
                          </a:solidFill>
                          <a:latin typeface="Comic Sans MS" panose="030F0702030302020204" pitchFamily="66" charset="0"/>
                        </a:defRPr>
                      </a:lvl8pPr>
                      <a:lvl9pPr fontAlgn="base">
                        <a:spcBef>
                          <a:spcPct val="20000"/>
                        </a:spcBef>
                        <a:spcAft>
                          <a:spcPct val="0"/>
                        </a:spcAft>
                        <a:defRPr>
                          <a:solidFill>
                            <a:schemeClr val="tx1"/>
                          </a:solidFill>
                          <a:latin typeface="Comic Sans MS" panose="030F0702030302020204" pitchFamily="66"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AU" altLang="en-US" sz="2000" b="0" i="0" u="none" strike="noStrike" cap="none" normalizeH="0" baseline="0">
                          <a:ln>
                            <a:noFill/>
                          </a:ln>
                          <a:solidFill>
                            <a:schemeClr val="tx1"/>
                          </a:solidFill>
                          <a:effectLst/>
                          <a:latin typeface="Comic Sans MS" panose="030F0702030302020204" pitchFamily="66" charset="0"/>
                        </a:rPr>
                        <a:t>Vertical </a:t>
                      </a:r>
                    </a:p>
                    <a:p>
                      <a:pPr marL="0" marR="0" lvl="0" indent="0" algn="ctr" defTabSz="914400" rtl="0" eaLnBrk="1" fontAlgn="base" latinLnBrk="0" hangingPunct="1">
                        <a:lnSpc>
                          <a:spcPct val="100000"/>
                        </a:lnSpc>
                        <a:spcBef>
                          <a:spcPct val="20000"/>
                        </a:spcBef>
                        <a:spcAft>
                          <a:spcPct val="0"/>
                        </a:spcAft>
                        <a:buClrTx/>
                        <a:buSzTx/>
                        <a:buFontTx/>
                        <a:buNone/>
                        <a:tabLst/>
                      </a:pPr>
                      <a:r>
                        <a:rPr kumimoji="0" lang="en-AU" altLang="en-US" sz="2000" b="0" i="0" u="none" strike="noStrike" cap="none" normalizeH="0" baseline="0">
                          <a:ln>
                            <a:noFill/>
                          </a:ln>
                          <a:solidFill>
                            <a:schemeClr val="tx1"/>
                          </a:solidFill>
                          <a:effectLst/>
                          <a:latin typeface="Comic Sans MS" panose="030F0702030302020204" pitchFamily="66" charset="0"/>
                        </a:rPr>
                        <a:t>Component</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Comic Sans MS" panose="030F0702030302020204" pitchFamily="66" charset="0"/>
                        </a:defRPr>
                      </a:lvl1pPr>
                      <a:lvl2pPr>
                        <a:spcBef>
                          <a:spcPct val="20000"/>
                        </a:spcBef>
                        <a:defRPr sz="2400">
                          <a:solidFill>
                            <a:schemeClr val="tx1"/>
                          </a:solidFill>
                          <a:latin typeface="Comic Sans MS" panose="030F0702030302020204" pitchFamily="66" charset="0"/>
                        </a:defRPr>
                      </a:lvl2pPr>
                      <a:lvl3pPr>
                        <a:spcBef>
                          <a:spcPct val="20000"/>
                        </a:spcBef>
                        <a:defRPr sz="2000">
                          <a:solidFill>
                            <a:schemeClr val="tx1"/>
                          </a:solidFill>
                          <a:latin typeface="Comic Sans MS" panose="030F0702030302020204" pitchFamily="66" charset="0"/>
                        </a:defRPr>
                      </a:lvl3pPr>
                      <a:lvl4pPr>
                        <a:spcBef>
                          <a:spcPct val="20000"/>
                        </a:spcBef>
                        <a:defRPr>
                          <a:solidFill>
                            <a:schemeClr val="tx1"/>
                          </a:solidFill>
                          <a:latin typeface="Comic Sans MS" panose="030F0702030302020204" pitchFamily="66" charset="0"/>
                        </a:defRPr>
                      </a:lvl4pPr>
                      <a:lvl5pPr>
                        <a:spcBef>
                          <a:spcPct val="20000"/>
                        </a:spcBef>
                        <a:defRPr>
                          <a:solidFill>
                            <a:schemeClr val="tx1"/>
                          </a:solidFill>
                          <a:latin typeface="Comic Sans MS" panose="030F0702030302020204" pitchFamily="66" charset="0"/>
                        </a:defRPr>
                      </a:lvl5pPr>
                      <a:lvl6pPr fontAlgn="base">
                        <a:spcBef>
                          <a:spcPct val="20000"/>
                        </a:spcBef>
                        <a:spcAft>
                          <a:spcPct val="0"/>
                        </a:spcAft>
                        <a:defRPr>
                          <a:solidFill>
                            <a:schemeClr val="tx1"/>
                          </a:solidFill>
                          <a:latin typeface="Comic Sans MS" panose="030F0702030302020204" pitchFamily="66" charset="0"/>
                        </a:defRPr>
                      </a:lvl6pPr>
                      <a:lvl7pPr fontAlgn="base">
                        <a:spcBef>
                          <a:spcPct val="20000"/>
                        </a:spcBef>
                        <a:spcAft>
                          <a:spcPct val="0"/>
                        </a:spcAft>
                        <a:defRPr>
                          <a:solidFill>
                            <a:schemeClr val="tx1"/>
                          </a:solidFill>
                          <a:latin typeface="Comic Sans MS" panose="030F0702030302020204" pitchFamily="66" charset="0"/>
                        </a:defRPr>
                      </a:lvl7pPr>
                      <a:lvl8pPr fontAlgn="base">
                        <a:spcBef>
                          <a:spcPct val="20000"/>
                        </a:spcBef>
                        <a:spcAft>
                          <a:spcPct val="0"/>
                        </a:spcAft>
                        <a:defRPr>
                          <a:solidFill>
                            <a:schemeClr val="tx1"/>
                          </a:solidFill>
                          <a:latin typeface="Comic Sans MS" panose="030F0702030302020204" pitchFamily="66" charset="0"/>
                        </a:defRPr>
                      </a:lvl8pPr>
                      <a:lvl9pPr fontAlgn="base">
                        <a:spcBef>
                          <a:spcPct val="20000"/>
                        </a:spcBef>
                        <a:spcAft>
                          <a:spcPct val="0"/>
                        </a:spcAft>
                        <a:defRPr>
                          <a:solidFill>
                            <a:schemeClr val="tx1"/>
                          </a:solidFill>
                          <a:latin typeface="Comic Sans MS" panose="030F0702030302020204" pitchFamily="66"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AU" altLang="en-US" sz="2000" b="0" i="0" u="none" strike="noStrike" cap="none" normalizeH="0" baseline="0">
                          <a:ln>
                            <a:noFill/>
                          </a:ln>
                          <a:solidFill>
                            <a:schemeClr val="tx1"/>
                          </a:solidFill>
                          <a:effectLst/>
                          <a:latin typeface="Comic Sans MS" panose="030F0702030302020204" pitchFamily="66" charset="0"/>
                        </a:rPr>
                        <a:t>Horizontal Component</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487421507"/>
                  </a:ext>
                </a:extLst>
              </a:tr>
              <a:tr h="463550">
                <a:tc>
                  <a:txBody>
                    <a:bodyPr/>
                    <a:lstStyle>
                      <a:lvl1pPr>
                        <a:spcBef>
                          <a:spcPct val="20000"/>
                        </a:spcBef>
                        <a:defRPr sz="2800">
                          <a:solidFill>
                            <a:schemeClr val="tx1"/>
                          </a:solidFill>
                          <a:latin typeface="Comic Sans MS" panose="030F0702030302020204" pitchFamily="66" charset="0"/>
                        </a:defRPr>
                      </a:lvl1pPr>
                      <a:lvl2pPr>
                        <a:spcBef>
                          <a:spcPct val="20000"/>
                        </a:spcBef>
                        <a:defRPr sz="2400">
                          <a:solidFill>
                            <a:schemeClr val="tx1"/>
                          </a:solidFill>
                          <a:latin typeface="Comic Sans MS" panose="030F0702030302020204" pitchFamily="66" charset="0"/>
                        </a:defRPr>
                      </a:lvl2pPr>
                      <a:lvl3pPr>
                        <a:spcBef>
                          <a:spcPct val="20000"/>
                        </a:spcBef>
                        <a:defRPr sz="2000">
                          <a:solidFill>
                            <a:schemeClr val="tx1"/>
                          </a:solidFill>
                          <a:latin typeface="Comic Sans MS" panose="030F0702030302020204" pitchFamily="66" charset="0"/>
                        </a:defRPr>
                      </a:lvl3pPr>
                      <a:lvl4pPr>
                        <a:spcBef>
                          <a:spcPct val="20000"/>
                        </a:spcBef>
                        <a:defRPr>
                          <a:solidFill>
                            <a:schemeClr val="tx1"/>
                          </a:solidFill>
                          <a:latin typeface="Comic Sans MS" panose="030F0702030302020204" pitchFamily="66" charset="0"/>
                        </a:defRPr>
                      </a:lvl4pPr>
                      <a:lvl5pPr>
                        <a:spcBef>
                          <a:spcPct val="20000"/>
                        </a:spcBef>
                        <a:defRPr>
                          <a:solidFill>
                            <a:schemeClr val="tx1"/>
                          </a:solidFill>
                          <a:latin typeface="Comic Sans MS" panose="030F0702030302020204" pitchFamily="66" charset="0"/>
                        </a:defRPr>
                      </a:lvl5pPr>
                      <a:lvl6pPr fontAlgn="base">
                        <a:spcBef>
                          <a:spcPct val="20000"/>
                        </a:spcBef>
                        <a:spcAft>
                          <a:spcPct val="0"/>
                        </a:spcAft>
                        <a:defRPr>
                          <a:solidFill>
                            <a:schemeClr val="tx1"/>
                          </a:solidFill>
                          <a:latin typeface="Comic Sans MS" panose="030F0702030302020204" pitchFamily="66" charset="0"/>
                        </a:defRPr>
                      </a:lvl6pPr>
                      <a:lvl7pPr fontAlgn="base">
                        <a:spcBef>
                          <a:spcPct val="20000"/>
                        </a:spcBef>
                        <a:spcAft>
                          <a:spcPct val="0"/>
                        </a:spcAft>
                        <a:defRPr>
                          <a:solidFill>
                            <a:schemeClr val="tx1"/>
                          </a:solidFill>
                          <a:latin typeface="Comic Sans MS" panose="030F0702030302020204" pitchFamily="66" charset="0"/>
                        </a:defRPr>
                      </a:lvl7pPr>
                      <a:lvl8pPr fontAlgn="base">
                        <a:spcBef>
                          <a:spcPct val="20000"/>
                        </a:spcBef>
                        <a:spcAft>
                          <a:spcPct val="0"/>
                        </a:spcAft>
                        <a:defRPr>
                          <a:solidFill>
                            <a:schemeClr val="tx1"/>
                          </a:solidFill>
                          <a:latin typeface="Comic Sans MS" panose="030F0702030302020204" pitchFamily="66" charset="0"/>
                        </a:defRPr>
                      </a:lvl8pPr>
                      <a:lvl9pPr fontAlgn="base">
                        <a:spcBef>
                          <a:spcPct val="20000"/>
                        </a:spcBef>
                        <a:spcAft>
                          <a:spcPct val="0"/>
                        </a:spcAft>
                        <a:defRPr>
                          <a:solidFill>
                            <a:schemeClr val="tx1"/>
                          </a:solidFill>
                          <a:latin typeface="Comic Sans MS" panose="030F0702030302020204" pitchFamily="66"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AU" altLang="en-US" sz="2000" b="0" i="0" u="none" strike="noStrike" cap="none" normalizeH="0" baseline="0">
                          <a:ln>
                            <a:noFill/>
                          </a:ln>
                          <a:solidFill>
                            <a:schemeClr val="tx1"/>
                          </a:solidFill>
                          <a:effectLst/>
                          <a:latin typeface="Comic Sans MS" panose="030F0702030302020204" pitchFamily="66" charset="0"/>
                        </a:rPr>
                        <a:t>Acceleration (a)</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Comic Sans MS" panose="030F0702030302020204" pitchFamily="66" charset="0"/>
                        </a:defRPr>
                      </a:lvl1pPr>
                      <a:lvl2pPr>
                        <a:spcBef>
                          <a:spcPct val="20000"/>
                        </a:spcBef>
                        <a:defRPr sz="2400">
                          <a:solidFill>
                            <a:schemeClr val="tx1"/>
                          </a:solidFill>
                          <a:latin typeface="Comic Sans MS" panose="030F0702030302020204" pitchFamily="66" charset="0"/>
                        </a:defRPr>
                      </a:lvl2pPr>
                      <a:lvl3pPr>
                        <a:spcBef>
                          <a:spcPct val="20000"/>
                        </a:spcBef>
                        <a:defRPr sz="2000">
                          <a:solidFill>
                            <a:schemeClr val="tx1"/>
                          </a:solidFill>
                          <a:latin typeface="Comic Sans MS" panose="030F0702030302020204" pitchFamily="66" charset="0"/>
                        </a:defRPr>
                      </a:lvl3pPr>
                      <a:lvl4pPr>
                        <a:spcBef>
                          <a:spcPct val="20000"/>
                        </a:spcBef>
                        <a:defRPr>
                          <a:solidFill>
                            <a:schemeClr val="tx1"/>
                          </a:solidFill>
                          <a:latin typeface="Comic Sans MS" panose="030F0702030302020204" pitchFamily="66" charset="0"/>
                        </a:defRPr>
                      </a:lvl4pPr>
                      <a:lvl5pPr>
                        <a:spcBef>
                          <a:spcPct val="20000"/>
                        </a:spcBef>
                        <a:defRPr>
                          <a:solidFill>
                            <a:schemeClr val="tx1"/>
                          </a:solidFill>
                          <a:latin typeface="Comic Sans MS" panose="030F0702030302020204" pitchFamily="66" charset="0"/>
                        </a:defRPr>
                      </a:lvl5pPr>
                      <a:lvl6pPr fontAlgn="base">
                        <a:spcBef>
                          <a:spcPct val="20000"/>
                        </a:spcBef>
                        <a:spcAft>
                          <a:spcPct val="0"/>
                        </a:spcAft>
                        <a:defRPr>
                          <a:solidFill>
                            <a:schemeClr val="tx1"/>
                          </a:solidFill>
                          <a:latin typeface="Comic Sans MS" panose="030F0702030302020204" pitchFamily="66" charset="0"/>
                        </a:defRPr>
                      </a:lvl6pPr>
                      <a:lvl7pPr fontAlgn="base">
                        <a:spcBef>
                          <a:spcPct val="20000"/>
                        </a:spcBef>
                        <a:spcAft>
                          <a:spcPct val="0"/>
                        </a:spcAft>
                        <a:defRPr>
                          <a:solidFill>
                            <a:schemeClr val="tx1"/>
                          </a:solidFill>
                          <a:latin typeface="Comic Sans MS" panose="030F0702030302020204" pitchFamily="66" charset="0"/>
                        </a:defRPr>
                      </a:lvl7pPr>
                      <a:lvl8pPr fontAlgn="base">
                        <a:spcBef>
                          <a:spcPct val="20000"/>
                        </a:spcBef>
                        <a:spcAft>
                          <a:spcPct val="0"/>
                        </a:spcAft>
                        <a:defRPr>
                          <a:solidFill>
                            <a:schemeClr val="tx1"/>
                          </a:solidFill>
                          <a:latin typeface="Comic Sans MS" panose="030F0702030302020204" pitchFamily="66" charset="0"/>
                        </a:defRPr>
                      </a:lvl8pPr>
                      <a:lvl9pPr fontAlgn="base">
                        <a:spcBef>
                          <a:spcPct val="20000"/>
                        </a:spcBef>
                        <a:spcAft>
                          <a:spcPct val="0"/>
                        </a:spcAft>
                        <a:defRPr>
                          <a:solidFill>
                            <a:schemeClr val="tx1"/>
                          </a:solidFill>
                          <a:latin typeface="Comic Sans MS" panose="030F0702030302020204" pitchFamily="66"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AU" altLang="en-US" sz="2000" b="0" i="0" u="none" strike="noStrike" cap="none" normalizeH="0" baseline="0">
                          <a:ln>
                            <a:noFill/>
                          </a:ln>
                          <a:solidFill>
                            <a:schemeClr val="tx1"/>
                          </a:solidFill>
                          <a:effectLst/>
                          <a:latin typeface="Comic Sans MS" panose="030F0702030302020204" pitchFamily="66" charset="0"/>
                        </a:rPr>
                        <a:t>-9.80ms</a:t>
                      </a:r>
                      <a:r>
                        <a:rPr kumimoji="0" lang="en-AU" altLang="en-US" sz="2000" b="0" i="0" u="none" strike="noStrike" cap="none" normalizeH="0" baseline="30000">
                          <a:ln>
                            <a:noFill/>
                          </a:ln>
                          <a:solidFill>
                            <a:schemeClr val="tx1"/>
                          </a:solidFill>
                          <a:effectLst/>
                          <a:latin typeface="Comic Sans MS" panose="030F0702030302020204" pitchFamily="66" charset="0"/>
                        </a:rPr>
                        <a:t>-2</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Comic Sans MS" panose="030F0702030302020204" pitchFamily="66" charset="0"/>
                        </a:defRPr>
                      </a:lvl1pPr>
                      <a:lvl2pPr>
                        <a:spcBef>
                          <a:spcPct val="20000"/>
                        </a:spcBef>
                        <a:defRPr sz="2400">
                          <a:solidFill>
                            <a:schemeClr val="tx1"/>
                          </a:solidFill>
                          <a:latin typeface="Comic Sans MS" panose="030F0702030302020204" pitchFamily="66" charset="0"/>
                        </a:defRPr>
                      </a:lvl2pPr>
                      <a:lvl3pPr>
                        <a:spcBef>
                          <a:spcPct val="20000"/>
                        </a:spcBef>
                        <a:defRPr sz="2000">
                          <a:solidFill>
                            <a:schemeClr val="tx1"/>
                          </a:solidFill>
                          <a:latin typeface="Comic Sans MS" panose="030F0702030302020204" pitchFamily="66" charset="0"/>
                        </a:defRPr>
                      </a:lvl3pPr>
                      <a:lvl4pPr>
                        <a:spcBef>
                          <a:spcPct val="20000"/>
                        </a:spcBef>
                        <a:defRPr>
                          <a:solidFill>
                            <a:schemeClr val="tx1"/>
                          </a:solidFill>
                          <a:latin typeface="Comic Sans MS" panose="030F0702030302020204" pitchFamily="66" charset="0"/>
                        </a:defRPr>
                      </a:lvl4pPr>
                      <a:lvl5pPr>
                        <a:spcBef>
                          <a:spcPct val="20000"/>
                        </a:spcBef>
                        <a:defRPr>
                          <a:solidFill>
                            <a:schemeClr val="tx1"/>
                          </a:solidFill>
                          <a:latin typeface="Comic Sans MS" panose="030F0702030302020204" pitchFamily="66" charset="0"/>
                        </a:defRPr>
                      </a:lvl5pPr>
                      <a:lvl6pPr fontAlgn="base">
                        <a:spcBef>
                          <a:spcPct val="20000"/>
                        </a:spcBef>
                        <a:spcAft>
                          <a:spcPct val="0"/>
                        </a:spcAft>
                        <a:defRPr>
                          <a:solidFill>
                            <a:schemeClr val="tx1"/>
                          </a:solidFill>
                          <a:latin typeface="Comic Sans MS" panose="030F0702030302020204" pitchFamily="66" charset="0"/>
                        </a:defRPr>
                      </a:lvl6pPr>
                      <a:lvl7pPr fontAlgn="base">
                        <a:spcBef>
                          <a:spcPct val="20000"/>
                        </a:spcBef>
                        <a:spcAft>
                          <a:spcPct val="0"/>
                        </a:spcAft>
                        <a:defRPr>
                          <a:solidFill>
                            <a:schemeClr val="tx1"/>
                          </a:solidFill>
                          <a:latin typeface="Comic Sans MS" panose="030F0702030302020204" pitchFamily="66" charset="0"/>
                        </a:defRPr>
                      </a:lvl7pPr>
                      <a:lvl8pPr fontAlgn="base">
                        <a:spcBef>
                          <a:spcPct val="20000"/>
                        </a:spcBef>
                        <a:spcAft>
                          <a:spcPct val="0"/>
                        </a:spcAft>
                        <a:defRPr>
                          <a:solidFill>
                            <a:schemeClr val="tx1"/>
                          </a:solidFill>
                          <a:latin typeface="Comic Sans MS" panose="030F0702030302020204" pitchFamily="66" charset="0"/>
                        </a:defRPr>
                      </a:lvl8pPr>
                      <a:lvl9pPr fontAlgn="base">
                        <a:spcBef>
                          <a:spcPct val="20000"/>
                        </a:spcBef>
                        <a:spcAft>
                          <a:spcPct val="0"/>
                        </a:spcAft>
                        <a:defRPr>
                          <a:solidFill>
                            <a:schemeClr val="tx1"/>
                          </a:solidFill>
                          <a:latin typeface="Comic Sans MS" panose="030F0702030302020204" pitchFamily="66"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AU" altLang="en-US" sz="2000" b="0" i="0" u="none" strike="noStrike" cap="none" normalizeH="0" baseline="0">
                          <a:ln>
                            <a:noFill/>
                          </a:ln>
                          <a:solidFill>
                            <a:schemeClr val="tx1"/>
                          </a:solidFill>
                          <a:effectLst/>
                          <a:latin typeface="Comic Sans MS" panose="030F0702030302020204" pitchFamily="66" charset="0"/>
                        </a:rPr>
                        <a:t>0ms</a:t>
                      </a:r>
                      <a:r>
                        <a:rPr kumimoji="0" lang="en-AU" altLang="en-US" sz="2000" b="0" i="0" u="none" strike="noStrike" cap="none" normalizeH="0" baseline="30000">
                          <a:ln>
                            <a:noFill/>
                          </a:ln>
                          <a:solidFill>
                            <a:schemeClr val="tx1"/>
                          </a:solidFill>
                          <a:effectLst/>
                          <a:latin typeface="Comic Sans MS" panose="030F0702030302020204" pitchFamily="66" charset="0"/>
                        </a:rPr>
                        <a:t>-2</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2333249213"/>
                  </a:ext>
                </a:extLst>
              </a:tr>
              <a:tr h="541338">
                <a:tc>
                  <a:txBody>
                    <a:bodyPr/>
                    <a:lstStyle>
                      <a:lvl1pPr>
                        <a:spcBef>
                          <a:spcPct val="20000"/>
                        </a:spcBef>
                        <a:defRPr sz="2800">
                          <a:solidFill>
                            <a:schemeClr val="tx1"/>
                          </a:solidFill>
                          <a:latin typeface="Comic Sans MS" panose="030F0702030302020204" pitchFamily="66" charset="0"/>
                        </a:defRPr>
                      </a:lvl1pPr>
                      <a:lvl2pPr>
                        <a:spcBef>
                          <a:spcPct val="20000"/>
                        </a:spcBef>
                        <a:defRPr sz="2400">
                          <a:solidFill>
                            <a:schemeClr val="tx1"/>
                          </a:solidFill>
                          <a:latin typeface="Comic Sans MS" panose="030F0702030302020204" pitchFamily="66" charset="0"/>
                        </a:defRPr>
                      </a:lvl2pPr>
                      <a:lvl3pPr>
                        <a:spcBef>
                          <a:spcPct val="20000"/>
                        </a:spcBef>
                        <a:defRPr sz="2000">
                          <a:solidFill>
                            <a:schemeClr val="tx1"/>
                          </a:solidFill>
                          <a:latin typeface="Comic Sans MS" panose="030F0702030302020204" pitchFamily="66" charset="0"/>
                        </a:defRPr>
                      </a:lvl3pPr>
                      <a:lvl4pPr>
                        <a:spcBef>
                          <a:spcPct val="20000"/>
                        </a:spcBef>
                        <a:defRPr>
                          <a:solidFill>
                            <a:schemeClr val="tx1"/>
                          </a:solidFill>
                          <a:latin typeface="Comic Sans MS" panose="030F0702030302020204" pitchFamily="66" charset="0"/>
                        </a:defRPr>
                      </a:lvl4pPr>
                      <a:lvl5pPr>
                        <a:spcBef>
                          <a:spcPct val="20000"/>
                        </a:spcBef>
                        <a:defRPr>
                          <a:solidFill>
                            <a:schemeClr val="tx1"/>
                          </a:solidFill>
                          <a:latin typeface="Comic Sans MS" panose="030F0702030302020204" pitchFamily="66" charset="0"/>
                        </a:defRPr>
                      </a:lvl5pPr>
                      <a:lvl6pPr fontAlgn="base">
                        <a:spcBef>
                          <a:spcPct val="20000"/>
                        </a:spcBef>
                        <a:spcAft>
                          <a:spcPct val="0"/>
                        </a:spcAft>
                        <a:defRPr>
                          <a:solidFill>
                            <a:schemeClr val="tx1"/>
                          </a:solidFill>
                          <a:latin typeface="Comic Sans MS" panose="030F0702030302020204" pitchFamily="66" charset="0"/>
                        </a:defRPr>
                      </a:lvl6pPr>
                      <a:lvl7pPr fontAlgn="base">
                        <a:spcBef>
                          <a:spcPct val="20000"/>
                        </a:spcBef>
                        <a:spcAft>
                          <a:spcPct val="0"/>
                        </a:spcAft>
                        <a:defRPr>
                          <a:solidFill>
                            <a:schemeClr val="tx1"/>
                          </a:solidFill>
                          <a:latin typeface="Comic Sans MS" panose="030F0702030302020204" pitchFamily="66" charset="0"/>
                        </a:defRPr>
                      </a:lvl7pPr>
                      <a:lvl8pPr fontAlgn="base">
                        <a:spcBef>
                          <a:spcPct val="20000"/>
                        </a:spcBef>
                        <a:spcAft>
                          <a:spcPct val="0"/>
                        </a:spcAft>
                        <a:defRPr>
                          <a:solidFill>
                            <a:schemeClr val="tx1"/>
                          </a:solidFill>
                          <a:latin typeface="Comic Sans MS" panose="030F0702030302020204" pitchFamily="66" charset="0"/>
                        </a:defRPr>
                      </a:lvl8pPr>
                      <a:lvl9pPr fontAlgn="base">
                        <a:spcBef>
                          <a:spcPct val="20000"/>
                        </a:spcBef>
                        <a:spcAft>
                          <a:spcPct val="0"/>
                        </a:spcAft>
                        <a:defRPr>
                          <a:solidFill>
                            <a:schemeClr val="tx1"/>
                          </a:solidFill>
                          <a:latin typeface="Comic Sans MS" panose="030F0702030302020204" pitchFamily="66"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AU" altLang="en-US" sz="2000" b="0" i="0" u="none" strike="noStrike" cap="none" normalizeH="0" baseline="0">
                          <a:ln>
                            <a:noFill/>
                          </a:ln>
                          <a:solidFill>
                            <a:schemeClr val="tx1"/>
                          </a:solidFill>
                          <a:effectLst/>
                          <a:latin typeface="Comic Sans MS" panose="030F0702030302020204" pitchFamily="66" charset="0"/>
                        </a:rPr>
                        <a:t>Initial Velocity (u)</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Comic Sans MS" panose="030F0702030302020204" pitchFamily="66" charset="0"/>
                        </a:defRPr>
                      </a:lvl1pPr>
                      <a:lvl2pPr>
                        <a:spcBef>
                          <a:spcPct val="20000"/>
                        </a:spcBef>
                        <a:defRPr sz="2400">
                          <a:solidFill>
                            <a:schemeClr val="tx1"/>
                          </a:solidFill>
                          <a:latin typeface="Comic Sans MS" panose="030F0702030302020204" pitchFamily="66" charset="0"/>
                        </a:defRPr>
                      </a:lvl2pPr>
                      <a:lvl3pPr>
                        <a:spcBef>
                          <a:spcPct val="20000"/>
                        </a:spcBef>
                        <a:defRPr sz="2000">
                          <a:solidFill>
                            <a:schemeClr val="tx1"/>
                          </a:solidFill>
                          <a:latin typeface="Comic Sans MS" panose="030F0702030302020204" pitchFamily="66" charset="0"/>
                        </a:defRPr>
                      </a:lvl3pPr>
                      <a:lvl4pPr>
                        <a:spcBef>
                          <a:spcPct val="20000"/>
                        </a:spcBef>
                        <a:defRPr>
                          <a:solidFill>
                            <a:schemeClr val="tx1"/>
                          </a:solidFill>
                          <a:latin typeface="Comic Sans MS" panose="030F0702030302020204" pitchFamily="66" charset="0"/>
                        </a:defRPr>
                      </a:lvl4pPr>
                      <a:lvl5pPr>
                        <a:spcBef>
                          <a:spcPct val="20000"/>
                        </a:spcBef>
                        <a:defRPr>
                          <a:solidFill>
                            <a:schemeClr val="tx1"/>
                          </a:solidFill>
                          <a:latin typeface="Comic Sans MS" panose="030F0702030302020204" pitchFamily="66" charset="0"/>
                        </a:defRPr>
                      </a:lvl5pPr>
                      <a:lvl6pPr fontAlgn="base">
                        <a:spcBef>
                          <a:spcPct val="20000"/>
                        </a:spcBef>
                        <a:spcAft>
                          <a:spcPct val="0"/>
                        </a:spcAft>
                        <a:defRPr>
                          <a:solidFill>
                            <a:schemeClr val="tx1"/>
                          </a:solidFill>
                          <a:latin typeface="Comic Sans MS" panose="030F0702030302020204" pitchFamily="66" charset="0"/>
                        </a:defRPr>
                      </a:lvl6pPr>
                      <a:lvl7pPr fontAlgn="base">
                        <a:spcBef>
                          <a:spcPct val="20000"/>
                        </a:spcBef>
                        <a:spcAft>
                          <a:spcPct val="0"/>
                        </a:spcAft>
                        <a:defRPr>
                          <a:solidFill>
                            <a:schemeClr val="tx1"/>
                          </a:solidFill>
                          <a:latin typeface="Comic Sans MS" panose="030F0702030302020204" pitchFamily="66" charset="0"/>
                        </a:defRPr>
                      </a:lvl7pPr>
                      <a:lvl8pPr fontAlgn="base">
                        <a:spcBef>
                          <a:spcPct val="20000"/>
                        </a:spcBef>
                        <a:spcAft>
                          <a:spcPct val="0"/>
                        </a:spcAft>
                        <a:defRPr>
                          <a:solidFill>
                            <a:schemeClr val="tx1"/>
                          </a:solidFill>
                          <a:latin typeface="Comic Sans MS" panose="030F0702030302020204" pitchFamily="66" charset="0"/>
                        </a:defRPr>
                      </a:lvl8pPr>
                      <a:lvl9pPr fontAlgn="base">
                        <a:spcBef>
                          <a:spcPct val="20000"/>
                        </a:spcBef>
                        <a:spcAft>
                          <a:spcPct val="0"/>
                        </a:spcAft>
                        <a:defRPr>
                          <a:solidFill>
                            <a:schemeClr val="tx1"/>
                          </a:solidFill>
                          <a:latin typeface="Comic Sans MS" panose="030F0702030302020204" pitchFamily="66"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AU" altLang="en-US" sz="2000" b="0" i="0" u="none" strike="noStrike" cap="none" normalizeH="0" baseline="0">
                          <a:ln>
                            <a:noFill/>
                          </a:ln>
                          <a:solidFill>
                            <a:schemeClr val="tx1"/>
                          </a:solidFill>
                          <a:effectLst/>
                          <a:latin typeface="Comic Sans MS" panose="030F0702030302020204" pitchFamily="66" charset="0"/>
                        </a:rPr>
                        <a:t>11.0ms</a:t>
                      </a:r>
                      <a:r>
                        <a:rPr kumimoji="0" lang="en-AU" altLang="en-US" sz="2000" b="0" i="0" u="none" strike="noStrike" cap="none" normalizeH="0" baseline="30000">
                          <a:ln>
                            <a:noFill/>
                          </a:ln>
                          <a:solidFill>
                            <a:schemeClr val="tx1"/>
                          </a:solidFill>
                          <a:effectLst/>
                          <a:latin typeface="Comic Sans MS" panose="030F0702030302020204" pitchFamily="66" charset="0"/>
                        </a:rPr>
                        <a:t>-1</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rowSpan="2">
                  <a:txBody>
                    <a:bodyPr/>
                    <a:lstStyle>
                      <a:lvl1pPr>
                        <a:spcBef>
                          <a:spcPct val="20000"/>
                        </a:spcBef>
                        <a:defRPr sz="2800">
                          <a:solidFill>
                            <a:schemeClr val="tx1"/>
                          </a:solidFill>
                          <a:latin typeface="Comic Sans MS" panose="030F0702030302020204" pitchFamily="66" charset="0"/>
                        </a:defRPr>
                      </a:lvl1pPr>
                      <a:lvl2pPr>
                        <a:spcBef>
                          <a:spcPct val="20000"/>
                        </a:spcBef>
                        <a:defRPr sz="2400">
                          <a:solidFill>
                            <a:schemeClr val="tx1"/>
                          </a:solidFill>
                          <a:latin typeface="Comic Sans MS" panose="030F0702030302020204" pitchFamily="66" charset="0"/>
                        </a:defRPr>
                      </a:lvl2pPr>
                      <a:lvl3pPr>
                        <a:spcBef>
                          <a:spcPct val="20000"/>
                        </a:spcBef>
                        <a:defRPr sz="2000">
                          <a:solidFill>
                            <a:schemeClr val="tx1"/>
                          </a:solidFill>
                          <a:latin typeface="Comic Sans MS" panose="030F0702030302020204" pitchFamily="66" charset="0"/>
                        </a:defRPr>
                      </a:lvl3pPr>
                      <a:lvl4pPr>
                        <a:spcBef>
                          <a:spcPct val="20000"/>
                        </a:spcBef>
                        <a:defRPr>
                          <a:solidFill>
                            <a:schemeClr val="tx1"/>
                          </a:solidFill>
                          <a:latin typeface="Comic Sans MS" panose="030F0702030302020204" pitchFamily="66" charset="0"/>
                        </a:defRPr>
                      </a:lvl4pPr>
                      <a:lvl5pPr>
                        <a:spcBef>
                          <a:spcPct val="20000"/>
                        </a:spcBef>
                        <a:defRPr>
                          <a:solidFill>
                            <a:schemeClr val="tx1"/>
                          </a:solidFill>
                          <a:latin typeface="Comic Sans MS" panose="030F0702030302020204" pitchFamily="66" charset="0"/>
                        </a:defRPr>
                      </a:lvl5pPr>
                      <a:lvl6pPr fontAlgn="base">
                        <a:spcBef>
                          <a:spcPct val="20000"/>
                        </a:spcBef>
                        <a:spcAft>
                          <a:spcPct val="0"/>
                        </a:spcAft>
                        <a:defRPr>
                          <a:solidFill>
                            <a:schemeClr val="tx1"/>
                          </a:solidFill>
                          <a:latin typeface="Comic Sans MS" panose="030F0702030302020204" pitchFamily="66" charset="0"/>
                        </a:defRPr>
                      </a:lvl6pPr>
                      <a:lvl7pPr fontAlgn="base">
                        <a:spcBef>
                          <a:spcPct val="20000"/>
                        </a:spcBef>
                        <a:spcAft>
                          <a:spcPct val="0"/>
                        </a:spcAft>
                        <a:defRPr>
                          <a:solidFill>
                            <a:schemeClr val="tx1"/>
                          </a:solidFill>
                          <a:latin typeface="Comic Sans MS" panose="030F0702030302020204" pitchFamily="66" charset="0"/>
                        </a:defRPr>
                      </a:lvl7pPr>
                      <a:lvl8pPr fontAlgn="base">
                        <a:spcBef>
                          <a:spcPct val="20000"/>
                        </a:spcBef>
                        <a:spcAft>
                          <a:spcPct val="0"/>
                        </a:spcAft>
                        <a:defRPr>
                          <a:solidFill>
                            <a:schemeClr val="tx1"/>
                          </a:solidFill>
                          <a:latin typeface="Comic Sans MS" panose="030F0702030302020204" pitchFamily="66" charset="0"/>
                        </a:defRPr>
                      </a:lvl8pPr>
                      <a:lvl9pPr fontAlgn="base">
                        <a:spcBef>
                          <a:spcPct val="20000"/>
                        </a:spcBef>
                        <a:spcAft>
                          <a:spcPct val="0"/>
                        </a:spcAft>
                        <a:defRPr>
                          <a:solidFill>
                            <a:schemeClr val="tx1"/>
                          </a:solidFill>
                          <a:latin typeface="Comic Sans MS" panose="030F0702030302020204" pitchFamily="66"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AU" altLang="en-US" sz="2000" b="0" i="0" u="none" strike="noStrike" cap="none" normalizeH="0" baseline="0">
                        <a:ln>
                          <a:noFill/>
                        </a:ln>
                        <a:solidFill>
                          <a:schemeClr val="tx1"/>
                        </a:solidFill>
                        <a:effectLst/>
                        <a:latin typeface="Comic Sans MS" panose="030F0702030302020204" pitchFamily="66" charset="0"/>
                      </a:endParaRPr>
                    </a:p>
                    <a:p>
                      <a:pPr marL="0" marR="0" lvl="0" indent="0" algn="ctr" defTabSz="914400" rtl="0" eaLnBrk="1" fontAlgn="base" latinLnBrk="0" hangingPunct="1">
                        <a:lnSpc>
                          <a:spcPct val="100000"/>
                        </a:lnSpc>
                        <a:spcBef>
                          <a:spcPct val="20000"/>
                        </a:spcBef>
                        <a:spcAft>
                          <a:spcPct val="0"/>
                        </a:spcAft>
                        <a:buClrTx/>
                        <a:buSzTx/>
                        <a:buFontTx/>
                        <a:buNone/>
                        <a:tabLst/>
                      </a:pPr>
                      <a:r>
                        <a:rPr kumimoji="0" lang="en-AU" altLang="en-US" sz="2000" b="0" i="0" u="none" strike="noStrike" cap="none" normalizeH="0" baseline="0">
                          <a:ln>
                            <a:noFill/>
                          </a:ln>
                          <a:solidFill>
                            <a:schemeClr val="tx1"/>
                          </a:solidFill>
                          <a:effectLst/>
                          <a:latin typeface="Comic Sans MS" panose="030F0702030302020204" pitchFamily="66" charset="0"/>
                        </a:rPr>
                        <a:t>19.1ms</a:t>
                      </a:r>
                      <a:r>
                        <a:rPr kumimoji="0" lang="en-AU" altLang="en-US" sz="2000" b="0" i="0" u="none" strike="noStrike" cap="none" normalizeH="0" baseline="30000">
                          <a:ln>
                            <a:noFill/>
                          </a:ln>
                          <a:solidFill>
                            <a:schemeClr val="tx1"/>
                          </a:solidFill>
                          <a:effectLst/>
                          <a:latin typeface="Comic Sans MS" panose="030F0702030302020204" pitchFamily="66" charset="0"/>
                        </a:rPr>
                        <a:t>-1</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3913789362"/>
                  </a:ext>
                </a:extLst>
              </a:tr>
              <a:tr h="539750">
                <a:tc>
                  <a:txBody>
                    <a:bodyPr/>
                    <a:lstStyle>
                      <a:lvl1pPr>
                        <a:spcBef>
                          <a:spcPct val="20000"/>
                        </a:spcBef>
                        <a:defRPr sz="2800">
                          <a:solidFill>
                            <a:schemeClr val="tx1"/>
                          </a:solidFill>
                          <a:latin typeface="Comic Sans MS" panose="030F0702030302020204" pitchFamily="66" charset="0"/>
                        </a:defRPr>
                      </a:lvl1pPr>
                      <a:lvl2pPr>
                        <a:spcBef>
                          <a:spcPct val="20000"/>
                        </a:spcBef>
                        <a:defRPr sz="2400">
                          <a:solidFill>
                            <a:schemeClr val="tx1"/>
                          </a:solidFill>
                          <a:latin typeface="Comic Sans MS" panose="030F0702030302020204" pitchFamily="66" charset="0"/>
                        </a:defRPr>
                      </a:lvl2pPr>
                      <a:lvl3pPr>
                        <a:spcBef>
                          <a:spcPct val="20000"/>
                        </a:spcBef>
                        <a:defRPr sz="2000">
                          <a:solidFill>
                            <a:schemeClr val="tx1"/>
                          </a:solidFill>
                          <a:latin typeface="Comic Sans MS" panose="030F0702030302020204" pitchFamily="66" charset="0"/>
                        </a:defRPr>
                      </a:lvl3pPr>
                      <a:lvl4pPr>
                        <a:spcBef>
                          <a:spcPct val="20000"/>
                        </a:spcBef>
                        <a:defRPr>
                          <a:solidFill>
                            <a:schemeClr val="tx1"/>
                          </a:solidFill>
                          <a:latin typeface="Comic Sans MS" panose="030F0702030302020204" pitchFamily="66" charset="0"/>
                        </a:defRPr>
                      </a:lvl4pPr>
                      <a:lvl5pPr>
                        <a:spcBef>
                          <a:spcPct val="20000"/>
                        </a:spcBef>
                        <a:defRPr>
                          <a:solidFill>
                            <a:schemeClr val="tx1"/>
                          </a:solidFill>
                          <a:latin typeface="Comic Sans MS" panose="030F0702030302020204" pitchFamily="66" charset="0"/>
                        </a:defRPr>
                      </a:lvl5pPr>
                      <a:lvl6pPr fontAlgn="base">
                        <a:spcBef>
                          <a:spcPct val="20000"/>
                        </a:spcBef>
                        <a:spcAft>
                          <a:spcPct val="0"/>
                        </a:spcAft>
                        <a:defRPr>
                          <a:solidFill>
                            <a:schemeClr val="tx1"/>
                          </a:solidFill>
                          <a:latin typeface="Comic Sans MS" panose="030F0702030302020204" pitchFamily="66" charset="0"/>
                        </a:defRPr>
                      </a:lvl6pPr>
                      <a:lvl7pPr fontAlgn="base">
                        <a:spcBef>
                          <a:spcPct val="20000"/>
                        </a:spcBef>
                        <a:spcAft>
                          <a:spcPct val="0"/>
                        </a:spcAft>
                        <a:defRPr>
                          <a:solidFill>
                            <a:schemeClr val="tx1"/>
                          </a:solidFill>
                          <a:latin typeface="Comic Sans MS" panose="030F0702030302020204" pitchFamily="66" charset="0"/>
                        </a:defRPr>
                      </a:lvl7pPr>
                      <a:lvl8pPr fontAlgn="base">
                        <a:spcBef>
                          <a:spcPct val="20000"/>
                        </a:spcBef>
                        <a:spcAft>
                          <a:spcPct val="0"/>
                        </a:spcAft>
                        <a:defRPr>
                          <a:solidFill>
                            <a:schemeClr val="tx1"/>
                          </a:solidFill>
                          <a:latin typeface="Comic Sans MS" panose="030F0702030302020204" pitchFamily="66" charset="0"/>
                        </a:defRPr>
                      </a:lvl8pPr>
                      <a:lvl9pPr fontAlgn="base">
                        <a:spcBef>
                          <a:spcPct val="20000"/>
                        </a:spcBef>
                        <a:spcAft>
                          <a:spcPct val="0"/>
                        </a:spcAft>
                        <a:defRPr>
                          <a:solidFill>
                            <a:schemeClr val="tx1"/>
                          </a:solidFill>
                          <a:latin typeface="Comic Sans MS" panose="030F0702030302020204" pitchFamily="66"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AU" altLang="en-US" sz="2000" b="0" i="0" u="none" strike="noStrike" cap="none" normalizeH="0" baseline="0">
                          <a:ln>
                            <a:noFill/>
                          </a:ln>
                          <a:solidFill>
                            <a:schemeClr val="tx1"/>
                          </a:solidFill>
                          <a:effectLst/>
                          <a:latin typeface="Comic Sans MS" panose="030F0702030302020204" pitchFamily="66" charset="0"/>
                        </a:rPr>
                        <a:t>Final velocity (v)</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Comic Sans MS" panose="030F0702030302020204" pitchFamily="66" charset="0"/>
                        </a:defRPr>
                      </a:lvl1pPr>
                      <a:lvl2pPr>
                        <a:spcBef>
                          <a:spcPct val="20000"/>
                        </a:spcBef>
                        <a:defRPr sz="2400">
                          <a:solidFill>
                            <a:schemeClr val="tx1"/>
                          </a:solidFill>
                          <a:latin typeface="Comic Sans MS" panose="030F0702030302020204" pitchFamily="66" charset="0"/>
                        </a:defRPr>
                      </a:lvl2pPr>
                      <a:lvl3pPr>
                        <a:spcBef>
                          <a:spcPct val="20000"/>
                        </a:spcBef>
                        <a:defRPr sz="2000">
                          <a:solidFill>
                            <a:schemeClr val="tx1"/>
                          </a:solidFill>
                          <a:latin typeface="Comic Sans MS" panose="030F0702030302020204" pitchFamily="66" charset="0"/>
                        </a:defRPr>
                      </a:lvl3pPr>
                      <a:lvl4pPr>
                        <a:spcBef>
                          <a:spcPct val="20000"/>
                        </a:spcBef>
                        <a:defRPr>
                          <a:solidFill>
                            <a:schemeClr val="tx1"/>
                          </a:solidFill>
                          <a:latin typeface="Comic Sans MS" panose="030F0702030302020204" pitchFamily="66" charset="0"/>
                        </a:defRPr>
                      </a:lvl4pPr>
                      <a:lvl5pPr>
                        <a:spcBef>
                          <a:spcPct val="20000"/>
                        </a:spcBef>
                        <a:defRPr>
                          <a:solidFill>
                            <a:schemeClr val="tx1"/>
                          </a:solidFill>
                          <a:latin typeface="Comic Sans MS" panose="030F0702030302020204" pitchFamily="66" charset="0"/>
                        </a:defRPr>
                      </a:lvl5pPr>
                      <a:lvl6pPr fontAlgn="base">
                        <a:spcBef>
                          <a:spcPct val="20000"/>
                        </a:spcBef>
                        <a:spcAft>
                          <a:spcPct val="0"/>
                        </a:spcAft>
                        <a:defRPr>
                          <a:solidFill>
                            <a:schemeClr val="tx1"/>
                          </a:solidFill>
                          <a:latin typeface="Comic Sans MS" panose="030F0702030302020204" pitchFamily="66" charset="0"/>
                        </a:defRPr>
                      </a:lvl6pPr>
                      <a:lvl7pPr fontAlgn="base">
                        <a:spcBef>
                          <a:spcPct val="20000"/>
                        </a:spcBef>
                        <a:spcAft>
                          <a:spcPct val="0"/>
                        </a:spcAft>
                        <a:defRPr>
                          <a:solidFill>
                            <a:schemeClr val="tx1"/>
                          </a:solidFill>
                          <a:latin typeface="Comic Sans MS" panose="030F0702030302020204" pitchFamily="66" charset="0"/>
                        </a:defRPr>
                      </a:lvl7pPr>
                      <a:lvl8pPr fontAlgn="base">
                        <a:spcBef>
                          <a:spcPct val="20000"/>
                        </a:spcBef>
                        <a:spcAft>
                          <a:spcPct val="0"/>
                        </a:spcAft>
                        <a:defRPr>
                          <a:solidFill>
                            <a:schemeClr val="tx1"/>
                          </a:solidFill>
                          <a:latin typeface="Comic Sans MS" panose="030F0702030302020204" pitchFamily="66" charset="0"/>
                        </a:defRPr>
                      </a:lvl8pPr>
                      <a:lvl9pPr fontAlgn="base">
                        <a:spcBef>
                          <a:spcPct val="20000"/>
                        </a:spcBef>
                        <a:spcAft>
                          <a:spcPct val="0"/>
                        </a:spcAft>
                        <a:defRPr>
                          <a:solidFill>
                            <a:schemeClr val="tx1"/>
                          </a:solidFill>
                          <a:latin typeface="Comic Sans MS" panose="030F0702030302020204" pitchFamily="66"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altLang="en-US" sz="2000" b="0" i="0" u="none" strike="noStrike" cap="none" normalizeH="0" baseline="0">
                        <a:ln>
                          <a:noFill/>
                        </a:ln>
                        <a:solidFill>
                          <a:schemeClr val="tx1"/>
                        </a:solidFill>
                        <a:effectLst/>
                        <a:latin typeface="Comic Sans MS" panose="030F0702030302020204" pitchFamily="66"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vMerge="1">
                  <a:txBody>
                    <a:bodyPr/>
                    <a:lstStyle/>
                    <a:p>
                      <a:endParaRPr lang="en-AU"/>
                    </a:p>
                  </a:txBody>
                  <a:tcPr/>
                </a:tc>
                <a:extLst>
                  <a:ext uri="{0D108BD9-81ED-4DB2-BD59-A6C34878D82A}">
                    <a16:rowId xmlns:a16="http://schemas.microsoft.com/office/drawing/2014/main" val="1872783026"/>
                  </a:ext>
                </a:extLst>
              </a:tr>
              <a:tr h="542925">
                <a:tc>
                  <a:txBody>
                    <a:bodyPr/>
                    <a:lstStyle>
                      <a:lvl1pPr>
                        <a:spcBef>
                          <a:spcPct val="20000"/>
                        </a:spcBef>
                        <a:defRPr sz="2800">
                          <a:solidFill>
                            <a:schemeClr val="tx1"/>
                          </a:solidFill>
                          <a:latin typeface="Comic Sans MS" panose="030F0702030302020204" pitchFamily="66" charset="0"/>
                        </a:defRPr>
                      </a:lvl1pPr>
                      <a:lvl2pPr>
                        <a:spcBef>
                          <a:spcPct val="20000"/>
                        </a:spcBef>
                        <a:defRPr sz="2400">
                          <a:solidFill>
                            <a:schemeClr val="tx1"/>
                          </a:solidFill>
                          <a:latin typeface="Comic Sans MS" panose="030F0702030302020204" pitchFamily="66" charset="0"/>
                        </a:defRPr>
                      </a:lvl2pPr>
                      <a:lvl3pPr>
                        <a:spcBef>
                          <a:spcPct val="20000"/>
                        </a:spcBef>
                        <a:defRPr sz="2000">
                          <a:solidFill>
                            <a:schemeClr val="tx1"/>
                          </a:solidFill>
                          <a:latin typeface="Comic Sans MS" panose="030F0702030302020204" pitchFamily="66" charset="0"/>
                        </a:defRPr>
                      </a:lvl3pPr>
                      <a:lvl4pPr>
                        <a:spcBef>
                          <a:spcPct val="20000"/>
                        </a:spcBef>
                        <a:defRPr>
                          <a:solidFill>
                            <a:schemeClr val="tx1"/>
                          </a:solidFill>
                          <a:latin typeface="Comic Sans MS" panose="030F0702030302020204" pitchFamily="66" charset="0"/>
                        </a:defRPr>
                      </a:lvl4pPr>
                      <a:lvl5pPr>
                        <a:spcBef>
                          <a:spcPct val="20000"/>
                        </a:spcBef>
                        <a:defRPr>
                          <a:solidFill>
                            <a:schemeClr val="tx1"/>
                          </a:solidFill>
                          <a:latin typeface="Comic Sans MS" panose="030F0702030302020204" pitchFamily="66" charset="0"/>
                        </a:defRPr>
                      </a:lvl5pPr>
                      <a:lvl6pPr fontAlgn="base">
                        <a:spcBef>
                          <a:spcPct val="20000"/>
                        </a:spcBef>
                        <a:spcAft>
                          <a:spcPct val="0"/>
                        </a:spcAft>
                        <a:defRPr>
                          <a:solidFill>
                            <a:schemeClr val="tx1"/>
                          </a:solidFill>
                          <a:latin typeface="Comic Sans MS" panose="030F0702030302020204" pitchFamily="66" charset="0"/>
                        </a:defRPr>
                      </a:lvl6pPr>
                      <a:lvl7pPr fontAlgn="base">
                        <a:spcBef>
                          <a:spcPct val="20000"/>
                        </a:spcBef>
                        <a:spcAft>
                          <a:spcPct val="0"/>
                        </a:spcAft>
                        <a:defRPr>
                          <a:solidFill>
                            <a:schemeClr val="tx1"/>
                          </a:solidFill>
                          <a:latin typeface="Comic Sans MS" panose="030F0702030302020204" pitchFamily="66" charset="0"/>
                        </a:defRPr>
                      </a:lvl7pPr>
                      <a:lvl8pPr fontAlgn="base">
                        <a:spcBef>
                          <a:spcPct val="20000"/>
                        </a:spcBef>
                        <a:spcAft>
                          <a:spcPct val="0"/>
                        </a:spcAft>
                        <a:defRPr>
                          <a:solidFill>
                            <a:schemeClr val="tx1"/>
                          </a:solidFill>
                          <a:latin typeface="Comic Sans MS" panose="030F0702030302020204" pitchFamily="66" charset="0"/>
                        </a:defRPr>
                      </a:lvl8pPr>
                      <a:lvl9pPr fontAlgn="base">
                        <a:spcBef>
                          <a:spcPct val="20000"/>
                        </a:spcBef>
                        <a:spcAft>
                          <a:spcPct val="0"/>
                        </a:spcAft>
                        <a:defRPr>
                          <a:solidFill>
                            <a:schemeClr val="tx1"/>
                          </a:solidFill>
                          <a:latin typeface="Comic Sans MS" panose="030F0702030302020204" pitchFamily="66"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AU" altLang="en-US" sz="2000" b="0" i="0" u="none" strike="noStrike" cap="none" normalizeH="0" baseline="0">
                          <a:ln>
                            <a:noFill/>
                          </a:ln>
                          <a:solidFill>
                            <a:schemeClr val="tx1"/>
                          </a:solidFill>
                          <a:effectLst/>
                          <a:latin typeface="Comic Sans MS" panose="030F0702030302020204" pitchFamily="66" charset="0"/>
                        </a:rPr>
                        <a:t>Displacement (s)</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Comic Sans MS" panose="030F0702030302020204" pitchFamily="66" charset="0"/>
                        </a:defRPr>
                      </a:lvl1pPr>
                      <a:lvl2pPr>
                        <a:spcBef>
                          <a:spcPct val="20000"/>
                        </a:spcBef>
                        <a:defRPr sz="2400">
                          <a:solidFill>
                            <a:schemeClr val="tx1"/>
                          </a:solidFill>
                          <a:latin typeface="Comic Sans MS" panose="030F0702030302020204" pitchFamily="66" charset="0"/>
                        </a:defRPr>
                      </a:lvl2pPr>
                      <a:lvl3pPr>
                        <a:spcBef>
                          <a:spcPct val="20000"/>
                        </a:spcBef>
                        <a:defRPr sz="2000">
                          <a:solidFill>
                            <a:schemeClr val="tx1"/>
                          </a:solidFill>
                          <a:latin typeface="Comic Sans MS" panose="030F0702030302020204" pitchFamily="66" charset="0"/>
                        </a:defRPr>
                      </a:lvl3pPr>
                      <a:lvl4pPr>
                        <a:spcBef>
                          <a:spcPct val="20000"/>
                        </a:spcBef>
                        <a:defRPr>
                          <a:solidFill>
                            <a:schemeClr val="tx1"/>
                          </a:solidFill>
                          <a:latin typeface="Comic Sans MS" panose="030F0702030302020204" pitchFamily="66" charset="0"/>
                        </a:defRPr>
                      </a:lvl4pPr>
                      <a:lvl5pPr>
                        <a:spcBef>
                          <a:spcPct val="20000"/>
                        </a:spcBef>
                        <a:defRPr>
                          <a:solidFill>
                            <a:schemeClr val="tx1"/>
                          </a:solidFill>
                          <a:latin typeface="Comic Sans MS" panose="030F0702030302020204" pitchFamily="66" charset="0"/>
                        </a:defRPr>
                      </a:lvl5pPr>
                      <a:lvl6pPr fontAlgn="base">
                        <a:spcBef>
                          <a:spcPct val="20000"/>
                        </a:spcBef>
                        <a:spcAft>
                          <a:spcPct val="0"/>
                        </a:spcAft>
                        <a:defRPr>
                          <a:solidFill>
                            <a:schemeClr val="tx1"/>
                          </a:solidFill>
                          <a:latin typeface="Comic Sans MS" panose="030F0702030302020204" pitchFamily="66" charset="0"/>
                        </a:defRPr>
                      </a:lvl6pPr>
                      <a:lvl7pPr fontAlgn="base">
                        <a:spcBef>
                          <a:spcPct val="20000"/>
                        </a:spcBef>
                        <a:spcAft>
                          <a:spcPct val="0"/>
                        </a:spcAft>
                        <a:defRPr>
                          <a:solidFill>
                            <a:schemeClr val="tx1"/>
                          </a:solidFill>
                          <a:latin typeface="Comic Sans MS" panose="030F0702030302020204" pitchFamily="66" charset="0"/>
                        </a:defRPr>
                      </a:lvl7pPr>
                      <a:lvl8pPr fontAlgn="base">
                        <a:spcBef>
                          <a:spcPct val="20000"/>
                        </a:spcBef>
                        <a:spcAft>
                          <a:spcPct val="0"/>
                        </a:spcAft>
                        <a:defRPr>
                          <a:solidFill>
                            <a:schemeClr val="tx1"/>
                          </a:solidFill>
                          <a:latin typeface="Comic Sans MS" panose="030F0702030302020204" pitchFamily="66" charset="0"/>
                        </a:defRPr>
                      </a:lvl8pPr>
                      <a:lvl9pPr fontAlgn="base">
                        <a:spcBef>
                          <a:spcPct val="20000"/>
                        </a:spcBef>
                        <a:spcAft>
                          <a:spcPct val="0"/>
                        </a:spcAft>
                        <a:defRPr>
                          <a:solidFill>
                            <a:schemeClr val="tx1"/>
                          </a:solidFill>
                          <a:latin typeface="Comic Sans MS" panose="030F0702030302020204" pitchFamily="66"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altLang="en-US" sz="2000" b="0" i="0" u="none" strike="noStrike" cap="none" normalizeH="0" baseline="0">
                        <a:ln>
                          <a:noFill/>
                        </a:ln>
                        <a:solidFill>
                          <a:schemeClr val="tx1"/>
                        </a:solidFill>
                        <a:effectLst/>
                        <a:latin typeface="Comic Sans MS" panose="030F0702030302020204" pitchFamily="66"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Comic Sans MS" panose="030F0702030302020204" pitchFamily="66" charset="0"/>
                        </a:defRPr>
                      </a:lvl1pPr>
                      <a:lvl2pPr>
                        <a:spcBef>
                          <a:spcPct val="20000"/>
                        </a:spcBef>
                        <a:defRPr sz="2400">
                          <a:solidFill>
                            <a:schemeClr val="tx1"/>
                          </a:solidFill>
                          <a:latin typeface="Comic Sans MS" panose="030F0702030302020204" pitchFamily="66" charset="0"/>
                        </a:defRPr>
                      </a:lvl2pPr>
                      <a:lvl3pPr>
                        <a:spcBef>
                          <a:spcPct val="20000"/>
                        </a:spcBef>
                        <a:defRPr sz="2000">
                          <a:solidFill>
                            <a:schemeClr val="tx1"/>
                          </a:solidFill>
                          <a:latin typeface="Comic Sans MS" panose="030F0702030302020204" pitchFamily="66" charset="0"/>
                        </a:defRPr>
                      </a:lvl3pPr>
                      <a:lvl4pPr>
                        <a:spcBef>
                          <a:spcPct val="20000"/>
                        </a:spcBef>
                        <a:defRPr>
                          <a:solidFill>
                            <a:schemeClr val="tx1"/>
                          </a:solidFill>
                          <a:latin typeface="Comic Sans MS" panose="030F0702030302020204" pitchFamily="66" charset="0"/>
                        </a:defRPr>
                      </a:lvl4pPr>
                      <a:lvl5pPr>
                        <a:spcBef>
                          <a:spcPct val="20000"/>
                        </a:spcBef>
                        <a:defRPr>
                          <a:solidFill>
                            <a:schemeClr val="tx1"/>
                          </a:solidFill>
                          <a:latin typeface="Comic Sans MS" panose="030F0702030302020204" pitchFamily="66" charset="0"/>
                        </a:defRPr>
                      </a:lvl5pPr>
                      <a:lvl6pPr fontAlgn="base">
                        <a:spcBef>
                          <a:spcPct val="20000"/>
                        </a:spcBef>
                        <a:spcAft>
                          <a:spcPct val="0"/>
                        </a:spcAft>
                        <a:defRPr>
                          <a:solidFill>
                            <a:schemeClr val="tx1"/>
                          </a:solidFill>
                          <a:latin typeface="Comic Sans MS" panose="030F0702030302020204" pitchFamily="66" charset="0"/>
                        </a:defRPr>
                      </a:lvl6pPr>
                      <a:lvl7pPr fontAlgn="base">
                        <a:spcBef>
                          <a:spcPct val="20000"/>
                        </a:spcBef>
                        <a:spcAft>
                          <a:spcPct val="0"/>
                        </a:spcAft>
                        <a:defRPr>
                          <a:solidFill>
                            <a:schemeClr val="tx1"/>
                          </a:solidFill>
                          <a:latin typeface="Comic Sans MS" panose="030F0702030302020204" pitchFamily="66" charset="0"/>
                        </a:defRPr>
                      </a:lvl7pPr>
                      <a:lvl8pPr fontAlgn="base">
                        <a:spcBef>
                          <a:spcPct val="20000"/>
                        </a:spcBef>
                        <a:spcAft>
                          <a:spcPct val="0"/>
                        </a:spcAft>
                        <a:defRPr>
                          <a:solidFill>
                            <a:schemeClr val="tx1"/>
                          </a:solidFill>
                          <a:latin typeface="Comic Sans MS" panose="030F0702030302020204" pitchFamily="66" charset="0"/>
                        </a:defRPr>
                      </a:lvl8pPr>
                      <a:lvl9pPr fontAlgn="base">
                        <a:spcBef>
                          <a:spcPct val="20000"/>
                        </a:spcBef>
                        <a:spcAft>
                          <a:spcPct val="0"/>
                        </a:spcAft>
                        <a:defRPr>
                          <a:solidFill>
                            <a:schemeClr val="tx1"/>
                          </a:solidFill>
                          <a:latin typeface="Comic Sans MS" panose="030F0702030302020204" pitchFamily="66"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altLang="en-US" sz="2000" b="0" i="0" u="none" strike="noStrike" cap="none" normalizeH="0" baseline="0">
                        <a:ln>
                          <a:noFill/>
                        </a:ln>
                        <a:solidFill>
                          <a:schemeClr val="tx1"/>
                        </a:solidFill>
                        <a:effectLst/>
                        <a:latin typeface="Comic Sans MS" panose="030F0702030302020204" pitchFamily="66" charset="0"/>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3860917011"/>
                  </a:ext>
                </a:extLst>
              </a:tr>
              <a:tr h="541338">
                <a:tc>
                  <a:txBody>
                    <a:bodyPr/>
                    <a:lstStyle>
                      <a:lvl1pPr>
                        <a:spcBef>
                          <a:spcPct val="20000"/>
                        </a:spcBef>
                        <a:defRPr sz="2800">
                          <a:solidFill>
                            <a:schemeClr val="tx1"/>
                          </a:solidFill>
                          <a:latin typeface="Comic Sans MS" panose="030F0702030302020204" pitchFamily="66" charset="0"/>
                        </a:defRPr>
                      </a:lvl1pPr>
                      <a:lvl2pPr>
                        <a:spcBef>
                          <a:spcPct val="20000"/>
                        </a:spcBef>
                        <a:defRPr sz="2400">
                          <a:solidFill>
                            <a:schemeClr val="tx1"/>
                          </a:solidFill>
                          <a:latin typeface="Comic Sans MS" panose="030F0702030302020204" pitchFamily="66" charset="0"/>
                        </a:defRPr>
                      </a:lvl2pPr>
                      <a:lvl3pPr>
                        <a:spcBef>
                          <a:spcPct val="20000"/>
                        </a:spcBef>
                        <a:defRPr sz="2000">
                          <a:solidFill>
                            <a:schemeClr val="tx1"/>
                          </a:solidFill>
                          <a:latin typeface="Comic Sans MS" panose="030F0702030302020204" pitchFamily="66" charset="0"/>
                        </a:defRPr>
                      </a:lvl3pPr>
                      <a:lvl4pPr>
                        <a:spcBef>
                          <a:spcPct val="20000"/>
                        </a:spcBef>
                        <a:defRPr>
                          <a:solidFill>
                            <a:schemeClr val="tx1"/>
                          </a:solidFill>
                          <a:latin typeface="Comic Sans MS" panose="030F0702030302020204" pitchFamily="66" charset="0"/>
                        </a:defRPr>
                      </a:lvl4pPr>
                      <a:lvl5pPr>
                        <a:spcBef>
                          <a:spcPct val="20000"/>
                        </a:spcBef>
                        <a:defRPr>
                          <a:solidFill>
                            <a:schemeClr val="tx1"/>
                          </a:solidFill>
                          <a:latin typeface="Comic Sans MS" panose="030F0702030302020204" pitchFamily="66" charset="0"/>
                        </a:defRPr>
                      </a:lvl5pPr>
                      <a:lvl6pPr fontAlgn="base">
                        <a:spcBef>
                          <a:spcPct val="20000"/>
                        </a:spcBef>
                        <a:spcAft>
                          <a:spcPct val="0"/>
                        </a:spcAft>
                        <a:defRPr>
                          <a:solidFill>
                            <a:schemeClr val="tx1"/>
                          </a:solidFill>
                          <a:latin typeface="Comic Sans MS" panose="030F0702030302020204" pitchFamily="66" charset="0"/>
                        </a:defRPr>
                      </a:lvl6pPr>
                      <a:lvl7pPr fontAlgn="base">
                        <a:spcBef>
                          <a:spcPct val="20000"/>
                        </a:spcBef>
                        <a:spcAft>
                          <a:spcPct val="0"/>
                        </a:spcAft>
                        <a:defRPr>
                          <a:solidFill>
                            <a:schemeClr val="tx1"/>
                          </a:solidFill>
                          <a:latin typeface="Comic Sans MS" panose="030F0702030302020204" pitchFamily="66" charset="0"/>
                        </a:defRPr>
                      </a:lvl7pPr>
                      <a:lvl8pPr fontAlgn="base">
                        <a:spcBef>
                          <a:spcPct val="20000"/>
                        </a:spcBef>
                        <a:spcAft>
                          <a:spcPct val="0"/>
                        </a:spcAft>
                        <a:defRPr>
                          <a:solidFill>
                            <a:schemeClr val="tx1"/>
                          </a:solidFill>
                          <a:latin typeface="Comic Sans MS" panose="030F0702030302020204" pitchFamily="66" charset="0"/>
                        </a:defRPr>
                      </a:lvl8pPr>
                      <a:lvl9pPr fontAlgn="base">
                        <a:spcBef>
                          <a:spcPct val="20000"/>
                        </a:spcBef>
                        <a:spcAft>
                          <a:spcPct val="0"/>
                        </a:spcAft>
                        <a:defRPr>
                          <a:solidFill>
                            <a:schemeClr val="tx1"/>
                          </a:solidFill>
                          <a:latin typeface="Comic Sans MS" panose="030F0702030302020204" pitchFamily="66"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AU" altLang="en-US" sz="2000" b="0" i="0" u="none" strike="noStrike" cap="none" normalizeH="0" baseline="0">
                          <a:ln>
                            <a:noFill/>
                          </a:ln>
                          <a:solidFill>
                            <a:schemeClr val="tx1"/>
                          </a:solidFill>
                          <a:effectLst/>
                          <a:latin typeface="Comic Sans MS" panose="030F0702030302020204" pitchFamily="66" charset="0"/>
                        </a:rPr>
                        <a:t>Time (t)</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gridSpan="2">
                  <a:txBody>
                    <a:bodyPr/>
                    <a:lstStyle>
                      <a:lvl1pPr>
                        <a:spcBef>
                          <a:spcPct val="20000"/>
                        </a:spcBef>
                        <a:defRPr sz="2800">
                          <a:solidFill>
                            <a:schemeClr val="tx1"/>
                          </a:solidFill>
                          <a:latin typeface="Comic Sans MS" panose="030F0702030302020204" pitchFamily="66" charset="0"/>
                        </a:defRPr>
                      </a:lvl1pPr>
                      <a:lvl2pPr>
                        <a:spcBef>
                          <a:spcPct val="20000"/>
                        </a:spcBef>
                        <a:defRPr sz="2400">
                          <a:solidFill>
                            <a:schemeClr val="tx1"/>
                          </a:solidFill>
                          <a:latin typeface="Comic Sans MS" panose="030F0702030302020204" pitchFamily="66" charset="0"/>
                        </a:defRPr>
                      </a:lvl2pPr>
                      <a:lvl3pPr>
                        <a:spcBef>
                          <a:spcPct val="20000"/>
                        </a:spcBef>
                        <a:defRPr sz="2000">
                          <a:solidFill>
                            <a:schemeClr val="tx1"/>
                          </a:solidFill>
                          <a:latin typeface="Comic Sans MS" panose="030F0702030302020204" pitchFamily="66" charset="0"/>
                        </a:defRPr>
                      </a:lvl3pPr>
                      <a:lvl4pPr>
                        <a:spcBef>
                          <a:spcPct val="20000"/>
                        </a:spcBef>
                        <a:defRPr>
                          <a:solidFill>
                            <a:schemeClr val="tx1"/>
                          </a:solidFill>
                          <a:latin typeface="Comic Sans MS" panose="030F0702030302020204" pitchFamily="66" charset="0"/>
                        </a:defRPr>
                      </a:lvl4pPr>
                      <a:lvl5pPr>
                        <a:spcBef>
                          <a:spcPct val="20000"/>
                        </a:spcBef>
                        <a:defRPr>
                          <a:solidFill>
                            <a:schemeClr val="tx1"/>
                          </a:solidFill>
                          <a:latin typeface="Comic Sans MS" panose="030F0702030302020204" pitchFamily="66" charset="0"/>
                        </a:defRPr>
                      </a:lvl5pPr>
                      <a:lvl6pPr fontAlgn="base">
                        <a:spcBef>
                          <a:spcPct val="20000"/>
                        </a:spcBef>
                        <a:spcAft>
                          <a:spcPct val="0"/>
                        </a:spcAft>
                        <a:defRPr>
                          <a:solidFill>
                            <a:schemeClr val="tx1"/>
                          </a:solidFill>
                          <a:latin typeface="Comic Sans MS" panose="030F0702030302020204" pitchFamily="66" charset="0"/>
                        </a:defRPr>
                      </a:lvl6pPr>
                      <a:lvl7pPr fontAlgn="base">
                        <a:spcBef>
                          <a:spcPct val="20000"/>
                        </a:spcBef>
                        <a:spcAft>
                          <a:spcPct val="0"/>
                        </a:spcAft>
                        <a:defRPr>
                          <a:solidFill>
                            <a:schemeClr val="tx1"/>
                          </a:solidFill>
                          <a:latin typeface="Comic Sans MS" panose="030F0702030302020204" pitchFamily="66" charset="0"/>
                        </a:defRPr>
                      </a:lvl7pPr>
                      <a:lvl8pPr fontAlgn="base">
                        <a:spcBef>
                          <a:spcPct val="20000"/>
                        </a:spcBef>
                        <a:spcAft>
                          <a:spcPct val="0"/>
                        </a:spcAft>
                        <a:defRPr>
                          <a:solidFill>
                            <a:schemeClr val="tx1"/>
                          </a:solidFill>
                          <a:latin typeface="Comic Sans MS" panose="030F0702030302020204" pitchFamily="66" charset="0"/>
                        </a:defRPr>
                      </a:lvl8pPr>
                      <a:lvl9pPr fontAlgn="base">
                        <a:spcBef>
                          <a:spcPct val="20000"/>
                        </a:spcBef>
                        <a:spcAft>
                          <a:spcPct val="0"/>
                        </a:spcAft>
                        <a:defRPr>
                          <a:solidFill>
                            <a:schemeClr val="tx1"/>
                          </a:solidFill>
                          <a:latin typeface="Comic Sans MS" panose="030F0702030302020204" pitchFamily="66"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altLang="en-US" sz="2000" b="0" i="0" u="none" strike="noStrike" cap="none" normalizeH="0" baseline="0">
                        <a:ln>
                          <a:noFill/>
                        </a:ln>
                        <a:solidFill>
                          <a:schemeClr val="tx1"/>
                        </a:solidFill>
                        <a:effectLst/>
                        <a:latin typeface="Comic Sans MS" panose="030F0702030302020204" pitchFamily="66" charset="0"/>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hMerge="1">
                  <a:txBody>
                    <a:bodyPr/>
                    <a:lstStyle/>
                    <a:p>
                      <a:endParaRPr lang="en-AU"/>
                    </a:p>
                  </a:txBody>
                  <a:tcPr/>
                </a:tc>
                <a:extLst>
                  <a:ext uri="{0D108BD9-81ED-4DB2-BD59-A6C34878D82A}">
                    <a16:rowId xmlns:a16="http://schemas.microsoft.com/office/drawing/2014/main" val="1209821126"/>
                  </a:ext>
                </a:extLst>
              </a:tr>
            </a:tbl>
          </a:graphicData>
        </a:graphic>
      </p:graphicFrame>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02754" name="Rectangle 2">
            <a:extLst>
              <a:ext uri="{FF2B5EF4-FFF2-40B4-BE49-F238E27FC236}">
                <a16:creationId xmlns:a16="http://schemas.microsoft.com/office/drawing/2014/main" id="{F873D900-CC2D-EB64-D6AC-643566040CE8}"/>
              </a:ext>
            </a:extLst>
          </p:cNvPr>
          <p:cNvSpPr>
            <a:spLocks noGrp="1" noChangeArrowheads="1"/>
          </p:cNvSpPr>
          <p:nvPr>
            <p:ph type="title"/>
          </p:nvPr>
        </p:nvSpPr>
        <p:spPr/>
        <p:txBody>
          <a:bodyPr/>
          <a:lstStyle/>
          <a:p>
            <a:r>
              <a:rPr lang="en-AU" altLang="en-US"/>
              <a:t>Step 4 – Use the data to answer the questions </a:t>
            </a:r>
          </a:p>
        </p:txBody>
      </p:sp>
      <p:sp>
        <p:nvSpPr>
          <p:cNvPr id="202755" name="Rectangle 3">
            <a:extLst>
              <a:ext uri="{FF2B5EF4-FFF2-40B4-BE49-F238E27FC236}">
                <a16:creationId xmlns:a16="http://schemas.microsoft.com/office/drawing/2014/main" id="{5CEF1D3F-F376-6418-442F-FC52950694B2}"/>
              </a:ext>
            </a:extLst>
          </p:cNvPr>
          <p:cNvSpPr>
            <a:spLocks noGrp="1" noChangeArrowheads="1"/>
          </p:cNvSpPr>
          <p:nvPr>
            <p:ph type="body" idx="1"/>
          </p:nvPr>
        </p:nvSpPr>
        <p:spPr/>
        <p:txBody>
          <a:bodyPr/>
          <a:lstStyle/>
          <a:p>
            <a:pPr marL="609600" indent="-609600">
              <a:buFontTx/>
              <a:buAutoNum type="alphaLcParenR"/>
            </a:pPr>
            <a:r>
              <a:rPr lang="en-AU" altLang="en-US"/>
              <a:t>At maximum height, the vertical velocity is zero, so use the equation:</a:t>
            </a:r>
          </a:p>
          <a:p>
            <a:pPr marL="609600" indent="-609600">
              <a:buFontTx/>
              <a:buNone/>
            </a:pPr>
            <a:r>
              <a:rPr lang="en-AU" altLang="en-US" sz="2800"/>
              <a:t>			v</a:t>
            </a:r>
            <a:r>
              <a:rPr lang="en-AU" altLang="en-US" sz="2800" baseline="-25000"/>
              <a:t>v</a:t>
            </a:r>
            <a:r>
              <a:rPr lang="en-AU" altLang="en-US" sz="2800" baseline="30000"/>
              <a:t>2</a:t>
            </a:r>
            <a:r>
              <a:rPr lang="en-AU" altLang="en-US" sz="2800"/>
              <a:t> = u</a:t>
            </a:r>
            <a:r>
              <a:rPr lang="en-AU" altLang="en-US" sz="2800" baseline="-25000"/>
              <a:t>v</a:t>
            </a:r>
            <a:r>
              <a:rPr lang="en-AU" altLang="en-US" sz="2800" baseline="30000"/>
              <a:t>2</a:t>
            </a:r>
            <a:r>
              <a:rPr lang="en-AU" altLang="en-US" sz="2800"/>
              <a:t> - 19.6s</a:t>
            </a:r>
            <a:r>
              <a:rPr lang="en-AU" altLang="en-US" sz="2800" baseline="-25000"/>
              <a:t>v</a:t>
            </a:r>
          </a:p>
          <a:p>
            <a:pPr marL="609600" indent="-609600">
              <a:buFontTx/>
              <a:buNone/>
            </a:pPr>
            <a:r>
              <a:rPr lang="en-AU" altLang="en-US" sz="2800" baseline="-25000"/>
              <a:t>			</a:t>
            </a:r>
            <a:r>
              <a:rPr lang="en-AU" altLang="en-US" sz="2800"/>
              <a:t>0 = 11</a:t>
            </a:r>
            <a:r>
              <a:rPr lang="en-AU" altLang="en-US" sz="2800" baseline="30000"/>
              <a:t>2</a:t>
            </a:r>
            <a:r>
              <a:rPr lang="en-AU" altLang="en-US" sz="2800"/>
              <a:t> -19.6s</a:t>
            </a:r>
            <a:r>
              <a:rPr lang="en-AU" altLang="en-US" sz="2800" baseline="-25000"/>
              <a:t>v</a:t>
            </a:r>
          </a:p>
          <a:p>
            <a:pPr marL="609600" indent="-609600">
              <a:buFontTx/>
              <a:buNone/>
            </a:pPr>
            <a:r>
              <a:rPr lang="en-AU" altLang="en-US" sz="2800"/>
              <a:t>		  19.6s</a:t>
            </a:r>
            <a:r>
              <a:rPr lang="en-AU" altLang="en-US" sz="2800" baseline="-25000"/>
              <a:t>v </a:t>
            </a:r>
            <a:r>
              <a:rPr lang="en-AU" altLang="en-US" sz="2800"/>
              <a:t>= 121</a:t>
            </a:r>
          </a:p>
          <a:p>
            <a:pPr marL="609600" indent="-609600">
              <a:buFontTx/>
              <a:buNone/>
            </a:pPr>
            <a:r>
              <a:rPr lang="en-AU" altLang="en-US" sz="2800"/>
              <a:t>			s</a:t>
            </a:r>
            <a:r>
              <a:rPr lang="en-AU" altLang="en-US" sz="2800" baseline="-25000"/>
              <a:t>v</a:t>
            </a:r>
            <a:r>
              <a:rPr lang="en-AU" altLang="en-US" sz="2800"/>
              <a:t> = 121/19.6</a:t>
            </a:r>
          </a:p>
          <a:p>
            <a:pPr marL="609600" indent="-609600">
              <a:buFontTx/>
              <a:buNone/>
            </a:pPr>
            <a:r>
              <a:rPr lang="en-AU" altLang="en-US" sz="2800"/>
              <a:t>			    = 6.17m</a:t>
            </a:r>
            <a:endParaRPr lang="en-AU" altLang="en-US" sz="2800" baseline="-25000"/>
          </a:p>
        </p:txBody>
      </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42" presetClass="entr" presetSubtype="0" fill="hold" nodeType="clickEffect">
                                  <p:stCondLst>
                                    <p:cond delay="0"/>
                                  </p:stCondLst>
                                  <p:childTnLst>
                                    <p:set>
                                      <p:cBhvr>
                                        <p:cTn id="6" dur="1" fill="hold">
                                          <p:stCondLst>
                                            <p:cond delay="0"/>
                                          </p:stCondLst>
                                        </p:cTn>
                                        <p:tgtEl>
                                          <p:spTgt spid="202755">
                                            <p:txEl>
                                              <p:pRg st="0" end="0"/>
                                            </p:txEl>
                                          </p:spTgt>
                                        </p:tgtEl>
                                        <p:attrNameLst>
                                          <p:attrName>style.visibility</p:attrName>
                                        </p:attrNameLst>
                                      </p:cBhvr>
                                      <p:to>
                                        <p:strVal val="visible"/>
                                      </p:to>
                                    </p:set>
                                    <p:animEffect transition="in" filter="fade">
                                      <p:cBhvr>
                                        <p:cTn id="7" dur="1000"/>
                                        <p:tgtEl>
                                          <p:spTgt spid="202755">
                                            <p:txEl>
                                              <p:pRg st="0" end="0"/>
                                            </p:txEl>
                                          </p:spTgt>
                                        </p:tgtEl>
                                      </p:cBhvr>
                                    </p:animEffect>
                                    <p:anim calcmode="lin" valueType="num">
                                      <p:cBhvr>
                                        <p:cTn id="8" dur="1000" fill="hold"/>
                                        <p:tgtEl>
                                          <p:spTgt spid="202755">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202755">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nodeType="clickPar">
                      <p:stCondLst>
                        <p:cond delay="indefinite"/>
                      </p:stCondLst>
                      <p:childTnLst>
                        <p:par>
                          <p:cTn id="11" fill="hold" nodeType="withGroup">
                            <p:stCondLst>
                              <p:cond delay="0"/>
                            </p:stCondLst>
                            <p:childTnLst>
                              <p:par>
                                <p:cTn id="12" presetID="42" presetClass="entr" presetSubtype="0" fill="hold" nodeType="clickEffect">
                                  <p:stCondLst>
                                    <p:cond delay="0"/>
                                  </p:stCondLst>
                                  <p:childTnLst>
                                    <p:set>
                                      <p:cBhvr>
                                        <p:cTn id="13" dur="1" fill="hold">
                                          <p:stCondLst>
                                            <p:cond delay="0"/>
                                          </p:stCondLst>
                                        </p:cTn>
                                        <p:tgtEl>
                                          <p:spTgt spid="202755">
                                            <p:txEl>
                                              <p:pRg st="1" end="1"/>
                                            </p:txEl>
                                          </p:spTgt>
                                        </p:tgtEl>
                                        <p:attrNameLst>
                                          <p:attrName>style.visibility</p:attrName>
                                        </p:attrNameLst>
                                      </p:cBhvr>
                                      <p:to>
                                        <p:strVal val="visible"/>
                                      </p:to>
                                    </p:set>
                                    <p:animEffect transition="in" filter="fade">
                                      <p:cBhvr>
                                        <p:cTn id="14" dur="1000"/>
                                        <p:tgtEl>
                                          <p:spTgt spid="202755">
                                            <p:txEl>
                                              <p:pRg st="1" end="1"/>
                                            </p:txEl>
                                          </p:spTgt>
                                        </p:tgtEl>
                                      </p:cBhvr>
                                    </p:animEffect>
                                    <p:anim calcmode="lin" valueType="num">
                                      <p:cBhvr>
                                        <p:cTn id="15" dur="1000" fill="hold"/>
                                        <p:tgtEl>
                                          <p:spTgt spid="202755">
                                            <p:txEl>
                                              <p:pRg st="1" end="1"/>
                                            </p:txEl>
                                          </p:spTgt>
                                        </p:tgtEl>
                                        <p:attrNameLst>
                                          <p:attrName>ppt_x</p:attrName>
                                        </p:attrNameLst>
                                      </p:cBhvr>
                                      <p:tavLst>
                                        <p:tav tm="0">
                                          <p:val>
                                            <p:strVal val="#ppt_x"/>
                                          </p:val>
                                        </p:tav>
                                        <p:tav tm="100000">
                                          <p:val>
                                            <p:strVal val="#ppt_x"/>
                                          </p:val>
                                        </p:tav>
                                      </p:tavLst>
                                    </p:anim>
                                    <p:anim calcmode="lin" valueType="num">
                                      <p:cBhvr>
                                        <p:cTn id="16" dur="1000" fill="hold"/>
                                        <p:tgtEl>
                                          <p:spTgt spid="202755">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7" fill="hold" nodeType="clickPar">
                      <p:stCondLst>
                        <p:cond delay="indefinite"/>
                      </p:stCondLst>
                      <p:childTnLst>
                        <p:par>
                          <p:cTn id="18" fill="hold" nodeType="withGroup">
                            <p:stCondLst>
                              <p:cond delay="0"/>
                            </p:stCondLst>
                            <p:childTnLst>
                              <p:par>
                                <p:cTn id="19" presetID="42" presetClass="entr" presetSubtype="0" fill="hold" nodeType="clickEffect">
                                  <p:stCondLst>
                                    <p:cond delay="0"/>
                                  </p:stCondLst>
                                  <p:childTnLst>
                                    <p:set>
                                      <p:cBhvr>
                                        <p:cTn id="20" dur="1" fill="hold">
                                          <p:stCondLst>
                                            <p:cond delay="0"/>
                                          </p:stCondLst>
                                        </p:cTn>
                                        <p:tgtEl>
                                          <p:spTgt spid="202755">
                                            <p:txEl>
                                              <p:pRg st="2" end="2"/>
                                            </p:txEl>
                                          </p:spTgt>
                                        </p:tgtEl>
                                        <p:attrNameLst>
                                          <p:attrName>style.visibility</p:attrName>
                                        </p:attrNameLst>
                                      </p:cBhvr>
                                      <p:to>
                                        <p:strVal val="visible"/>
                                      </p:to>
                                    </p:set>
                                    <p:animEffect transition="in" filter="fade">
                                      <p:cBhvr>
                                        <p:cTn id="21" dur="1000"/>
                                        <p:tgtEl>
                                          <p:spTgt spid="202755">
                                            <p:txEl>
                                              <p:pRg st="2" end="2"/>
                                            </p:txEl>
                                          </p:spTgt>
                                        </p:tgtEl>
                                      </p:cBhvr>
                                    </p:animEffect>
                                    <p:anim calcmode="lin" valueType="num">
                                      <p:cBhvr>
                                        <p:cTn id="22" dur="1000" fill="hold"/>
                                        <p:tgtEl>
                                          <p:spTgt spid="202755">
                                            <p:txEl>
                                              <p:pRg st="2" end="2"/>
                                            </p:txEl>
                                          </p:spTgt>
                                        </p:tgtEl>
                                        <p:attrNameLst>
                                          <p:attrName>ppt_x</p:attrName>
                                        </p:attrNameLst>
                                      </p:cBhvr>
                                      <p:tavLst>
                                        <p:tav tm="0">
                                          <p:val>
                                            <p:strVal val="#ppt_x"/>
                                          </p:val>
                                        </p:tav>
                                        <p:tav tm="100000">
                                          <p:val>
                                            <p:strVal val="#ppt_x"/>
                                          </p:val>
                                        </p:tav>
                                      </p:tavLst>
                                    </p:anim>
                                    <p:anim calcmode="lin" valueType="num">
                                      <p:cBhvr>
                                        <p:cTn id="23" dur="1000" fill="hold"/>
                                        <p:tgtEl>
                                          <p:spTgt spid="202755">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24" fill="hold" nodeType="clickPar">
                      <p:stCondLst>
                        <p:cond delay="indefinite"/>
                      </p:stCondLst>
                      <p:childTnLst>
                        <p:par>
                          <p:cTn id="25" fill="hold" nodeType="withGroup">
                            <p:stCondLst>
                              <p:cond delay="0"/>
                            </p:stCondLst>
                            <p:childTnLst>
                              <p:par>
                                <p:cTn id="26" presetID="42" presetClass="entr" presetSubtype="0" fill="hold" nodeType="clickEffect">
                                  <p:stCondLst>
                                    <p:cond delay="0"/>
                                  </p:stCondLst>
                                  <p:childTnLst>
                                    <p:set>
                                      <p:cBhvr>
                                        <p:cTn id="27" dur="1" fill="hold">
                                          <p:stCondLst>
                                            <p:cond delay="0"/>
                                          </p:stCondLst>
                                        </p:cTn>
                                        <p:tgtEl>
                                          <p:spTgt spid="202755">
                                            <p:txEl>
                                              <p:pRg st="3" end="3"/>
                                            </p:txEl>
                                          </p:spTgt>
                                        </p:tgtEl>
                                        <p:attrNameLst>
                                          <p:attrName>style.visibility</p:attrName>
                                        </p:attrNameLst>
                                      </p:cBhvr>
                                      <p:to>
                                        <p:strVal val="visible"/>
                                      </p:to>
                                    </p:set>
                                    <p:animEffect transition="in" filter="fade">
                                      <p:cBhvr>
                                        <p:cTn id="28" dur="1000"/>
                                        <p:tgtEl>
                                          <p:spTgt spid="202755">
                                            <p:txEl>
                                              <p:pRg st="3" end="3"/>
                                            </p:txEl>
                                          </p:spTgt>
                                        </p:tgtEl>
                                      </p:cBhvr>
                                    </p:animEffect>
                                    <p:anim calcmode="lin" valueType="num">
                                      <p:cBhvr>
                                        <p:cTn id="29" dur="1000" fill="hold"/>
                                        <p:tgtEl>
                                          <p:spTgt spid="202755">
                                            <p:txEl>
                                              <p:pRg st="3" end="3"/>
                                            </p:txEl>
                                          </p:spTgt>
                                        </p:tgtEl>
                                        <p:attrNameLst>
                                          <p:attrName>ppt_x</p:attrName>
                                        </p:attrNameLst>
                                      </p:cBhvr>
                                      <p:tavLst>
                                        <p:tav tm="0">
                                          <p:val>
                                            <p:strVal val="#ppt_x"/>
                                          </p:val>
                                        </p:tav>
                                        <p:tav tm="100000">
                                          <p:val>
                                            <p:strVal val="#ppt_x"/>
                                          </p:val>
                                        </p:tav>
                                      </p:tavLst>
                                    </p:anim>
                                    <p:anim calcmode="lin" valueType="num">
                                      <p:cBhvr>
                                        <p:cTn id="30" dur="1000" fill="hold"/>
                                        <p:tgtEl>
                                          <p:spTgt spid="202755">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31" fill="hold" nodeType="clickPar">
                      <p:stCondLst>
                        <p:cond delay="indefinite"/>
                      </p:stCondLst>
                      <p:childTnLst>
                        <p:par>
                          <p:cTn id="32" fill="hold" nodeType="withGroup">
                            <p:stCondLst>
                              <p:cond delay="0"/>
                            </p:stCondLst>
                            <p:childTnLst>
                              <p:par>
                                <p:cTn id="33" presetID="42" presetClass="entr" presetSubtype="0" fill="hold" nodeType="clickEffect">
                                  <p:stCondLst>
                                    <p:cond delay="0"/>
                                  </p:stCondLst>
                                  <p:childTnLst>
                                    <p:set>
                                      <p:cBhvr>
                                        <p:cTn id="34" dur="1" fill="hold">
                                          <p:stCondLst>
                                            <p:cond delay="0"/>
                                          </p:stCondLst>
                                        </p:cTn>
                                        <p:tgtEl>
                                          <p:spTgt spid="202755">
                                            <p:txEl>
                                              <p:pRg st="4" end="4"/>
                                            </p:txEl>
                                          </p:spTgt>
                                        </p:tgtEl>
                                        <p:attrNameLst>
                                          <p:attrName>style.visibility</p:attrName>
                                        </p:attrNameLst>
                                      </p:cBhvr>
                                      <p:to>
                                        <p:strVal val="visible"/>
                                      </p:to>
                                    </p:set>
                                    <p:animEffect transition="in" filter="fade">
                                      <p:cBhvr>
                                        <p:cTn id="35" dur="1000"/>
                                        <p:tgtEl>
                                          <p:spTgt spid="202755">
                                            <p:txEl>
                                              <p:pRg st="4" end="4"/>
                                            </p:txEl>
                                          </p:spTgt>
                                        </p:tgtEl>
                                      </p:cBhvr>
                                    </p:animEffect>
                                    <p:anim calcmode="lin" valueType="num">
                                      <p:cBhvr>
                                        <p:cTn id="36" dur="1000" fill="hold"/>
                                        <p:tgtEl>
                                          <p:spTgt spid="202755">
                                            <p:txEl>
                                              <p:pRg st="4" end="4"/>
                                            </p:txEl>
                                          </p:spTgt>
                                        </p:tgtEl>
                                        <p:attrNameLst>
                                          <p:attrName>ppt_x</p:attrName>
                                        </p:attrNameLst>
                                      </p:cBhvr>
                                      <p:tavLst>
                                        <p:tav tm="0">
                                          <p:val>
                                            <p:strVal val="#ppt_x"/>
                                          </p:val>
                                        </p:tav>
                                        <p:tav tm="100000">
                                          <p:val>
                                            <p:strVal val="#ppt_x"/>
                                          </p:val>
                                        </p:tav>
                                      </p:tavLst>
                                    </p:anim>
                                    <p:anim calcmode="lin" valueType="num">
                                      <p:cBhvr>
                                        <p:cTn id="37" dur="1000" fill="hold"/>
                                        <p:tgtEl>
                                          <p:spTgt spid="202755">
                                            <p:txEl>
                                              <p:pRg st="4" end="4"/>
                                            </p:txEl>
                                          </p:spTgt>
                                        </p:tgtEl>
                                        <p:attrNameLst>
                                          <p:attrName>ppt_y</p:attrName>
                                        </p:attrNameLst>
                                      </p:cBhvr>
                                      <p:tavLst>
                                        <p:tav tm="0">
                                          <p:val>
                                            <p:strVal val="#ppt_y+.1"/>
                                          </p:val>
                                        </p:tav>
                                        <p:tav tm="100000">
                                          <p:val>
                                            <p:strVal val="#ppt_y"/>
                                          </p:val>
                                        </p:tav>
                                      </p:tavLst>
                                    </p:anim>
                                  </p:childTnLst>
                                </p:cTn>
                              </p:par>
                            </p:childTnLst>
                          </p:cTn>
                        </p:par>
                      </p:childTnLst>
                    </p:cTn>
                  </p:par>
                  <p:par>
                    <p:cTn id="38" fill="hold" nodeType="clickPar">
                      <p:stCondLst>
                        <p:cond delay="indefinite"/>
                      </p:stCondLst>
                      <p:childTnLst>
                        <p:par>
                          <p:cTn id="39" fill="hold" nodeType="withGroup">
                            <p:stCondLst>
                              <p:cond delay="0"/>
                            </p:stCondLst>
                            <p:childTnLst>
                              <p:par>
                                <p:cTn id="40" presetID="42" presetClass="entr" presetSubtype="0" fill="hold" nodeType="clickEffect">
                                  <p:stCondLst>
                                    <p:cond delay="0"/>
                                  </p:stCondLst>
                                  <p:childTnLst>
                                    <p:set>
                                      <p:cBhvr>
                                        <p:cTn id="41" dur="1" fill="hold">
                                          <p:stCondLst>
                                            <p:cond delay="0"/>
                                          </p:stCondLst>
                                        </p:cTn>
                                        <p:tgtEl>
                                          <p:spTgt spid="202755">
                                            <p:txEl>
                                              <p:pRg st="5" end="5"/>
                                            </p:txEl>
                                          </p:spTgt>
                                        </p:tgtEl>
                                        <p:attrNameLst>
                                          <p:attrName>style.visibility</p:attrName>
                                        </p:attrNameLst>
                                      </p:cBhvr>
                                      <p:to>
                                        <p:strVal val="visible"/>
                                      </p:to>
                                    </p:set>
                                    <p:animEffect transition="in" filter="fade">
                                      <p:cBhvr>
                                        <p:cTn id="42" dur="1000"/>
                                        <p:tgtEl>
                                          <p:spTgt spid="202755">
                                            <p:txEl>
                                              <p:pRg st="5" end="5"/>
                                            </p:txEl>
                                          </p:spTgt>
                                        </p:tgtEl>
                                      </p:cBhvr>
                                    </p:animEffect>
                                    <p:anim calcmode="lin" valueType="num">
                                      <p:cBhvr>
                                        <p:cTn id="43" dur="1000" fill="hold"/>
                                        <p:tgtEl>
                                          <p:spTgt spid="202755">
                                            <p:txEl>
                                              <p:pRg st="5" end="5"/>
                                            </p:txEl>
                                          </p:spTgt>
                                        </p:tgtEl>
                                        <p:attrNameLst>
                                          <p:attrName>ppt_x</p:attrName>
                                        </p:attrNameLst>
                                      </p:cBhvr>
                                      <p:tavLst>
                                        <p:tav tm="0">
                                          <p:val>
                                            <p:strVal val="#ppt_x"/>
                                          </p:val>
                                        </p:tav>
                                        <p:tav tm="100000">
                                          <p:val>
                                            <p:strVal val="#ppt_x"/>
                                          </p:val>
                                        </p:tav>
                                      </p:tavLst>
                                    </p:anim>
                                    <p:anim calcmode="lin" valueType="num">
                                      <p:cBhvr>
                                        <p:cTn id="44" dur="1000" fill="hold"/>
                                        <p:tgtEl>
                                          <p:spTgt spid="202755">
                                            <p:txEl>
                                              <p:pRg st="5" end="5"/>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2755" grpId="0" build="p"/>
    </p:bldLst>
  </p:timing>
</p:sld>
</file>

<file path=ppt/slides/slide31.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04802" name="Rectangle 2">
            <a:extLst>
              <a:ext uri="{FF2B5EF4-FFF2-40B4-BE49-F238E27FC236}">
                <a16:creationId xmlns:a16="http://schemas.microsoft.com/office/drawing/2014/main" id="{49B70839-FE83-BC2A-0285-6E326395F153}"/>
              </a:ext>
            </a:extLst>
          </p:cNvPr>
          <p:cNvSpPr>
            <a:spLocks noGrp="1" noChangeArrowheads="1"/>
          </p:cNvSpPr>
          <p:nvPr>
            <p:ph type="title"/>
          </p:nvPr>
        </p:nvSpPr>
        <p:spPr/>
        <p:txBody>
          <a:bodyPr/>
          <a:lstStyle/>
          <a:p>
            <a:r>
              <a:rPr lang="en-AU" altLang="en-US"/>
              <a:t>Step 4 – Use the data to answer the questions </a:t>
            </a:r>
          </a:p>
        </p:txBody>
      </p:sp>
      <p:sp>
        <p:nvSpPr>
          <p:cNvPr id="204803" name="Rectangle 3">
            <a:extLst>
              <a:ext uri="{FF2B5EF4-FFF2-40B4-BE49-F238E27FC236}">
                <a16:creationId xmlns:a16="http://schemas.microsoft.com/office/drawing/2014/main" id="{32A6C780-D828-16DC-59D8-14F780D1C092}"/>
              </a:ext>
            </a:extLst>
          </p:cNvPr>
          <p:cNvSpPr>
            <a:spLocks noGrp="1" noChangeArrowheads="1"/>
          </p:cNvSpPr>
          <p:nvPr>
            <p:ph type="body" idx="1"/>
          </p:nvPr>
        </p:nvSpPr>
        <p:spPr/>
        <p:txBody>
          <a:bodyPr/>
          <a:lstStyle/>
          <a:p>
            <a:pPr marL="609600" indent="-609600">
              <a:buFontTx/>
              <a:buAutoNum type="alphaLcParenR" startAt="2"/>
            </a:pPr>
            <a:r>
              <a:rPr lang="en-AU" altLang="en-US" sz="2800"/>
              <a:t>To find the range of the soccer ball we need to know how long its trajectory lasted.  We can calculate this by finding out how long it would take for the ball to reach the top of its trajectory and then multiplying the answer by two.  This can be done because this particular parabola is symmetrical.</a:t>
            </a:r>
            <a:endParaRPr lang="en-AU" altLang="en-US" sz="2800" baseline="-25000"/>
          </a:p>
        </p:txBody>
      </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42" presetClass="entr" presetSubtype="0" fill="hold" nodeType="clickEffect">
                                  <p:stCondLst>
                                    <p:cond delay="0"/>
                                  </p:stCondLst>
                                  <p:childTnLst>
                                    <p:set>
                                      <p:cBhvr>
                                        <p:cTn id="6" dur="1" fill="hold">
                                          <p:stCondLst>
                                            <p:cond delay="0"/>
                                          </p:stCondLst>
                                        </p:cTn>
                                        <p:tgtEl>
                                          <p:spTgt spid="204803">
                                            <p:txEl>
                                              <p:pRg st="0" end="0"/>
                                            </p:txEl>
                                          </p:spTgt>
                                        </p:tgtEl>
                                        <p:attrNameLst>
                                          <p:attrName>style.visibility</p:attrName>
                                        </p:attrNameLst>
                                      </p:cBhvr>
                                      <p:to>
                                        <p:strVal val="visible"/>
                                      </p:to>
                                    </p:set>
                                    <p:animEffect transition="in" filter="fade">
                                      <p:cBhvr>
                                        <p:cTn id="7" dur="1000"/>
                                        <p:tgtEl>
                                          <p:spTgt spid="204803">
                                            <p:txEl>
                                              <p:pRg st="0" end="0"/>
                                            </p:txEl>
                                          </p:spTgt>
                                        </p:tgtEl>
                                      </p:cBhvr>
                                    </p:animEffect>
                                    <p:anim calcmode="lin" valueType="num">
                                      <p:cBhvr>
                                        <p:cTn id="8" dur="1000" fill="hold"/>
                                        <p:tgtEl>
                                          <p:spTgt spid="204803">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204803">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4803" grpId="0" build="p"/>
    </p:bldLst>
  </p:timing>
</p:sld>
</file>

<file path=ppt/slides/slide32.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28354" name="Rectangle 2">
            <a:extLst>
              <a:ext uri="{FF2B5EF4-FFF2-40B4-BE49-F238E27FC236}">
                <a16:creationId xmlns:a16="http://schemas.microsoft.com/office/drawing/2014/main" id="{BAF9AF0B-54F9-E538-5337-6153237FB27E}"/>
              </a:ext>
            </a:extLst>
          </p:cNvPr>
          <p:cNvSpPr>
            <a:spLocks noGrp="1" noChangeArrowheads="1"/>
          </p:cNvSpPr>
          <p:nvPr>
            <p:ph type="title"/>
          </p:nvPr>
        </p:nvSpPr>
        <p:spPr/>
        <p:txBody>
          <a:bodyPr/>
          <a:lstStyle/>
          <a:p>
            <a:r>
              <a:rPr lang="en-AU" altLang="en-US"/>
              <a:t>Step 4 – Use the data to answer the questions </a:t>
            </a:r>
          </a:p>
        </p:txBody>
      </p:sp>
      <p:sp>
        <p:nvSpPr>
          <p:cNvPr id="228355" name="Rectangle 3">
            <a:extLst>
              <a:ext uri="{FF2B5EF4-FFF2-40B4-BE49-F238E27FC236}">
                <a16:creationId xmlns:a16="http://schemas.microsoft.com/office/drawing/2014/main" id="{867142D6-CB35-57E3-C594-4379142EE37A}"/>
              </a:ext>
            </a:extLst>
          </p:cNvPr>
          <p:cNvSpPr>
            <a:spLocks noGrp="1" noChangeArrowheads="1"/>
          </p:cNvSpPr>
          <p:nvPr>
            <p:ph type="body" idx="1"/>
          </p:nvPr>
        </p:nvSpPr>
        <p:spPr/>
        <p:txBody>
          <a:bodyPr/>
          <a:lstStyle/>
          <a:p>
            <a:pPr marL="609600" indent="-609600">
              <a:buFontTx/>
              <a:buAutoNum type="alphaLcParenR" startAt="2"/>
            </a:pPr>
            <a:r>
              <a:rPr lang="en-AU" altLang="en-US" sz="2800"/>
              <a:t>Use the equation:</a:t>
            </a:r>
          </a:p>
          <a:p>
            <a:pPr marL="609600" indent="-609600">
              <a:buFontTx/>
              <a:buNone/>
            </a:pPr>
            <a:r>
              <a:rPr lang="en-AU" altLang="en-US" sz="2800"/>
              <a:t>			v</a:t>
            </a:r>
            <a:r>
              <a:rPr lang="en-AU" altLang="en-US" sz="2800" baseline="-25000"/>
              <a:t>v</a:t>
            </a:r>
            <a:r>
              <a:rPr lang="en-AU" altLang="en-US" sz="2800"/>
              <a:t> = u</a:t>
            </a:r>
            <a:r>
              <a:rPr lang="en-AU" altLang="en-US" sz="2800" baseline="-25000"/>
              <a:t>v</a:t>
            </a:r>
            <a:r>
              <a:rPr lang="en-AU" altLang="en-US" sz="2800"/>
              <a:t> - 9.8t</a:t>
            </a:r>
          </a:p>
          <a:p>
            <a:pPr marL="609600" indent="-609600">
              <a:buFontTx/>
              <a:buNone/>
            </a:pPr>
            <a:r>
              <a:rPr lang="en-AU" altLang="en-US" sz="2800"/>
              <a:t>			0 = 11 – 9.8t</a:t>
            </a:r>
          </a:p>
          <a:p>
            <a:pPr marL="609600" indent="-609600">
              <a:buFontTx/>
              <a:buNone/>
            </a:pPr>
            <a:r>
              <a:rPr lang="en-AU" altLang="en-US" sz="2800"/>
              <a:t>		    9.8t = 11</a:t>
            </a:r>
          </a:p>
          <a:p>
            <a:pPr marL="609600" indent="-609600">
              <a:buFontTx/>
              <a:buNone/>
            </a:pPr>
            <a:r>
              <a:rPr lang="en-AU" altLang="en-US" sz="2800"/>
              <a:t>			t = 11/9.8</a:t>
            </a:r>
          </a:p>
          <a:p>
            <a:pPr marL="609600" indent="-609600">
              <a:buFontTx/>
              <a:buNone/>
            </a:pPr>
            <a:r>
              <a:rPr lang="en-AU" altLang="en-US" sz="2800"/>
              <a:t>			t = 1.12s for half parabola</a:t>
            </a:r>
          </a:p>
          <a:p>
            <a:pPr marL="609600" indent="-609600">
              <a:buFontTx/>
              <a:buNone/>
            </a:pPr>
            <a:r>
              <a:rPr lang="en-AU" altLang="en-US" sz="2800"/>
              <a:t>			t = 2.24s for entire range</a:t>
            </a:r>
          </a:p>
        </p:txBody>
      </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42" presetClass="entr" presetSubtype="0" fill="hold" nodeType="clickEffect">
                                  <p:stCondLst>
                                    <p:cond delay="0"/>
                                  </p:stCondLst>
                                  <p:childTnLst>
                                    <p:set>
                                      <p:cBhvr>
                                        <p:cTn id="6" dur="1" fill="hold">
                                          <p:stCondLst>
                                            <p:cond delay="0"/>
                                          </p:stCondLst>
                                        </p:cTn>
                                        <p:tgtEl>
                                          <p:spTgt spid="228355">
                                            <p:txEl>
                                              <p:pRg st="0" end="0"/>
                                            </p:txEl>
                                          </p:spTgt>
                                        </p:tgtEl>
                                        <p:attrNameLst>
                                          <p:attrName>style.visibility</p:attrName>
                                        </p:attrNameLst>
                                      </p:cBhvr>
                                      <p:to>
                                        <p:strVal val="visible"/>
                                      </p:to>
                                    </p:set>
                                    <p:animEffect transition="in" filter="fade">
                                      <p:cBhvr>
                                        <p:cTn id="7" dur="1000"/>
                                        <p:tgtEl>
                                          <p:spTgt spid="228355">
                                            <p:txEl>
                                              <p:pRg st="0" end="0"/>
                                            </p:txEl>
                                          </p:spTgt>
                                        </p:tgtEl>
                                      </p:cBhvr>
                                    </p:animEffect>
                                    <p:anim calcmode="lin" valueType="num">
                                      <p:cBhvr>
                                        <p:cTn id="8" dur="1000" fill="hold"/>
                                        <p:tgtEl>
                                          <p:spTgt spid="228355">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228355">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nodeType="clickPar">
                      <p:stCondLst>
                        <p:cond delay="indefinite"/>
                      </p:stCondLst>
                      <p:childTnLst>
                        <p:par>
                          <p:cTn id="11" fill="hold" nodeType="withGroup">
                            <p:stCondLst>
                              <p:cond delay="0"/>
                            </p:stCondLst>
                            <p:childTnLst>
                              <p:par>
                                <p:cTn id="12" presetID="42" presetClass="entr" presetSubtype="0" fill="hold" nodeType="clickEffect">
                                  <p:stCondLst>
                                    <p:cond delay="0"/>
                                  </p:stCondLst>
                                  <p:childTnLst>
                                    <p:set>
                                      <p:cBhvr>
                                        <p:cTn id="13" dur="1" fill="hold">
                                          <p:stCondLst>
                                            <p:cond delay="0"/>
                                          </p:stCondLst>
                                        </p:cTn>
                                        <p:tgtEl>
                                          <p:spTgt spid="228355">
                                            <p:txEl>
                                              <p:pRg st="1" end="1"/>
                                            </p:txEl>
                                          </p:spTgt>
                                        </p:tgtEl>
                                        <p:attrNameLst>
                                          <p:attrName>style.visibility</p:attrName>
                                        </p:attrNameLst>
                                      </p:cBhvr>
                                      <p:to>
                                        <p:strVal val="visible"/>
                                      </p:to>
                                    </p:set>
                                    <p:animEffect transition="in" filter="fade">
                                      <p:cBhvr>
                                        <p:cTn id="14" dur="1000"/>
                                        <p:tgtEl>
                                          <p:spTgt spid="228355">
                                            <p:txEl>
                                              <p:pRg st="1" end="1"/>
                                            </p:txEl>
                                          </p:spTgt>
                                        </p:tgtEl>
                                      </p:cBhvr>
                                    </p:animEffect>
                                    <p:anim calcmode="lin" valueType="num">
                                      <p:cBhvr>
                                        <p:cTn id="15" dur="1000" fill="hold"/>
                                        <p:tgtEl>
                                          <p:spTgt spid="228355">
                                            <p:txEl>
                                              <p:pRg st="1" end="1"/>
                                            </p:txEl>
                                          </p:spTgt>
                                        </p:tgtEl>
                                        <p:attrNameLst>
                                          <p:attrName>ppt_x</p:attrName>
                                        </p:attrNameLst>
                                      </p:cBhvr>
                                      <p:tavLst>
                                        <p:tav tm="0">
                                          <p:val>
                                            <p:strVal val="#ppt_x"/>
                                          </p:val>
                                        </p:tav>
                                        <p:tav tm="100000">
                                          <p:val>
                                            <p:strVal val="#ppt_x"/>
                                          </p:val>
                                        </p:tav>
                                      </p:tavLst>
                                    </p:anim>
                                    <p:anim calcmode="lin" valueType="num">
                                      <p:cBhvr>
                                        <p:cTn id="16" dur="1000" fill="hold"/>
                                        <p:tgtEl>
                                          <p:spTgt spid="228355">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7" fill="hold" nodeType="clickPar">
                      <p:stCondLst>
                        <p:cond delay="indefinite"/>
                      </p:stCondLst>
                      <p:childTnLst>
                        <p:par>
                          <p:cTn id="18" fill="hold" nodeType="withGroup">
                            <p:stCondLst>
                              <p:cond delay="0"/>
                            </p:stCondLst>
                            <p:childTnLst>
                              <p:par>
                                <p:cTn id="19" presetID="42" presetClass="entr" presetSubtype="0" fill="hold" nodeType="clickEffect">
                                  <p:stCondLst>
                                    <p:cond delay="0"/>
                                  </p:stCondLst>
                                  <p:childTnLst>
                                    <p:set>
                                      <p:cBhvr>
                                        <p:cTn id="20" dur="1" fill="hold">
                                          <p:stCondLst>
                                            <p:cond delay="0"/>
                                          </p:stCondLst>
                                        </p:cTn>
                                        <p:tgtEl>
                                          <p:spTgt spid="228355">
                                            <p:txEl>
                                              <p:pRg st="2" end="2"/>
                                            </p:txEl>
                                          </p:spTgt>
                                        </p:tgtEl>
                                        <p:attrNameLst>
                                          <p:attrName>style.visibility</p:attrName>
                                        </p:attrNameLst>
                                      </p:cBhvr>
                                      <p:to>
                                        <p:strVal val="visible"/>
                                      </p:to>
                                    </p:set>
                                    <p:animEffect transition="in" filter="fade">
                                      <p:cBhvr>
                                        <p:cTn id="21" dur="1000"/>
                                        <p:tgtEl>
                                          <p:spTgt spid="228355">
                                            <p:txEl>
                                              <p:pRg st="2" end="2"/>
                                            </p:txEl>
                                          </p:spTgt>
                                        </p:tgtEl>
                                      </p:cBhvr>
                                    </p:animEffect>
                                    <p:anim calcmode="lin" valueType="num">
                                      <p:cBhvr>
                                        <p:cTn id="22" dur="1000" fill="hold"/>
                                        <p:tgtEl>
                                          <p:spTgt spid="228355">
                                            <p:txEl>
                                              <p:pRg st="2" end="2"/>
                                            </p:txEl>
                                          </p:spTgt>
                                        </p:tgtEl>
                                        <p:attrNameLst>
                                          <p:attrName>ppt_x</p:attrName>
                                        </p:attrNameLst>
                                      </p:cBhvr>
                                      <p:tavLst>
                                        <p:tav tm="0">
                                          <p:val>
                                            <p:strVal val="#ppt_x"/>
                                          </p:val>
                                        </p:tav>
                                        <p:tav tm="100000">
                                          <p:val>
                                            <p:strVal val="#ppt_x"/>
                                          </p:val>
                                        </p:tav>
                                      </p:tavLst>
                                    </p:anim>
                                    <p:anim calcmode="lin" valueType="num">
                                      <p:cBhvr>
                                        <p:cTn id="23" dur="1000" fill="hold"/>
                                        <p:tgtEl>
                                          <p:spTgt spid="228355">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24" fill="hold" nodeType="clickPar">
                      <p:stCondLst>
                        <p:cond delay="indefinite"/>
                      </p:stCondLst>
                      <p:childTnLst>
                        <p:par>
                          <p:cTn id="25" fill="hold" nodeType="withGroup">
                            <p:stCondLst>
                              <p:cond delay="0"/>
                            </p:stCondLst>
                            <p:childTnLst>
                              <p:par>
                                <p:cTn id="26" presetID="42" presetClass="entr" presetSubtype="0" fill="hold" nodeType="clickEffect">
                                  <p:stCondLst>
                                    <p:cond delay="0"/>
                                  </p:stCondLst>
                                  <p:childTnLst>
                                    <p:set>
                                      <p:cBhvr>
                                        <p:cTn id="27" dur="1" fill="hold">
                                          <p:stCondLst>
                                            <p:cond delay="0"/>
                                          </p:stCondLst>
                                        </p:cTn>
                                        <p:tgtEl>
                                          <p:spTgt spid="228355">
                                            <p:txEl>
                                              <p:pRg st="3" end="3"/>
                                            </p:txEl>
                                          </p:spTgt>
                                        </p:tgtEl>
                                        <p:attrNameLst>
                                          <p:attrName>style.visibility</p:attrName>
                                        </p:attrNameLst>
                                      </p:cBhvr>
                                      <p:to>
                                        <p:strVal val="visible"/>
                                      </p:to>
                                    </p:set>
                                    <p:animEffect transition="in" filter="fade">
                                      <p:cBhvr>
                                        <p:cTn id="28" dur="1000"/>
                                        <p:tgtEl>
                                          <p:spTgt spid="228355">
                                            <p:txEl>
                                              <p:pRg st="3" end="3"/>
                                            </p:txEl>
                                          </p:spTgt>
                                        </p:tgtEl>
                                      </p:cBhvr>
                                    </p:animEffect>
                                    <p:anim calcmode="lin" valueType="num">
                                      <p:cBhvr>
                                        <p:cTn id="29" dur="1000" fill="hold"/>
                                        <p:tgtEl>
                                          <p:spTgt spid="228355">
                                            <p:txEl>
                                              <p:pRg st="3" end="3"/>
                                            </p:txEl>
                                          </p:spTgt>
                                        </p:tgtEl>
                                        <p:attrNameLst>
                                          <p:attrName>ppt_x</p:attrName>
                                        </p:attrNameLst>
                                      </p:cBhvr>
                                      <p:tavLst>
                                        <p:tav tm="0">
                                          <p:val>
                                            <p:strVal val="#ppt_x"/>
                                          </p:val>
                                        </p:tav>
                                        <p:tav tm="100000">
                                          <p:val>
                                            <p:strVal val="#ppt_x"/>
                                          </p:val>
                                        </p:tav>
                                      </p:tavLst>
                                    </p:anim>
                                    <p:anim calcmode="lin" valueType="num">
                                      <p:cBhvr>
                                        <p:cTn id="30" dur="1000" fill="hold"/>
                                        <p:tgtEl>
                                          <p:spTgt spid="228355">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31" fill="hold" nodeType="clickPar">
                      <p:stCondLst>
                        <p:cond delay="indefinite"/>
                      </p:stCondLst>
                      <p:childTnLst>
                        <p:par>
                          <p:cTn id="32" fill="hold" nodeType="withGroup">
                            <p:stCondLst>
                              <p:cond delay="0"/>
                            </p:stCondLst>
                            <p:childTnLst>
                              <p:par>
                                <p:cTn id="33" presetID="42" presetClass="entr" presetSubtype="0" fill="hold" nodeType="clickEffect">
                                  <p:stCondLst>
                                    <p:cond delay="0"/>
                                  </p:stCondLst>
                                  <p:childTnLst>
                                    <p:set>
                                      <p:cBhvr>
                                        <p:cTn id="34" dur="1" fill="hold">
                                          <p:stCondLst>
                                            <p:cond delay="0"/>
                                          </p:stCondLst>
                                        </p:cTn>
                                        <p:tgtEl>
                                          <p:spTgt spid="228355">
                                            <p:txEl>
                                              <p:pRg st="4" end="4"/>
                                            </p:txEl>
                                          </p:spTgt>
                                        </p:tgtEl>
                                        <p:attrNameLst>
                                          <p:attrName>style.visibility</p:attrName>
                                        </p:attrNameLst>
                                      </p:cBhvr>
                                      <p:to>
                                        <p:strVal val="visible"/>
                                      </p:to>
                                    </p:set>
                                    <p:animEffect transition="in" filter="fade">
                                      <p:cBhvr>
                                        <p:cTn id="35" dur="1000"/>
                                        <p:tgtEl>
                                          <p:spTgt spid="228355">
                                            <p:txEl>
                                              <p:pRg st="4" end="4"/>
                                            </p:txEl>
                                          </p:spTgt>
                                        </p:tgtEl>
                                      </p:cBhvr>
                                    </p:animEffect>
                                    <p:anim calcmode="lin" valueType="num">
                                      <p:cBhvr>
                                        <p:cTn id="36" dur="1000" fill="hold"/>
                                        <p:tgtEl>
                                          <p:spTgt spid="228355">
                                            <p:txEl>
                                              <p:pRg st="4" end="4"/>
                                            </p:txEl>
                                          </p:spTgt>
                                        </p:tgtEl>
                                        <p:attrNameLst>
                                          <p:attrName>ppt_x</p:attrName>
                                        </p:attrNameLst>
                                      </p:cBhvr>
                                      <p:tavLst>
                                        <p:tav tm="0">
                                          <p:val>
                                            <p:strVal val="#ppt_x"/>
                                          </p:val>
                                        </p:tav>
                                        <p:tav tm="100000">
                                          <p:val>
                                            <p:strVal val="#ppt_x"/>
                                          </p:val>
                                        </p:tav>
                                      </p:tavLst>
                                    </p:anim>
                                    <p:anim calcmode="lin" valueType="num">
                                      <p:cBhvr>
                                        <p:cTn id="37" dur="1000" fill="hold"/>
                                        <p:tgtEl>
                                          <p:spTgt spid="228355">
                                            <p:txEl>
                                              <p:pRg st="4" end="4"/>
                                            </p:txEl>
                                          </p:spTgt>
                                        </p:tgtEl>
                                        <p:attrNameLst>
                                          <p:attrName>ppt_y</p:attrName>
                                        </p:attrNameLst>
                                      </p:cBhvr>
                                      <p:tavLst>
                                        <p:tav tm="0">
                                          <p:val>
                                            <p:strVal val="#ppt_y+.1"/>
                                          </p:val>
                                        </p:tav>
                                        <p:tav tm="100000">
                                          <p:val>
                                            <p:strVal val="#ppt_y"/>
                                          </p:val>
                                        </p:tav>
                                      </p:tavLst>
                                    </p:anim>
                                  </p:childTnLst>
                                </p:cTn>
                              </p:par>
                            </p:childTnLst>
                          </p:cTn>
                        </p:par>
                      </p:childTnLst>
                    </p:cTn>
                  </p:par>
                  <p:par>
                    <p:cTn id="38" fill="hold" nodeType="clickPar">
                      <p:stCondLst>
                        <p:cond delay="indefinite"/>
                      </p:stCondLst>
                      <p:childTnLst>
                        <p:par>
                          <p:cTn id="39" fill="hold" nodeType="withGroup">
                            <p:stCondLst>
                              <p:cond delay="0"/>
                            </p:stCondLst>
                            <p:childTnLst>
                              <p:par>
                                <p:cTn id="40" presetID="42" presetClass="entr" presetSubtype="0" fill="hold" nodeType="clickEffect">
                                  <p:stCondLst>
                                    <p:cond delay="0"/>
                                  </p:stCondLst>
                                  <p:childTnLst>
                                    <p:set>
                                      <p:cBhvr>
                                        <p:cTn id="41" dur="1" fill="hold">
                                          <p:stCondLst>
                                            <p:cond delay="0"/>
                                          </p:stCondLst>
                                        </p:cTn>
                                        <p:tgtEl>
                                          <p:spTgt spid="228355">
                                            <p:txEl>
                                              <p:pRg st="5" end="5"/>
                                            </p:txEl>
                                          </p:spTgt>
                                        </p:tgtEl>
                                        <p:attrNameLst>
                                          <p:attrName>style.visibility</p:attrName>
                                        </p:attrNameLst>
                                      </p:cBhvr>
                                      <p:to>
                                        <p:strVal val="visible"/>
                                      </p:to>
                                    </p:set>
                                    <p:animEffect transition="in" filter="fade">
                                      <p:cBhvr>
                                        <p:cTn id="42" dur="1000"/>
                                        <p:tgtEl>
                                          <p:spTgt spid="228355">
                                            <p:txEl>
                                              <p:pRg st="5" end="5"/>
                                            </p:txEl>
                                          </p:spTgt>
                                        </p:tgtEl>
                                      </p:cBhvr>
                                    </p:animEffect>
                                    <p:anim calcmode="lin" valueType="num">
                                      <p:cBhvr>
                                        <p:cTn id="43" dur="1000" fill="hold"/>
                                        <p:tgtEl>
                                          <p:spTgt spid="228355">
                                            <p:txEl>
                                              <p:pRg st="5" end="5"/>
                                            </p:txEl>
                                          </p:spTgt>
                                        </p:tgtEl>
                                        <p:attrNameLst>
                                          <p:attrName>ppt_x</p:attrName>
                                        </p:attrNameLst>
                                      </p:cBhvr>
                                      <p:tavLst>
                                        <p:tav tm="0">
                                          <p:val>
                                            <p:strVal val="#ppt_x"/>
                                          </p:val>
                                        </p:tav>
                                        <p:tav tm="100000">
                                          <p:val>
                                            <p:strVal val="#ppt_x"/>
                                          </p:val>
                                        </p:tav>
                                      </p:tavLst>
                                    </p:anim>
                                    <p:anim calcmode="lin" valueType="num">
                                      <p:cBhvr>
                                        <p:cTn id="44" dur="1000" fill="hold"/>
                                        <p:tgtEl>
                                          <p:spTgt spid="228355">
                                            <p:txEl>
                                              <p:pRg st="5" end="5"/>
                                            </p:txEl>
                                          </p:spTgt>
                                        </p:tgtEl>
                                        <p:attrNameLst>
                                          <p:attrName>ppt_y</p:attrName>
                                        </p:attrNameLst>
                                      </p:cBhvr>
                                      <p:tavLst>
                                        <p:tav tm="0">
                                          <p:val>
                                            <p:strVal val="#ppt_y+.1"/>
                                          </p:val>
                                        </p:tav>
                                        <p:tav tm="100000">
                                          <p:val>
                                            <p:strVal val="#ppt_y"/>
                                          </p:val>
                                        </p:tav>
                                      </p:tavLst>
                                    </p:anim>
                                  </p:childTnLst>
                                </p:cTn>
                              </p:par>
                            </p:childTnLst>
                          </p:cTn>
                        </p:par>
                      </p:childTnLst>
                    </p:cTn>
                  </p:par>
                  <p:par>
                    <p:cTn id="45" fill="hold" nodeType="clickPar">
                      <p:stCondLst>
                        <p:cond delay="indefinite"/>
                      </p:stCondLst>
                      <p:childTnLst>
                        <p:par>
                          <p:cTn id="46" fill="hold" nodeType="withGroup">
                            <p:stCondLst>
                              <p:cond delay="0"/>
                            </p:stCondLst>
                            <p:childTnLst>
                              <p:par>
                                <p:cTn id="47" presetID="42" presetClass="entr" presetSubtype="0" fill="hold" nodeType="clickEffect">
                                  <p:stCondLst>
                                    <p:cond delay="0"/>
                                  </p:stCondLst>
                                  <p:childTnLst>
                                    <p:set>
                                      <p:cBhvr>
                                        <p:cTn id="48" dur="1" fill="hold">
                                          <p:stCondLst>
                                            <p:cond delay="0"/>
                                          </p:stCondLst>
                                        </p:cTn>
                                        <p:tgtEl>
                                          <p:spTgt spid="228355">
                                            <p:txEl>
                                              <p:pRg st="6" end="6"/>
                                            </p:txEl>
                                          </p:spTgt>
                                        </p:tgtEl>
                                        <p:attrNameLst>
                                          <p:attrName>style.visibility</p:attrName>
                                        </p:attrNameLst>
                                      </p:cBhvr>
                                      <p:to>
                                        <p:strVal val="visible"/>
                                      </p:to>
                                    </p:set>
                                    <p:animEffect transition="in" filter="fade">
                                      <p:cBhvr>
                                        <p:cTn id="49" dur="1000"/>
                                        <p:tgtEl>
                                          <p:spTgt spid="228355">
                                            <p:txEl>
                                              <p:pRg st="6" end="6"/>
                                            </p:txEl>
                                          </p:spTgt>
                                        </p:tgtEl>
                                      </p:cBhvr>
                                    </p:animEffect>
                                    <p:anim calcmode="lin" valueType="num">
                                      <p:cBhvr>
                                        <p:cTn id="50" dur="1000" fill="hold"/>
                                        <p:tgtEl>
                                          <p:spTgt spid="228355">
                                            <p:txEl>
                                              <p:pRg st="6" end="6"/>
                                            </p:txEl>
                                          </p:spTgt>
                                        </p:tgtEl>
                                        <p:attrNameLst>
                                          <p:attrName>ppt_x</p:attrName>
                                        </p:attrNameLst>
                                      </p:cBhvr>
                                      <p:tavLst>
                                        <p:tav tm="0">
                                          <p:val>
                                            <p:strVal val="#ppt_x"/>
                                          </p:val>
                                        </p:tav>
                                        <p:tav tm="100000">
                                          <p:val>
                                            <p:strVal val="#ppt_x"/>
                                          </p:val>
                                        </p:tav>
                                      </p:tavLst>
                                    </p:anim>
                                    <p:anim calcmode="lin" valueType="num">
                                      <p:cBhvr>
                                        <p:cTn id="51" dur="1000" fill="hold"/>
                                        <p:tgtEl>
                                          <p:spTgt spid="228355">
                                            <p:txEl>
                                              <p:pRg st="6" end="6"/>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8355" grpId="0" build="p"/>
    </p:bldLst>
  </p:timing>
</p:sld>
</file>

<file path=ppt/slides/slide33.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30402" name="Rectangle 2">
            <a:extLst>
              <a:ext uri="{FF2B5EF4-FFF2-40B4-BE49-F238E27FC236}">
                <a16:creationId xmlns:a16="http://schemas.microsoft.com/office/drawing/2014/main" id="{17FD22AB-6871-A79B-AF34-332110FFFE80}"/>
              </a:ext>
            </a:extLst>
          </p:cNvPr>
          <p:cNvSpPr>
            <a:spLocks noGrp="1" noChangeArrowheads="1"/>
          </p:cNvSpPr>
          <p:nvPr>
            <p:ph type="title"/>
          </p:nvPr>
        </p:nvSpPr>
        <p:spPr/>
        <p:txBody>
          <a:bodyPr/>
          <a:lstStyle/>
          <a:p>
            <a:r>
              <a:rPr lang="en-AU" altLang="en-US"/>
              <a:t>Step 4 – Use the data to answer the questions </a:t>
            </a:r>
          </a:p>
        </p:txBody>
      </p:sp>
      <p:sp>
        <p:nvSpPr>
          <p:cNvPr id="230403" name="Rectangle 3">
            <a:extLst>
              <a:ext uri="{FF2B5EF4-FFF2-40B4-BE49-F238E27FC236}">
                <a16:creationId xmlns:a16="http://schemas.microsoft.com/office/drawing/2014/main" id="{A43742D1-1171-0ACB-3A2A-217CF681A91D}"/>
              </a:ext>
            </a:extLst>
          </p:cNvPr>
          <p:cNvSpPr>
            <a:spLocks noGrp="1" noChangeArrowheads="1"/>
          </p:cNvSpPr>
          <p:nvPr>
            <p:ph type="body" idx="1"/>
          </p:nvPr>
        </p:nvSpPr>
        <p:spPr/>
        <p:txBody>
          <a:bodyPr/>
          <a:lstStyle/>
          <a:p>
            <a:pPr marL="609600" indent="-609600">
              <a:lnSpc>
                <a:spcPct val="90000"/>
              </a:lnSpc>
              <a:buFontTx/>
              <a:buAutoNum type="alphaLcParenR" startAt="2"/>
            </a:pPr>
            <a:r>
              <a:rPr lang="en-AU" altLang="en-US" sz="2800" dirty="0"/>
              <a:t>Now we can use the formula:</a:t>
            </a:r>
          </a:p>
          <a:p>
            <a:pPr marL="609600" indent="-609600">
              <a:lnSpc>
                <a:spcPct val="90000"/>
              </a:lnSpc>
              <a:buFontTx/>
              <a:buNone/>
            </a:pPr>
            <a:r>
              <a:rPr lang="en-AU" altLang="en-US" sz="2800" dirty="0"/>
              <a:t>				</a:t>
            </a:r>
            <a:r>
              <a:rPr lang="en-AU" altLang="en-US" sz="2800" dirty="0" err="1"/>
              <a:t>s</a:t>
            </a:r>
            <a:r>
              <a:rPr lang="en-AU" altLang="en-US" sz="2800" baseline="-25000" dirty="0" err="1"/>
              <a:t>H</a:t>
            </a:r>
            <a:r>
              <a:rPr lang="en-AU" altLang="en-US" sz="2800" dirty="0"/>
              <a:t> = </a:t>
            </a:r>
            <a:r>
              <a:rPr lang="en-AU" altLang="en-US" sz="2800" dirty="0" err="1"/>
              <a:t>u</a:t>
            </a:r>
            <a:r>
              <a:rPr lang="en-AU" altLang="en-US" sz="2800" baseline="-25000" dirty="0" err="1"/>
              <a:t>H</a:t>
            </a:r>
            <a:r>
              <a:rPr lang="en-AU" altLang="en-US" sz="2800" dirty="0" err="1"/>
              <a:t>t</a:t>
            </a:r>
            <a:endParaRPr lang="en-AU" altLang="en-US" sz="2800" dirty="0"/>
          </a:p>
          <a:p>
            <a:pPr marL="609600" indent="-609600">
              <a:lnSpc>
                <a:spcPct val="90000"/>
              </a:lnSpc>
              <a:buFontTx/>
              <a:buNone/>
            </a:pPr>
            <a:r>
              <a:rPr lang="en-AU" altLang="en-US" sz="2800" dirty="0"/>
              <a:t>				</a:t>
            </a:r>
            <a:r>
              <a:rPr lang="en-AU" altLang="en-US" sz="2800" dirty="0" err="1"/>
              <a:t>s</a:t>
            </a:r>
            <a:r>
              <a:rPr lang="en-AU" altLang="en-US" sz="2800" baseline="-25000" dirty="0" err="1"/>
              <a:t>H</a:t>
            </a:r>
            <a:r>
              <a:rPr lang="en-AU" altLang="en-US" sz="2800" dirty="0"/>
              <a:t> = 19.1 x 2.24</a:t>
            </a:r>
          </a:p>
          <a:p>
            <a:pPr marL="609600" indent="-609600">
              <a:lnSpc>
                <a:spcPct val="90000"/>
              </a:lnSpc>
              <a:buFontTx/>
              <a:buNone/>
            </a:pPr>
            <a:r>
              <a:rPr lang="en-AU" altLang="en-US" sz="2800" dirty="0"/>
              <a:t>				</a:t>
            </a:r>
            <a:r>
              <a:rPr lang="en-AU" altLang="en-US" sz="2800" dirty="0" err="1"/>
              <a:t>s</a:t>
            </a:r>
            <a:r>
              <a:rPr lang="en-AU" altLang="en-US" sz="2800" baseline="-25000" dirty="0" err="1"/>
              <a:t>H</a:t>
            </a:r>
            <a:r>
              <a:rPr lang="en-AU" altLang="en-US" sz="2800" dirty="0"/>
              <a:t> = 42.9m</a:t>
            </a:r>
          </a:p>
          <a:p>
            <a:pPr marL="609600" indent="-609600">
              <a:lnSpc>
                <a:spcPct val="90000"/>
              </a:lnSpc>
              <a:buFontTx/>
              <a:buNone/>
            </a:pPr>
            <a:r>
              <a:rPr lang="en-AU" altLang="en-US" sz="2800" dirty="0"/>
              <a:t>* Make sure you use exact calculator values in your calculations.. not your rounded values.</a:t>
            </a:r>
          </a:p>
          <a:p>
            <a:pPr marL="609600" indent="-609600">
              <a:lnSpc>
                <a:spcPct val="90000"/>
              </a:lnSpc>
              <a:buFontTx/>
              <a:buNone/>
            </a:pPr>
            <a:r>
              <a:rPr lang="en-AU" altLang="en-US" sz="2800" dirty="0"/>
              <a:t>			</a:t>
            </a:r>
          </a:p>
        </p:txBody>
      </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42" presetClass="entr" presetSubtype="0" fill="hold" nodeType="clickEffect">
                                  <p:stCondLst>
                                    <p:cond delay="0"/>
                                  </p:stCondLst>
                                  <p:childTnLst>
                                    <p:set>
                                      <p:cBhvr>
                                        <p:cTn id="6" dur="1" fill="hold">
                                          <p:stCondLst>
                                            <p:cond delay="0"/>
                                          </p:stCondLst>
                                        </p:cTn>
                                        <p:tgtEl>
                                          <p:spTgt spid="230403">
                                            <p:txEl>
                                              <p:pRg st="0" end="0"/>
                                            </p:txEl>
                                          </p:spTgt>
                                        </p:tgtEl>
                                        <p:attrNameLst>
                                          <p:attrName>style.visibility</p:attrName>
                                        </p:attrNameLst>
                                      </p:cBhvr>
                                      <p:to>
                                        <p:strVal val="visible"/>
                                      </p:to>
                                    </p:set>
                                    <p:animEffect transition="in" filter="fade">
                                      <p:cBhvr>
                                        <p:cTn id="7" dur="1000"/>
                                        <p:tgtEl>
                                          <p:spTgt spid="230403">
                                            <p:txEl>
                                              <p:pRg st="0" end="0"/>
                                            </p:txEl>
                                          </p:spTgt>
                                        </p:tgtEl>
                                      </p:cBhvr>
                                    </p:animEffect>
                                    <p:anim calcmode="lin" valueType="num">
                                      <p:cBhvr>
                                        <p:cTn id="8" dur="1000" fill="hold"/>
                                        <p:tgtEl>
                                          <p:spTgt spid="230403">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230403">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nodeType="clickPar">
                      <p:stCondLst>
                        <p:cond delay="indefinite"/>
                      </p:stCondLst>
                      <p:childTnLst>
                        <p:par>
                          <p:cTn id="11" fill="hold" nodeType="withGroup">
                            <p:stCondLst>
                              <p:cond delay="0"/>
                            </p:stCondLst>
                            <p:childTnLst>
                              <p:par>
                                <p:cTn id="12" presetID="42" presetClass="entr" presetSubtype="0" fill="hold" nodeType="clickEffect">
                                  <p:stCondLst>
                                    <p:cond delay="0"/>
                                  </p:stCondLst>
                                  <p:childTnLst>
                                    <p:set>
                                      <p:cBhvr>
                                        <p:cTn id="13" dur="1" fill="hold">
                                          <p:stCondLst>
                                            <p:cond delay="0"/>
                                          </p:stCondLst>
                                        </p:cTn>
                                        <p:tgtEl>
                                          <p:spTgt spid="230403">
                                            <p:txEl>
                                              <p:pRg st="1" end="1"/>
                                            </p:txEl>
                                          </p:spTgt>
                                        </p:tgtEl>
                                        <p:attrNameLst>
                                          <p:attrName>style.visibility</p:attrName>
                                        </p:attrNameLst>
                                      </p:cBhvr>
                                      <p:to>
                                        <p:strVal val="visible"/>
                                      </p:to>
                                    </p:set>
                                    <p:animEffect transition="in" filter="fade">
                                      <p:cBhvr>
                                        <p:cTn id="14" dur="1000"/>
                                        <p:tgtEl>
                                          <p:spTgt spid="230403">
                                            <p:txEl>
                                              <p:pRg st="1" end="1"/>
                                            </p:txEl>
                                          </p:spTgt>
                                        </p:tgtEl>
                                      </p:cBhvr>
                                    </p:animEffect>
                                    <p:anim calcmode="lin" valueType="num">
                                      <p:cBhvr>
                                        <p:cTn id="15" dur="1000" fill="hold"/>
                                        <p:tgtEl>
                                          <p:spTgt spid="230403">
                                            <p:txEl>
                                              <p:pRg st="1" end="1"/>
                                            </p:txEl>
                                          </p:spTgt>
                                        </p:tgtEl>
                                        <p:attrNameLst>
                                          <p:attrName>ppt_x</p:attrName>
                                        </p:attrNameLst>
                                      </p:cBhvr>
                                      <p:tavLst>
                                        <p:tav tm="0">
                                          <p:val>
                                            <p:strVal val="#ppt_x"/>
                                          </p:val>
                                        </p:tav>
                                        <p:tav tm="100000">
                                          <p:val>
                                            <p:strVal val="#ppt_x"/>
                                          </p:val>
                                        </p:tav>
                                      </p:tavLst>
                                    </p:anim>
                                    <p:anim calcmode="lin" valueType="num">
                                      <p:cBhvr>
                                        <p:cTn id="16" dur="1000" fill="hold"/>
                                        <p:tgtEl>
                                          <p:spTgt spid="230403">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7" fill="hold" nodeType="clickPar">
                      <p:stCondLst>
                        <p:cond delay="indefinite"/>
                      </p:stCondLst>
                      <p:childTnLst>
                        <p:par>
                          <p:cTn id="18" fill="hold" nodeType="withGroup">
                            <p:stCondLst>
                              <p:cond delay="0"/>
                            </p:stCondLst>
                            <p:childTnLst>
                              <p:par>
                                <p:cTn id="19" presetID="42" presetClass="entr" presetSubtype="0" fill="hold" nodeType="clickEffect">
                                  <p:stCondLst>
                                    <p:cond delay="0"/>
                                  </p:stCondLst>
                                  <p:childTnLst>
                                    <p:set>
                                      <p:cBhvr>
                                        <p:cTn id="20" dur="1" fill="hold">
                                          <p:stCondLst>
                                            <p:cond delay="0"/>
                                          </p:stCondLst>
                                        </p:cTn>
                                        <p:tgtEl>
                                          <p:spTgt spid="230403">
                                            <p:txEl>
                                              <p:pRg st="2" end="2"/>
                                            </p:txEl>
                                          </p:spTgt>
                                        </p:tgtEl>
                                        <p:attrNameLst>
                                          <p:attrName>style.visibility</p:attrName>
                                        </p:attrNameLst>
                                      </p:cBhvr>
                                      <p:to>
                                        <p:strVal val="visible"/>
                                      </p:to>
                                    </p:set>
                                    <p:animEffect transition="in" filter="fade">
                                      <p:cBhvr>
                                        <p:cTn id="21" dur="1000"/>
                                        <p:tgtEl>
                                          <p:spTgt spid="230403">
                                            <p:txEl>
                                              <p:pRg st="2" end="2"/>
                                            </p:txEl>
                                          </p:spTgt>
                                        </p:tgtEl>
                                      </p:cBhvr>
                                    </p:animEffect>
                                    <p:anim calcmode="lin" valueType="num">
                                      <p:cBhvr>
                                        <p:cTn id="22" dur="1000" fill="hold"/>
                                        <p:tgtEl>
                                          <p:spTgt spid="230403">
                                            <p:txEl>
                                              <p:pRg st="2" end="2"/>
                                            </p:txEl>
                                          </p:spTgt>
                                        </p:tgtEl>
                                        <p:attrNameLst>
                                          <p:attrName>ppt_x</p:attrName>
                                        </p:attrNameLst>
                                      </p:cBhvr>
                                      <p:tavLst>
                                        <p:tav tm="0">
                                          <p:val>
                                            <p:strVal val="#ppt_x"/>
                                          </p:val>
                                        </p:tav>
                                        <p:tav tm="100000">
                                          <p:val>
                                            <p:strVal val="#ppt_x"/>
                                          </p:val>
                                        </p:tav>
                                      </p:tavLst>
                                    </p:anim>
                                    <p:anim calcmode="lin" valueType="num">
                                      <p:cBhvr>
                                        <p:cTn id="23" dur="1000" fill="hold"/>
                                        <p:tgtEl>
                                          <p:spTgt spid="230403">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24" fill="hold" nodeType="clickPar">
                      <p:stCondLst>
                        <p:cond delay="indefinite"/>
                      </p:stCondLst>
                      <p:childTnLst>
                        <p:par>
                          <p:cTn id="25" fill="hold" nodeType="withGroup">
                            <p:stCondLst>
                              <p:cond delay="0"/>
                            </p:stCondLst>
                            <p:childTnLst>
                              <p:par>
                                <p:cTn id="26" presetID="42" presetClass="entr" presetSubtype="0" fill="hold" nodeType="clickEffect">
                                  <p:stCondLst>
                                    <p:cond delay="0"/>
                                  </p:stCondLst>
                                  <p:childTnLst>
                                    <p:set>
                                      <p:cBhvr>
                                        <p:cTn id="27" dur="1" fill="hold">
                                          <p:stCondLst>
                                            <p:cond delay="0"/>
                                          </p:stCondLst>
                                        </p:cTn>
                                        <p:tgtEl>
                                          <p:spTgt spid="230403">
                                            <p:txEl>
                                              <p:pRg st="3" end="3"/>
                                            </p:txEl>
                                          </p:spTgt>
                                        </p:tgtEl>
                                        <p:attrNameLst>
                                          <p:attrName>style.visibility</p:attrName>
                                        </p:attrNameLst>
                                      </p:cBhvr>
                                      <p:to>
                                        <p:strVal val="visible"/>
                                      </p:to>
                                    </p:set>
                                    <p:animEffect transition="in" filter="fade">
                                      <p:cBhvr>
                                        <p:cTn id="28" dur="1000"/>
                                        <p:tgtEl>
                                          <p:spTgt spid="230403">
                                            <p:txEl>
                                              <p:pRg st="3" end="3"/>
                                            </p:txEl>
                                          </p:spTgt>
                                        </p:tgtEl>
                                      </p:cBhvr>
                                    </p:animEffect>
                                    <p:anim calcmode="lin" valueType="num">
                                      <p:cBhvr>
                                        <p:cTn id="29" dur="1000" fill="hold"/>
                                        <p:tgtEl>
                                          <p:spTgt spid="230403">
                                            <p:txEl>
                                              <p:pRg st="3" end="3"/>
                                            </p:txEl>
                                          </p:spTgt>
                                        </p:tgtEl>
                                        <p:attrNameLst>
                                          <p:attrName>ppt_x</p:attrName>
                                        </p:attrNameLst>
                                      </p:cBhvr>
                                      <p:tavLst>
                                        <p:tav tm="0">
                                          <p:val>
                                            <p:strVal val="#ppt_x"/>
                                          </p:val>
                                        </p:tav>
                                        <p:tav tm="100000">
                                          <p:val>
                                            <p:strVal val="#ppt_x"/>
                                          </p:val>
                                        </p:tav>
                                      </p:tavLst>
                                    </p:anim>
                                    <p:anim calcmode="lin" valueType="num">
                                      <p:cBhvr>
                                        <p:cTn id="30" dur="1000" fill="hold"/>
                                        <p:tgtEl>
                                          <p:spTgt spid="230403">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31" fill="hold" nodeType="clickPar">
                      <p:stCondLst>
                        <p:cond delay="indefinite"/>
                      </p:stCondLst>
                      <p:childTnLst>
                        <p:par>
                          <p:cTn id="32" fill="hold" nodeType="withGroup">
                            <p:stCondLst>
                              <p:cond delay="0"/>
                            </p:stCondLst>
                            <p:childTnLst>
                              <p:par>
                                <p:cTn id="33" presetID="42" presetClass="entr" presetSubtype="0" fill="hold" nodeType="clickEffect">
                                  <p:stCondLst>
                                    <p:cond delay="0"/>
                                  </p:stCondLst>
                                  <p:childTnLst>
                                    <p:set>
                                      <p:cBhvr>
                                        <p:cTn id="34" dur="1" fill="hold">
                                          <p:stCondLst>
                                            <p:cond delay="0"/>
                                          </p:stCondLst>
                                        </p:cTn>
                                        <p:tgtEl>
                                          <p:spTgt spid="230403">
                                            <p:txEl>
                                              <p:pRg st="4" end="4"/>
                                            </p:txEl>
                                          </p:spTgt>
                                        </p:tgtEl>
                                        <p:attrNameLst>
                                          <p:attrName>style.visibility</p:attrName>
                                        </p:attrNameLst>
                                      </p:cBhvr>
                                      <p:to>
                                        <p:strVal val="visible"/>
                                      </p:to>
                                    </p:set>
                                    <p:animEffect transition="in" filter="fade">
                                      <p:cBhvr>
                                        <p:cTn id="35" dur="1000"/>
                                        <p:tgtEl>
                                          <p:spTgt spid="230403">
                                            <p:txEl>
                                              <p:pRg st="4" end="4"/>
                                            </p:txEl>
                                          </p:spTgt>
                                        </p:tgtEl>
                                      </p:cBhvr>
                                    </p:animEffect>
                                    <p:anim calcmode="lin" valueType="num">
                                      <p:cBhvr>
                                        <p:cTn id="36" dur="1000" fill="hold"/>
                                        <p:tgtEl>
                                          <p:spTgt spid="230403">
                                            <p:txEl>
                                              <p:pRg st="4" end="4"/>
                                            </p:txEl>
                                          </p:spTgt>
                                        </p:tgtEl>
                                        <p:attrNameLst>
                                          <p:attrName>ppt_x</p:attrName>
                                        </p:attrNameLst>
                                      </p:cBhvr>
                                      <p:tavLst>
                                        <p:tav tm="0">
                                          <p:val>
                                            <p:strVal val="#ppt_x"/>
                                          </p:val>
                                        </p:tav>
                                        <p:tav tm="100000">
                                          <p:val>
                                            <p:strVal val="#ppt_x"/>
                                          </p:val>
                                        </p:tav>
                                      </p:tavLst>
                                    </p:anim>
                                    <p:anim calcmode="lin" valueType="num">
                                      <p:cBhvr>
                                        <p:cTn id="37" dur="1000" fill="hold"/>
                                        <p:tgtEl>
                                          <p:spTgt spid="230403">
                                            <p:txEl>
                                              <p:pRg st="4" end="4"/>
                                            </p:txEl>
                                          </p:spTgt>
                                        </p:tgtEl>
                                        <p:attrNameLst>
                                          <p:attrName>ppt_y</p:attrName>
                                        </p:attrNameLst>
                                      </p:cBhvr>
                                      <p:tavLst>
                                        <p:tav tm="0">
                                          <p:val>
                                            <p:strVal val="#ppt_y+.1"/>
                                          </p:val>
                                        </p:tav>
                                        <p:tav tm="100000">
                                          <p:val>
                                            <p:strVal val="#ppt_y"/>
                                          </p:val>
                                        </p:tav>
                                      </p:tavLst>
                                    </p:anim>
                                  </p:childTnLst>
                                </p:cTn>
                              </p:par>
                            </p:childTnLst>
                          </p:cTn>
                        </p:par>
                      </p:childTnLst>
                    </p:cTn>
                  </p:par>
                  <p:par>
                    <p:cTn id="38" fill="hold" nodeType="clickPar">
                      <p:stCondLst>
                        <p:cond delay="indefinite"/>
                      </p:stCondLst>
                      <p:childTnLst>
                        <p:par>
                          <p:cTn id="39" fill="hold" nodeType="withGroup">
                            <p:stCondLst>
                              <p:cond delay="0"/>
                            </p:stCondLst>
                            <p:childTnLst>
                              <p:par>
                                <p:cTn id="40" presetID="42" presetClass="entr" presetSubtype="0" fill="hold" nodeType="clickEffect">
                                  <p:stCondLst>
                                    <p:cond delay="0"/>
                                  </p:stCondLst>
                                  <p:childTnLst>
                                    <p:set>
                                      <p:cBhvr>
                                        <p:cTn id="41" dur="1" fill="hold">
                                          <p:stCondLst>
                                            <p:cond delay="0"/>
                                          </p:stCondLst>
                                        </p:cTn>
                                        <p:tgtEl>
                                          <p:spTgt spid="230403">
                                            <p:txEl>
                                              <p:pRg st="5" end="5"/>
                                            </p:txEl>
                                          </p:spTgt>
                                        </p:tgtEl>
                                        <p:attrNameLst>
                                          <p:attrName>style.visibility</p:attrName>
                                        </p:attrNameLst>
                                      </p:cBhvr>
                                      <p:to>
                                        <p:strVal val="visible"/>
                                      </p:to>
                                    </p:set>
                                    <p:animEffect transition="in" filter="fade">
                                      <p:cBhvr>
                                        <p:cTn id="42" dur="1000"/>
                                        <p:tgtEl>
                                          <p:spTgt spid="230403">
                                            <p:txEl>
                                              <p:pRg st="5" end="5"/>
                                            </p:txEl>
                                          </p:spTgt>
                                        </p:tgtEl>
                                      </p:cBhvr>
                                    </p:animEffect>
                                    <p:anim calcmode="lin" valueType="num">
                                      <p:cBhvr>
                                        <p:cTn id="43" dur="1000" fill="hold"/>
                                        <p:tgtEl>
                                          <p:spTgt spid="230403">
                                            <p:txEl>
                                              <p:pRg st="5" end="5"/>
                                            </p:txEl>
                                          </p:spTgt>
                                        </p:tgtEl>
                                        <p:attrNameLst>
                                          <p:attrName>ppt_x</p:attrName>
                                        </p:attrNameLst>
                                      </p:cBhvr>
                                      <p:tavLst>
                                        <p:tav tm="0">
                                          <p:val>
                                            <p:strVal val="#ppt_x"/>
                                          </p:val>
                                        </p:tav>
                                        <p:tav tm="100000">
                                          <p:val>
                                            <p:strVal val="#ppt_x"/>
                                          </p:val>
                                        </p:tav>
                                      </p:tavLst>
                                    </p:anim>
                                    <p:anim calcmode="lin" valueType="num">
                                      <p:cBhvr>
                                        <p:cTn id="44" dur="1000" fill="hold"/>
                                        <p:tgtEl>
                                          <p:spTgt spid="230403">
                                            <p:txEl>
                                              <p:pRg st="5" end="5"/>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0403" grpId="0" build="p"/>
    </p:bldLst>
  </p:timing>
</p:sld>
</file>

<file path=ppt/theme/theme1.xml><?xml version="1.0" encoding="utf-8"?>
<a:theme xmlns:a="http://schemas.openxmlformats.org/drawingml/2006/main" name="Crayons">
  <a:themeElements>
    <a:clrScheme name="Crayons 1">
      <a:dk1>
        <a:srgbClr val="000000"/>
      </a:dk1>
      <a:lt1>
        <a:srgbClr val="FFFFFF"/>
      </a:lt1>
      <a:dk2>
        <a:srgbClr val="FF0000"/>
      </a:dk2>
      <a:lt2>
        <a:srgbClr val="FFB800"/>
      </a:lt2>
      <a:accent1>
        <a:srgbClr val="FFEF66"/>
      </a:accent1>
      <a:accent2>
        <a:srgbClr val="000000"/>
      </a:accent2>
      <a:accent3>
        <a:srgbClr val="FFFFFF"/>
      </a:accent3>
      <a:accent4>
        <a:srgbClr val="000000"/>
      </a:accent4>
      <a:accent5>
        <a:srgbClr val="FFF6B8"/>
      </a:accent5>
      <a:accent6>
        <a:srgbClr val="000000"/>
      </a:accent6>
      <a:hlink>
        <a:srgbClr val="00B200"/>
      </a:hlink>
      <a:folHlink>
        <a:srgbClr val="703DFF"/>
      </a:folHlink>
    </a:clrScheme>
    <a:fontScheme name="Crayons">
      <a:majorFont>
        <a:latin typeface="Comic Sans MS"/>
        <a:ea typeface=""/>
        <a:cs typeface=""/>
      </a:majorFont>
      <a:minorFont>
        <a:latin typeface="Comic Sans MS"/>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raClrScheme>
      <a:clrScheme name="Crayons 1">
        <a:dk1>
          <a:srgbClr val="000000"/>
        </a:dk1>
        <a:lt1>
          <a:srgbClr val="FFFFFF"/>
        </a:lt1>
        <a:dk2>
          <a:srgbClr val="FF0000"/>
        </a:dk2>
        <a:lt2>
          <a:srgbClr val="FFB800"/>
        </a:lt2>
        <a:accent1>
          <a:srgbClr val="FFEF66"/>
        </a:accent1>
        <a:accent2>
          <a:srgbClr val="000000"/>
        </a:accent2>
        <a:accent3>
          <a:srgbClr val="FFFFFF"/>
        </a:accent3>
        <a:accent4>
          <a:srgbClr val="000000"/>
        </a:accent4>
        <a:accent5>
          <a:srgbClr val="FFF6B8"/>
        </a:accent5>
        <a:accent6>
          <a:srgbClr val="000000"/>
        </a:accent6>
        <a:hlink>
          <a:srgbClr val="00B200"/>
        </a:hlink>
        <a:folHlink>
          <a:srgbClr val="703DFF"/>
        </a:folHlink>
      </a:clrScheme>
      <a:clrMap bg1="lt1" tx1="dk1" bg2="lt2" tx2="dk2" accent1="accent1" accent2="accent2" accent3="accent3" accent4="accent4" accent5="accent5" accent6="accent6" hlink="hlink" folHlink="folHlink"/>
    </a:extraClrScheme>
    <a:extraClrScheme>
      <a:clrScheme name="Crayons 2">
        <a:dk1>
          <a:srgbClr val="000000"/>
        </a:dk1>
        <a:lt1>
          <a:srgbClr val="FFFFFF"/>
        </a:lt1>
        <a:dk2>
          <a:srgbClr val="000000"/>
        </a:dk2>
        <a:lt2>
          <a:srgbClr val="99CCFF"/>
        </a:lt2>
        <a:accent1>
          <a:srgbClr val="CCCCFF"/>
        </a:accent1>
        <a:accent2>
          <a:srgbClr val="000066"/>
        </a:accent2>
        <a:accent3>
          <a:srgbClr val="FFFFFF"/>
        </a:accent3>
        <a:accent4>
          <a:srgbClr val="000000"/>
        </a:accent4>
        <a:accent5>
          <a:srgbClr val="E2E2FF"/>
        </a:accent5>
        <a:accent6>
          <a:srgbClr val="00005C"/>
        </a:accent6>
        <a:hlink>
          <a:srgbClr val="00B200"/>
        </a:hlink>
        <a:folHlink>
          <a:srgbClr val="CCFF33"/>
        </a:folHlink>
      </a:clrScheme>
      <a:clrMap bg1="lt1" tx1="dk1" bg2="lt2" tx2="dk2" accent1="accent1" accent2="accent2" accent3="accent3" accent4="accent4" accent5="accent5" accent6="accent6" hlink="hlink" folHlink="folHlink"/>
    </a:extraClrScheme>
    <a:extraClrScheme>
      <a:clrScheme name="Crayons 3">
        <a:dk1>
          <a:srgbClr val="000000"/>
        </a:dk1>
        <a:lt1>
          <a:srgbClr val="FFFFFF"/>
        </a:lt1>
        <a:dk2>
          <a:srgbClr val="000000"/>
        </a:dk2>
        <a:lt2>
          <a:srgbClr val="3399FF"/>
        </a:lt2>
        <a:accent1>
          <a:srgbClr val="CCECFF"/>
        </a:accent1>
        <a:accent2>
          <a:srgbClr val="008080"/>
        </a:accent2>
        <a:accent3>
          <a:srgbClr val="FFFFFF"/>
        </a:accent3>
        <a:accent4>
          <a:srgbClr val="000000"/>
        </a:accent4>
        <a:accent5>
          <a:srgbClr val="E2F4FF"/>
        </a:accent5>
        <a:accent6>
          <a:srgbClr val="007373"/>
        </a:accent6>
        <a:hlink>
          <a:srgbClr val="009999"/>
        </a:hlink>
        <a:folHlink>
          <a:srgbClr val="3366CC"/>
        </a:folHlink>
      </a:clrScheme>
      <a:clrMap bg1="lt1" tx1="dk1" bg2="lt2" tx2="dk2" accent1="accent1" accent2="accent2" accent3="accent3" accent4="accent4" accent5="accent5" accent6="accent6" hlink="hlink" folHlink="folHlink"/>
    </a:extraClrScheme>
    <a:extraClrScheme>
      <a:clrScheme name="Crayons 4">
        <a:dk1>
          <a:srgbClr val="808000"/>
        </a:dk1>
        <a:lt1>
          <a:srgbClr val="FFFFFF"/>
        </a:lt1>
        <a:dk2>
          <a:srgbClr val="336600"/>
        </a:dk2>
        <a:lt2>
          <a:srgbClr val="FFFFFF"/>
        </a:lt2>
        <a:accent1>
          <a:srgbClr val="99CC00"/>
        </a:accent1>
        <a:accent2>
          <a:srgbClr val="003300"/>
        </a:accent2>
        <a:accent3>
          <a:srgbClr val="ADB8AA"/>
        </a:accent3>
        <a:accent4>
          <a:srgbClr val="DADADA"/>
        </a:accent4>
        <a:accent5>
          <a:srgbClr val="CAE2AA"/>
        </a:accent5>
        <a:accent6>
          <a:srgbClr val="002D00"/>
        </a:accent6>
        <a:hlink>
          <a:srgbClr val="CCCC00"/>
        </a:hlink>
        <a:folHlink>
          <a:srgbClr val="CCFF33"/>
        </a:folHlink>
      </a:clrScheme>
      <a:clrMap bg1="dk2" tx1="lt1" bg2="dk1" tx2="lt2" accent1="accent1" accent2="accent2" accent3="accent3" accent4="accent4" accent5="accent5" accent6="accent6" hlink="hlink" folHlink="folHlink"/>
    </a:extraClrScheme>
    <a:extraClrScheme>
      <a:clrScheme name="Crayons 5">
        <a:dk1>
          <a:srgbClr val="808080"/>
        </a:dk1>
        <a:lt1>
          <a:srgbClr val="FFFFFF"/>
        </a:lt1>
        <a:dk2>
          <a:srgbClr val="003366"/>
        </a:dk2>
        <a:lt2>
          <a:srgbClr val="CCECFF"/>
        </a:lt2>
        <a:accent1>
          <a:srgbClr val="33CCCC"/>
        </a:accent1>
        <a:accent2>
          <a:srgbClr val="006699"/>
        </a:accent2>
        <a:accent3>
          <a:srgbClr val="AAADB8"/>
        </a:accent3>
        <a:accent4>
          <a:srgbClr val="DADADA"/>
        </a:accent4>
        <a:accent5>
          <a:srgbClr val="ADE2E2"/>
        </a:accent5>
        <a:accent6>
          <a:srgbClr val="005C8A"/>
        </a:accent6>
        <a:hlink>
          <a:srgbClr val="00FFFF"/>
        </a:hlink>
        <a:folHlink>
          <a:srgbClr val="0000FF"/>
        </a:folHlink>
      </a:clrScheme>
      <a:clrMap bg1="dk2" tx1="lt1" bg2="dk1" tx2="lt2" accent1="accent1" accent2="accent2" accent3="accent3" accent4="accent4" accent5="accent5" accent6="accent6" hlink="hlink" folHlink="folHlink"/>
    </a:extraClrScheme>
    <a:extraClrScheme>
      <a:clrScheme name="Crayons 6">
        <a:dk1>
          <a:srgbClr val="6666FF"/>
        </a:dk1>
        <a:lt1>
          <a:srgbClr val="FFFFFF"/>
        </a:lt1>
        <a:dk2>
          <a:srgbClr val="000066"/>
        </a:dk2>
        <a:lt2>
          <a:srgbClr val="FFFFFF"/>
        </a:lt2>
        <a:accent1>
          <a:srgbClr val="33CCFF"/>
        </a:accent1>
        <a:accent2>
          <a:srgbClr val="0000FF"/>
        </a:accent2>
        <a:accent3>
          <a:srgbClr val="AAAAB8"/>
        </a:accent3>
        <a:accent4>
          <a:srgbClr val="DADADA"/>
        </a:accent4>
        <a:accent5>
          <a:srgbClr val="ADE2FF"/>
        </a:accent5>
        <a:accent6>
          <a:srgbClr val="0000E7"/>
        </a:accent6>
        <a:hlink>
          <a:srgbClr val="FFFF99"/>
        </a:hlink>
        <a:folHlink>
          <a:srgbClr val="FFCC00"/>
        </a:folHlink>
      </a:clrScheme>
      <a:clrMap bg1="dk2" tx1="lt1" bg2="dk1" tx2="lt2" accent1="accent1" accent2="accent2" accent3="accent3" accent4="accent4" accent5="accent5" accent6="accent6" hlink="hlink" folHlink="folHlink"/>
    </a:extraClrScheme>
    <a:extraClrScheme>
      <a:clrScheme name="Crayons 7">
        <a:dk1>
          <a:srgbClr val="000000"/>
        </a:dk1>
        <a:lt1>
          <a:srgbClr val="FFFFFF"/>
        </a:lt1>
        <a:dk2>
          <a:srgbClr val="800080"/>
        </a:dk2>
        <a:lt2>
          <a:srgbClr val="FFFFFF"/>
        </a:lt2>
        <a:accent1>
          <a:srgbClr val="CC66FF"/>
        </a:accent1>
        <a:accent2>
          <a:srgbClr val="990099"/>
        </a:accent2>
        <a:accent3>
          <a:srgbClr val="C0AAC0"/>
        </a:accent3>
        <a:accent4>
          <a:srgbClr val="DADADA"/>
        </a:accent4>
        <a:accent5>
          <a:srgbClr val="E2B8FF"/>
        </a:accent5>
        <a:accent6>
          <a:srgbClr val="8A008A"/>
        </a:accent6>
        <a:hlink>
          <a:srgbClr val="FF9900"/>
        </a:hlink>
        <a:folHlink>
          <a:srgbClr val="FF3300"/>
        </a:folHlink>
      </a:clrScheme>
      <a:clrMap bg1="dk2" tx1="lt1" bg2="dk1" tx2="lt2" accent1="accent1" accent2="accent2" accent3="accent3" accent4="accent4" accent5="accent5" accent6="accent6" hlink="hlink" folHlink="folHlink"/>
    </a:extraClrScheme>
    <a:extraClrScheme>
      <a:clrScheme name="Crayons 8">
        <a:dk1>
          <a:srgbClr val="FF3300"/>
        </a:dk1>
        <a:lt1>
          <a:srgbClr val="FFFFFF"/>
        </a:lt1>
        <a:dk2>
          <a:srgbClr val="800000"/>
        </a:dk2>
        <a:lt2>
          <a:srgbClr val="FFFFCC"/>
        </a:lt2>
        <a:accent1>
          <a:srgbClr val="FF7C80"/>
        </a:accent1>
        <a:accent2>
          <a:srgbClr val="990000"/>
        </a:accent2>
        <a:accent3>
          <a:srgbClr val="C0AAAA"/>
        </a:accent3>
        <a:accent4>
          <a:srgbClr val="DADADA"/>
        </a:accent4>
        <a:accent5>
          <a:srgbClr val="FFBFC0"/>
        </a:accent5>
        <a:accent6>
          <a:srgbClr val="8A0000"/>
        </a:accent6>
        <a:hlink>
          <a:srgbClr val="FF66CC"/>
        </a:hlink>
        <a:folHlink>
          <a:srgbClr val="FFCC00"/>
        </a:folHlink>
      </a:clrScheme>
      <a:clrMap bg1="dk2" tx1="lt1" bg2="dk1" tx2="lt2" accent1="accent1" accent2="accent2" accent3="accent3" accent4="accent4" accent5="accent5" accent6="accent6" hlink="hlink" folHlink="folHlink"/>
    </a:extraClrScheme>
    <a:extraClrScheme>
      <a:clrScheme name="Crayons 9">
        <a:dk1>
          <a:srgbClr val="000000"/>
        </a:dk1>
        <a:lt1>
          <a:srgbClr val="FFFF99"/>
        </a:lt1>
        <a:dk2>
          <a:srgbClr val="FF0000"/>
        </a:dk2>
        <a:lt2>
          <a:srgbClr val="EE7012"/>
        </a:lt2>
        <a:accent1>
          <a:srgbClr val="FFEF66"/>
        </a:accent1>
        <a:accent2>
          <a:srgbClr val="000000"/>
        </a:accent2>
        <a:accent3>
          <a:srgbClr val="FFFFCA"/>
        </a:accent3>
        <a:accent4>
          <a:srgbClr val="000000"/>
        </a:accent4>
        <a:accent5>
          <a:srgbClr val="FFF6B8"/>
        </a:accent5>
        <a:accent6>
          <a:srgbClr val="000000"/>
        </a:accent6>
        <a:hlink>
          <a:srgbClr val="00B200"/>
        </a:hlink>
        <a:folHlink>
          <a:srgbClr val="703DFF"/>
        </a:folHlink>
      </a:clrScheme>
      <a:clrMap bg1="lt1" tx1="dk1" bg2="lt2" tx2="dk2" accent1="accent1" accent2="accent2" accent3="accent3" accent4="accent4" accent5="accent5" accent6="accent6" hlink="hlink" folHlink="folHlink"/>
    </a:extraClrScheme>
    <a:extraClrScheme>
      <a:clrScheme name="Crayons 10">
        <a:dk1>
          <a:srgbClr val="000000"/>
        </a:dk1>
        <a:lt1>
          <a:srgbClr val="FFFF99"/>
        </a:lt1>
        <a:dk2>
          <a:srgbClr val="FF0000"/>
        </a:dk2>
        <a:lt2>
          <a:srgbClr val="EE7012"/>
        </a:lt2>
        <a:accent1>
          <a:srgbClr val="8EE77F"/>
        </a:accent1>
        <a:accent2>
          <a:srgbClr val="000000"/>
        </a:accent2>
        <a:accent3>
          <a:srgbClr val="FFFFCA"/>
        </a:accent3>
        <a:accent4>
          <a:srgbClr val="000000"/>
        </a:accent4>
        <a:accent5>
          <a:srgbClr val="C6F1C0"/>
        </a:accent5>
        <a:accent6>
          <a:srgbClr val="000000"/>
        </a:accent6>
        <a:hlink>
          <a:srgbClr val="00B200"/>
        </a:hlink>
        <a:folHlink>
          <a:srgbClr val="703DFF"/>
        </a:folHlink>
      </a:clrScheme>
      <a:clrMap bg1="lt1" tx1="dk1" bg2="lt2" tx2="dk2" accent1="accent1" accent2="accent2" accent3="accent3" accent4="accent4" accent5="accent5" accent6="accent6" hlink="hlink" folHlink="folHlink"/>
    </a:extraClrScheme>
    <a:extraClrScheme>
      <a:clrScheme name="Crayons 11">
        <a:dk1>
          <a:srgbClr val="000000"/>
        </a:dk1>
        <a:lt1>
          <a:srgbClr val="FFFF99"/>
        </a:lt1>
        <a:dk2>
          <a:srgbClr val="FF0000"/>
        </a:dk2>
        <a:lt2>
          <a:srgbClr val="FFB800"/>
        </a:lt2>
        <a:accent1>
          <a:srgbClr val="FFFFFF"/>
        </a:accent1>
        <a:accent2>
          <a:srgbClr val="000000"/>
        </a:accent2>
        <a:accent3>
          <a:srgbClr val="FFFFCA"/>
        </a:accent3>
        <a:accent4>
          <a:srgbClr val="000000"/>
        </a:accent4>
        <a:accent5>
          <a:srgbClr val="FFFFFF"/>
        </a:accent5>
        <a:accent6>
          <a:srgbClr val="000000"/>
        </a:accent6>
        <a:hlink>
          <a:srgbClr val="00B200"/>
        </a:hlink>
        <a:folHlink>
          <a:srgbClr val="703DFF"/>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Crayons</Template>
  <TotalTime>16285</TotalTime>
  <Words>1394</Words>
  <Application>Microsoft Office PowerPoint</Application>
  <PresentationFormat>On-screen Show (4:3)</PresentationFormat>
  <Paragraphs>219</Paragraphs>
  <Slides>33</Slides>
  <Notes>6</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33</vt:i4>
      </vt:variant>
    </vt:vector>
  </HeadingPairs>
  <TitlesOfParts>
    <vt:vector size="37" baseType="lpstr">
      <vt:lpstr>Arial</vt:lpstr>
      <vt:lpstr>Comic Sans MS</vt:lpstr>
      <vt:lpstr>Symbol</vt:lpstr>
      <vt:lpstr>Crayons</vt:lpstr>
      <vt:lpstr>Projectile Motion</vt:lpstr>
      <vt:lpstr>What is a Projectile?</vt:lpstr>
      <vt:lpstr>What is Projectile Motion?</vt:lpstr>
      <vt:lpstr>Test Your Thinking</vt:lpstr>
      <vt:lpstr>PowerPoint Presentation</vt:lpstr>
      <vt:lpstr>Projectiles launched at an angle</vt:lpstr>
      <vt:lpstr>Maximum Range</vt:lpstr>
      <vt:lpstr>Air Resistance</vt:lpstr>
      <vt:lpstr>Projectile Motion Questions</vt:lpstr>
      <vt:lpstr>Projectile Motion Calculations</vt:lpstr>
      <vt:lpstr>Initial Velocity</vt:lpstr>
      <vt:lpstr>Initial Horizontal and Vertical Components of Velocity</vt:lpstr>
      <vt:lpstr>What’s next?</vt:lpstr>
      <vt:lpstr>Motion formulas revisited</vt:lpstr>
      <vt:lpstr>Vertical component formulas</vt:lpstr>
      <vt:lpstr>Horizontal Component Formulas </vt:lpstr>
      <vt:lpstr>Things to remember</vt:lpstr>
      <vt:lpstr>A helpful table</vt:lpstr>
      <vt:lpstr>A Very Easy Question</vt:lpstr>
      <vt:lpstr>Step 1 – Draw a picture</vt:lpstr>
      <vt:lpstr>Step 2 – Data key</vt:lpstr>
      <vt:lpstr>Use the data to answer the questions</vt:lpstr>
      <vt:lpstr>Step 2 – Data key</vt:lpstr>
      <vt:lpstr>Use the data to answer the questions</vt:lpstr>
      <vt:lpstr>A little more complicated question</vt:lpstr>
      <vt:lpstr>Step 1 – Draw a picture</vt:lpstr>
      <vt:lpstr>Step 2 – Data key</vt:lpstr>
      <vt:lpstr>Step 3 – Calculate initial component velocities</vt:lpstr>
      <vt:lpstr>Step 2 – Data key</vt:lpstr>
      <vt:lpstr>Step 4 – Use the data to answer the questions </vt:lpstr>
      <vt:lpstr>Step 4 – Use the data to answer the questions </vt:lpstr>
      <vt:lpstr>Step 4 – Use the data to answer the questions </vt:lpstr>
      <vt:lpstr>Step 4 – Use the data to answer the questions </vt:lpstr>
    </vt:vector>
  </TitlesOfParts>
  <Company>DET</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Projectile Motion</dc:title>
  <dc:creator>DET</dc:creator>
  <cp:lastModifiedBy>COOPER Sarina [Southern River College]</cp:lastModifiedBy>
  <cp:revision>6</cp:revision>
  <dcterms:created xsi:type="dcterms:W3CDTF">2009-12-27T04:10:02Z</dcterms:created>
  <dcterms:modified xsi:type="dcterms:W3CDTF">2024-02-19T03:37:09Z</dcterms:modified>
</cp:coreProperties>
</file>