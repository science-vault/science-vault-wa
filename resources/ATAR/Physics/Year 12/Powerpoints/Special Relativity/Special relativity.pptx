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2" r:id="rId2"/>
  </p:sldMasterIdLst>
  <p:notesMasterIdLst>
    <p:notesMasterId r:id="rId33"/>
  </p:notesMasterIdLst>
  <p:sldIdLst>
    <p:sldId id="261" r:id="rId3"/>
    <p:sldId id="257" r:id="rId4"/>
    <p:sldId id="258" r:id="rId5"/>
    <p:sldId id="259" r:id="rId6"/>
    <p:sldId id="260" r:id="rId7"/>
    <p:sldId id="262" r:id="rId8"/>
    <p:sldId id="263" r:id="rId9"/>
    <p:sldId id="264" r:id="rId10"/>
    <p:sldId id="266" r:id="rId11"/>
    <p:sldId id="267" r:id="rId12"/>
    <p:sldId id="268" r:id="rId13"/>
    <p:sldId id="269" r:id="rId14"/>
    <p:sldId id="265" r:id="rId15"/>
    <p:sldId id="270" r:id="rId16"/>
    <p:sldId id="271" r:id="rId17"/>
    <p:sldId id="281" r:id="rId18"/>
    <p:sldId id="274" r:id="rId19"/>
    <p:sldId id="275" r:id="rId20"/>
    <p:sldId id="273" r:id="rId21"/>
    <p:sldId id="277" r:id="rId22"/>
    <p:sldId id="278" r:id="rId23"/>
    <p:sldId id="276" r:id="rId24"/>
    <p:sldId id="280" r:id="rId25"/>
    <p:sldId id="282" r:id="rId26"/>
    <p:sldId id="284" r:id="rId27"/>
    <p:sldId id="283" r:id="rId28"/>
    <p:sldId id="286" r:id="rId29"/>
    <p:sldId id="287" r:id="rId30"/>
    <p:sldId id="285" r:id="rId31"/>
    <p:sldId id="288"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689A6E-4B4C-4A9B-B36D-C2D1FA925A22}" v="16" dt="2024-07-31T04:19:43.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1502" y="5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8B689A6E-4B4C-4A9B-B36D-C2D1FA925A22}"/>
    <pc:docChg chg="undo redo custSel addSld delSld modSld addMainMaster delMainMaster">
      <pc:chgData name="COOPER Sarina [Southern River College]" userId="7f2b4663-0468-4605-9163-1ba4158276d8" providerId="ADAL" clId="{8B689A6E-4B4C-4A9B-B36D-C2D1FA925A22}" dt="2024-08-02T04:58:52.301" v="217" actId="1076"/>
      <pc:docMkLst>
        <pc:docMk/>
      </pc:docMkLst>
      <pc:sldChg chg="add del">
        <pc:chgData name="COOPER Sarina [Southern River College]" userId="7f2b4663-0468-4605-9163-1ba4158276d8" providerId="ADAL" clId="{8B689A6E-4B4C-4A9B-B36D-C2D1FA925A22}" dt="2024-07-31T04:19:50.071" v="97" actId="47"/>
        <pc:sldMkLst>
          <pc:docMk/>
          <pc:sldMk cId="3107602983" sldId="256"/>
        </pc:sldMkLst>
      </pc:sldChg>
      <pc:sldChg chg="addSp delSp modSp mod setBg modClrScheme setClrOvrMap chgLayout">
        <pc:chgData name="COOPER Sarina [Southern River College]" userId="7f2b4663-0468-4605-9163-1ba4158276d8" providerId="ADAL" clId="{8B689A6E-4B4C-4A9B-B36D-C2D1FA925A22}" dt="2024-07-31T04:21:58.499" v="113" actId="1076"/>
        <pc:sldMkLst>
          <pc:docMk/>
          <pc:sldMk cId="1774760215" sldId="257"/>
        </pc:sldMkLst>
        <pc:spChg chg="mod ord">
          <ac:chgData name="COOPER Sarina [Southern River College]" userId="7f2b4663-0468-4605-9163-1ba4158276d8" providerId="ADAL" clId="{8B689A6E-4B4C-4A9B-B36D-C2D1FA925A22}" dt="2024-07-31T04:21:14.084" v="112" actId="26606"/>
          <ac:spMkLst>
            <pc:docMk/>
            <pc:sldMk cId="1774760215" sldId="257"/>
            <ac:spMk id="2" creationId="{883CA19C-672A-4B78-866F-14FCA52E70B5}"/>
          </ac:spMkLst>
        </pc:spChg>
        <pc:spChg chg="add del mod ord">
          <ac:chgData name="COOPER Sarina [Southern River College]" userId="7f2b4663-0468-4605-9163-1ba4158276d8" providerId="ADAL" clId="{8B689A6E-4B4C-4A9B-B36D-C2D1FA925A22}" dt="2024-07-31T04:21:58.499" v="113" actId="1076"/>
          <ac:spMkLst>
            <pc:docMk/>
            <pc:sldMk cId="1774760215" sldId="257"/>
            <ac:spMk id="3" creationId="{8A93D24D-7B7D-4358-A763-B7597BC02624}"/>
          </ac:spMkLst>
        </pc:spChg>
        <pc:spChg chg="add del">
          <ac:chgData name="COOPER Sarina [Southern River College]" userId="7f2b4663-0468-4605-9163-1ba4158276d8" providerId="ADAL" clId="{8B689A6E-4B4C-4A9B-B36D-C2D1FA925A22}" dt="2024-07-31T04:15:37.165" v="63" actId="26606"/>
          <ac:spMkLst>
            <pc:docMk/>
            <pc:sldMk cId="1774760215" sldId="257"/>
            <ac:spMk id="8" creationId="{C8643778-7F6C-4E8D-84D1-D5CDB9928191}"/>
          </ac:spMkLst>
        </pc:spChg>
        <pc:spChg chg="add del">
          <ac:chgData name="COOPER Sarina [Southern River College]" userId="7f2b4663-0468-4605-9163-1ba4158276d8" providerId="ADAL" clId="{8B689A6E-4B4C-4A9B-B36D-C2D1FA925A22}" dt="2024-07-31T04:15:15.386" v="57" actId="26606"/>
          <ac:spMkLst>
            <pc:docMk/>
            <pc:sldMk cId="1774760215" sldId="257"/>
            <ac:spMk id="9" creationId="{85428F22-76B3-4107-AADE-3F9EC95FD325}"/>
          </ac:spMkLst>
        </pc:spChg>
        <pc:spChg chg="add del">
          <ac:chgData name="COOPER Sarina [Southern River College]" userId="7f2b4663-0468-4605-9163-1ba4158276d8" providerId="ADAL" clId="{8B689A6E-4B4C-4A9B-B36D-C2D1FA925A22}" dt="2024-07-31T04:15:37.165" v="63" actId="26606"/>
          <ac:spMkLst>
            <pc:docMk/>
            <pc:sldMk cId="1774760215" sldId="257"/>
            <ac:spMk id="10" creationId="{1D22F88D-6907-48AF-B024-346E855E0D96}"/>
          </ac:spMkLst>
        </pc:spChg>
        <pc:spChg chg="add del">
          <ac:chgData name="COOPER Sarina [Southern River College]" userId="7f2b4663-0468-4605-9163-1ba4158276d8" providerId="ADAL" clId="{8B689A6E-4B4C-4A9B-B36D-C2D1FA925A22}" dt="2024-07-31T04:20:47.127" v="106" actId="26606"/>
          <ac:spMkLst>
            <pc:docMk/>
            <pc:sldMk cId="1774760215" sldId="257"/>
            <ac:spMk id="19" creationId="{E03BF673-8C68-4092-BF1B-53C57EFEC21F}"/>
          </ac:spMkLst>
        </pc:spChg>
        <pc:spChg chg="add del">
          <ac:chgData name="COOPER Sarina [Southern River College]" userId="7f2b4663-0468-4605-9163-1ba4158276d8" providerId="ADAL" clId="{8B689A6E-4B4C-4A9B-B36D-C2D1FA925A22}" dt="2024-07-31T04:20:47.127" v="106" actId="26606"/>
          <ac:spMkLst>
            <pc:docMk/>
            <pc:sldMk cId="1774760215" sldId="257"/>
            <ac:spMk id="20" creationId="{B1BDB70B-F0E6-4867-818F-C582494FB6D6}"/>
          </ac:spMkLst>
        </pc:spChg>
        <pc:spChg chg="add del">
          <ac:chgData name="COOPER Sarina [Southern River College]" userId="7f2b4663-0468-4605-9163-1ba4158276d8" providerId="ADAL" clId="{8B689A6E-4B4C-4A9B-B36D-C2D1FA925A22}" dt="2024-07-31T04:15:17.201" v="59" actId="26606"/>
          <ac:spMkLst>
            <pc:docMk/>
            <pc:sldMk cId="1774760215" sldId="257"/>
            <ac:spMk id="23" creationId="{2FCD9B94-D70B-4446-85E5-ACD3904289CB}"/>
          </ac:spMkLst>
        </pc:spChg>
        <pc:spChg chg="add del">
          <ac:chgData name="COOPER Sarina [Southern River College]" userId="7f2b4663-0468-4605-9163-1ba4158276d8" providerId="ADAL" clId="{8B689A6E-4B4C-4A9B-B36D-C2D1FA925A22}" dt="2024-07-31T04:20:47.127" v="106" actId="26606"/>
          <ac:spMkLst>
            <pc:docMk/>
            <pc:sldMk cId="1774760215" sldId="257"/>
            <ac:spMk id="28" creationId="{8A93D24D-7B7D-4358-A763-B7597BC02624}"/>
          </ac:spMkLst>
        </pc:spChg>
        <pc:spChg chg="add del">
          <ac:chgData name="COOPER Sarina [Southern River College]" userId="7f2b4663-0468-4605-9163-1ba4158276d8" providerId="ADAL" clId="{8B689A6E-4B4C-4A9B-B36D-C2D1FA925A22}" dt="2024-07-31T04:15:37.165" v="63" actId="26606"/>
          <ac:spMkLst>
            <pc:docMk/>
            <pc:sldMk cId="1774760215" sldId="257"/>
            <ac:spMk id="29" creationId="{8A93D24D-7B7D-4358-A763-B7597BC02624}"/>
          </ac:spMkLst>
        </pc:spChg>
        <pc:spChg chg="add del">
          <ac:chgData name="COOPER Sarina [Southern River College]" userId="7f2b4663-0468-4605-9163-1ba4158276d8" providerId="ADAL" clId="{8B689A6E-4B4C-4A9B-B36D-C2D1FA925A22}" dt="2024-07-31T04:20:48.480" v="108" actId="26606"/>
          <ac:spMkLst>
            <pc:docMk/>
            <pc:sldMk cId="1774760215" sldId="257"/>
            <ac:spMk id="30" creationId="{2FCD9B94-D70B-4446-85E5-ACD3904289CB}"/>
          </ac:spMkLst>
        </pc:spChg>
        <pc:spChg chg="add del">
          <ac:chgData name="COOPER Sarina [Southern River College]" userId="7f2b4663-0468-4605-9163-1ba4158276d8" providerId="ADAL" clId="{8B689A6E-4B4C-4A9B-B36D-C2D1FA925A22}" dt="2024-07-31T04:20:48.480" v="108" actId="26606"/>
          <ac:spMkLst>
            <pc:docMk/>
            <pc:sldMk cId="1774760215" sldId="257"/>
            <ac:spMk id="34" creationId="{8A93D24D-7B7D-4358-A763-B7597BC02624}"/>
          </ac:spMkLst>
        </pc:spChg>
        <pc:spChg chg="add del">
          <ac:chgData name="COOPER Sarina [Southern River College]" userId="7f2b4663-0468-4605-9163-1ba4158276d8" providerId="ADAL" clId="{8B689A6E-4B4C-4A9B-B36D-C2D1FA925A22}" dt="2024-07-31T04:20:54.703" v="110" actId="26606"/>
          <ac:spMkLst>
            <pc:docMk/>
            <pc:sldMk cId="1774760215" sldId="257"/>
            <ac:spMk id="36" creationId="{C8643778-7F6C-4E8D-84D1-D5CDB9928191}"/>
          </ac:spMkLst>
        </pc:spChg>
        <pc:spChg chg="add del">
          <ac:chgData name="COOPER Sarina [Southern River College]" userId="7f2b4663-0468-4605-9163-1ba4158276d8" providerId="ADAL" clId="{8B689A6E-4B4C-4A9B-B36D-C2D1FA925A22}" dt="2024-07-31T04:20:54.703" v="110" actId="26606"/>
          <ac:spMkLst>
            <pc:docMk/>
            <pc:sldMk cId="1774760215" sldId="257"/>
            <ac:spMk id="38" creationId="{1D22F88D-6907-48AF-B024-346E855E0D96}"/>
          </ac:spMkLst>
        </pc:spChg>
        <pc:spChg chg="add del">
          <ac:chgData name="COOPER Sarina [Southern River College]" userId="7f2b4663-0468-4605-9163-1ba4158276d8" providerId="ADAL" clId="{8B689A6E-4B4C-4A9B-B36D-C2D1FA925A22}" dt="2024-07-31T04:20:54.703" v="110" actId="26606"/>
          <ac:spMkLst>
            <pc:docMk/>
            <pc:sldMk cId="1774760215" sldId="257"/>
            <ac:spMk id="43" creationId="{8A93D24D-7B7D-4358-A763-B7597BC02624}"/>
          </ac:spMkLst>
        </pc:spChg>
        <pc:spChg chg="add del">
          <ac:chgData name="COOPER Sarina [Southern River College]" userId="7f2b4663-0468-4605-9163-1ba4158276d8" providerId="ADAL" clId="{8B689A6E-4B4C-4A9B-B36D-C2D1FA925A22}" dt="2024-07-31T04:21:14.084" v="112" actId="26606"/>
          <ac:spMkLst>
            <pc:docMk/>
            <pc:sldMk cId="1774760215" sldId="257"/>
            <ac:spMk id="45" creationId="{63336871-0118-4F6E-8DBD-20AEFC62A9AD}"/>
          </ac:spMkLst>
        </pc:spChg>
        <pc:spChg chg="add del">
          <ac:chgData name="COOPER Sarina [Southern River College]" userId="7f2b4663-0468-4605-9163-1ba4158276d8" providerId="ADAL" clId="{8B689A6E-4B4C-4A9B-B36D-C2D1FA925A22}" dt="2024-07-31T04:21:14.084" v="112" actId="26606"/>
          <ac:spMkLst>
            <pc:docMk/>
            <pc:sldMk cId="1774760215" sldId="257"/>
            <ac:spMk id="46" creationId="{F03CC8D0-33AF-417F-8454-1FDB6C22DD25}"/>
          </ac:spMkLst>
        </pc:spChg>
        <pc:grpChg chg="add del">
          <ac:chgData name="COOPER Sarina [Southern River College]" userId="7f2b4663-0468-4605-9163-1ba4158276d8" providerId="ADAL" clId="{8B689A6E-4B4C-4A9B-B36D-C2D1FA925A22}" dt="2024-07-31T04:15:15.386" v="57" actId="26606"/>
          <ac:grpSpMkLst>
            <pc:docMk/>
            <pc:sldMk cId="1774760215" sldId="257"/>
            <ac:grpSpMk id="11" creationId="{5346FBCF-5353-4172-96F5-4B7EB07777C4}"/>
          </ac:grpSpMkLst>
        </pc:grpChg>
        <pc:grpChg chg="add del">
          <ac:chgData name="COOPER Sarina [Southern River College]" userId="7f2b4663-0468-4605-9163-1ba4158276d8" providerId="ADAL" clId="{8B689A6E-4B4C-4A9B-B36D-C2D1FA925A22}" dt="2024-07-31T04:15:37.165" v="63" actId="26606"/>
          <ac:grpSpMkLst>
            <pc:docMk/>
            <pc:sldMk cId="1774760215" sldId="257"/>
            <ac:grpSpMk id="12" creationId="{F3842748-48B5-4DD0-A06A-A31C74024A99}"/>
          </ac:grpSpMkLst>
        </pc:grpChg>
        <pc:grpChg chg="add del">
          <ac:chgData name="COOPER Sarina [Southern River College]" userId="7f2b4663-0468-4605-9163-1ba4158276d8" providerId="ADAL" clId="{8B689A6E-4B4C-4A9B-B36D-C2D1FA925A22}" dt="2024-07-31T04:15:15.386" v="57" actId="26606"/>
          <ac:grpSpMkLst>
            <pc:docMk/>
            <pc:sldMk cId="1774760215" sldId="257"/>
            <ac:grpSpMk id="15" creationId="{78326E10-C8CB-487F-A110-F861268DE619}"/>
          </ac:grpSpMkLst>
        </pc:grpChg>
        <pc:grpChg chg="add del">
          <ac:chgData name="COOPER Sarina [Southern River College]" userId="7f2b4663-0468-4605-9163-1ba4158276d8" providerId="ADAL" clId="{8B689A6E-4B4C-4A9B-B36D-C2D1FA925A22}" dt="2024-07-31T04:20:47.127" v="106" actId="26606"/>
          <ac:grpSpMkLst>
            <pc:docMk/>
            <pc:sldMk cId="1774760215" sldId="257"/>
            <ac:grpSpMk id="21" creationId="{1E52C707-F508-47B5-8864-8CC3EE0F030B}"/>
          </ac:grpSpMkLst>
        </pc:grpChg>
        <pc:grpChg chg="add del">
          <ac:chgData name="COOPER Sarina [Southern River College]" userId="7f2b4663-0468-4605-9163-1ba4158276d8" providerId="ADAL" clId="{8B689A6E-4B4C-4A9B-B36D-C2D1FA925A22}" dt="2024-07-31T04:20:54.703" v="110" actId="26606"/>
          <ac:grpSpMkLst>
            <pc:docMk/>
            <pc:sldMk cId="1774760215" sldId="257"/>
            <ac:grpSpMk id="39" creationId="{F3842748-48B5-4DD0-A06A-A31C74024A99}"/>
          </ac:grpSpMkLst>
        </pc:grpChg>
        <pc:grpChg chg="add del">
          <ac:chgData name="COOPER Sarina [Southern River College]" userId="7f2b4663-0468-4605-9163-1ba4158276d8" providerId="ADAL" clId="{8B689A6E-4B4C-4A9B-B36D-C2D1FA925A22}" dt="2024-07-31T04:21:14.084" v="112" actId="26606"/>
          <ac:grpSpMkLst>
            <pc:docMk/>
            <pc:sldMk cId="1774760215" sldId="257"/>
            <ac:grpSpMk id="47" creationId="{B5A08A69-9EE1-4A9E-96B6-D769D87C2F9E}"/>
          </ac:grpSpMkLst>
        </pc:grpChg>
        <pc:graphicFrameChg chg="add del">
          <ac:chgData name="COOPER Sarina [Southern River College]" userId="7f2b4663-0468-4605-9163-1ba4158276d8" providerId="ADAL" clId="{8B689A6E-4B4C-4A9B-B36D-C2D1FA925A22}" dt="2024-07-31T04:20:32.875" v="100" actId="26606"/>
          <ac:graphicFrameMkLst>
            <pc:docMk/>
            <pc:sldMk cId="1774760215" sldId="257"/>
            <ac:graphicFrameMk id="6" creationId="{E1D74B48-93E7-91B9-C0F6-917172137704}"/>
          </ac:graphicFrameMkLst>
        </pc:graphicFrameChg>
        <pc:graphicFrameChg chg="add del">
          <ac:chgData name="COOPER Sarina [Southern River College]" userId="7f2b4663-0468-4605-9163-1ba4158276d8" providerId="ADAL" clId="{8B689A6E-4B4C-4A9B-B36D-C2D1FA925A22}" dt="2024-07-31T04:20:34.921" v="102" actId="26606"/>
          <ac:graphicFrameMkLst>
            <pc:docMk/>
            <pc:sldMk cId="1774760215" sldId="257"/>
            <ac:graphicFrameMk id="13" creationId="{3ED556FD-AD15-ED25-8E38-63AF830680FC}"/>
          </ac:graphicFrameMkLst>
        </pc:graphicFrameChg>
        <pc:graphicFrameChg chg="add del">
          <ac:chgData name="COOPER Sarina [Southern River College]" userId="7f2b4663-0468-4605-9163-1ba4158276d8" providerId="ADAL" clId="{8B689A6E-4B4C-4A9B-B36D-C2D1FA925A22}" dt="2024-07-31T04:20:44.125" v="104" actId="26606"/>
          <ac:graphicFrameMkLst>
            <pc:docMk/>
            <pc:sldMk cId="1774760215" sldId="257"/>
            <ac:graphicFrameMk id="16" creationId="{016ABAF3-D9D9-84FC-61BF-7400C2CC209F}"/>
          </ac:graphicFrameMkLst>
        </pc:graphicFrameChg>
        <pc:graphicFrameChg chg="add del">
          <ac:chgData name="COOPER Sarina [Southern River College]" userId="7f2b4663-0468-4605-9163-1ba4158276d8" providerId="ADAL" clId="{8B689A6E-4B4C-4A9B-B36D-C2D1FA925A22}" dt="2024-07-31T04:15:27.530" v="61" actId="26606"/>
          <ac:graphicFrameMkLst>
            <pc:docMk/>
            <pc:sldMk cId="1774760215" sldId="257"/>
            <ac:graphicFrameMk id="26" creationId="{3DF494CD-F6F1-E3B6-10D1-9E89B1E2C1A0}"/>
          </ac:graphicFrameMkLst>
        </pc:graphicFrameChg>
        <pc:graphicFrameChg chg="add del">
          <ac:chgData name="COOPER Sarina [Southern River College]" userId="7f2b4663-0468-4605-9163-1ba4158276d8" providerId="ADAL" clId="{8B689A6E-4B4C-4A9B-B36D-C2D1FA925A22}" dt="2024-07-31T04:15:39.092" v="65" actId="26606"/>
          <ac:graphicFrameMkLst>
            <pc:docMk/>
            <pc:sldMk cId="1774760215" sldId="257"/>
            <ac:graphicFrameMk id="31" creationId="{76364E92-E8EE-5956-D8E9-61EDE3C8C976}"/>
          </ac:graphicFrameMkLst>
        </pc:graphicFrameChg>
        <pc:graphicFrameChg chg="add del">
          <ac:chgData name="COOPER Sarina [Southern River College]" userId="7f2b4663-0468-4605-9163-1ba4158276d8" providerId="ADAL" clId="{8B689A6E-4B4C-4A9B-B36D-C2D1FA925A22}" dt="2024-07-31T04:15:51.954" v="67" actId="26606"/>
          <ac:graphicFrameMkLst>
            <pc:docMk/>
            <pc:sldMk cId="1774760215" sldId="257"/>
            <ac:graphicFrameMk id="33" creationId="{0172C519-C3BD-2CAB-47ED-7F5B3C51C199}"/>
          </ac:graphicFrameMkLst>
        </pc:graphicFrameChg>
        <pc:graphicFrameChg chg="add del">
          <ac:chgData name="COOPER Sarina [Southern River College]" userId="7f2b4663-0468-4605-9163-1ba4158276d8" providerId="ADAL" clId="{8B689A6E-4B4C-4A9B-B36D-C2D1FA925A22}" dt="2024-07-31T04:15:59.844" v="69" actId="26606"/>
          <ac:graphicFrameMkLst>
            <pc:docMk/>
            <pc:sldMk cId="1774760215" sldId="257"/>
            <ac:graphicFrameMk id="35" creationId="{CEB756C5-F3DB-C3CA-7ACD-40570D698082}"/>
          </ac:graphicFrameMkLst>
        </pc:graphicFrameChg>
        <pc:graphicFrameChg chg="add del mod">
          <ac:chgData name="COOPER Sarina [Southern River College]" userId="7f2b4663-0468-4605-9163-1ba4158276d8" providerId="ADAL" clId="{8B689A6E-4B4C-4A9B-B36D-C2D1FA925A22}" dt="2024-07-31T04:18:29.353" v="73" actId="26606"/>
          <ac:graphicFrameMkLst>
            <pc:docMk/>
            <pc:sldMk cId="1774760215" sldId="257"/>
            <ac:graphicFrameMk id="37" creationId="{0172C519-C3BD-2CAB-47ED-7F5B3C51C199}"/>
          </ac:graphicFrameMkLst>
        </pc:graphicFrameChg>
        <pc:graphicFrameChg chg="add del">
          <ac:chgData name="COOPER Sarina [Southern River College]" userId="7f2b4663-0468-4605-9163-1ba4158276d8" providerId="ADAL" clId="{8B689A6E-4B4C-4A9B-B36D-C2D1FA925A22}" dt="2024-07-31T04:21:14.084" v="112" actId="26606"/>
          <ac:graphicFrameMkLst>
            <pc:docMk/>
            <pc:sldMk cId="1774760215" sldId="257"/>
            <ac:graphicFrameMk id="51" creationId="{9EBE2E55-2AB0-68DA-22C4-73FC0F2E8577}"/>
          </ac:graphicFrameMkLst>
        </pc:graphicFrameChg>
        <pc:picChg chg="add del">
          <ac:chgData name="COOPER Sarina [Southern River College]" userId="7f2b4663-0468-4605-9163-1ba4158276d8" providerId="ADAL" clId="{8B689A6E-4B4C-4A9B-B36D-C2D1FA925A22}" dt="2024-07-31T04:15:15.386" v="57" actId="26606"/>
          <ac:picMkLst>
            <pc:docMk/>
            <pc:sldMk cId="1774760215" sldId="257"/>
            <ac:picMk id="5" creationId="{CF8E4654-78DF-E96A-7D5F-027A4BCD2CFD}"/>
          </ac:picMkLst>
        </pc:picChg>
        <pc:picChg chg="add del">
          <ac:chgData name="COOPER Sarina [Southern River College]" userId="7f2b4663-0468-4605-9163-1ba4158276d8" providerId="ADAL" clId="{8B689A6E-4B4C-4A9B-B36D-C2D1FA925A22}" dt="2024-07-31T04:15:17.201" v="59" actId="26606"/>
          <ac:picMkLst>
            <pc:docMk/>
            <pc:sldMk cId="1774760215" sldId="257"/>
            <ac:picMk id="24" creationId="{8D73BB88-AEDB-32CC-3418-12B497819083}"/>
          </ac:picMkLst>
        </pc:picChg>
        <pc:picChg chg="add del">
          <ac:chgData name="COOPER Sarina [Southern River College]" userId="7f2b4663-0468-4605-9163-1ba4158276d8" providerId="ADAL" clId="{8B689A6E-4B4C-4A9B-B36D-C2D1FA925A22}" dt="2024-07-31T04:20:48.480" v="108" actId="26606"/>
          <ac:picMkLst>
            <pc:docMk/>
            <pc:sldMk cId="1774760215" sldId="257"/>
            <ac:picMk id="32" creationId="{E26313D9-0F3D-E288-ABED-A598F3FAC0AE}"/>
          </ac:picMkLst>
        </pc:picChg>
      </pc:sldChg>
      <pc:sldChg chg="modSp mod modClrScheme chgLayout">
        <pc:chgData name="COOPER Sarina [Southern River College]" userId="7f2b4663-0468-4605-9163-1ba4158276d8" providerId="ADAL" clId="{8B689A6E-4B4C-4A9B-B36D-C2D1FA925A22}" dt="2024-07-31T04:19:18.552" v="90"/>
        <pc:sldMkLst>
          <pc:docMk/>
          <pc:sldMk cId="2189599264" sldId="258"/>
        </pc:sldMkLst>
        <pc:spChg chg="mod ord">
          <ac:chgData name="COOPER Sarina [Southern River College]" userId="7f2b4663-0468-4605-9163-1ba4158276d8" providerId="ADAL" clId="{8B689A6E-4B4C-4A9B-B36D-C2D1FA925A22}" dt="2024-07-31T04:19:18.552" v="90"/>
          <ac:spMkLst>
            <pc:docMk/>
            <pc:sldMk cId="2189599264" sldId="258"/>
            <ac:spMk id="2" creationId="{008C9922-69D6-4C2D-A3ED-4B172A33228A}"/>
          </ac:spMkLst>
        </pc:spChg>
        <pc:spChg chg="mod ord">
          <ac:chgData name="COOPER Sarina [Southern River College]" userId="7f2b4663-0468-4605-9163-1ba4158276d8" providerId="ADAL" clId="{8B689A6E-4B4C-4A9B-B36D-C2D1FA925A22}" dt="2024-07-31T04:18:29.969" v="76" actId="700"/>
          <ac:spMkLst>
            <pc:docMk/>
            <pc:sldMk cId="2189599264" sldId="258"/>
            <ac:spMk id="3" creationId="{83F56ACB-884B-4C85-AB06-DB5410DE883A}"/>
          </ac:spMkLst>
        </pc:spChg>
      </pc:sldChg>
      <pc:sldChg chg="modSp mod modClrScheme chgLayout">
        <pc:chgData name="COOPER Sarina [Southern River College]" userId="7f2b4663-0468-4605-9163-1ba4158276d8" providerId="ADAL" clId="{8B689A6E-4B4C-4A9B-B36D-C2D1FA925A22}" dt="2024-07-31T04:22:54.811" v="182" actId="20577"/>
        <pc:sldMkLst>
          <pc:docMk/>
          <pc:sldMk cId="872635456" sldId="259"/>
        </pc:sldMkLst>
        <pc:spChg chg="mod ord">
          <ac:chgData name="COOPER Sarina [Southern River College]" userId="7f2b4663-0468-4605-9163-1ba4158276d8" providerId="ADAL" clId="{8B689A6E-4B4C-4A9B-B36D-C2D1FA925A22}" dt="2024-07-31T04:19:18.552" v="90"/>
          <ac:spMkLst>
            <pc:docMk/>
            <pc:sldMk cId="872635456" sldId="259"/>
            <ac:spMk id="2" creationId="{688846C4-2298-4DC2-9D94-E5860435ACF3}"/>
          </ac:spMkLst>
        </pc:spChg>
        <pc:spChg chg="mod ord">
          <ac:chgData name="COOPER Sarina [Southern River College]" userId="7f2b4663-0468-4605-9163-1ba4158276d8" providerId="ADAL" clId="{8B689A6E-4B4C-4A9B-B36D-C2D1FA925A22}" dt="2024-07-31T04:22:54.811" v="182" actId="20577"/>
          <ac:spMkLst>
            <pc:docMk/>
            <pc:sldMk cId="872635456" sldId="259"/>
            <ac:spMk id="3" creationId="{8AD37719-5F5A-4C7C-AAD6-5A10CB03F03F}"/>
          </ac:spMkLst>
        </pc:spChg>
      </pc:sldChg>
      <pc:sldChg chg="modSp mod modClrScheme chgLayout">
        <pc:chgData name="COOPER Sarina [Southern River College]" userId="7f2b4663-0468-4605-9163-1ba4158276d8" providerId="ADAL" clId="{8B689A6E-4B4C-4A9B-B36D-C2D1FA925A22}" dt="2024-07-31T04:23:13.555" v="185" actId="1076"/>
        <pc:sldMkLst>
          <pc:docMk/>
          <pc:sldMk cId="1264748140" sldId="260"/>
        </pc:sldMkLst>
        <pc:spChg chg="mod ord">
          <ac:chgData name="COOPER Sarina [Southern River College]" userId="7f2b4663-0468-4605-9163-1ba4158276d8" providerId="ADAL" clId="{8B689A6E-4B4C-4A9B-B36D-C2D1FA925A22}" dt="2024-07-31T04:19:18.552" v="90"/>
          <ac:spMkLst>
            <pc:docMk/>
            <pc:sldMk cId="1264748140" sldId="260"/>
            <ac:spMk id="2" creationId="{DE4707C1-B147-4F8E-993F-72667B75D8B4}"/>
          </ac:spMkLst>
        </pc:spChg>
        <pc:spChg chg="mod ord">
          <ac:chgData name="COOPER Sarina [Southern River College]" userId="7f2b4663-0468-4605-9163-1ba4158276d8" providerId="ADAL" clId="{8B689A6E-4B4C-4A9B-B36D-C2D1FA925A22}" dt="2024-07-31T04:18:29.969" v="76" actId="700"/>
          <ac:spMkLst>
            <pc:docMk/>
            <pc:sldMk cId="1264748140" sldId="260"/>
            <ac:spMk id="3" creationId="{10D02E36-91E7-4C44-812F-1B282AC2546C}"/>
          </ac:spMkLst>
        </pc:spChg>
        <pc:picChg chg="mod">
          <ac:chgData name="COOPER Sarina [Southern River College]" userId="7f2b4663-0468-4605-9163-1ba4158276d8" providerId="ADAL" clId="{8B689A6E-4B4C-4A9B-B36D-C2D1FA925A22}" dt="2024-07-31T04:23:13.555" v="185" actId="1076"/>
          <ac:picMkLst>
            <pc:docMk/>
            <pc:sldMk cId="1264748140" sldId="260"/>
            <ac:picMk id="7" creationId="{77580552-6F26-4D45-ACFC-7608B9C3C62C}"/>
          </ac:picMkLst>
        </pc:picChg>
      </pc:sldChg>
      <pc:sldChg chg="addSp delSp modSp add del mod delDesignElem">
        <pc:chgData name="COOPER Sarina [Southern River College]" userId="7f2b4663-0468-4605-9163-1ba4158276d8" providerId="ADAL" clId="{8B689A6E-4B4C-4A9B-B36D-C2D1FA925A22}" dt="2024-08-02T04:58:52.301" v="217" actId="1076"/>
        <pc:sldMkLst>
          <pc:docMk/>
          <pc:sldMk cId="3301637796" sldId="261"/>
        </pc:sldMkLst>
        <pc:spChg chg="mod">
          <ac:chgData name="COOPER Sarina [Southern River College]" userId="7f2b4663-0468-4605-9163-1ba4158276d8" providerId="ADAL" clId="{8B689A6E-4B4C-4A9B-B36D-C2D1FA925A22}" dt="2024-08-02T04:58:48.923" v="216" actId="1076"/>
          <ac:spMkLst>
            <pc:docMk/>
            <pc:sldMk cId="3301637796" sldId="261"/>
            <ac:spMk id="2" creationId="{00000000-0000-0000-0000-000000000000}"/>
          </ac:spMkLst>
        </pc:spChg>
        <pc:grpChg chg="add del">
          <ac:chgData name="COOPER Sarina [Southern River College]" userId="7f2b4663-0468-4605-9163-1ba4158276d8" providerId="ADAL" clId="{8B689A6E-4B4C-4A9B-B36D-C2D1FA925A22}" dt="2024-07-31T04:18:29.605" v="74"/>
          <ac:grpSpMkLst>
            <pc:docMk/>
            <pc:sldMk cId="3301637796" sldId="261"/>
            <ac:grpSpMk id="16" creationId="{00000000-0000-0000-0000-000000000000}"/>
          </ac:grpSpMkLst>
        </pc:grpChg>
        <pc:grpChg chg="add del">
          <ac:chgData name="COOPER Sarina [Southern River College]" userId="7f2b4663-0468-4605-9163-1ba4158276d8" providerId="ADAL" clId="{8B689A6E-4B4C-4A9B-B36D-C2D1FA925A22}" dt="2024-07-31T04:18:29.605" v="74"/>
          <ac:grpSpMkLst>
            <pc:docMk/>
            <pc:sldMk cId="3301637796" sldId="261"/>
            <ac:grpSpMk id="24" creationId="{00000000-0000-0000-0000-000000000000}"/>
          </ac:grpSpMkLst>
        </pc:grpChg>
        <pc:picChg chg="add del mod">
          <ac:chgData name="COOPER Sarina [Southern River College]" userId="7f2b4663-0468-4605-9163-1ba4158276d8" providerId="ADAL" clId="{8B689A6E-4B4C-4A9B-B36D-C2D1FA925A22}" dt="2024-08-02T04:58:52.301" v="217" actId="1076"/>
          <ac:picMkLst>
            <pc:docMk/>
            <pc:sldMk cId="3301637796" sldId="261"/>
            <ac:picMk id="3" creationId="{40E5A086-24DC-4DBE-FB3E-8B83EAD57992}"/>
          </ac:picMkLst>
        </pc:picChg>
      </pc:sldChg>
      <pc:sldChg chg="addSp delSp modSp mod modClrScheme chgLayout">
        <pc:chgData name="COOPER Sarina [Southern River College]" userId="7f2b4663-0468-4605-9163-1ba4158276d8" providerId="ADAL" clId="{8B689A6E-4B4C-4A9B-B36D-C2D1FA925A22}" dt="2024-07-31T04:24:31.206" v="194" actId="1076"/>
        <pc:sldMkLst>
          <pc:docMk/>
          <pc:sldMk cId="503991336" sldId="262"/>
        </pc:sldMkLst>
        <pc:spChg chg="add del mod ord">
          <ac:chgData name="COOPER Sarina [Southern River College]" userId="7f2b4663-0468-4605-9163-1ba4158276d8" providerId="ADAL" clId="{8B689A6E-4B4C-4A9B-B36D-C2D1FA925A22}" dt="2024-07-31T04:18:29.969" v="76" actId="700"/>
          <ac:spMkLst>
            <pc:docMk/>
            <pc:sldMk cId="503991336" sldId="262"/>
            <ac:spMk id="2" creationId="{D5F05A7E-8124-5E41-7175-C252CF9942ED}"/>
          </ac:spMkLst>
        </pc:spChg>
        <pc:spChg chg="mod ord">
          <ac:chgData name="COOPER Sarina [Southern River College]" userId="7f2b4663-0468-4605-9163-1ba4158276d8" providerId="ADAL" clId="{8B689A6E-4B4C-4A9B-B36D-C2D1FA925A22}" dt="2024-07-31T04:24:28.476" v="193" actId="14100"/>
          <ac:spMkLst>
            <pc:docMk/>
            <pc:sldMk cId="503991336" sldId="262"/>
            <ac:spMk id="3" creationId="{4799FB08-3E48-4706-BD03-F81ED4E59E4A}"/>
          </ac:spMkLst>
        </pc:spChg>
        <pc:picChg chg="mod">
          <ac:chgData name="COOPER Sarina [Southern River College]" userId="7f2b4663-0468-4605-9163-1ba4158276d8" providerId="ADAL" clId="{8B689A6E-4B4C-4A9B-B36D-C2D1FA925A22}" dt="2024-07-31T04:24:31.206" v="194" actId="1076"/>
          <ac:picMkLst>
            <pc:docMk/>
            <pc:sldMk cId="503991336" sldId="262"/>
            <ac:picMk id="4" creationId="{F393ECEB-23C7-4C82-B6F2-0F4E70EE5D16}"/>
          </ac:picMkLst>
        </pc:picChg>
      </pc:sldChg>
      <pc:sldChg chg="addSp delSp modSp mod modClrScheme chgLayout">
        <pc:chgData name="COOPER Sarina [Southern River College]" userId="7f2b4663-0468-4605-9163-1ba4158276d8" providerId="ADAL" clId="{8B689A6E-4B4C-4A9B-B36D-C2D1FA925A22}" dt="2024-07-31T04:24:56.749" v="197" actId="1076"/>
        <pc:sldMkLst>
          <pc:docMk/>
          <pc:sldMk cId="2632333474" sldId="263"/>
        </pc:sldMkLst>
        <pc:spChg chg="add del mod ord">
          <ac:chgData name="COOPER Sarina [Southern River College]" userId="7f2b4663-0468-4605-9163-1ba4158276d8" providerId="ADAL" clId="{8B689A6E-4B4C-4A9B-B36D-C2D1FA925A22}" dt="2024-07-31T04:18:29.969" v="76" actId="700"/>
          <ac:spMkLst>
            <pc:docMk/>
            <pc:sldMk cId="2632333474" sldId="263"/>
            <ac:spMk id="2" creationId="{1DF5ACA6-C8D1-7234-5D6C-B4E7CCFE4085}"/>
          </ac:spMkLst>
        </pc:spChg>
        <pc:spChg chg="mod ord">
          <ac:chgData name="COOPER Sarina [Southern River College]" userId="7f2b4663-0468-4605-9163-1ba4158276d8" providerId="ADAL" clId="{8B689A6E-4B4C-4A9B-B36D-C2D1FA925A22}" dt="2024-07-31T04:24:56.749" v="197" actId="1076"/>
          <ac:spMkLst>
            <pc:docMk/>
            <pc:sldMk cId="2632333474" sldId="263"/>
            <ac:spMk id="3" creationId="{8088920C-D305-4295-BEF2-2674125CF5D5}"/>
          </ac:spMkLst>
        </pc:spChg>
        <pc:picChg chg="mod">
          <ac:chgData name="COOPER Sarina [Southern River College]" userId="7f2b4663-0468-4605-9163-1ba4158276d8" providerId="ADAL" clId="{8B689A6E-4B4C-4A9B-B36D-C2D1FA925A22}" dt="2024-07-31T04:24:48.663" v="195" actId="1076"/>
          <ac:picMkLst>
            <pc:docMk/>
            <pc:sldMk cId="2632333474" sldId="263"/>
            <ac:picMk id="4" creationId="{8A9798B6-7C84-4F2D-B57F-51F3D4044DEA}"/>
          </ac:picMkLst>
        </pc:picChg>
      </pc:sldChg>
      <pc:sldChg chg="modSp mod modClrScheme chgLayout">
        <pc:chgData name="COOPER Sarina [Southern River College]" userId="7f2b4663-0468-4605-9163-1ba4158276d8" providerId="ADAL" clId="{8B689A6E-4B4C-4A9B-B36D-C2D1FA925A22}" dt="2024-07-31T04:25:58.085" v="202" actId="14100"/>
        <pc:sldMkLst>
          <pc:docMk/>
          <pc:sldMk cId="1649775236" sldId="264"/>
        </pc:sldMkLst>
        <pc:spChg chg="mod ord">
          <ac:chgData name="COOPER Sarina [Southern River College]" userId="7f2b4663-0468-4605-9163-1ba4158276d8" providerId="ADAL" clId="{8B689A6E-4B4C-4A9B-B36D-C2D1FA925A22}" dt="2024-07-31T04:25:51.331" v="201" actId="14100"/>
          <ac:spMkLst>
            <pc:docMk/>
            <pc:sldMk cId="1649775236" sldId="264"/>
            <ac:spMk id="2" creationId="{6FDEEFA4-7F1A-4154-A98A-B74E72A6A86B}"/>
          </ac:spMkLst>
        </pc:spChg>
        <pc:spChg chg="mod ord">
          <ac:chgData name="COOPER Sarina [Southern River College]" userId="7f2b4663-0468-4605-9163-1ba4158276d8" providerId="ADAL" clId="{8B689A6E-4B4C-4A9B-B36D-C2D1FA925A22}" dt="2024-07-31T04:25:58.085" v="202" actId="14100"/>
          <ac:spMkLst>
            <pc:docMk/>
            <pc:sldMk cId="1649775236" sldId="264"/>
            <ac:spMk id="3" creationId="{EEC37557-3D5B-4A73-B861-C789FB2CF1E2}"/>
          </ac:spMkLst>
        </pc:spChg>
      </pc:sldChg>
      <pc:sldChg chg="modSp mod modClrScheme chgLayout">
        <pc:chgData name="COOPER Sarina [Southern River College]" userId="7f2b4663-0468-4605-9163-1ba4158276d8" providerId="ADAL" clId="{8B689A6E-4B4C-4A9B-B36D-C2D1FA925A22}" dt="2024-07-31T04:26:47.691" v="208" actId="1076"/>
        <pc:sldMkLst>
          <pc:docMk/>
          <pc:sldMk cId="1379229023" sldId="265"/>
        </pc:sldMkLst>
        <pc:spChg chg="mod ord">
          <ac:chgData name="COOPER Sarina [Southern River College]" userId="7f2b4663-0468-4605-9163-1ba4158276d8" providerId="ADAL" clId="{8B689A6E-4B4C-4A9B-B36D-C2D1FA925A22}" dt="2024-07-31T04:18:29.969" v="76" actId="700"/>
          <ac:spMkLst>
            <pc:docMk/>
            <pc:sldMk cId="1379229023" sldId="265"/>
            <ac:spMk id="2" creationId="{AB48DA10-8CB9-4274-94DC-6CD0929B651F}"/>
          </ac:spMkLst>
        </pc:spChg>
        <pc:spChg chg="mod ord">
          <ac:chgData name="COOPER Sarina [Southern River College]" userId="7f2b4663-0468-4605-9163-1ba4158276d8" providerId="ADAL" clId="{8B689A6E-4B4C-4A9B-B36D-C2D1FA925A22}" dt="2024-07-31T04:26:43.839" v="207" actId="1076"/>
          <ac:spMkLst>
            <pc:docMk/>
            <pc:sldMk cId="1379229023" sldId="265"/>
            <ac:spMk id="3" creationId="{1C4936AC-B47B-47C8-9E5D-AEE888E26AC5}"/>
          </ac:spMkLst>
        </pc:spChg>
        <pc:spChg chg="mod">
          <ac:chgData name="COOPER Sarina [Southern River College]" userId="7f2b4663-0468-4605-9163-1ba4158276d8" providerId="ADAL" clId="{8B689A6E-4B4C-4A9B-B36D-C2D1FA925A22}" dt="2024-07-31T04:26:47.691" v="208" actId="1076"/>
          <ac:spMkLst>
            <pc:docMk/>
            <pc:sldMk cId="1379229023" sldId="265"/>
            <ac:spMk id="6" creationId="{E491E786-A233-42B7-BAC4-EF7A5DC41C1D}"/>
          </ac:spMkLst>
        </pc:spChg>
      </pc:sldChg>
      <pc:sldChg chg="modSp mod modClrScheme chgLayout">
        <pc:chgData name="COOPER Sarina [Southern River College]" userId="7f2b4663-0468-4605-9163-1ba4158276d8" providerId="ADAL" clId="{8B689A6E-4B4C-4A9B-B36D-C2D1FA925A22}" dt="2024-07-31T04:26:12.488" v="204" actId="1076"/>
        <pc:sldMkLst>
          <pc:docMk/>
          <pc:sldMk cId="1930984859" sldId="266"/>
        </pc:sldMkLst>
        <pc:spChg chg="mod ord">
          <ac:chgData name="COOPER Sarina [Southern River College]" userId="7f2b4663-0468-4605-9163-1ba4158276d8" providerId="ADAL" clId="{8B689A6E-4B4C-4A9B-B36D-C2D1FA925A22}" dt="2024-07-31T04:18:29.969" v="76" actId="700"/>
          <ac:spMkLst>
            <pc:docMk/>
            <pc:sldMk cId="1930984859" sldId="266"/>
            <ac:spMk id="2" creationId="{D5A861DC-56B1-42B4-9755-723BF598F0C2}"/>
          </ac:spMkLst>
        </pc:spChg>
        <pc:spChg chg="mod ord">
          <ac:chgData name="COOPER Sarina [Southern River College]" userId="7f2b4663-0468-4605-9163-1ba4158276d8" providerId="ADAL" clId="{8B689A6E-4B4C-4A9B-B36D-C2D1FA925A22}" dt="2024-07-31T04:26:12.488" v="204" actId="1076"/>
          <ac:spMkLst>
            <pc:docMk/>
            <pc:sldMk cId="1930984859" sldId="266"/>
            <ac:spMk id="3" creationId="{3BFDCBB8-5D7D-4023-9A07-1C621CA11014}"/>
          </ac:spMkLst>
        </pc:spChg>
      </pc:sldChg>
      <pc:sldChg chg="addSp delSp modSp mod modClrScheme delDesignElem chgLayout">
        <pc:chgData name="COOPER Sarina [Southern River College]" userId="7f2b4663-0468-4605-9163-1ba4158276d8" providerId="ADAL" clId="{8B689A6E-4B4C-4A9B-B36D-C2D1FA925A22}" dt="2024-07-31T04:19:18.552" v="90"/>
        <pc:sldMkLst>
          <pc:docMk/>
          <pc:sldMk cId="4004134697" sldId="267"/>
        </pc:sldMkLst>
        <pc:spChg chg="add del mod ord">
          <ac:chgData name="COOPER Sarina [Southern River College]" userId="7f2b4663-0468-4605-9163-1ba4158276d8" providerId="ADAL" clId="{8B689A6E-4B4C-4A9B-B36D-C2D1FA925A22}" dt="2024-07-31T04:18:29.969" v="76" actId="700"/>
          <ac:spMkLst>
            <pc:docMk/>
            <pc:sldMk cId="4004134697" sldId="267"/>
            <ac:spMk id="2" creationId="{D7A6C10E-FB99-EEC0-64D4-81A19F9A4E88}"/>
          </ac:spMkLst>
        </pc:spChg>
        <pc:spChg chg="mod ord">
          <ac:chgData name="COOPER Sarina [Southern River College]" userId="7f2b4663-0468-4605-9163-1ba4158276d8" providerId="ADAL" clId="{8B689A6E-4B4C-4A9B-B36D-C2D1FA925A22}" dt="2024-07-31T04:18:29.969" v="76" actId="700"/>
          <ac:spMkLst>
            <pc:docMk/>
            <pc:sldMk cId="4004134697" sldId="267"/>
            <ac:spMk id="3" creationId="{66A2B7D4-8E8A-4345-AC08-DDD6466FE460}"/>
          </ac:spMkLst>
        </pc:spChg>
        <pc:spChg chg="add del">
          <ac:chgData name="COOPER Sarina [Southern River College]" userId="7f2b4663-0468-4605-9163-1ba4158276d8" providerId="ADAL" clId="{8B689A6E-4B4C-4A9B-B36D-C2D1FA925A22}" dt="2024-07-31T04:19:18.552" v="90"/>
          <ac:spMkLst>
            <pc:docMk/>
            <pc:sldMk cId="4004134697" sldId="267"/>
            <ac:spMk id="10" creationId="{00000000-0000-0000-0000-000000000000}"/>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3515990198" sldId="268"/>
        </pc:sldMkLst>
        <pc:spChg chg="add del mod ord">
          <ac:chgData name="COOPER Sarina [Southern River College]" userId="7f2b4663-0468-4605-9163-1ba4158276d8" providerId="ADAL" clId="{8B689A6E-4B4C-4A9B-B36D-C2D1FA925A22}" dt="2024-07-31T04:18:29.969" v="76" actId="700"/>
          <ac:spMkLst>
            <pc:docMk/>
            <pc:sldMk cId="3515990198" sldId="268"/>
            <ac:spMk id="2" creationId="{53B77260-2311-880F-14ED-CCCA4A09EB92}"/>
          </ac:spMkLst>
        </pc:spChg>
        <pc:spChg chg="add del mod ord">
          <ac:chgData name="COOPER Sarina [Southern River College]" userId="7f2b4663-0468-4605-9163-1ba4158276d8" providerId="ADAL" clId="{8B689A6E-4B4C-4A9B-B36D-C2D1FA925A22}" dt="2024-07-31T04:18:29.969" v="76" actId="700"/>
          <ac:spMkLst>
            <pc:docMk/>
            <pc:sldMk cId="3515990198" sldId="268"/>
            <ac:spMk id="3" creationId="{49D3B8D6-D345-F409-6F11-F06BED99B27A}"/>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407573424" sldId="269"/>
        </pc:sldMkLst>
        <pc:spChg chg="add del mod ord">
          <ac:chgData name="COOPER Sarina [Southern River College]" userId="7f2b4663-0468-4605-9163-1ba4158276d8" providerId="ADAL" clId="{8B689A6E-4B4C-4A9B-B36D-C2D1FA925A22}" dt="2024-07-31T04:18:29.969" v="76" actId="700"/>
          <ac:spMkLst>
            <pc:docMk/>
            <pc:sldMk cId="407573424" sldId="269"/>
            <ac:spMk id="2" creationId="{307C6530-342A-8377-536E-3F91D85BBCAA}"/>
          </ac:spMkLst>
        </pc:spChg>
        <pc:spChg chg="add del mod ord">
          <ac:chgData name="COOPER Sarina [Southern River College]" userId="7f2b4663-0468-4605-9163-1ba4158276d8" providerId="ADAL" clId="{8B689A6E-4B4C-4A9B-B36D-C2D1FA925A22}" dt="2024-07-31T04:18:29.969" v="76" actId="700"/>
          <ac:spMkLst>
            <pc:docMk/>
            <pc:sldMk cId="407573424" sldId="269"/>
            <ac:spMk id="3" creationId="{17353813-1416-4570-D81B-AE23BE13C906}"/>
          </ac:spMkLst>
        </pc:spChg>
      </pc:sldChg>
      <pc:sldChg chg="addSp delSp modSp mod modClrScheme chgLayout">
        <pc:chgData name="COOPER Sarina [Southern River College]" userId="7f2b4663-0468-4605-9163-1ba4158276d8" providerId="ADAL" clId="{8B689A6E-4B4C-4A9B-B36D-C2D1FA925A22}" dt="2024-07-31T04:19:18.552" v="90"/>
        <pc:sldMkLst>
          <pc:docMk/>
          <pc:sldMk cId="684285637" sldId="270"/>
        </pc:sldMkLst>
        <pc:spChg chg="add del mod ord">
          <ac:chgData name="COOPER Sarina [Southern River College]" userId="7f2b4663-0468-4605-9163-1ba4158276d8" providerId="ADAL" clId="{8B689A6E-4B4C-4A9B-B36D-C2D1FA925A22}" dt="2024-07-31T04:18:29.969" v="76" actId="700"/>
          <ac:spMkLst>
            <pc:docMk/>
            <pc:sldMk cId="684285637" sldId="270"/>
            <ac:spMk id="2" creationId="{D3670122-9D9C-07FF-AA66-7CA5292674A0}"/>
          </ac:spMkLst>
        </pc:spChg>
        <pc:spChg chg="mod ord">
          <ac:chgData name="COOPER Sarina [Southern River College]" userId="7f2b4663-0468-4605-9163-1ba4158276d8" providerId="ADAL" clId="{8B689A6E-4B4C-4A9B-B36D-C2D1FA925A22}" dt="2024-07-31T04:19:18.552" v="90"/>
          <ac:spMkLst>
            <pc:docMk/>
            <pc:sldMk cId="684285637" sldId="270"/>
            <ac:spMk id="3" creationId="{3BE23B88-2346-4953-B08C-2FE6C3013097}"/>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883913638" sldId="271"/>
        </pc:sldMkLst>
        <pc:spChg chg="mod ord">
          <ac:chgData name="COOPER Sarina [Southern River College]" userId="7f2b4663-0468-4605-9163-1ba4158276d8" providerId="ADAL" clId="{8B689A6E-4B4C-4A9B-B36D-C2D1FA925A22}" dt="2024-07-31T04:18:29.969" v="76" actId="700"/>
          <ac:spMkLst>
            <pc:docMk/>
            <pc:sldMk cId="883913638" sldId="271"/>
            <ac:spMk id="3" creationId="{E57DC00E-2F6E-4335-9AF5-22BDE2425D95}"/>
          </ac:spMkLst>
        </pc:spChg>
        <pc:spChg chg="add del mod ord">
          <ac:chgData name="COOPER Sarina [Southern River College]" userId="7f2b4663-0468-4605-9163-1ba4158276d8" providerId="ADAL" clId="{8B689A6E-4B4C-4A9B-B36D-C2D1FA925A22}" dt="2024-07-31T04:18:29.969" v="76" actId="700"/>
          <ac:spMkLst>
            <pc:docMk/>
            <pc:sldMk cId="883913638" sldId="271"/>
            <ac:spMk id="6" creationId="{C158B9DE-DD74-0D10-82C3-B40E3DF1A609}"/>
          </ac:spMkLst>
        </pc:spChg>
      </pc:sldChg>
      <pc:sldChg chg="modSp mod modClrScheme chgLayout">
        <pc:chgData name="COOPER Sarina [Southern River College]" userId="7f2b4663-0468-4605-9163-1ba4158276d8" providerId="ADAL" clId="{8B689A6E-4B4C-4A9B-B36D-C2D1FA925A22}" dt="2024-07-31T04:18:29.969" v="76" actId="700"/>
        <pc:sldMkLst>
          <pc:docMk/>
          <pc:sldMk cId="3748889669" sldId="273"/>
        </pc:sldMkLst>
        <pc:spChg chg="mod ord">
          <ac:chgData name="COOPER Sarina [Southern River College]" userId="7f2b4663-0468-4605-9163-1ba4158276d8" providerId="ADAL" clId="{8B689A6E-4B4C-4A9B-B36D-C2D1FA925A22}" dt="2024-07-31T04:18:29.969" v="76" actId="700"/>
          <ac:spMkLst>
            <pc:docMk/>
            <pc:sldMk cId="3748889669" sldId="273"/>
            <ac:spMk id="2" creationId="{CB4E20FB-5807-4490-B6BE-C9A3DD6A2B60}"/>
          </ac:spMkLst>
        </pc:spChg>
        <pc:spChg chg="mod ord">
          <ac:chgData name="COOPER Sarina [Southern River College]" userId="7f2b4663-0468-4605-9163-1ba4158276d8" providerId="ADAL" clId="{8B689A6E-4B4C-4A9B-B36D-C2D1FA925A22}" dt="2024-07-31T04:18:29.969" v="76" actId="700"/>
          <ac:spMkLst>
            <pc:docMk/>
            <pc:sldMk cId="3748889669" sldId="273"/>
            <ac:spMk id="3" creationId="{8EDF7D2E-6E42-4B2D-8248-0A962C796463}"/>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3576808592" sldId="274"/>
        </pc:sldMkLst>
        <pc:spChg chg="add del mod ord">
          <ac:chgData name="COOPER Sarina [Southern River College]" userId="7f2b4663-0468-4605-9163-1ba4158276d8" providerId="ADAL" clId="{8B689A6E-4B4C-4A9B-B36D-C2D1FA925A22}" dt="2024-07-31T04:18:29.969" v="76" actId="700"/>
          <ac:spMkLst>
            <pc:docMk/>
            <pc:sldMk cId="3576808592" sldId="274"/>
            <ac:spMk id="2" creationId="{2385FD66-07C3-6D8B-47B3-95F79FCCE421}"/>
          </ac:spMkLst>
        </pc:spChg>
        <pc:spChg chg="mod ord">
          <ac:chgData name="COOPER Sarina [Southern River College]" userId="7f2b4663-0468-4605-9163-1ba4158276d8" providerId="ADAL" clId="{8B689A6E-4B4C-4A9B-B36D-C2D1FA925A22}" dt="2024-07-31T04:18:29.969" v="76" actId="700"/>
          <ac:spMkLst>
            <pc:docMk/>
            <pc:sldMk cId="3576808592" sldId="274"/>
            <ac:spMk id="3" creationId="{926C4D02-5EF4-43BC-9373-95FDF13A479E}"/>
          </ac:spMkLst>
        </pc:spChg>
      </pc:sldChg>
      <pc:sldChg chg="addSp delSp modSp mod modClrScheme chgLayout">
        <pc:chgData name="COOPER Sarina [Southern River College]" userId="7f2b4663-0468-4605-9163-1ba4158276d8" providerId="ADAL" clId="{8B689A6E-4B4C-4A9B-B36D-C2D1FA925A22}" dt="2024-07-31T04:19:18.552" v="90"/>
        <pc:sldMkLst>
          <pc:docMk/>
          <pc:sldMk cId="1036047623" sldId="275"/>
        </pc:sldMkLst>
        <pc:spChg chg="add del mod ord">
          <ac:chgData name="COOPER Sarina [Southern River College]" userId="7f2b4663-0468-4605-9163-1ba4158276d8" providerId="ADAL" clId="{8B689A6E-4B4C-4A9B-B36D-C2D1FA925A22}" dt="2024-07-31T04:18:29.969" v="76" actId="700"/>
          <ac:spMkLst>
            <pc:docMk/>
            <pc:sldMk cId="1036047623" sldId="275"/>
            <ac:spMk id="2" creationId="{90C08244-B300-7AB5-F01A-D42B962BF345}"/>
          </ac:spMkLst>
        </pc:spChg>
        <pc:spChg chg="mod ord">
          <ac:chgData name="COOPER Sarina [Southern River College]" userId="7f2b4663-0468-4605-9163-1ba4158276d8" providerId="ADAL" clId="{8B689A6E-4B4C-4A9B-B36D-C2D1FA925A22}" dt="2024-07-31T04:19:18.552" v="90"/>
          <ac:spMkLst>
            <pc:docMk/>
            <pc:sldMk cId="1036047623" sldId="275"/>
            <ac:spMk id="3" creationId="{FEB7C7A8-5FD2-4B0A-9725-4EF315F7E503}"/>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2322432118" sldId="276"/>
        </pc:sldMkLst>
        <pc:spChg chg="add del mod ord">
          <ac:chgData name="COOPER Sarina [Southern River College]" userId="7f2b4663-0468-4605-9163-1ba4158276d8" providerId="ADAL" clId="{8B689A6E-4B4C-4A9B-B36D-C2D1FA925A22}" dt="2024-07-31T04:18:29.969" v="76" actId="700"/>
          <ac:spMkLst>
            <pc:docMk/>
            <pc:sldMk cId="2322432118" sldId="276"/>
            <ac:spMk id="2" creationId="{940D3046-CE59-6B71-DAD9-8B4404B522A6}"/>
          </ac:spMkLst>
        </pc:spChg>
        <pc:spChg chg="mod ord">
          <ac:chgData name="COOPER Sarina [Southern River College]" userId="7f2b4663-0468-4605-9163-1ba4158276d8" providerId="ADAL" clId="{8B689A6E-4B4C-4A9B-B36D-C2D1FA925A22}" dt="2024-07-31T04:18:29.969" v="76" actId="700"/>
          <ac:spMkLst>
            <pc:docMk/>
            <pc:sldMk cId="2322432118" sldId="276"/>
            <ac:spMk id="3" creationId="{D9C83223-60B3-4147-AC2D-4C58DDD80D1A}"/>
          </ac:spMkLst>
        </pc:spChg>
      </pc:sldChg>
      <pc:sldChg chg="modSp mod modClrScheme chgLayout">
        <pc:chgData name="COOPER Sarina [Southern River College]" userId="7f2b4663-0468-4605-9163-1ba4158276d8" providerId="ADAL" clId="{8B689A6E-4B4C-4A9B-B36D-C2D1FA925A22}" dt="2024-07-31T04:19:18.552" v="90"/>
        <pc:sldMkLst>
          <pc:docMk/>
          <pc:sldMk cId="2094545621" sldId="277"/>
        </pc:sldMkLst>
        <pc:spChg chg="mod ord">
          <ac:chgData name="COOPER Sarina [Southern River College]" userId="7f2b4663-0468-4605-9163-1ba4158276d8" providerId="ADAL" clId="{8B689A6E-4B4C-4A9B-B36D-C2D1FA925A22}" dt="2024-07-31T04:18:29.969" v="76" actId="700"/>
          <ac:spMkLst>
            <pc:docMk/>
            <pc:sldMk cId="2094545621" sldId="277"/>
            <ac:spMk id="2" creationId="{1D24104B-8F9D-44C5-809E-D252C25DF77B}"/>
          </ac:spMkLst>
        </pc:spChg>
        <pc:spChg chg="mod ord">
          <ac:chgData name="COOPER Sarina [Southern River College]" userId="7f2b4663-0468-4605-9163-1ba4158276d8" providerId="ADAL" clId="{8B689A6E-4B4C-4A9B-B36D-C2D1FA925A22}" dt="2024-07-31T04:19:18.552" v="90"/>
          <ac:spMkLst>
            <pc:docMk/>
            <pc:sldMk cId="2094545621" sldId="277"/>
            <ac:spMk id="3" creationId="{E96670EE-4EE8-4F4E-A03C-E4035D287806}"/>
          </ac:spMkLst>
        </pc:spChg>
      </pc:sldChg>
      <pc:sldChg chg="modSp mod modClrScheme chgLayout">
        <pc:chgData name="COOPER Sarina [Southern River College]" userId="7f2b4663-0468-4605-9163-1ba4158276d8" providerId="ADAL" clId="{8B689A6E-4B4C-4A9B-B36D-C2D1FA925A22}" dt="2024-07-31T04:18:29.969" v="76" actId="700"/>
        <pc:sldMkLst>
          <pc:docMk/>
          <pc:sldMk cId="132570557" sldId="278"/>
        </pc:sldMkLst>
        <pc:spChg chg="mod ord">
          <ac:chgData name="COOPER Sarina [Southern River College]" userId="7f2b4663-0468-4605-9163-1ba4158276d8" providerId="ADAL" clId="{8B689A6E-4B4C-4A9B-B36D-C2D1FA925A22}" dt="2024-07-31T04:18:29.969" v="76" actId="700"/>
          <ac:spMkLst>
            <pc:docMk/>
            <pc:sldMk cId="132570557" sldId="278"/>
            <ac:spMk id="2" creationId="{F50E59A0-7A18-4455-90F8-3432757E80D5}"/>
          </ac:spMkLst>
        </pc:spChg>
        <pc:spChg chg="mod ord">
          <ac:chgData name="COOPER Sarina [Southern River College]" userId="7f2b4663-0468-4605-9163-1ba4158276d8" providerId="ADAL" clId="{8B689A6E-4B4C-4A9B-B36D-C2D1FA925A22}" dt="2024-07-31T04:18:29.969" v="76" actId="700"/>
          <ac:spMkLst>
            <pc:docMk/>
            <pc:sldMk cId="132570557" sldId="278"/>
            <ac:spMk id="3" creationId="{71F153F8-7EB7-4DDF-8335-2CE7D0B7758B}"/>
          </ac:spMkLst>
        </pc:spChg>
      </pc:sldChg>
      <pc:sldChg chg="modSp mod modClrScheme chgLayout">
        <pc:chgData name="COOPER Sarina [Southern River College]" userId="7f2b4663-0468-4605-9163-1ba4158276d8" providerId="ADAL" clId="{8B689A6E-4B4C-4A9B-B36D-C2D1FA925A22}" dt="2024-07-31T04:19:18.552" v="90"/>
        <pc:sldMkLst>
          <pc:docMk/>
          <pc:sldMk cId="1205039667" sldId="280"/>
        </pc:sldMkLst>
        <pc:spChg chg="mod ord">
          <ac:chgData name="COOPER Sarina [Southern River College]" userId="7f2b4663-0468-4605-9163-1ba4158276d8" providerId="ADAL" clId="{8B689A6E-4B4C-4A9B-B36D-C2D1FA925A22}" dt="2024-07-31T04:18:29.969" v="76" actId="700"/>
          <ac:spMkLst>
            <pc:docMk/>
            <pc:sldMk cId="1205039667" sldId="280"/>
            <ac:spMk id="2" creationId="{F5343A70-1734-47C3-A9CB-819CB56C9CC1}"/>
          </ac:spMkLst>
        </pc:spChg>
        <pc:spChg chg="mod ord">
          <ac:chgData name="COOPER Sarina [Southern River College]" userId="7f2b4663-0468-4605-9163-1ba4158276d8" providerId="ADAL" clId="{8B689A6E-4B4C-4A9B-B36D-C2D1FA925A22}" dt="2024-07-31T04:19:18.552" v="90"/>
          <ac:spMkLst>
            <pc:docMk/>
            <pc:sldMk cId="1205039667" sldId="280"/>
            <ac:spMk id="3" creationId="{1863CBCA-7BAE-4F3E-84DB-C1DB5ABFF542}"/>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1203088975" sldId="281"/>
        </pc:sldMkLst>
        <pc:spChg chg="add del mod ord">
          <ac:chgData name="COOPER Sarina [Southern River College]" userId="7f2b4663-0468-4605-9163-1ba4158276d8" providerId="ADAL" clId="{8B689A6E-4B4C-4A9B-B36D-C2D1FA925A22}" dt="2024-07-31T04:18:29.969" v="76" actId="700"/>
          <ac:spMkLst>
            <pc:docMk/>
            <pc:sldMk cId="1203088975" sldId="281"/>
            <ac:spMk id="2" creationId="{E522D0D9-47B1-5326-EFDD-E89E1B132848}"/>
          </ac:spMkLst>
        </pc:spChg>
        <pc:spChg chg="add del mod ord">
          <ac:chgData name="COOPER Sarina [Southern River College]" userId="7f2b4663-0468-4605-9163-1ba4158276d8" providerId="ADAL" clId="{8B689A6E-4B4C-4A9B-B36D-C2D1FA925A22}" dt="2024-07-31T04:18:29.969" v="76" actId="700"/>
          <ac:spMkLst>
            <pc:docMk/>
            <pc:sldMk cId="1203088975" sldId="281"/>
            <ac:spMk id="3" creationId="{3DDB37F9-7924-07D1-E9BD-48A4D889AC33}"/>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2468198029" sldId="282"/>
        </pc:sldMkLst>
        <pc:spChg chg="add del mod ord">
          <ac:chgData name="COOPER Sarina [Southern River College]" userId="7f2b4663-0468-4605-9163-1ba4158276d8" providerId="ADAL" clId="{8B689A6E-4B4C-4A9B-B36D-C2D1FA925A22}" dt="2024-07-31T04:18:29.969" v="76" actId="700"/>
          <ac:spMkLst>
            <pc:docMk/>
            <pc:sldMk cId="2468198029" sldId="282"/>
            <ac:spMk id="2" creationId="{856910C1-A55E-7829-CEE0-5CF07B42FDC1}"/>
          </ac:spMkLst>
        </pc:spChg>
        <pc:spChg chg="mod ord">
          <ac:chgData name="COOPER Sarina [Southern River College]" userId="7f2b4663-0468-4605-9163-1ba4158276d8" providerId="ADAL" clId="{8B689A6E-4B4C-4A9B-B36D-C2D1FA925A22}" dt="2024-07-31T04:18:29.969" v="76" actId="700"/>
          <ac:spMkLst>
            <pc:docMk/>
            <pc:sldMk cId="2468198029" sldId="282"/>
            <ac:spMk id="3" creationId="{8BED8C91-0E7A-4CA8-8040-FEDA2AC0A41C}"/>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279009708" sldId="283"/>
        </pc:sldMkLst>
        <pc:spChg chg="add del mod ord">
          <ac:chgData name="COOPER Sarina [Southern River College]" userId="7f2b4663-0468-4605-9163-1ba4158276d8" providerId="ADAL" clId="{8B689A6E-4B4C-4A9B-B36D-C2D1FA925A22}" dt="2024-07-31T04:18:29.969" v="76" actId="700"/>
          <ac:spMkLst>
            <pc:docMk/>
            <pc:sldMk cId="279009708" sldId="283"/>
            <ac:spMk id="2" creationId="{CA3E89EB-82C0-E27C-3D36-FE6BA8D91FB6}"/>
          </ac:spMkLst>
        </pc:spChg>
        <pc:spChg chg="mod ord">
          <ac:chgData name="COOPER Sarina [Southern River College]" userId="7f2b4663-0468-4605-9163-1ba4158276d8" providerId="ADAL" clId="{8B689A6E-4B4C-4A9B-B36D-C2D1FA925A22}" dt="2024-07-31T04:18:29.969" v="76" actId="700"/>
          <ac:spMkLst>
            <pc:docMk/>
            <pc:sldMk cId="279009708" sldId="283"/>
            <ac:spMk id="3" creationId="{06A0EE17-B03A-496B-8E7D-208D09E845E2}"/>
          </ac:spMkLst>
        </pc:spChg>
      </pc:sldChg>
      <pc:sldChg chg="addSp delSp modSp mod modClrScheme chgLayout">
        <pc:chgData name="COOPER Sarina [Southern River College]" userId="7f2b4663-0468-4605-9163-1ba4158276d8" providerId="ADAL" clId="{8B689A6E-4B4C-4A9B-B36D-C2D1FA925A22}" dt="2024-08-01T01:29:47.995" v="215" actId="1076"/>
        <pc:sldMkLst>
          <pc:docMk/>
          <pc:sldMk cId="1111618941" sldId="284"/>
        </pc:sldMkLst>
        <pc:spChg chg="add del mod ord">
          <ac:chgData name="COOPER Sarina [Southern River College]" userId="7f2b4663-0468-4605-9163-1ba4158276d8" providerId="ADAL" clId="{8B689A6E-4B4C-4A9B-B36D-C2D1FA925A22}" dt="2024-07-31T04:18:29.969" v="76" actId="700"/>
          <ac:spMkLst>
            <pc:docMk/>
            <pc:sldMk cId="1111618941" sldId="284"/>
            <ac:spMk id="2" creationId="{8FCEFCC9-08D0-5853-A68B-9C5B9AD730AD}"/>
          </ac:spMkLst>
        </pc:spChg>
        <pc:spChg chg="mod ord">
          <ac:chgData name="COOPER Sarina [Southern River College]" userId="7f2b4663-0468-4605-9163-1ba4158276d8" providerId="ADAL" clId="{8B689A6E-4B4C-4A9B-B36D-C2D1FA925A22}" dt="2024-08-01T01:29:38.981" v="213" actId="1076"/>
          <ac:spMkLst>
            <pc:docMk/>
            <pc:sldMk cId="1111618941" sldId="284"/>
            <ac:spMk id="3" creationId="{B00D7D62-600E-49B6-823B-2F5489342A02}"/>
          </ac:spMkLst>
        </pc:spChg>
        <pc:spChg chg="mod">
          <ac:chgData name="COOPER Sarina [Southern River College]" userId="7f2b4663-0468-4605-9163-1ba4158276d8" providerId="ADAL" clId="{8B689A6E-4B4C-4A9B-B36D-C2D1FA925A22}" dt="2024-08-01T01:29:47.995" v="215" actId="1076"/>
          <ac:spMkLst>
            <pc:docMk/>
            <pc:sldMk cId="1111618941" sldId="284"/>
            <ac:spMk id="7" creationId="{3A391BA5-C1E7-4882-B40B-E39E74A8AC87}"/>
          </ac:spMkLst>
        </pc:spChg>
      </pc:sldChg>
      <pc:sldChg chg="modSp mod modClrScheme chgLayout">
        <pc:chgData name="COOPER Sarina [Southern River College]" userId="7f2b4663-0468-4605-9163-1ba4158276d8" providerId="ADAL" clId="{8B689A6E-4B4C-4A9B-B36D-C2D1FA925A22}" dt="2024-07-31T04:19:18.552" v="90"/>
        <pc:sldMkLst>
          <pc:docMk/>
          <pc:sldMk cId="4157209208" sldId="285"/>
        </pc:sldMkLst>
        <pc:spChg chg="mod ord">
          <ac:chgData name="COOPER Sarina [Southern River College]" userId="7f2b4663-0468-4605-9163-1ba4158276d8" providerId="ADAL" clId="{8B689A6E-4B4C-4A9B-B36D-C2D1FA925A22}" dt="2024-07-31T04:19:18.552" v="90"/>
          <ac:spMkLst>
            <pc:docMk/>
            <pc:sldMk cId="4157209208" sldId="285"/>
            <ac:spMk id="2" creationId="{E994F5C1-5FCE-421F-9DBD-93C815FE827C}"/>
          </ac:spMkLst>
        </pc:spChg>
        <pc:spChg chg="mod ord">
          <ac:chgData name="COOPER Sarina [Southern River College]" userId="7f2b4663-0468-4605-9163-1ba4158276d8" providerId="ADAL" clId="{8B689A6E-4B4C-4A9B-B36D-C2D1FA925A22}" dt="2024-07-31T04:19:18.552" v="90"/>
          <ac:spMkLst>
            <pc:docMk/>
            <pc:sldMk cId="4157209208" sldId="285"/>
            <ac:spMk id="3" creationId="{94FAFA71-61FD-4486-B6F7-1B54B2445AB3}"/>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1593993727" sldId="286"/>
        </pc:sldMkLst>
        <pc:spChg chg="add del mod ord">
          <ac:chgData name="COOPER Sarina [Southern River College]" userId="7f2b4663-0468-4605-9163-1ba4158276d8" providerId="ADAL" clId="{8B689A6E-4B4C-4A9B-B36D-C2D1FA925A22}" dt="2024-07-31T04:18:29.969" v="76" actId="700"/>
          <ac:spMkLst>
            <pc:docMk/>
            <pc:sldMk cId="1593993727" sldId="286"/>
            <ac:spMk id="2" creationId="{0333F3B6-2718-3FAA-B142-4423AB07069B}"/>
          </ac:spMkLst>
        </pc:spChg>
        <pc:spChg chg="mod ord">
          <ac:chgData name="COOPER Sarina [Southern River College]" userId="7f2b4663-0468-4605-9163-1ba4158276d8" providerId="ADAL" clId="{8B689A6E-4B4C-4A9B-B36D-C2D1FA925A22}" dt="2024-07-31T04:18:29.969" v="76" actId="700"/>
          <ac:spMkLst>
            <pc:docMk/>
            <pc:sldMk cId="1593993727" sldId="286"/>
            <ac:spMk id="3" creationId="{117DB883-26A5-43F7-8654-50CBDE61C8D2}"/>
          </ac:spMkLst>
        </pc:spChg>
      </pc:sldChg>
      <pc:sldChg chg="addSp delSp modSp mod modClrScheme chgLayout">
        <pc:chgData name="COOPER Sarina [Southern River College]" userId="7f2b4663-0468-4605-9163-1ba4158276d8" providerId="ADAL" clId="{8B689A6E-4B4C-4A9B-B36D-C2D1FA925A22}" dt="2024-07-31T04:18:29.969" v="76" actId="700"/>
        <pc:sldMkLst>
          <pc:docMk/>
          <pc:sldMk cId="3280786802" sldId="287"/>
        </pc:sldMkLst>
        <pc:spChg chg="add del mod ord">
          <ac:chgData name="COOPER Sarina [Southern River College]" userId="7f2b4663-0468-4605-9163-1ba4158276d8" providerId="ADAL" clId="{8B689A6E-4B4C-4A9B-B36D-C2D1FA925A22}" dt="2024-07-31T04:18:29.969" v="76" actId="700"/>
          <ac:spMkLst>
            <pc:docMk/>
            <pc:sldMk cId="3280786802" sldId="287"/>
            <ac:spMk id="2" creationId="{39BAFA7E-9294-B6D4-7CBB-A981B0A8E37B}"/>
          </ac:spMkLst>
        </pc:spChg>
        <pc:spChg chg="mod ord">
          <ac:chgData name="COOPER Sarina [Southern River College]" userId="7f2b4663-0468-4605-9163-1ba4158276d8" providerId="ADAL" clId="{8B689A6E-4B4C-4A9B-B36D-C2D1FA925A22}" dt="2024-07-31T04:18:29.969" v="76" actId="700"/>
          <ac:spMkLst>
            <pc:docMk/>
            <pc:sldMk cId="3280786802" sldId="287"/>
            <ac:spMk id="3" creationId="{54828F3C-BB92-4396-9DFA-244355E0571C}"/>
          </ac:spMkLst>
        </pc:spChg>
      </pc:sldChg>
      <pc:sldChg chg="addSp delSp modSp mod modClrScheme chgLayout">
        <pc:chgData name="COOPER Sarina [Southern River College]" userId="7f2b4663-0468-4605-9163-1ba4158276d8" providerId="ADAL" clId="{8B689A6E-4B4C-4A9B-B36D-C2D1FA925A22}" dt="2024-07-31T04:19:18.552" v="90"/>
        <pc:sldMkLst>
          <pc:docMk/>
          <pc:sldMk cId="593212" sldId="288"/>
        </pc:sldMkLst>
        <pc:spChg chg="mod ord">
          <ac:chgData name="COOPER Sarina [Southern River College]" userId="7f2b4663-0468-4605-9163-1ba4158276d8" providerId="ADAL" clId="{8B689A6E-4B4C-4A9B-B36D-C2D1FA925A22}" dt="2024-07-31T04:19:18.552" v="90"/>
          <ac:spMkLst>
            <pc:docMk/>
            <pc:sldMk cId="593212" sldId="288"/>
            <ac:spMk id="2" creationId="{64508FA4-CB10-4153-A302-5E13EBC3E4E1}"/>
          </ac:spMkLst>
        </pc:spChg>
        <pc:spChg chg="add del mod ord">
          <ac:chgData name="COOPER Sarina [Southern River College]" userId="7f2b4663-0468-4605-9163-1ba4158276d8" providerId="ADAL" clId="{8B689A6E-4B4C-4A9B-B36D-C2D1FA925A22}" dt="2024-07-31T04:18:29.969" v="76" actId="700"/>
          <ac:spMkLst>
            <pc:docMk/>
            <pc:sldMk cId="593212" sldId="288"/>
            <ac:spMk id="3" creationId="{117A8923-9765-421D-47E3-92CE00C291AB}"/>
          </ac:spMkLst>
        </pc:spChg>
      </pc:sldChg>
      <pc:sldChg chg="add del">
        <pc:chgData name="COOPER Sarina [Southern River College]" userId="7f2b4663-0468-4605-9163-1ba4158276d8" providerId="ADAL" clId="{8B689A6E-4B4C-4A9B-B36D-C2D1FA925A22}" dt="2024-07-31T04:19:52.360" v="98" actId="47"/>
        <pc:sldMkLst>
          <pc:docMk/>
          <pc:sldMk cId="589363462" sldId="289"/>
        </pc:sldMkLst>
      </pc:sldChg>
      <pc:sldMasterChg chg="add del addSldLayout delSldLayout">
        <pc:chgData name="COOPER Sarina [Southern River College]" userId="7f2b4663-0468-4605-9163-1ba4158276d8" providerId="ADAL" clId="{8B689A6E-4B4C-4A9B-B36D-C2D1FA925A22}" dt="2024-07-31T04:18:29.969" v="76" actId="700"/>
        <pc:sldMasterMkLst>
          <pc:docMk/>
          <pc:sldMasterMk cId="363037476" sldId="2147483684"/>
        </pc:sldMasterMkLst>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272749947" sldId="2147483685"/>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3349604794" sldId="2147483686"/>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673216159" sldId="2147483687"/>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852721658" sldId="2147483688"/>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2343486957" sldId="2147483689"/>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3687019829" sldId="2147483690"/>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180277166" sldId="2147483691"/>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4269271858" sldId="2147483692"/>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330332191" sldId="2147483693"/>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263517700" sldId="2147483694"/>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3533233293" sldId="2147483695"/>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799346471" sldId="2147483696"/>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2892805560" sldId="2147483697"/>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2777459634" sldId="2147483698"/>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235205350" sldId="2147483699"/>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198976230" sldId="2147483700"/>
          </pc:sldLayoutMkLst>
        </pc:sldLayoutChg>
        <pc:sldLayoutChg chg="add del">
          <pc:chgData name="COOPER Sarina [Southern River College]" userId="7f2b4663-0468-4605-9163-1ba4158276d8" providerId="ADAL" clId="{8B689A6E-4B4C-4A9B-B36D-C2D1FA925A22}" dt="2024-07-31T04:18:29.969" v="76" actId="700"/>
          <pc:sldLayoutMkLst>
            <pc:docMk/>
            <pc:sldMasterMk cId="363037476" sldId="2147483684"/>
            <pc:sldLayoutMk cId="1839341092" sldId="21474837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DDFFC-BED2-4BF7-B6DC-0F2B09EDE2B0}" type="datetimeFigureOut">
              <a:rPr lang="en-AU" smtClean="0"/>
              <a:t>2/08/2024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363323-71A0-4A21-ACF0-82174FDE4202}" type="slidenum">
              <a:rPr lang="en-AU" smtClean="0"/>
              <a:t>‹#›</a:t>
            </a:fld>
            <a:endParaRPr lang="en-AU"/>
          </a:p>
        </p:txBody>
      </p:sp>
    </p:spTree>
    <p:extLst>
      <p:ext uri="{BB962C8B-B14F-4D97-AF65-F5344CB8AC3E}">
        <p14:creationId xmlns:p14="http://schemas.microsoft.com/office/powerpoint/2010/main" val="418789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 real train could go this fast!  And an observer on the train would not see the two ends of the train inside the tunnel at the same time; simultaneity is relative.</a:t>
            </a:r>
          </a:p>
        </p:txBody>
      </p:sp>
      <p:sp>
        <p:nvSpPr>
          <p:cNvPr id="4" name="Slide Number Placeholder 3"/>
          <p:cNvSpPr>
            <a:spLocks noGrp="1"/>
          </p:cNvSpPr>
          <p:nvPr>
            <p:ph type="sldNum" sz="quarter" idx="10"/>
          </p:nvPr>
        </p:nvSpPr>
        <p:spPr/>
        <p:txBody>
          <a:bodyPr/>
          <a:lstStyle/>
          <a:p>
            <a:fld id="{AE363323-71A0-4A21-ACF0-82174FDE4202}" type="slidenum">
              <a:rPr lang="en-AU" smtClean="0"/>
              <a:t>29</a:t>
            </a:fld>
            <a:endParaRPr lang="en-AU"/>
          </a:p>
        </p:txBody>
      </p:sp>
    </p:spTree>
    <p:extLst>
      <p:ext uri="{BB962C8B-B14F-4D97-AF65-F5344CB8AC3E}">
        <p14:creationId xmlns:p14="http://schemas.microsoft.com/office/powerpoint/2010/main" val="33708546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1A24EA21-8844-4577-A2C6-6C597ED7CCCF}"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72749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349604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673216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69A04A-9046-44BF-82DB-668F28F21BC9}"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852721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69A04A-9046-44BF-82DB-668F28F21BC9}" type="datetimeFigureOut">
              <a:rPr lang="en-AU" smtClean="0"/>
              <a:t>2/08/2024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343486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69A04A-9046-44BF-82DB-668F28F21BC9}" type="datetimeFigureOut">
              <a:rPr lang="en-AU" smtClean="0"/>
              <a:t>2/08/2024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687019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69A04A-9046-44BF-82DB-668F28F21BC9}" type="datetimeFigureOut">
              <a:rPr lang="en-AU" smtClean="0"/>
              <a:t>2/08/2024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180277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4269271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330332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9A04A-9046-44BF-82DB-668F28F21BC9}"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6351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3533233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7993464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892805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2777459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235205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198976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9A04A-9046-44BF-82DB-668F28F21BC9}"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A24EA21-8844-4577-A2C6-6C597ED7CCCF}" type="slidenum">
              <a:rPr lang="en-AU" smtClean="0"/>
              <a:t>‹#›</a:t>
            </a:fld>
            <a:endParaRPr lang="en-AU"/>
          </a:p>
        </p:txBody>
      </p:sp>
    </p:spTree>
    <p:extLst>
      <p:ext uri="{BB962C8B-B14F-4D97-AF65-F5344CB8AC3E}">
        <p14:creationId xmlns:p14="http://schemas.microsoft.com/office/powerpoint/2010/main" val="1839341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3088543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053400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7397169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895617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2/08/2024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3245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2/08/2024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8240883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2/08/2024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9630384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1978644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528668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2/08/2024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5576648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339828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9126801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469143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7683782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283695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1658727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2/08/2024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310933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E69A04A-9046-44BF-82DB-668F28F21BC9}" type="datetimeFigureOut">
              <a:rPr lang="en-AU" smtClean="0"/>
              <a:t>2/08/2024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A24EA21-8844-4577-A2C6-6C597ED7CCCF}" type="slidenum">
              <a:rPr lang="en-AU" smtClean="0"/>
              <a:t>‹#›</a:t>
            </a:fld>
            <a:endParaRPr lang="en-AU"/>
          </a:p>
        </p:txBody>
      </p:sp>
    </p:spTree>
    <p:extLst>
      <p:ext uri="{BB962C8B-B14F-4D97-AF65-F5344CB8AC3E}">
        <p14:creationId xmlns:p14="http://schemas.microsoft.com/office/powerpoint/2010/main" val="3630374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2/08/2024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106911284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40.png"/><Relationship Id="rId4" Type="http://schemas.openxmlformats.org/officeDocument/2006/relationships/image" Target="../media/image130.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2.xml"/><Relationship Id="rId4" Type="http://schemas.openxmlformats.org/officeDocument/2006/relationships/image" Target="../media/image27.gif"/></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BCBCB"/>
                </a:solidFill>
                <a:effectLst/>
                <a:uLnTx/>
                <a:uFillTx/>
                <a:latin typeface="Corbel" panose="020B0503020204020204"/>
                <a:ea typeface="+mn-ea"/>
                <a:cs typeface="+mn-cs"/>
              </a:endParaRPr>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BCBCB"/>
                </a:solidFill>
                <a:effectLst/>
                <a:uLnTx/>
                <a:uFillTx/>
                <a:latin typeface="Corbel" panose="020B0503020204020204"/>
                <a:ea typeface="+mn-ea"/>
                <a:cs typeface="+mn-cs"/>
              </a:endParaRPr>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438039" y="1037767"/>
            <a:ext cx="6627303" cy="1954634"/>
          </a:xfrm>
        </p:spPr>
        <p:txBody>
          <a:bodyPr>
            <a:normAutofit/>
          </a:bodyPr>
          <a:lstStyle/>
          <a:p>
            <a:pPr algn="ctr"/>
            <a:r>
              <a:rPr lang="en-AU" dirty="0">
                <a:solidFill>
                  <a:schemeClr val="accent3">
                    <a:lumMod val="10000"/>
                  </a:schemeClr>
                </a:solidFill>
              </a:rPr>
              <a:t>Special </a:t>
            </a:r>
            <a:br>
              <a:rPr lang="en-AU" dirty="0">
                <a:solidFill>
                  <a:schemeClr val="accent3">
                    <a:lumMod val="10000"/>
                  </a:schemeClr>
                </a:solidFill>
              </a:rPr>
            </a:br>
            <a:r>
              <a:rPr lang="en-AU" dirty="0">
                <a:solidFill>
                  <a:schemeClr val="accent3">
                    <a:lumMod val="10000"/>
                  </a:schemeClr>
                </a:solidFill>
              </a:rPr>
              <a:t>Relativity</a:t>
            </a:r>
          </a:p>
        </p:txBody>
      </p:sp>
      <p:pic>
        <p:nvPicPr>
          <p:cNvPr id="3" name="Picture 2">
            <a:extLst>
              <a:ext uri="{FF2B5EF4-FFF2-40B4-BE49-F238E27FC236}">
                <a16:creationId xmlns:a16="http://schemas.microsoft.com/office/drawing/2014/main" id="{40E5A086-24DC-4DBE-FB3E-8B83EAD57992}"/>
              </a:ext>
            </a:extLst>
          </p:cNvPr>
          <p:cNvPicPr>
            <a:picLocks noChangeAspect="1"/>
          </p:cNvPicPr>
          <p:nvPr/>
        </p:nvPicPr>
        <p:blipFill>
          <a:blip r:embed="rId3"/>
          <a:stretch>
            <a:fillRect/>
          </a:stretch>
        </p:blipFill>
        <p:spPr>
          <a:xfrm>
            <a:off x="4999546" y="3097176"/>
            <a:ext cx="3810330" cy="2286198"/>
          </a:xfrm>
          <a:prstGeom prst="rect">
            <a:avLst/>
          </a:prstGeom>
        </p:spPr>
      </p:pic>
    </p:spTree>
    <p:extLst>
      <p:ext uri="{BB962C8B-B14F-4D97-AF65-F5344CB8AC3E}">
        <p14:creationId xmlns:p14="http://schemas.microsoft.com/office/powerpoint/2010/main" val="330163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CA19C-672A-4B78-866F-14FCA52E70B5}"/>
              </a:ext>
            </a:extLst>
          </p:cNvPr>
          <p:cNvSpPr>
            <a:spLocks noGrp="1"/>
          </p:cNvSpPr>
          <p:nvPr>
            <p:ph type="title"/>
          </p:nvPr>
        </p:nvSpPr>
        <p:spPr>
          <a:xfrm>
            <a:off x="726697" y="132127"/>
            <a:ext cx="7200900" cy="1485900"/>
          </a:xfrm>
        </p:spPr>
        <p:txBody>
          <a:bodyPr/>
          <a:lstStyle/>
          <a:p>
            <a:r>
              <a:rPr lang="en-AU"/>
              <a:t>Key objectives</a:t>
            </a:r>
            <a:endParaRPr lang="en-AU" dirty="0"/>
          </a:p>
        </p:txBody>
      </p:sp>
      <p:sp>
        <p:nvSpPr>
          <p:cNvPr id="3" name="Content Placeholder 2">
            <a:extLst>
              <a:ext uri="{FF2B5EF4-FFF2-40B4-BE49-F238E27FC236}">
                <a16:creationId xmlns:a16="http://schemas.microsoft.com/office/drawing/2014/main" id="{8A93D24D-7B7D-4358-A763-B7597BC02624}"/>
              </a:ext>
            </a:extLst>
          </p:cNvPr>
          <p:cNvSpPr>
            <a:spLocks noGrp="1"/>
          </p:cNvSpPr>
          <p:nvPr>
            <p:ph idx="1"/>
          </p:nvPr>
        </p:nvSpPr>
        <p:spPr>
          <a:xfrm>
            <a:off x="1058197" y="1324918"/>
            <a:ext cx="7729406" cy="4966283"/>
          </a:xfrm>
        </p:spPr>
        <p:txBody>
          <a:bodyPr>
            <a:normAutofit fontScale="85000" lnSpcReduction="20000"/>
          </a:bodyPr>
          <a:lstStyle/>
          <a:p>
            <a:r>
              <a:rPr lang="en-AU" sz="2800" dirty="0"/>
              <a:t>Definition of inertial frame of reference. </a:t>
            </a:r>
          </a:p>
          <a:p>
            <a:r>
              <a:rPr lang="en-AU" sz="2800" dirty="0"/>
              <a:t>The special theory of relativity is based on two postulates: that the speed of light in a vacuum is an absolute constant, and that all inertial reference frames are equivalent.</a:t>
            </a:r>
          </a:p>
          <a:p>
            <a:r>
              <a:rPr lang="en-AU" sz="2800" dirty="0"/>
              <a:t>Einstein’s special theory of relativity predicts significantly different results to those of Newtonian physics for velocities approaching the speed of light.</a:t>
            </a:r>
          </a:p>
          <a:p>
            <a:r>
              <a:rPr lang="en-AU" sz="2800" dirty="0"/>
              <a:t>Motion can only be measured relative to an observer.</a:t>
            </a:r>
          </a:p>
          <a:p>
            <a:r>
              <a:rPr lang="en-AU" sz="2800" dirty="0"/>
              <a:t>Time is a relative quantity that depends on the observer’s frame of reference. </a:t>
            </a:r>
          </a:p>
          <a:p>
            <a:r>
              <a:rPr lang="en-AU" sz="2800" dirty="0"/>
              <a:t>Length is a relative quantity that depends on the observer’s frame of reference.</a:t>
            </a:r>
          </a:p>
        </p:txBody>
      </p:sp>
    </p:spTree>
    <p:extLst>
      <p:ext uri="{BB962C8B-B14F-4D97-AF65-F5344CB8AC3E}">
        <p14:creationId xmlns:p14="http://schemas.microsoft.com/office/powerpoint/2010/main" val="177476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C9922-69D6-4C2D-A3ED-4B172A33228A}"/>
              </a:ext>
            </a:extLst>
          </p:cNvPr>
          <p:cNvSpPr>
            <a:spLocks noGrp="1"/>
          </p:cNvSpPr>
          <p:nvPr>
            <p:ph type="title"/>
          </p:nvPr>
        </p:nvSpPr>
        <p:spPr/>
        <p:txBody>
          <a:bodyPr/>
          <a:lstStyle/>
          <a:p>
            <a:r>
              <a:rPr lang="en-AU" dirty="0"/>
              <a:t>Equations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F56ACB-884B-4C85-AB06-DB5410DE883A}"/>
                  </a:ext>
                </a:extLst>
              </p:cNvPr>
              <p:cNvSpPr>
                <a:spLocks noGrp="1"/>
              </p:cNvSpPr>
              <p:nvPr>
                <p:ph idx="1"/>
              </p:nvPr>
            </p:nvSpPr>
            <p:spPr>
              <a:xfrm>
                <a:off x="1028700" y="1845578"/>
                <a:ext cx="7200900" cy="4021822"/>
              </a:xfrm>
            </p:spPr>
            <p:txBody>
              <a:bodyPr/>
              <a:lstStyle/>
              <a:p>
                <a:r>
                  <a:rPr lang="en-AU" sz="2400" dirty="0"/>
                  <a:t>  Time dilation:</a:t>
                </a:r>
              </a:p>
              <a:p>
                <a:pPr marL="0" indent="0">
                  <a:buNone/>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𝑡</m:t>
                              </m:r>
                            </m:e>
                            <m:sub>
                              <m:r>
                                <a:rPr lang="en-AU" sz="2400" b="0" i="1" smtClean="0">
                                  <a:latin typeface="Cambria Math" panose="02040503050406030204" pitchFamily="18" charset="0"/>
                                </a:rPr>
                                <m:t>𝑜</m:t>
                              </m:r>
                            </m:sub>
                          </m:sSub>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f>
                                <m:fPr>
                                  <m:ctrlPr>
                                    <a:rPr lang="en-AU" sz="2400" b="0" i="1" smtClean="0">
                                      <a:latin typeface="Cambria Math" panose="02040503050406030204" pitchFamily="18" charset="0"/>
                                    </a:rPr>
                                  </m:ctrlPr>
                                </m:fPr>
                                <m:num>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𝑣</m:t>
                                      </m:r>
                                    </m:e>
                                    <m:sup>
                                      <m:r>
                                        <a:rPr lang="en-AU" sz="2400" b="0" i="1" smtClean="0">
                                          <a:latin typeface="Cambria Math" panose="02040503050406030204" pitchFamily="18" charset="0"/>
                                        </a:rPr>
                                        <m:t>2</m:t>
                                      </m:r>
                                    </m:sup>
                                  </m:sSup>
                                </m:num>
                                <m:den>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𝑐</m:t>
                                      </m:r>
                                    </m:e>
                                    <m:sup>
                                      <m:r>
                                        <a:rPr lang="en-AU" sz="2400" b="0" i="1" smtClean="0">
                                          <a:latin typeface="Cambria Math" panose="02040503050406030204" pitchFamily="18" charset="0"/>
                                        </a:rPr>
                                        <m:t>2</m:t>
                                      </m:r>
                                    </m:sup>
                                  </m:sSup>
                                </m:den>
                              </m:f>
                            </m:e>
                          </m:rad>
                        </m:den>
                      </m:f>
                    </m:oMath>
                  </m:oMathPara>
                </a14:m>
                <a:endParaRPr lang="en-AU" sz="2400" dirty="0"/>
              </a:p>
              <a:p>
                <a:pPr marL="0" indent="0">
                  <a:buNone/>
                </a:pPr>
                <a:endParaRPr lang="en-AU" sz="2400" dirty="0"/>
              </a:p>
              <a:p>
                <a:r>
                  <a:rPr lang="en-AU" sz="2400" dirty="0"/>
                  <a:t>Length contraction:</a:t>
                </a:r>
              </a:p>
              <a:p>
                <a:pPr marL="0" indent="0">
                  <a:buNone/>
                </a:pP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𝑙</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𝑙</m:t>
                          </m:r>
                        </m:e>
                        <m:sub>
                          <m:r>
                            <a:rPr lang="en-AU" b="0" i="1" smtClean="0">
                              <a:latin typeface="Cambria Math" panose="02040503050406030204" pitchFamily="18" charset="0"/>
                            </a:rPr>
                            <m:t>𝑜</m:t>
                          </m:r>
                        </m:sub>
                      </m:sSub>
                      <m:rad>
                        <m:radPr>
                          <m:degHide m:val="on"/>
                          <m:ctrlPr>
                            <a:rPr lang="en-AU" i="1">
                              <a:latin typeface="Cambria Math" panose="02040503050406030204" pitchFamily="18" charset="0"/>
                            </a:rPr>
                          </m:ctrlPr>
                        </m:radPr>
                        <m:deg/>
                        <m:e>
                          <m:r>
                            <a:rPr lang="en-AU" i="1">
                              <a:latin typeface="Cambria Math" panose="02040503050406030204" pitchFamily="18" charset="0"/>
                            </a:rPr>
                            <m:t>1−</m:t>
                          </m:r>
                          <m:f>
                            <m:fPr>
                              <m:ctrlPr>
                                <a:rPr lang="en-AU" i="1">
                                  <a:latin typeface="Cambria Math" panose="02040503050406030204" pitchFamily="18" charset="0"/>
                                </a:rPr>
                              </m:ctrlPr>
                            </m:fPr>
                            <m:num>
                              <m:sSup>
                                <m:sSupPr>
                                  <m:ctrlPr>
                                    <a:rPr lang="en-AU" i="1">
                                      <a:latin typeface="Cambria Math" panose="02040503050406030204" pitchFamily="18" charset="0"/>
                                    </a:rPr>
                                  </m:ctrlPr>
                                </m:sSupPr>
                                <m:e>
                                  <m:r>
                                    <a:rPr lang="en-AU" i="1">
                                      <a:latin typeface="Cambria Math" panose="02040503050406030204" pitchFamily="18" charset="0"/>
                                    </a:rPr>
                                    <m:t>𝑣</m:t>
                                  </m:r>
                                </m:e>
                                <m:sup>
                                  <m:r>
                                    <a:rPr lang="en-AU" i="1">
                                      <a:latin typeface="Cambria Math" panose="02040503050406030204" pitchFamily="18" charset="0"/>
                                    </a:rPr>
                                    <m:t>2</m:t>
                                  </m:r>
                                </m:sup>
                              </m:sSup>
                            </m:num>
                            <m:den>
                              <m:sSup>
                                <m:sSupPr>
                                  <m:ctrlPr>
                                    <a:rPr lang="en-AU" i="1">
                                      <a:latin typeface="Cambria Math" panose="02040503050406030204" pitchFamily="18" charset="0"/>
                                    </a:rPr>
                                  </m:ctrlPr>
                                </m:sSupPr>
                                <m:e>
                                  <m:r>
                                    <a:rPr lang="en-AU" i="1">
                                      <a:latin typeface="Cambria Math" panose="02040503050406030204" pitchFamily="18" charset="0"/>
                                    </a:rPr>
                                    <m:t>𝑐</m:t>
                                  </m:r>
                                </m:e>
                                <m:sup>
                                  <m:r>
                                    <a:rPr lang="en-AU" i="1">
                                      <a:latin typeface="Cambria Math" panose="02040503050406030204" pitchFamily="18" charset="0"/>
                                    </a:rPr>
                                    <m:t>2</m:t>
                                  </m:r>
                                </m:sup>
                              </m:sSup>
                            </m:den>
                          </m:f>
                        </m:e>
                      </m:rad>
                    </m:oMath>
                  </m:oMathPara>
                </a14:m>
                <a:endParaRPr lang="en-AU" dirty="0"/>
              </a:p>
            </p:txBody>
          </p:sp>
        </mc:Choice>
        <mc:Fallback xmlns="">
          <p:sp>
            <p:nvSpPr>
              <p:cNvPr id="3" name="Content Placeholder 2">
                <a:extLst>
                  <a:ext uri="{FF2B5EF4-FFF2-40B4-BE49-F238E27FC236}">
                    <a16:creationId xmlns:a16="http://schemas.microsoft.com/office/drawing/2014/main" id="{83F56ACB-884B-4C85-AB06-DB5410DE883A}"/>
                  </a:ext>
                </a:extLst>
              </p:cNvPr>
              <p:cNvSpPr>
                <a:spLocks noGrp="1" noRot="1" noChangeAspect="1" noMove="1" noResize="1" noEditPoints="1" noAdjustHandles="1" noChangeArrowheads="1" noChangeShapeType="1" noTextEdit="1"/>
              </p:cNvSpPr>
              <p:nvPr>
                <p:ph idx="1"/>
              </p:nvPr>
            </p:nvSpPr>
            <p:spPr>
              <a:xfrm>
                <a:off x="1028700" y="1845578"/>
                <a:ext cx="7200900" cy="4021822"/>
              </a:xfrm>
              <a:blipFill>
                <a:blip r:embed="rId2"/>
                <a:stretch>
                  <a:fillRect l="-2202" t="-3333"/>
                </a:stretch>
              </a:blipFill>
            </p:spPr>
            <p:txBody>
              <a:bodyPr/>
              <a:lstStyle/>
              <a:p>
                <a:r>
                  <a:rPr lang="en-AU">
                    <a:noFill/>
                  </a:rPr>
                  <a:t> </a:t>
                </a:r>
              </a:p>
            </p:txBody>
          </p:sp>
        </mc:Fallback>
      </mc:AlternateContent>
    </p:spTree>
    <p:extLst>
      <p:ext uri="{BB962C8B-B14F-4D97-AF65-F5344CB8AC3E}">
        <p14:creationId xmlns:p14="http://schemas.microsoft.com/office/powerpoint/2010/main" val="218959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846C4-2298-4DC2-9D94-E5860435ACF3}"/>
              </a:ext>
            </a:extLst>
          </p:cNvPr>
          <p:cNvSpPr>
            <a:spLocks noGrp="1"/>
          </p:cNvSpPr>
          <p:nvPr>
            <p:ph type="title"/>
          </p:nvPr>
        </p:nvSpPr>
        <p:spPr/>
        <p:txBody>
          <a:bodyPr/>
          <a:lstStyle/>
          <a:p>
            <a:r>
              <a:rPr lang="en-AU" dirty="0"/>
              <a:t>Text References </a:t>
            </a:r>
          </a:p>
        </p:txBody>
      </p:sp>
      <p:sp>
        <p:nvSpPr>
          <p:cNvPr id="3" name="Content Placeholder 2">
            <a:extLst>
              <a:ext uri="{FF2B5EF4-FFF2-40B4-BE49-F238E27FC236}">
                <a16:creationId xmlns:a16="http://schemas.microsoft.com/office/drawing/2014/main" id="{8AD37719-5F5A-4C7C-AAD6-5A10CB03F03F}"/>
              </a:ext>
            </a:extLst>
          </p:cNvPr>
          <p:cNvSpPr>
            <a:spLocks noGrp="1"/>
          </p:cNvSpPr>
          <p:nvPr>
            <p:ph idx="1"/>
          </p:nvPr>
        </p:nvSpPr>
        <p:spPr>
          <a:xfrm>
            <a:off x="1028700" y="1795244"/>
            <a:ext cx="7200900" cy="4072156"/>
          </a:xfrm>
        </p:spPr>
        <p:txBody>
          <a:bodyPr>
            <a:normAutofit/>
          </a:bodyPr>
          <a:lstStyle/>
          <a:p>
            <a:r>
              <a:rPr lang="en-AU" sz="2400" dirty="0"/>
              <a:t>STAWA pages 180-193</a:t>
            </a:r>
          </a:p>
          <a:p>
            <a:pPr lvl="1"/>
            <a:r>
              <a:rPr lang="en-AU" sz="2400" dirty="0"/>
              <a:t>Set 14.1 </a:t>
            </a:r>
          </a:p>
          <a:p>
            <a:pPr lvl="1"/>
            <a:r>
              <a:rPr lang="en-AU" sz="2400" dirty="0"/>
              <a:t>Set 14.2</a:t>
            </a:r>
          </a:p>
          <a:p>
            <a:pPr marL="530352" lvl="1" indent="0">
              <a:buNone/>
            </a:pPr>
            <a:endParaRPr lang="en-AU" sz="2400" dirty="0"/>
          </a:p>
          <a:p>
            <a:r>
              <a:rPr lang="en-AU" dirty="0"/>
              <a:t>Step Up in Education</a:t>
            </a:r>
            <a:endParaRPr lang="en-AU" sz="2400" dirty="0"/>
          </a:p>
          <a:p>
            <a:pPr lvl="1"/>
            <a:r>
              <a:rPr lang="en-AU" sz="2400" dirty="0"/>
              <a:t>4.1 Postulates of Special Relativity</a:t>
            </a:r>
          </a:p>
        </p:txBody>
      </p:sp>
    </p:spTree>
    <p:extLst>
      <p:ext uri="{BB962C8B-B14F-4D97-AF65-F5344CB8AC3E}">
        <p14:creationId xmlns:p14="http://schemas.microsoft.com/office/powerpoint/2010/main" val="872635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707C1-B147-4F8E-993F-72667B75D8B4}"/>
              </a:ext>
            </a:extLst>
          </p:cNvPr>
          <p:cNvSpPr>
            <a:spLocks noGrp="1"/>
          </p:cNvSpPr>
          <p:nvPr>
            <p:ph type="title"/>
          </p:nvPr>
        </p:nvSpPr>
        <p:spPr/>
        <p:txBody>
          <a:bodyPr/>
          <a:lstStyle/>
          <a:p>
            <a:r>
              <a:rPr lang="en-AU" dirty="0"/>
              <a:t>Inertial frame of reference</a:t>
            </a:r>
          </a:p>
        </p:txBody>
      </p:sp>
      <p:sp>
        <p:nvSpPr>
          <p:cNvPr id="3" name="Content Placeholder 2">
            <a:extLst>
              <a:ext uri="{FF2B5EF4-FFF2-40B4-BE49-F238E27FC236}">
                <a16:creationId xmlns:a16="http://schemas.microsoft.com/office/drawing/2014/main" id="{10D02E36-91E7-4C44-812F-1B282AC2546C}"/>
              </a:ext>
            </a:extLst>
          </p:cNvPr>
          <p:cNvSpPr>
            <a:spLocks noGrp="1"/>
          </p:cNvSpPr>
          <p:nvPr>
            <p:ph idx="1"/>
          </p:nvPr>
        </p:nvSpPr>
        <p:spPr>
          <a:xfrm>
            <a:off x="1028700" y="1493240"/>
            <a:ext cx="7200900" cy="4374160"/>
          </a:xfrm>
        </p:spPr>
        <p:txBody>
          <a:bodyPr/>
          <a:lstStyle/>
          <a:p>
            <a:r>
              <a:rPr lang="en-AU" sz="2400" dirty="0"/>
              <a:t>An inertial frame of reference is a frame of reference in which Newton’s first law applies.  </a:t>
            </a:r>
          </a:p>
          <a:p>
            <a:r>
              <a:rPr lang="en-AU" sz="2400" dirty="0"/>
              <a:t>Any frame of reference that moves at a constant velocity relative to an inertial frame of reference is also an inertial frame of reference.</a:t>
            </a:r>
          </a:p>
          <a:p>
            <a:r>
              <a:rPr lang="en-AU" sz="2400" dirty="0"/>
              <a:t>Any frame of reference that accelerates relative to an inertial frame of reference is NOT an inertial frame of reference.</a:t>
            </a:r>
          </a:p>
          <a:p>
            <a:endParaRPr lang="en-AU" dirty="0"/>
          </a:p>
        </p:txBody>
      </p:sp>
      <p:pic>
        <p:nvPicPr>
          <p:cNvPr id="7" name="Picture 6" descr="A picture containing clipart&#10;&#10;Description generated with very high confidence">
            <a:extLst>
              <a:ext uri="{FF2B5EF4-FFF2-40B4-BE49-F238E27FC236}">
                <a16:creationId xmlns:a16="http://schemas.microsoft.com/office/drawing/2014/main" id="{77580552-6F26-4D45-ACFC-7608B9C3C62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300"/>
                    </a14:imgEffect>
                    <a14:imgEffect>
                      <a14:saturation sat="0"/>
                    </a14:imgEffect>
                  </a14:imgLayer>
                </a14:imgProps>
              </a:ext>
              <a:ext uri="{28A0092B-C50C-407E-A947-70E740481C1C}">
                <a14:useLocalDpi xmlns:a14="http://schemas.microsoft.com/office/drawing/2010/main" val="0"/>
              </a:ext>
            </a:extLst>
          </a:blip>
          <a:stretch>
            <a:fillRect/>
          </a:stretch>
        </p:blipFill>
        <p:spPr>
          <a:xfrm>
            <a:off x="5536790" y="4784899"/>
            <a:ext cx="2578510" cy="1928075"/>
          </a:xfrm>
          <a:prstGeom prst="rect">
            <a:avLst/>
          </a:prstGeom>
        </p:spPr>
      </p:pic>
    </p:spTree>
    <p:extLst>
      <p:ext uri="{BB962C8B-B14F-4D97-AF65-F5344CB8AC3E}">
        <p14:creationId xmlns:p14="http://schemas.microsoft.com/office/powerpoint/2010/main" val="1264748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9FB08-3E48-4706-BD03-F81ED4E59E4A}"/>
              </a:ext>
            </a:extLst>
          </p:cNvPr>
          <p:cNvSpPr>
            <a:spLocks noGrp="1"/>
          </p:cNvSpPr>
          <p:nvPr>
            <p:ph idx="1"/>
          </p:nvPr>
        </p:nvSpPr>
        <p:spPr>
          <a:xfrm>
            <a:off x="1170039" y="184557"/>
            <a:ext cx="7311230" cy="4898720"/>
          </a:xfrm>
        </p:spPr>
        <p:txBody>
          <a:bodyPr>
            <a:normAutofit/>
          </a:bodyPr>
          <a:lstStyle/>
          <a:p>
            <a:pPr>
              <a:spcBef>
                <a:spcPts val="0"/>
              </a:spcBef>
              <a:spcAft>
                <a:spcPts val="0"/>
              </a:spcAft>
            </a:pPr>
            <a:r>
              <a:rPr lang="en-AU" sz="2400" dirty="0"/>
              <a:t>Relativity deals with experiments observed from different reference frames.</a:t>
            </a:r>
          </a:p>
          <a:p>
            <a:pPr>
              <a:spcBef>
                <a:spcPts val="0"/>
              </a:spcBef>
              <a:spcAft>
                <a:spcPts val="0"/>
              </a:spcAft>
            </a:pPr>
            <a:r>
              <a:rPr lang="en-AU" sz="2400" dirty="0"/>
              <a:t>Take a scenario where you are in a car travelling at a constant velocity.  </a:t>
            </a:r>
          </a:p>
          <a:p>
            <a:pPr>
              <a:spcBef>
                <a:spcPts val="0"/>
              </a:spcBef>
              <a:spcAft>
                <a:spcPts val="0"/>
              </a:spcAft>
            </a:pPr>
            <a:r>
              <a:rPr lang="en-AU" sz="2400" dirty="0"/>
              <a:t>If you release a coin from above your head inside the car, it will fall straight downward with respect to the car and hits the floor of the car directly below its point of release.  </a:t>
            </a:r>
          </a:p>
          <a:p>
            <a:pPr>
              <a:spcBef>
                <a:spcPts val="0"/>
              </a:spcBef>
              <a:spcAft>
                <a:spcPts val="0"/>
              </a:spcAft>
            </a:pPr>
            <a:r>
              <a:rPr lang="en-AU" sz="2400" dirty="0"/>
              <a:t>Now think about the same scenario from the perspective of someone outside of the car… </a:t>
            </a:r>
          </a:p>
          <a:p>
            <a:pPr marL="0" indent="0">
              <a:spcBef>
                <a:spcPts val="0"/>
              </a:spcBef>
              <a:spcAft>
                <a:spcPts val="0"/>
              </a:spcAft>
              <a:buNone/>
            </a:pPr>
            <a:r>
              <a:rPr lang="en-AU" sz="2400" dirty="0"/>
              <a:t>     what path does the coin take?</a:t>
            </a:r>
          </a:p>
        </p:txBody>
      </p:sp>
      <p:pic>
        <p:nvPicPr>
          <p:cNvPr id="4" name="Picture 3">
            <a:extLst>
              <a:ext uri="{FF2B5EF4-FFF2-40B4-BE49-F238E27FC236}">
                <a16:creationId xmlns:a16="http://schemas.microsoft.com/office/drawing/2014/main" id="{F393ECEB-23C7-4C82-B6F2-0F4E70EE5D16}"/>
              </a:ext>
            </a:extLst>
          </p:cNvPr>
          <p:cNvPicPr>
            <a:picLocks noChangeAspect="1"/>
          </p:cNvPicPr>
          <p:nvPr/>
        </p:nvPicPr>
        <p:blipFill>
          <a:blip r:embed="rId2"/>
          <a:stretch>
            <a:fillRect/>
          </a:stretch>
        </p:blipFill>
        <p:spPr>
          <a:xfrm>
            <a:off x="5704963" y="4387796"/>
            <a:ext cx="3179428" cy="2096579"/>
          </a:xfrm>
          <a:prstGeom prst="rect">
            <a:avLst/>
          </a:prstGeom>
        </p:spPr>
      </p:pic>
    </p:spTree>
    <p:extLst>
      <p:ext uri="{BB962C8B-B14F-4D97-AF65-F5344CB8AC3E}">
        <p14:creationId xmlns:p14="http://schemas.microsoft.com/office/powerpoint/2010/main" val="503991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88920C-D305-4295-BEF2-2674125CF5D5}"/>
              </a:ext>
            </a:extLst>
          </p:cNvPr>
          <p:cNvSpPr>
            <a:spLocks noGrp="1"/>
          </p:cNvSpPr>
          <p:nvPr>
            <p:ph idx="1"/>
          </p:nvPr>
        </p:nvSpPr>
        <p:spPr>
          <a:xfrm>
            <a:off x="1071897" y="275526"/>
            <a:ext cx="7924620" cy="4039299"/>
          </a:xfrm>
        </p:spPr>
        <p:txBody>
          <a:bodyPr>
            <a:normAutofit fontScale="92500" lnSpcReduction="10000"/>
          </a:bodyPr>
          <a:lstStyle/>
          <a:p>
            <a:r>
              <a:rPr lang="en-AU" sz="2400" dirty="0"/>
              <a:t>In the reference frame of someone watching on from a stationary position outside the car, the coin is moving with an initial velocity and follows a projectile path. </a:t>
            </a:r>
          </a:p>
          <a:p>
            <a:r>
              <a:rPr lang="en-AU" sz="2400" dirty="0"/>
              <a:t>The laws of physics are the same in all inertial frames, the same law of gravity, the same laws of motion,  the magnitude of the acceleration is the same.</a:t>
            </a:r>
          </a:p>
          <a:p>
            <a:r>
              <a:rPr lang="en-AU" sz="2400" dirty="0"/>
              <a:t>The laws of physics are the same in both reference frames, although the specific paths are different.  </a:t>
            </a:r>
          </a:p>
          <a:p>
            <a:r>
              <a:rPr lang="en-AU" sz="2400" dirty="0"/>
              <a:t>That the laws of mechanics are the same in all inertial reference frames implies no one inertial frame is special – all inertial reference frames are equivalent.</a:t>
            </a:r>
          </a:p>
        </p:txBody>
      </p:sp>
      <p:pic>
        <p:nvPicPr>
          <p:cNvPr id="4" name="Picture 3">
            <a:extLst>
              <a:ext uri="{FF2B5EF4-FFF2-40B4-BE49-F238E27FC236}">
                <a16:creationId xmlns:a16="http://schemas.microsoft.com/office/drawing/2014/main" id="{8A9798B6-7C84-4F2D-B57F-51F3D4044DEA}"/>
              </a:ext>
            </a:extLst>
          </p:cNvPr>
          <p:cNvPicPr>
            <a:picLocks noChangeAspect="1"/>
          </p:cNvPicPr>
          <p:nvPr/>
        </p:nvPicPr>
        <p:blipFill>
          <a:blip r:embed="rId2"/>
          <a:stretch>
            <a:fillRect/>
          </a:stretch>
        </p:blipFill>
        <p:spPr>
          <a:xfrm>
            <a:off x="788390" y="4314825"/>
            <a:ext cx="8020050" cy="2543175"/>
          </a:xfrm>
          <a:prstGeom prst="rect">
            <a:avLst/>
          </a:prstGeom>
        </p:spPr>
      </p:pic>
    </p:spTree>
    <p:extLst>
      <p:ext uri="{BB962C8B-B14F-4D97-AF65-F5344CB8AC3E}">
        <p14:creationId xmlns:p14="http://schemas.microsoft.com/office/powerpoint/2010/main" val="2632333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EEFA4-7F1A-4154-A98A-B74E72A6A86B}"/>
              </a:ext>
            </a:extLst>
          </p:cNvPr>
          <p:cNvSpPr>
            <a:spLocks noGrp="1"/>
          </p:cNvSpPr>
          <p:nvPr>
            <p:ph type="title"/>
          </p:nvPr>
        </p:nvSpPr>
        <p:spPr>
          <a:xfrm>
            <a:off x="1011922" y="90182"/>
            <a:ext cx="7200900" cy="909055"/>
          </a:xfrm>
        </p:spPr>
        <p:txBody>
          <a:bodyPr/>
          <a:lstStyle/>
          <a:p>
            <a:r>
              <a:rPr lang="en-AU" dirty="0"/>
              <a:t>Postulates of special relativity</a:t>
            </a:r>
          </a:p>
        </p:txBody>
      </p:sp>
      <p:sp>
        <p:nvSpPr>
          <p:cNvPr id="3" name="Content Placeholder 2">
            <a:extLst>
              <a:ext uri="{FF2B5EF4-FFF2-40B4-BE49-F238E27FC236}">
                <a16:creationId xmlns:a16="http://schemas.microsoft.com/office/drawing/2014/main" id="{EEC37557-3D5B-4A73-B861-C789FB2CF1E2}"/>
              </a:ext>
            </a:extLst>
          </p:cNvPr>
          <p:cNvSpPr>
            <a:spLocks noGrp="1"/>
          </p:cNvSpPr>
          <p:nvPr>
            <p:ph idx="1"/>
          </p:nvPr>
        </p:nvSpPr>
        <p:spPr>
          <a:xfrm>
            <a:off x="1011922" y="999237"/>
            <a:ext cx="8296711" cy="2530544"/>
          </a:xfrm>
        </p:spPr>
        <p:txBody>
          <a:bodyPr>
            <a:normAutofit/>
          </a:bodyPr>
          <a:lstStyle/>
          <a:p>
            <a:r>
              <a:rPr lang="en-AU" sz="2400" dirty="0"/>
              <a:t>First postulate (the relativity principle):  The laws of physics have the same form in all inertial reference frames.</a:t>
            </a:r>
          </a:p>
          <a:p>
            <a:r>
              <a:rPr lang="en-AU" sz="2400" dirty="0"/>
              <a:t>Second postulate (constancy of the speed of light):  Light propagates through empty space with a definite speed </a:t>
            </a:r>
            <a:r>
              <a:rPr lang="en-AU" sz="2400" i="1" dirty="0"/>
              <a:t>c</a:t>
            </a:r>
            <a:r>
              <a:rPr lang="en-AU" sz="2400" dirty="0"/>
              <a:t> independent of the speed of the source or the observer. </a:t>
            </a:r>
          </a:p>
        </p:txBody>
      </p:sp>
      <p:pic>
        <p:nvPicPr>
          <p:cNvPr id="4" name="Picture 3">
            <a:extLst>
              <a:ext uri="{FF2B5EF4-FFF2-40B4-BE49-F238E27FC236}">
                <a16:creationId xmlns:a16="http://schemas.microsoft.com/office/drawing/2014/main" id="{C2E05F18-BBD3-49C3-B139-DFA870E3DC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45769" y="3402180"/>
            <a:ext cx="5870575" cy="327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9775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861DC-56B1-42B4-9755-723BF598F0C2}"/>
              </a:ext>
            </a:extLst>
          </p:cNvPr>
          <p:cNvSpPr>
            <a:spLocks noGrp="1"/>
          </p:cNvSpPr>
          <p:nvPr>
            <p:ph type="title"/>
          </p:nvPr>
        </p:nvSpPr>
        <p:spPr>
          <a:xfrm>
            <a:off x="919643" y="283129"/>
            <a:ext cx="7200900" cy="832607"/>
          </a:xfrm>
        </p:spPr>
        <p:txBody>
          <a:bodyPr/>
          <a:lstStyle/>
          <a:p>
            <a:r>
              <a:rPr lang="en-AU" dirty="0"/>
              <a:t>Simultaneity</a:t>
            </a:r>
          </a:p>
        </p:txBody>
      </p:sp>
      <p:sp>
        <p:nvSpPr>
          <p:cNvPr id="3" name="Content Placeholder 2">
            <a:extLst>
              <a:ext uri="{FF2B5EF4-FFF2-40B4-BE49-F238E27FC236}">
                <a16:creationId xmlns:a16="http://schemas.microsoft.com/office/drawing/2014/main" id="{3BFDCBB8-5D7D-4023-9A07-1C621CA11014}"/>
              </a:ext>
            </a:extLst>
          </p:cNvPr>
          <p:cNvSpPr>
            <a:spLocks noGrp="1"/>
          </p:cNvSpPr>
          <p:nvPr>
            <p:ph idx="1"/>
          </p:nvPr>
        </p:nvSpPr>
        <p:spPr>
          <a:xfrm>
            <a:off x="1171122" y="1115736"/>
            <a:ext cx="7628749" cy="4999838"/>
          </a:xfrm>
        </p:spPr>
        <p:txBody>
          <a:bodyPr>
            <a:normAutofit fontScale="92500"/>
          </a:bodyPr>
          <a:lstStyle/>
          <a:p>
            <a:r>
              <a:rPr lang="en-AU" sz="2400" dirty="0"/>
              <a:t>Two events are said to occur simultaneously if they occur at exactly the same time.  But how do we know if you events occur at precisely the same time?  </a:t>
            </a:r>
          </a:p>
          <a:p>
            <a:r>
              <a:rPr lang="en-AU" sz="2400" dirty="0"/>
              <a:t>It is easy to determine if they occur at the same time is they occur at the same point in space (for example:  two apples falling on your head).</a:t>
            </a:r>
          </a:p>
          <a:p>
            <a:r>
              <a:rPr lang="en-AU" sz="2400" dirty="0"/>
              <a:t>If the two events are widely separated we need to take into account the time it takes for the light from the event to each us.</a:t>
            </a:r>
          </a:p>
          <a:p>
            <a:r>
              <a:rPr lang="en-AU" sz="2400" dirty="0"/>
              <a:t>This means that if any observer sees two events as happening at the exact same time, but one occurs at a much greater distance than the other, then the event at a greater distance took place first, therefore the event are not simultaneous.</a:t>
            </a:r>
          </a:p>
        </p:txBody>
      </p:sp>
    </p:spTree>
    <p:extLst>
      <p:ext uri="{BB962C8B-B14F-4D97-AF65-F5344CB8AC3E}">
        <p14:creationId xmlns:p14="http://schemas.microsoft.com/office/powerpoint/2010/main" val="1930984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close up of a flower&#10;&#10;Description generated with high confidence">
            <a:extLst>
              <a:ext uri="{FF2B5EF4-FFF2-40B4-BE49-F238E27FC236}">
                <a16:creationId xmlns:a16="http://schemas.microsoft.com/office/drawing/2014/main" id="{ED53FE7D-A8C0-4A2C-9E75-8ECDE97D0D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305" y="2166626"/>
            <a:ext cx="3058202" cy="1834921"/>
          </a:xfrm>
          <a:prstGeom prst="rect">
            <a:avLst/>
          </a:prstGeom>
        </p:spPr>
      </p:pic>
      <p:sp>
        <p:nvSpPr>
          <p:cNvPr id="3" name="Content Placeholder 2">
            <a:extLst>
              <a:ext uri="{FF2B5EF4-FFF2-40B4-BE49-F238E27FC236}">
                <a16:creationId xmlns:a16="http://schemas.microsoft.com/office/drawing/2014/main" id="{66A2B7D4-8E8A-4345-AC08-DDD6466FE460}"/>
              </a:ext>
            </a:extLst>
          </p:cNvPr>
          <p:cNvSpPr>
            <a:spLocks noGrp="1"/>
          </p:cNvSpPr>
          <p:nvPr>
            <p:ph idx="1"/>
          </p:nvPr>
        </p:nvSpPr>
        <p:spPr>
          <a:xfrm>
            <a:off x="3923415" y="209725"/>
            <a:ext cx="4740304" cy="6568580"/>
          </a:xfrm>
        </p:spPr>
        <p:txBody>
          <a:bodyPr>
            <a:normAutofit/>
          </a:bodyPr>
          <a:lstStyle/>
          <a:p>
            <a:pPr>
              <a:lnSpc>
                <a:spcPct val="84000"/>
              </a:lnSpc>
            </a:pPr>
            <a:r>
              <a:rPr lang="en-AU" sz="2400" dirty="0"/>
              <a:t>If two events are simultaneous to an observer in one reference frame, are they also simultaneous to another observer moving with respect to the first? </a:t>
            </a:r>
          </a:p>
          <a:p>
            <a:pPr>
              <a:lnSpc>
                <a:spcPct val="84000"/>
              </a:lnSpc>
            </a:pPr>
            <a:r>
              <a:rPr lang="en-AU" sz="2400" dirty="0"/>
              <a:t>The answer is that different observers can disagree about whether or not two events have happened at the same time.</a:t>
            </a:r>
          </a:p>
          <a:p>
            <a:pPr>
              <a:lnSpc>
                <a:spcPct val="84000"/>
              </a:lnSpc>
            </a:pPr>
            <a:r>
              <a:rPr lang="en-AU" sz="2400" dirty="0"/>
              <a:t>A common thought experiment on this question involves two lightning bolts hitting the opposite sides of a train. </a:t>
            </a:r>
          </a:p>
          <a:p>
            <a:pPr>
              <a:lnSpc>
                <a:spcPct val="84000"/>
              </a:lnSpc>
            </a:pPr>
            <a:r>
              <a:rPr lang="en-AU" sz="2400" dirty="0"/>
              <a:t>The two lightning strikes are simultaneous to the observer at rest, but the observer moving with the train sees the lightning strike the front of the train first.</a:t>
            </a:r>
          </a:p>
        </p:txBody>
      </p:sp>
    </p:spTree>
    <p:extLst>
      <p:ext uri="{BB962C8B-B14F-4D97-AF65-F5344CB8AC3E}">
        <p14:creationId xmlns:p14="http://schemas.microsoft.com/office/powerpoint/2010/main" val="4004134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with text&#10;&#10;Description generated with very high confidence">
            <a:extLst>
              <a:ext uri="{FF2B5EF4-FFF2-40B4-BE49-F238E27FC236}">
                <a16:creationId xmlns:a16="http://schemas.microsoft.com/office/drawing/2014/main" id="{F76CEED6-73A5-47AF-858A-EA73361202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6200" y="223871"/>
            <a:ext cx="6807200" cy="5807630"/>
          </a:xfrm>
          <a:prstGeom prst="rect">
            <a:avLst/>
          </a:prstGeom>
        </p:spPr>
      </p:pic>
    </p:spTree>
    <p:extLst>
      <p:ext uri="{BB962C8B-B14F-4D97-AF65-F5344CB8AC3E}">
        <p14:creationId xmlns:p14="http://schemas.microsoft.com/office/powerpoint/2010/main" val="3515990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with text&#10;&#10;Description generated with high confidence">
            <a:extLst>
              <a:ext uri="{FF2B5EF4-FFF2-40B4-BE49-F238E27FC236}">
                <a16:creationId xmlns:a16="http://schemas.microsoft.com/office/drawing/2014/main" id="{8AA2AA9C-5EAF-4290-AF8E-730DC356CC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8076" y="348143"/>
            <a:ext cx="7214450" cy="5740806"/>
          </a:xfrm>
          <a:prstGeom prst="rect">
            <a:avLst/>
          </a:prstGeom>
        </p:spPr>
      </p:pic>
    </p:spTree>
    <p:extLst>
      <p:ext uri="{BB962C8B-B14F-4D97-AF65-F5344CB8AC3E}">
        <p14:creationId xmlns:p14="http://schemas.microsoft.com/office/powerpoint/2010/main" val="407573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8DA10-8CB9-4274-94DC-6CD0929B651F}"/>
              </a:ext>
            </a:extLst>
          </p:cNvPr>
          <p:cNvSpPr>
            <a:spLocks noGrp="1"/>
          </p:cNvSpPr>
          <p:nvPr>
            <p:ph type="title"/>
          </p:nvPr>
        </p:nvSpPr>
        <p:spPr>
          <a:xfrm>
            <a:off x="693140" y="165683"/>
            <a:ext cx="7200900" cy="799051"/>
          </a:xfrm>
        </p:spPr>
        <p:txBody>
          <a:bodyPr/>
          <a:lstStyle/>
          <a:p>
            <a:r>
              <a:rPr lang="en-AU" dirty="0"/>
              <a:t>Time dilation</a:t>
            </a:r>
          </a:p>
        </p:txBody>
      </p:sp>
      <p:sp>
        <p:nvSpPr>
          <p:cNvPr id="3" name="Content Placeholder 2">
            <a:extLst>
              <a:ext uri="{FF2B5EF4-FFF2-40B4-BE49-F238E27FC236}">
                <a16:creationId xmlns:a16="http://schemas.microsoft.com/office/drawing/2014/main" id="{1C4936AC-B47B-47C8-9E5D-AEE888E26AC5}"/>
              </a:ext>
            </a:extLst>
          </p:cNvPr>
          <p:cNvSpPr>
            <a:spLocks noGrp="1"/>
          </p:cNvSpPr>
          <p:nvPr>
            <p:ph idx="1"/>
          </p:nvPr>
        </p:nvSpPr>
        <p:spPr>
          <a:xfrm>
            <a:off x="1038341" y="830510"/>
            <a:ext cx="7913964" cy="2172749"/>
          </a:xfrm>
        </p:spPr>
        <p:txBody>
          <a:bodyPr>
            <a:normAutofit/>
          </a:bodyPr>
          <a:lstStyle/>
          <a:p>
            <a:r>
              <a:rPr lang="en-AU" sz="2400" dirty="0"/>
              <a:t>The fact that two events simultaneous to one observer may not be simultaneous to a second observer suggest that time itself is not absolute.</a:t>
            </a:r>
          </a:p>
          <a:p>
            <a:r>
              <a:rPr lang="en-AU" sz="2400" dirty="0"/>
              <a:t>Einstein’s theory of relativity predicts that time passes differently in one reference frame than in another. </a:t>
            </a:r>
          </a:p>
        </p:txBody>
      </p:sp>
      <p:pic>
        <p:nvPicPr>
          <p:cNvPr id="5" name="Picture 4" descr="A close up of a map&#10;&#10;Description generated with high confidence">
            <a:extLst>
              <a:ext uri="{FF2B5EF4-FFF2-40B4-BE49-F238E27FC236}">
                <a16:creationId xmlns:a16="http://schemas.microsoft.com/office/drawing/2014/main" id="{5D45BE7D-41CA-4F75-B2A1-2571A96A76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2567" y="3649211"/>
            <a:ext cx="4570509" cy="2613003"/>
          </a:xfrm>
          <a:prstGeom prst="rect">
            <a:avLst/>
          </a:prstGeom>
        </p:spPr>
      </p:pic>
      <p:sp>
        <p:nvSpPr>
          <p:cNvPr id="6" name="TextBox 5">
            <a:extLst>
              <a:ext uri="{FF2B5EF4-FFF2-40B4-BE49-F238E27FC236}">
                <a16:creationId xmlns:a16="http://schemas.microsoft.com/office/drawing/2014/main" id="{E491E786-A233-42B7-BAC4-EF7A5DC41C1D}"/>
              </a:ext>
            </a:extLst>
          </p:cNvPr>
          <p:cNvSpPr txBox="1"/>
          <p:nvPr/>
        </p:nvSpPr>
        <p:spPr>
          <a:xfrm>
            <a:off x="1038341" y="3218862"/>
            <a:ext cx="3305263" cy="3477875"/>
          </a:xfrm>
          <a:prstGeom prst="rect">
            <a:avLst/>
          </a:prstGeom>
          <a:noFill/>
        </p:spPr>
        <p:txBody>
          <a:bodyPr wrap="square" rtlCol="0">
            <a:spAutoFit/>
          </a:bodyPr>
          <a:lstStyle/>
          <a:p>
            <a:r>
              <a:rPr lang="en-AU" sz="2000" dirty="0"/>
              <a:t>A thought experiment for time dilation uses the example of a spacecraft travelling past Earth at high speed, observed by someone on Earth.  If they both have accurate clocks and are observing the same light reflecting event, how will the time vary?</a:t>
            </a:r>
          </a:p>
          <a:p>
            <a:endParaRPr lang="en-AU" sz="2000" dirty="0"/>
          </a:p>
        </p:txBody>
      </p:sp>
    </p:spTree>
    <p:extLst>
      <p:ext uri="{BB962C8B-B14F-4D97-AF65-F5344CB8AC3E}">
        <p14:creationId xmlns:p14="http://schemas.microsoft.com/office/powerpoint/2010/main" val="13792290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BE23B88-2346-4953-B08C-2FE6C3013097}"/>
                  </a:ext>
                </a:extLst>
              </p:cNvPr>
              <p:cNvSpPr>
                <a:spLocks noGrp="1"/>
              </p:cNvSpPr>
              <p:nvPr>
                <p:ph idx="1"/>
              </p:nvPr>
            </p:nvSpPr>
            <p:spPr>
              <a:xfrm>
                <a:off x="1053866" y="700480"/>
                <a:ext cx="7737795" cy="5222148"/>
              </a:xfrm>
            </p:spPr>
            <p:txBody>
              <a:bodyPr>
                <a:normAutofit fontScale="92500" lnSpcReduction="10000"/>
              </a:bodyPr>
              <a:lstStyle/>
              <a:p>
                <a:r>
                  <a:rPr lang="en-AU" sz="2400" dirty="0"/>
                  <a:t>From this we can see that clocks moving relative to an observer are measured by the observer to run more slowly (as compared to clocks at rest).</a:t>
                </a:r>
              </a:p>
              <a:p>
                <a:pPr marL="0" indent="0">
                  <a:buNone/>
                </a:pPr>
                <a:endParaRPr lang="en-AU" sz="2400" dirty="0"/>
              </a:p>
              <a:p>
                <a:pPr marL="0" indent="0">
                  <a:buNone/>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𝑡</m:t>
                      </m:r>
                      <m:r>
                        <a:rPr lang="en-AU" sz="2400" i="1">
                          <a:latin typeface="Cambria Math" panose="02040503050406030204" pitchFamily="18" charset="0"/>
                        </a:rPr>
                        <m:t>=</m:t>
                      </m:r>
                      <m:f>
                        <m:fPr>
                          <m:ctrlPr>
                            <a:rPr lang="en-AU" sz="2400" i="1">
                              <a:latin typeface="Cambria Math" panose="02040503050406030204" pitchFamily="18" charset="0"/>
                            </a:rPr>
                          </m:ctrlPr>
                        </m:fPr>
                        <m:num>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den>
                      </m:f>
                    </m:oMath>
                  </m:oMathPara>
                </a14:m>
                <a:endParaRPr lang="en-AU" sz="2400" dirty="0"/>
              </a:p>
              <a:p>
                <a:pPr marL="0" indent="0">
                  <a:buNone/>
                </a:pPr>
                <a:endParaRPr lang="en-AU" sz="2400" dirty="0"/>
              </a:p>
              <a:p>
                <a:r>
                  <a:rPr lang="en-AU" sz="2400" dirty="0"/>
                  <a:t>Where </a:t>
                </a:r>
                <a14:m>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𝑡</m:t>
                        </m:r>
                      </m:e>
                      <m:sub>
                        <m:r>
                          <a:rPr lang="en-AU" sz="2400" b="0" i="1" smtClean="0">
                            <a:latin typeface="Cambria Math" panose="02040503050406030204" pitchFamily="18" charset="0"/>
                          </a:rPr>
                          <m:t>𝑜</m:t>
                        </m:r>
                      </m:sub>
                    </m:sSub>
                  </m:oMath>
                </a14:m>
                <a:r>
                  <a:rPr lang="en-AU" sz="2400" dirty="0"/>
                  <a:t> is called the proper time, the time interval where the two events occur at the same point in space.</a:t>
                </a:r>
              </a:p>
              <a:p>
                <a:endParaRPr lang="en-AU" sz="2400" dirty="0"/>
              </a:p>
              <a:p>
                <a:r>
                  <a:rPr lang="en-AU" sz="2400" dirty="0"/>
                  <a:t>The proper time is the shortest time between the events any observer can measure.  </a:t>
                </a:r>
              </a:p>
            </p:txBody>
          </p:sp>
        </mc:Choice>
        <mc:Fallback xmlns="">
          <p:sp>
            <p:nvSpPr>
              <p:cNvPr id="3" name="Content Placeholder 2">
                <a:extLst>
                  <a:ext uri="{FF2B5EF4-FFF2-40B4-BE49-F238E27FC236}">
                    <a16:creationId xmlns:a16="http://schemas.microsoft.com/office/drawing/2014/main" id="{3BE23B88-2346-4953-B08C-2FE6C3013097}"/>
                  </a:ext>
                </a:extLst>
              </p:cNvPr>
              <p:cNvSpPr>
                <a:spLocks noGrp="1" noRot="1" noChangeAspect="1" noMove="1" noResize="1" noEditPoints="1" noAdjustHandles="1" noChangeArrowheads="1" noChangeShapeType="1" noTextEdit="1"/>
              </p:cNvSpPr>
              <p:nvPr>
                <p:ph idx="1"/>
              </p:nvPr>
            </p:nvSpPr>
            <p:spPr>
              <a:xfrm>
                <a:off x="1053866" y="700480"/>
                <a:ext cx="7737795" cy="5222148"/>
              </a:xfrm>
              <a:blipFill>
                <a:blip r:embed="rId2"/>
                <a:stretch>
                  <a:fillRect l="-1812" t="-1167" r="-1497"/>
                </a:stretch>
              </a:blipFill>
            </p:spPr>
            <p:txBody>
              <a:bodyPr/>
              <a:lstStyle/>
              <a:p>
                <a:r>
                  <a:rPr lang="en-AU">
                    <a:noFill/>
                  </a:rPr>
                  <a:t> </a:t>
                </a:r>
              </a:p>
            </p:txBody>
          </p:sp>
        </mc:Fallback>
      </mc:AlternateContent>
    </p:spTree>
    <p:extLst>
      <p:ext uri="{BB962C8B-B14F-4D97-AF65-F5344CB8AC3E}">
        <p14:creationId xmlns:p14="http://schemas.microsoft.com/office/powerpoint/2010/main" val="68428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7DC00E-2F6E-4335-9AF5-22BDE2425D95}"/>
                  </a:ext>
                </a:extLst>
              </p:cNvPr>
              <p:cNvSpPr>
                <a:spLocks noGrp="1"/>
              </p:cNvSpPr>
              <p:nvPr>
                <p:ph idx="1"/>
              </p:nvPr>
            </p:nvSpPr>
            <p:spPr>
              <a:xfrm>
                <a:off x="662730" y="113251"/>
                <a:ext cx="8338657" cy="2378279"/>
              </a:xfrm>
            </p:spPr>
            <p:txBody>
              <a:bodyPr>
                <a:normAutofit/>
              </a:bodyPr>
              <a:lstStyle/>
              <a:p>
                <a:pPr marL="0" indent="0">
                  <a:buNone/>
                </a:pPr>
                <a:r>
                  <a:rPr lang="en-AU" sz="2400" dirty="0"/>
                  <a:t>Question:  A muon has a mean lifetime at rest of 2.20 µs.  </a:t>
                </a:r>
              </a:p>
              <a:p>
                <a:pPr marL="0" indent="0">
                  <a:buNone/>
                </a:pPr>
                <a:r>
                  <a:rPr lang="en-AU" sz="2400" dirty="0"/>
                  <a:t>a) What will be the mean lifetime of a muon as measured in the laboratory if it is travelling at </a:t>
                </a:r>
                <a14:m>
                  <m:oMath xmlns:m="http://schemas.openxmlformats.org/officeDocument/2006/math">
                    <m:r>
                      <a:rPr lang="en-AU" sz="2400" b="0" i="1" smtClean="0">
                        <a:latin typeface="Cambria Math" panose="02040503050406030204" pitchFamily="18" charset="0"/>
                      </a:rPr>
                      <m:t>𝑣</m:t>
                    </m:r>
                    <m:r>
                      <a:rPr lang="en-AU" sz="2400" b="0" i="1" smtClean="0">
                        <a:latin typeface="Cambria Math" panose="02040503050406030204" pitchFamily="18" charset="0"/>
                      </a:rPr>
                      <m:t>=0.60</m:t>
                    </m:r>
                    <m:r>
                      <a:rPr lang="en-AU" sz="2400" b="0" i="1" smtClean="0">
                        <a:latin typeface="Cambria Math" panose="02040503050406030204" pitchFamily="18" charset="0"/>
                      </a:rPr>
                      <m:t>𝑐</m:t>
                    </m:r>
                  </m:oMath>
                </a14:m>
                <a:r>
                  <a:rPr lang="en-AU" sz="2400" dirty="0"/>
                  <a:t>?</a:t>
                </a:r>
              </a:p>
              <a:p>
                <a:pPr marL="0" indent="0">
                  <a:buNone/>
                </a:pPr>
                <a:r>
                  <a:rPr lang="en-AU" sz="2400" dirty="0"/>
                  <a:t>b) How far does the muon travel in the laboratory before decaying?</a:t>
                </a:r>
              </a:p>
              <a:p>
                <a:pPr marL="0" indent="0">
                  <a:buNone/>
                </a:pPr>
                <a:endParaRPr lang="en-AU" sz="2400" dirty="0"/>
              </a:p>
            </p:txBody>
          </p:sp>
        </mc:Choice>
        <mc:Fallback xmlns="">
          <p:sp>
            <p:nvSpPr>
              <p:cNvPr id="3" name="Content Placeholder 2">
                <a:extLst>
                  <a:ext uri="{FF2B5EF4-FFF2-40B4-BE49-F238E27FC236}">
                    <a16:creationId xmlns:a16="http://schemas.microsoft.com/office/drawing/2014/main" id="{E57DC00E-2F6E-4335-9AF5-22BDE2425D95}"/>
                  </a:ext>
                </a:extLst>
              </p:cNvPr>
              <p:cNvSpPr>
                <a:spLocks noGrp="1" noRot="1" noChangeAspect="1" noMove="1" noResize="1" noEditPoints="1" noAdjustHandles="1" noChangeArrowheads="1" noChangeShapeType="1" noTextEdit="1"/>
              </p:cNvSpPr>
              <p:nvPr>
                <p:ph idx="1"/>
              </p:nvPr>
            </p:nvSpPr>
            <p:spPr>
              <a:xfrm>
                <a:off x="662730" y="113251"/>
                <a:ext cx="8338657" cy="2378279"/>
              </a:xfrm>
              <a:blipFill>
                <a:blip r:embed="rId2"/>
                <a:stretch>
                  <a:fillRect l="-1170" t="-974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A8E63FE-8516-4F56-844D-1388BDCA453A}"/>
                  </a:ext>
                </a:extLst>
              </p:cNvPr>
              <p:cNvSpPr txBox="1"/>
              <p:nvPr/>
            </p:nvSpPr>
            <p:spPr>
              <a:xfrm>
                <a:off x="629174" y="2206305"/>
                <a:ext cx="7751428" cy="1662122"/>
              </a:xfrm>
              <a:prstGeom prst="rect">
                <a:avLst/>
              </a:prstGeom>
              <a:noFill/>
            </p:spPr>
            <p:txBody>
              <a:bodyPr wrap="square" rtlCol="0">
                <a:spAutoFit/>
              </a:bodyPr>
              <a:lstStyle/>
              <a:p>
                <a:r>
                  <a:rPr lang="en-AU" sz="2400" dirty="0"/>
                  <a:t>Answer:  </a:t>
                </a:r>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𝑡</m:t>
                      </m:r>
                      <m:r>
                        <a:rPr lang="en-AU" sz="2400" i="1">
                          <a:latin typeface="Cambria Math" panose="02040503050406030204" pitchFamily="18" charset="0"/>
                        </a:rPr>
                        <m:t>=</m:t>
                      </m:r>
                      <m:f>
                        <m:fPr>
                          <m:ctrlPr>
                            <a:rPr lang="en-AU" sz="2400" i="1">
                              <a:latin typeface="Cambria Math" panose="02040503050406030204" pitchFamily="18" charset="0"/>
                            </a:rPr>
                          </m:ctrlPr>
                        </m:fPr>
                        <m:num>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den>
                      </m:f>
                      <m:r>
                        <a:rPr lang="en-AU" sz="2400" b="0" i="1" smtClean="0">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2.20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b="0" i="1" smtClean="0">
                                          <a:latin typeface="Cambria Math" panose="02040503050406030204" pitchFamily="18" charset="0"/>
                                        </a:rPr>
                                        <m:t>0.36</m:t>
                                      </m:r>
                                      <m:r>
                                        <a:rPr lang="en-AU" sz="2400" b="0" i="1" smtClean="0">
                                          <a:latin typeface="Cambria Math" panose="02040503050406030204" pitchFamily="18" charset="0"/>
                                        </a:rPr>
                                        <m:t>𝑐</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den>
                      </m:f>
                      <m:r>
                        <a:rPr lang="en-AU" sz="2400" b="0" i="1" smtClean="0">
                          <a:latin typeface="Cambria Math" panose="02040503050406030204" pitchFamily="18" charset="0"/>
                        </a:rPr>
                        <m:t>=2.75</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r>
                        <a:rPr lang="en-AU" sz="2400" b="0" i="1" smtClean="0">
                          <a:latin typeface="Cambria Math" panose="02040503050406030204" pitchFamily="18" charset="0"/>
                          <a:ea typeface="Cambria Math" panose="02040503050406030204" pitchFamily="18" charset="0"/>
                        </a:rPr>
                        <m:t>𝑠</m:t>
                      </m:r>
                    </m:oMath>
                  </m:oMathPara>
                </a14:m>
                <a:endParaRPr lang="en-AU" sz="2400" dirty="0"/>
              </a:p>
            </p:txBody>
          </p:sp>
        </mc:Choice>
        <mc:Fallback xmlns="">
          <p:sp>
            <p:nvSpPr>
              <p:cNvPr id="2" name="TextBox 1">
                <a:extLst>
                  <a:ext uri="{FF2B5EF4-FFF2-40B4-BE49-F238E27FC236}">
                    <a16:creationId xmlns:a16="http://schemas.microsoft.com/office/drawing/2014/main" id="{7A8E63FE-8516-4F56-844D-1388BDCA453A}"/>
                  </a:ext>
                </a:extLst>
              </p:cNvPr>
              <p:cNvSpPr txBox="1">
                <a:spLocks noRot="1" noChangeAspect="1" noMove="1" noResize="1" noEditPoints="1" noAdjustHandles="1" noChangeArrowheads="1" noChangeShapeType="1" noTextEdit="1"/>
              </p:cNvSpPr>
              <p:nvPr/>
            </p:nvSpPr>
            <p:spPr>
              <a:xfrm>
                <a:off x="629174" y="2206305"/>
                <a:ext cx="7751428" cy="1662122"/>
              </a:xfrm>
              <a:prstGeom prst="rect">
                <a:avLst/>
              </a:prstGeom>
              <a:blipFill>
                <a:blip r:embed="rId3"/>
                <a:stretch>
                  <a:fillRect l="-1179" t="-256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225B49-B25C-49BA-A6DA-EB0C74489CF9}"/>
                  </a:ext>
                </a:extLst>
              </p:cNvPr>
              <p:cNvSpPr txBox="1"/>
              <p:nvPr/>
            </p:nvSpPr>
            <p:spPr>
              <a:xfrm>
                <a:off x="914400" y="4110606"/>
                <a:ext cx="798631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𝑠</m:t>
                      </m:r>
                      <m:r>
                        <a:rPr lang="en-AU" sz="2400" b="0" i="1" smtClean="0">
                          <a:latin typeface="Cambria Math" panose="02040503050406030204" pitchFamily="18" charset="0"/>
                        </a:rPr>
                        <m:t>=</m:t>
                      </m:r>
                      <m:r>
                        <a:rPr lang="en-AU" sz="2400" b="0" i="1" smtClean="0">
                          <a:latin typeface="Cambria Math" panose="02040503050406030204" pitchFamily="18" charset="0"/>
                        </a:rPr>
                        <m:t>𝑣𝑡</m:t>
                      </m:r>
                      <m:r>
                        <a:rPr lang="en-AU" sz="2400" b="0" i="1" smtClean="0">
                          <a:latin typeface="Cambria Math" panose="02040503050406030204" pitchFamily="18" charset="0"/>
                        </a:rPr>
                        <m:t>=0.6</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2.75×</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e>
                      </m:d>
                      <m:r>
                        <a:rPr lang="en-AU" sz="2400" b="0" i="1" smtClean="0">
                          <a:latin typeface="Cambria Math" panose="02040503050406030204" pitchFamily="18" charset="0"/>
                          <a:ea typeface="Cambria Math" panose="02040503050406030204" pitchFamily="18" charset="0"/>
                        </a:rPr>
                        <m:t>=495</m:t>
                      </m:r>
                      <m:r>
                        <a:rPr lang="en-AU" sz="2400" b="0" i="1" smtClean="0">
                          <a:latin typeface="Cambria Math" panose="02040503050406030204" pitchFamily="18" charset="0"/>
                          <a:ea typeface="Cambria Math" panose="02040503050406030204" pitchFamily="18" charset="0"/>
                        </a:rPr>
                        <m:t>𝑚</m:t>
                      </m:r>
                    </m:oMath>
                  </m:oMathPara>
                </a14:m>
                <a:endParaRPr lang="en-AU" sz="2400" dirty="0"/>
              </a:p>
            </p:txBody>
          </p:sp>
        </mc:Choice>
        <mc:Fallback xmlns="">
          <p:sp>
            <p:nvSpPr>
              <p:cNvPr id="4" name="TextBox 3">
                <a:extLst>
                  <a:ext uri="{FF2B5EF4-FFF2-40B4-BE49-F238E27FC236}">
                    <a16:creationId xmlns:a16="http://schemas.microsoft.com/office/drawing/2014/main" id="{4D225B49-B25C-49BA-A6DA-EB0C74489CF9}"/>
                  </a:ext>
                </a:extLst>
              </p:cNvPr>
              <p:cNvSpPr txBox="1">
                <a:spLocks noRot="1" noChangeAspect="1" noMove="1" noResize="1" noEditPoints="1" noAdjustHandles="1" noChangeArrowheads="1" noChangeShapeType="1" noTextEdit="1"/>
              </p:cNvSpPr>
              <p:nvPr/>
            </p:nvSpPr>
            <p:spPr>
              <a:xfrm>
                <a:off x="914400" y="4110606"/>
                <a:ext cx="7986319" cy="461665"/>
              </a:xfrm>
              <a:prstGeom prst="rect">
                <a:avLst/>
              </a:prstGeom>
              <a:blipFill>
                <a:blip r:embed="rId4"/>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1867B34-200D-46F7-9B92-2717876EC0A7}"/>
                  </a:ext>
                </a:extLst>
              </p:cNvPr>
              <p:cNvSpPr txBox="1"/>
              <p:nvPr/>
            </p:nvSpPr>
            <p:spPr>
              <a:xfrm>
                <a:off x="570451" y="4932726"/>
                <a:ext cx="8321879" cy="1569660"/>
              </a:xfrm>
              <a:prstGeom prst="rect">
                <a:avLst/>
              </a:prstGeom>
              <a:noFill/>
            </p:spPr>
            <p:txBody>
              <a:bodyPr wrap="square" rtlCol="0">
                <a:spAutoFit/>
              </a:bodyPr>
              <a:lstStyle/>
              <a:p>
                <a:r>
                  <a:rPr lang="en-AU" sz="2400" dirty="0"/>
                  <a:t>At a speed of 0.60c </a:t>
                </a:r>
                <a14:m>
                  <m:oMath xmlns:m="http://schemas.openxmlformats.org/officeDocument/2006/math">
                    <m:d>
                      <m:dPr>
                        <m:ctrlPr>
                          <a:rPr lang="en-AU" sz="2400" b="0" i="1" smtClean="0">
                            <a:latin typeface="Cambria Math" panose="02040503050406030204" pitchFamily="18" charset="0"/>
                          </a:rPr>
                        </m:ctrlPr>
                      </m:dPr>
                      <m:e>
                        <m:r>
                          <a:rPr lang="en-AU" sz="2400" b="0" i="1" smtClean="0">
                            <a:latin typeface="Cambria Math" panose="02040503050406030204" pitchFamily="18" charset="0"/>
                          </a:rPr>
                          <m:t>1.80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e>
                    </m:d>
                  </m:oMath>
                </a14:m>
                <a:r>
                  <a:rPr lang="en-AU" sz="2400" dirty="0"/>
                  <a:t> classical physics would tell us that with a mean life of 2.20 µs an average muon would travel a distance of </a:t>
                </a:r>
                <a14:m>
                  <m:oMath xmlns:m="http://schemas.openxmlformats.org/officeDocument/2006/math">
                    <m:r>
                      <a:rPr lang="en-AU" sz="2400" i="1">
                        <a:latin typeface="Cambria Math" panose="02040503050406030204" pitchFamily="18" charset="0"/>
                      </a:rPr>
                      <m:t>𝑠</m:t>
                    </m:r>
                    <m:r>
                      <a:rPr lang="en-AU" sz="2400" i="1">
                        <a:latin typeface="Cambria Math" panose="02040503050406030204" pitchFamily="18" charset="0"/>
                      </a:rPr>
                      <m:t>=</m:t>
                    </m:r>
                    <m:r>
                      <a:rPr lang="en-AU" sz="2400" i="1">
                        <a:latin typeface="Cambria Math" panose="02040503050406030204" pitchFamily="18" charset="0"/>
                      </a:rPr>
                      <m:t>𝑣𝑡</m:t>
                    </m:r>
                    <m:r>
                      <a:rPr lang="en-AU" sz="2400" i="1">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1.8</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d>
                      <m:dPr>
                        <m:ctrlPr>
                          <a:rPr lang="en-AU" sz="2400" b="0" i="1" smtClean="0">
                            <a:latin typeface="Cambria Math" panose="02040503050406030204" pitchFamily="18" charset="0"/>
                            <a:ea typeface="Cambria Math" panose="02040503050406030204" pitchFamily="18" charset="0"/>
                          </a:rPr>
                        </m:ctrlPr>
                      </m:dPr>
                      <m:e>
                        <m:r>
                          <a:rPr lang="en-AU" sz="2400" b="0" i="1" smtClean="0">
                            <a:latin typeface="Cambria Math" panose="02040503050406030204" pitchFamily="18" charset="0"/>
                            <a:ea typeface="Cambria Math" panose="02040503050406030204" pitchFamily="18" charset="0"/>
                          </a:rPr>
                          <m:t>2.2×</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e>
                    </m:d>
                    <m:r>
                      <a:rPr lang="en-AU" sz="2400" b="0" i="1" smtClean="0">
                        <a:latin typeface="Cambria Math" panose="02040503050406030204" pitchFamily="18" charset="0"/>
                        <a:ea typeface="Cambria Math" panose="02040503050406030204" pitchFamily="18" charset="0"/>
                      </a:rPr>
                      <m:t>=396 </m:t>
                    </m:r>
                    <m:r>
                      <a:rPr lang="en-AU" sz="2400" b="0" i="1" smtClean="0">
                        <a:latin typeface="Cambria Math" panose="02040503050406030204" pitchFamily="18" charset="0"/>
                        <a:ea typeface="Cambria Math" panose="02040503050406030204" pitchFamily="18" charset="0"/>
                      </a:rPr>
                      <m:t>𝑚</m:t>
                    </m:r>
                  </m:oMath>
                </a14:m>
                <a:r>
                  <a:rPr lang="en-AU" sz="2400" dirty="0"/>
                  <a:t> which is shorter than the distance measured.</a:t>
                </a:r>
              </a:p>
            </p:txBody>
          </p:sp>
        </mc:Choice>
        <mc:Fallback xmlns="">
          <p:sp>
            <p:nvSpPr>
              <p:cNvPr id="5" name="TextBox 4">
                <a:extLst>
                  <a:ext uri="{FF2B5EF4-FFF2-40B4-BE49-F238E27FC236}">
                    <a16:creationId xmlns:a16="http://schemas.microsoft.com/office/drawing/2014/main" id="{21867B34-200D-46F7-9B92-2717876EC0A7}"/>
                  </a:ext>
                </a:extLst>
              </p:cNvPr>
              <p:cNvSpPr txBox="1">
                <a:spLocks noRot="1" noChangeAspect="1" noMove="1" noResize="1" noEditPoints="1" noAdjustHandles="1" noChangeArrowheads="1" noChangeShapeType="1" noTextEdit="1"/>
              </p:cNvSpPr>
              <p:nvPr/>
            </p:nvSpPr>
            <p:spPr>
              <a:xfrm>
                <a:off x="570451" y="4932726"/>
                <a:ext cx="8321879" cy="1569660"/>
              </a:xfrm>
              <a:prstGeom prst="rect">
                <a:avLst/>
              </a:prstGeom>
              <a:blipFill>
                <a:blip r:embed="rId5"/>
                <a:stretch>
                  <a:fillRect l="-1172" t="-2713" r="-1832" b="-8140"/>
                </a:stretch>
              </a:blipFill>
            </p:spPr>
            <p:txBody>
              <a:bodyPr/>
              <a:lstStyle/>
              <a:p>
                <a:r>
                  <a:rPr lang="en-AU">
                    <a:noFill/>
                  </a:rPr>
                  <a:t> </a:t>
                </a:r>
              </a:p>
            </p:txBody>
          </p:sp>
        </mc:Fallback>
      </mc:AlternateContent>
    </p:spTree>
    <p:extLst>
      <p:ext uri="{BB962C8B-B14F-4D97-AF65-F5344CB8AC3E}">
        <p14:creationId xmlns:p14="http://schemas.microsoft.com/office/powerpoint/2010/main" val="88391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AC76F9-52D6-4822-8799-CE9287EE37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3157" y="855677"/>
            <a:ext cx="4400231" cy="534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7B3C14DC-720F-471F-8626-2D4FB4D66D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73922" y="851632"/>
            <a:ext cx="3709192" cy="5311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3088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6C4D02-5EF4-43BC-9373-95FDF13A479E}"/>
                  </a:ext>
                </a:extLst>
              </p:cNvPr>
              <p:cNvSpPr>
                <a:spLocks noGrp="1"/>
              </p:cNvSpPr>
              <p:nvPr>
                <p:ph idx="1"/>
              </p:nvPr>
            </p:nvSpPr>
            <p:spPr>
              <a:xfrm>
                <a:off x="654341" y="331366"/>
                <a:ext cx="8179266" cy="3581400"/>
              </a:xfrm>
            </p:spPr>
            <p:txBody>
              <a:bodyPr>
                <a:normAutofit/>
              </a:bodyPr>
              <a:lstStyle/>
              <a:p>
                <a:pPr marL="0" indent="0">
                  <a:buNone/>
                </a:pPr>
                <a:r>
                  <a:rPr lang="en-AU" sz="2400" dirty="0"/>
                  <a:t>Question:  A certain type of elementary particle travels at a speed of </a:t>
                </a:r>
                <a14:m>
                  <m:oMath xmlns:m="http://schemas.openxmlformats.org/officeDocument/2006/math">
                    <m:r>
                      <a:rPr lang="en-AU" sz="2400" b="0" i="1" smtClean="0">
                        <a:latin typeface="Cambria Math" panose="02040503050406030204" pitchFamily="18" charset="0"/>
                      </a:rPr>
                      <m:t>2.70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r>
                      <a:rPr lang="en-AU" sz="2400" b="0" i="1" smtClean="0">
                        <a:latin typeface="Cambria Math" panose="02040503050406030204" pitchFamily="18" charset="0"/>
                        <a:ea typeface="Cambria Math" panose="02040503050406030204" pitchFamily="18" charset="0"/>
                      </a:rPr>
                      <m:t>.</m:t>
                    </m:r>
                  </m:oMath>
                </a14:m>
                <a:r>
                  <a:rPr lang="en-AU" sz="2400" dirty="0"/>
                  <a:t>  At this speed, the average life-time is measured to be </a:t>
                </a:r>
                <a14:m>
                  <m:oMath xmlns:m="http://schemas.openxmlformats.org/officeDocument/2006/math">
                    <m:r>
                      <a:rPr lang="en-AU" sz="2400" b="0" i="1" smtClean="0">
                        <a:latin typeface="Cambria Math" panose="02040503050406030204" pitchFamily="18" charset="0"/>
                      </a:rPr>
                      <m:t>4.76</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r>
                      <a:rPr lang="en-AU" sz="2400" b="0" i="1" smtClean="0">
                        <a:latin typeface="Cambria Math" panose="02040503050406030204" pitchFamily="18" charset="0"/>
                        <a:ea typeface="Cambria Math" panose="02040503050406030204" pitchFamily="18" charset="0"/>
                      </a:rPr>
                      <m:t>𝑠</m:t>
                    </m:r>
                  </m:oMath>
                </a14:m>
                <a:r>
                  <a:rPr lang="en-AU" sz="2400" dirty="0"/>
                  <a:t>.  What is the particles lifetime at rest?</a:t>
                </a:r>
              </a:p>
            </p:txBody>
          </p:sp>
        </mc:Choice>
        <mc:Fallback xmlns="">
          <p:sp>
            <p:nvSpPr>
              <p:cNvPr id="3" name="Content Placeholder 2">
                <a:extLst>
                  <a:ext uri="{FF2B5EF4-FFF2-40B4-BE49-F238E27FC236}">
                    <a16:creationId xmlns:a16="http://schemas.microsoft.com/office/drawing/2014/main" id="{926C4D02-5EF4-43BC-9373-95FDF13A479E}"/>
                  </a:ext>
                </a:extLst>
              </p:cNvPr>
              <p:cNvSpPr>
                <a:spLocks noGrp="1" noRot="1" noChangeAspect="1" noMove="1" noResize="1" noEditPoints="1" noAdjustHandles="1" noChangeArrowheads="1" noChangeShapeType="1" noTextEdit="1"/>
              </p:cNvSpPr>
              <p:nvPr>
                <p:ph idx="1"/>
              </p:nvPr>
            </p:nvSpPr>
            <p:spPr>
              <a:xfrm>
                <a:off x="654341" y="331366"/>
                <a:ext cx="8179266" cy="3581400"/>
              </a:xfrm>
              <a:blipFill>
                <a:blip r:embed="rId2"/>
                <a:stretch>
                  <a:fillRect l="-1118" r="-141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977A8F-1FD4-48DD-AE77-0C510B92C14D}"/>
                  </a:ext>
                </a:extLst>
              </p:cNvPr>
              <p:cNvSpPr txBox="1"/>
              <p:nvPr/>
            </p:nvSpPr>
            <p:spPr>
              <a:xfrm>
                <a:off x="780176" y="2265028"/>
                <a:ext cx="7902430" cy="3507755"/>
              </a:xfrm>
              <a:prstGeom prst="rect">
                <a:avLst/>
              </a:prstGeom>
              <a:noFill/>
            </p:spPr>
            <p:txBody>
              <a:bodyPr wrap="square" rtlCol="0">
                <a:spAutoFit/>
              </a:bodyPr>
              <a:lstStyle/>
              <a:p>
                <a:r>
                  <a:rPr lang="en-AU" sz="2400" dirty="0"/>
                  <a:t>Answer:</a:t>
                </a:r>
              </a:p>
              <a:p>
                <a:pPr algn="ctr"/>
                <a14:m>
                  <m:oMath xmlns:m="http://schemas.openxmlformats.org/officeDocument/2006/math">
                    <m:r>
                      <a:rPr lang="en-AU" sz="2400" i="1">
                        <a:latin typeface="Cambria Math" panose="02040503050406030204" pitchFamily="18" charset="0"/>
                      </a:rPr>
                      <m:t>𝑡</m:t>
                    </m:r>
                    <m:r>
                      <a:rPr lang="en-AU" sz="2400" i="1">
                        <a:latin typeface="Cambria Math" panose="02040503050406030204" pitchFamily="18" charset="0"/>
                      </a:rPr>
                      <m:t>=</m:t>
                    </m:r>
                    <m:f>
                      <m:fPr>
                        <m:ctrlPr>
                          <a:rPr lang="en-AU" sz="2400" i="1">
                            <a:latin typeface="Cambria Math" panose="02040503050406030204" pitchFamily="18" charset="0"/>
                          </a:rPr>
                        </m:ctrlPr>
                      </m:fPr>
                      <m:num>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den>
                    </m:f>
                  </m:oMath>
                </a14:m>
                <a:r>
                  <a:rPr lang="en-AU" sz="2400" dirty="0"/>
                  <a:t>   so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b="0" i="0" smtClean="0">
                        <a:latin typeface="Cambria Math" panose="02040503050406030204" pitchFamily="18" charset="0"/>
                      </a:rPr>
                      <m:t>=</m:t>
                    </m:r>
                    <m:r>
                      <m:rPr>
                        <m:sty m:val="p"/>
                      </m:rPr>
                      <a:rPr lang="en-AU" sz="2400" b="0" i="0" smtClean="0">
                        <a:latin typeface="Cambria Math" panose="02040503050406030204" pitchFamily="18" charset="0"/>
                      </a:rPr>
                      <m:t>t</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a14:m>
                <a:endParaRPr lang="en-AU" sz="2400" dirty="0"/>
              </a:p>
              <a:p>
                <a:pPr algn="ctr"/>
                <a:endParaRPr lang="en-AU" sz="2400" dirty="0"/>
              </a:p>
              <a:p>
                <a:pPr algn="ct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a:latin typeface="Cambria Math" panose="02040503050406030204" pitchFamily="18" charset="0"/>
                        </a:rPr>
                        <m:t>=</m:t>
                      </m:r>
                      <m:r>
                        <m:rPr>
                          <m:sty m:val="p"/>
                        </m:rPr>
                        <a:rPr lang="en-AU" sz="2400">
                          <a:latin typeface="Cambria Math" panose="02040503050406030204" pitchFamily="18" charset="0"/>
                        </a:rPr>
                        <m:t>t</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4.76</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e>
                      </m:d>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2.70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e>
                                <m:sup>
                                  <m:r>
                                    <a:rPr lang="en-AU" sz="2400" i="1">
                                      <a:latin typeface="Cambria Math" panose="02040503050406030204" pitchFamily="18" charset="0"/>
                                    </a:rPr>
                                    <m:t>2</m:t>
                                  </m:r>
                                </m:sup>
                              </m:sSup>
                            </m:den>
                          </m:f>
                        </m:e>
                      </m:rad>
                    </m:oMath>
                  </m:oMathPara>
                </a14:m>
                <a:endParaRPr lang="en-AU" sz="2400" dirty="0"/>
              </a:p>
              <a:p>
                <a:pPr algn="ctr"/>
                <a:endParaRPr lang="en-AU" sz="2400" dirty="0"/>
              </a:p>
              <a:p>
                <a:pPr algn="ct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a:latin typeface="Cambria Math" panose="02040503050406030204" pitchFamily="18" charset="0"/>
                        </a:rPr>
                        <m:t>=</m:t>
                      </m:r>
                      <m:r>
                        <a:rPr lang="en-AU" sz="2400" b="0" i="0" smtClean="0">
                          <a:latin typeface="Cambria Math" panose="02040503050406030204" pitchFamily="18" charset="0"/>
                        </a:rPr>
                        <m:t>2.07</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−6</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𝑠</m:t>
                      </m:r>
                    </m:oMath>
                  </m:oMathPara>
                </a14:m>
                <a:endParaRPr lang="en-AU" sz="2400" dirty="0"/>
              </a:p>
            </p:txBody>
          </p:sp>
        </mc:Choice>
        <mc:Fallback xmlns="">
          <p:sp>
            <p:nvSpPr>
              <p:cNvPr id="4" name="TextBox 3">
                <a:extLst>
                  <a:ext uri="{FF2B5EF4-FFF2-40B4-BE49-F238E27FC236}">
                    <a16:creationId xmlns:a16="http://schemas.microsoft.com/office/drawing/2014/main" id="{1A977A8F-1FD4-48DD-AE77-0C510B92C14D}"/>
                  </a:ext>
                </a:extLst>
              </p:cNvPr>
              <p:cNvSpPr txBox="1">
                <a:spLocks noRot="1" noChangeAspect="1" noMove="1" noResize="1" noEditPoints="1" noAdjustHandles="1" noChangeArrowheads="1" noChangeShapeType="1" noTextEdit="1"/>
              </p:cNvSpPr>
              <p:nvPr/>
            </p:nvSpPr>
            <p:spPr>
              <a:xfrm>
                <a:off x="780176" y="2265028"/>
                <a:ext cx="7902430" cy="3507755"/>
              </a:xfrm>
              <a:prstGeom prst="rect">
                <a:avLst/>
              </a:prstGeom>
              <a:blipFill>
                <a:blip r:embed="rId3"/>
                <a:stretch>
                  <a:fillRect l="-1235" t="-1217"/>
                </a:stretch>
              </a:blipFill>
            </p:spPr>
            <p:txBody>
              <a:bodyPr/>
              <a:lstStyle/>
              <a:p>
                <a:r>
                  <a:rPr lang="en-AU">
                    <a:noFill/>
                  </a:rPr>
                  <a:t> </a:t>
                </a:r>
              </a:p>
            </p:txBody>
          </p:sp>
        </mc:Fallback>
      </mc:AlternateContent>
    </p:spTree>
    <p:extLst>
      <p:ext uri="{BB962C8B-B14F-4D97-AF65-F5344CB8AC3E}">
        <p14:creationId xmlns:p14="http://schemas.microsoft.com/office/powerpoint/2010/main" val="357680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B7C7A8-5FD2-4B0A-9725-4EF315F7E503}"/>
                  </a:ext>
                </a:extLst>
              </p:cNvPr>
              <p:cNvSpPr>
                <a:spLocks noGrp="1"/>
              </p:cNvSpPr>
              <p:nvPr>
                <p:ph idx="1"/>
              </p:nvPr>
            </p:nvSpPr>
            <p:spPr>
              <a:xfrm>
                <a:off x="735085" y="322976"/>
                <a:ext cx="8132078" cy="1161875"/>
              </a:xfrm>
            </p:spPr>
            <p:txBody>
              <a:bodyPr>
                <a:normAutofit lnSpcReduction="10000"/>
              </a:bodyPr>
              <a:lstStyle/>
              <a:p>
                <a:pPr marL="0" indent="0">
                  <a:buNone/>
                </a:pPr>
                <a:r>
                  <a:rPr lang="en-AU" sz="2400" dirty="0"/>
                  <a:t>Question:  What is the speed of a pion if its average lifetime is measured to be </a:t>
                </a:r>
                <a14:m>
                  <m:oMath xmlns:m="http://schemas.openxmlformats.org/officeDocument/2006/math">
                    <m:r>
                      <a:rPr lang="en-AU" sz="2400" b="0" i="1" smtClean="0">
                        <a:latin typeface="Cambria Math" panose="02040503050406030204" pitchFamily="18" charset="0"/>
                      </a:rPr>
                      <m:t>4.10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𝑠</m:t>
                    </m:r>
                    <m:r>
                      <a:rPr lang="en-AU" sz="2400" b="0" i="1" smtClean="0">
                        <a:latin typeface="Cambria Math" panose="02040503050406030204" pitchFamily="18" charset="0"/>
                        <a:ea typeface="Cambria Math" panose="02040503050406030204" pitchFamily="18" charset="0"/>
                      </a:rPr>
                      <m:t>?</m:t>
                    </m:r>
                  </m:oMath>
                </a14:m>
                <a:r>
                  <a:rPr lang="en-AU" sz="2400" dirty="0"/>
                  <a:t>  At rest its average lifetime is </a:t>
                </a:r>
                <a14:m>
                  <m:oMath xmlns:m="http://schemas.openxmlformats.org/officeDocument/2006/math">
                    <m:r>
                      <a:rPr lang="en-AU" sz="2400" b="0" i="1" smtClean="0">
                        <a:latin typeface="Cambria Math" panose="02040503050406030204" pitchFamily="18" charset="0"/>
                      </a:rPr>
                      <m:t>2.60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𝑠</m:t>
                    </m:r>
                  </m:oMath>
                </a14:m>
                <a:r>
                  <a:rPr lang="en-AU" sz="2400" dirty="0"/>
                  <a:t>. </a:t>
                </a:r>
              </a:p>
            </p:txBody>
          </p:sp>
        </mc:Choice>
        <mc:Fallback xmlns="">
          <p:sp>
            <p:nvSpPr>
              <p:cNvPr id="3" name="Content Placeholder 2">
                <a:extLst>
                  <a:ext uri="{FF2B5EF4-FFF2-40B4-BE49-F238E27FC236}">
                    <a16:creationId xmlns:a16="http://schemas.microsoft.com/office/drawing/2014/main" id="{FEB7C7A8-5FD2-4B0A-9725-4EF315F7E503}"/>
                  </a:ext>
                </a:extLst>
              </p:cNvPr>
              <p:cNvSpPr>
                <a:spLocks noGrp="1" noRot="1" noChangeAspect="1" noMove="1" noResize="1" noEditPoints="1" noAdjustHandles="1" noChangeArrowheads="1" noChangeShapeType="1" noTextEdit="1"/>
              </p:cNvSpPr>
              <p:nvPr>
                <p:ph idx="1"/>
              </p:nvPr>
            </p:nvSpPr>
            <p:spPr>
              <a:xfrm>
                <a:off x="735085" y="322976"/>
                <a:ext cx="8132078" cy="1161875"/>
              </a:xfrm>
              <a:blipFill>
                <a:blip r:embed="rId2"/>
                <a:stretch>
                  <a:fillRect l="-1199" t="-3665" b="-837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40CCE26-4FA7-495B-B2AC-4CE7A79FADE1}"/>
                  </a:ext>
                </a:extLst>
              </p:cNvPr>
              <p:cNvSpPr txBox="1"/>
              <p:nvPr/>
            </p:nvSpPr>
            <p:spPr>
              <a:xfrm>
                <a:off x="780176" y="1803633"/>
                <a:ext cx="8003097" cy="3481722"/>
              </a:xfrm>
              <a:prstGeom prst="rect">
                <a:avLst/>
              </a:prstGeom>
              <a:noFill/>
            </p:spPr>
            <p:txBody>
              <a:bodyPr wrap="square" rtlCol="0">
                <a:spAutoFit/>
              </a:bodyPr>
              <a:lstStyle/>
              <a:p>
                <a:r>
                  <a:rPr lang="en-AU" sz="2400" dirty="0"/>
                  <a:t>Answer:  </a:t>
                </a:r>
              </a:p>
              <a:p>
                <a14:m>
                  <m:oMath xmlns:m="http://schemas.openxmlformats.org/officeDocument/2006/math">
                    <m:r>
                      <a:rPr lang="en-AU" sz="2400" i="1">
                        <a:latin typeface="Cambria Math" panose="02040503050406030204" pitchFamily="18" charset="0"/>
                      </a:rPr>
                      <m:t>𝑡</m:t>
                    </m:r>
                    <m:r>
                      <a:rPr lang="en-AU" sz="2400" i="1">
                        <a:latin typeface="Cambria Math" panose="02040503050406030204" pitchFamily="18" charset="0"/>
                      </a:rPr>
                      <m:t>=</m:t>
                    </m:r>
                    <m:f>
                      <m:fPr>
                        <m:ctrlPr>
                          <a:rPr lang="en-AU" sz="2400" i="1">
                            <a:latin typeface="Cambria Math" panose="02040503050406030204" pitchFamily="18" charset="0"/>
                          </a:rPr>
                        </m:ctrlPr>
                      </m:fPr>
                      <m:num>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den>
                    </m:f>
                  </m:oMath>
                </a14:m>
                <a:r>
                  <a:rPr lang="en-AU" sz="2400" dirty="0"/>
                  <a:t>   careful rearranging gives us:  </a:t>
                </a:r>
                <a14:m>
                  <m:oMath xmlns:m="http://schemas.openxmlformats.org/officeDocument/2006/math">
                    <m:r>
                      <a:rPr lang="en-AU" sz="2400" b="0" i="1" smtClean="0">
                        <a:latin typeface="Cambria Math" panose="02040503050406030204" pitchFamily="18" charset="0"/>
                      </a:rPr>
                      <m:t>𝑣</m:t>
                    </m:r>
                    <m:r>
                      <a:rPr lang="en-AU" sz="2400" b="0" i="1" smtClean="0">
                        <a:latin typeface="Cambria Math" panose="02040503050406030204" pitchFamily="18" charset="0"/>
                      </a:rPr>
                      <m:t>=</m:t>
                    </m:r>
                    <m:r>
                      <a:rPr lang="en-AU" sz="2400" b="0" i="1" smtClean="0">
                        <a:latin typeface="Cambria Math" panose="02040503050406030204" pitchFamily="18" charset="0"/>
                      </a:rPr>
                      <m:t>𝑐</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f>
                                  <m:fPr>
                                    <m:ctrlPr>
                                      <a:rPr lang="en-AU" sz="2400" b="0" i="1" smtClean="0">
                                        <a:latin typeface="Cambria Math" panose="02040503050406030204" pitchFamily="18" charset="0"/>
                                      </a:rPr>
                                    </m:ctrlPr>
                                  </m:fPr>
                                  <m:num>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𝑡</m:t>
                                        </m:r>
                                      </m:e>
                                      <m:sub>
                                        <m:r>
                                          <a:rPr lang="en-AU" sz="2400" b="0" i="1" smtClean="0">
                                            <a:latin typeface="Cambria Math" panose="02040503050406030204" pitchFamily="18" charset="0"/>
                                          </a:rPr>
                                          <m:t>𝑜</m:t>
                                        </m:r>
                                      </m:sub>
                                    </m:sSub>
                                  </m:num>
                                  <m:den>
                                    <m:r>
                                      <a:rPr lang="en-AU" sz="2400" b="0" i="1" smtClean="0">
                                        <a:latin typeface="Cambria Math" panose="02040503050406030204" pitchFamily="18" charset="0"/>
                                      </a:rPr>
                                      <m:t>𝑡</m:t>
                                    </m:r>
                                  </m:den>
                                </m:f>
                              </m:e>
                            </m:d>
                          </m:e>
                          <m:sup>
                            <m:r>
                              <a:rPr lang="en-AU" sz="2400" b="0" i="1" smtClean="0">
                                <a:latin typeface="Cambria Math" panose="02040503050406030204" pitchFamily="18" charset="0"/>
                              </a:rPr>
                              <m:t>2</m:t>
                            </m:r>
                          </m:sup>
                        </m:sSup>
                      </m:e>
                    </m:rad>
                  </m:oMath>
                </a14:m>
                <a:endParaRPr lang="en-AU" sz="2400" b="0" dirty="0"/>
              </a:p>
              <a:p>
                <a:endParaRPr lang="en-AU" sz="2400" dirty="0"/>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𝑣</m:t>
                      </m:r>
                      <m:r>
                        <a:rPr lang="en-AU" sz="2400" i="1">
                          <a:latin typeface="Cambria Math" panose="02040503050406030204" pitchFamily="18" charset="0"/>
                        </a:rPr>
                        <m:t>=3×</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i="1">
                                  <a:latin typeface="Cambria Math" panose="02040503050406030204" pitchFamily="18" charset="0"/>
                                </a:rPr>
                              </m:ctrlPr>
                            </m:sSupPr>
                            <m:e>
                              <m:d>
                                <m:dPr>
                                  <m:ctrlPr>
                                    <a:rPr lang="en-AU" sz="2400" i="1">
                                      <a:latin typeface="Cambria Math" panose="02040503050406030204" pitchFamily="18" charset="0"/>
                                    </a:rPr>
                                  </m:ctrlPr>
                                </m:dPr>
                                <m:e>
                                  <m:f>
                                    <m:fPr>
                                      <m:ctrlPr>
                                        <a:rPr lang="en-AU" sz="2400" i="1">
                                          <a:latin typeface="Cambria Math" panose="02040503050406030204" pitchFamily="18" charset="0"/>
                                        </a:rPr>
                                      </m:ctrlPr>
                                    </m:fPr>
                                    <m:num>
                                      <m:r>
                                        <a:rPr lang="en-AU" sz="2400" b="0" i="1" smtClean="0">
                                          <a:latin typeface="Cambria Math" panose="02040503050406030204" pitchFamily="18" charset="0"/>
                                        </a:rPr>
                                        <m:t>2.6</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num>
                                    <m:den>
                                      <m:r>
                                        <a:rPr lang="en-AU" sz="2400" b="0" i="1" smtClean="0">
                                          <a:latin typeface="Cambria Math" panose="02040503050406030204" pitchFamily="18" charset="0"/>
                                        </a:rPr>
                                        <m:t>4.1</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den>
                                  </m:f>
                                </m:e>
                              </m:d>
                            </m:e>
                            <m:sup>
                              <m:r>
                                <a:rPr lang="en-AU" sz="2400" i="1">
                                  <a:latin typeface="Cambria Math" panose="02040503050406030204" pitchFamily="18" charset="0"/>
                                </a:rPr>
                                <m:t>2</m:t>
                              </m:r>
                            </m:sup>
                          </m:sSup>
                        </m:e>
                      </m:rad>
                      <m:r>
                        <a:rPr lang="en-AU" sz="2400" b="0" i="1" smtClean="0">
                          <a:latin typeface="Cambria Math" panose="02040503050406030204" pitchFamily="18" charset="0"/>
                        </a:rPr>
                        <m:t>=2.32</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oMath>
                  </m:oMathPara>
                </a14:m>
                <a:endParaRPr lang="en-AU" sz="2400" b="0" dirty="0">
                  <a:ea typeface="Cambria Math" panose="02040503050406030204" pitchFamily="18" charset="0"/>
                </a:endParaRPr>
              </a:p>
              <a:p>
                <a:endParaRPr lang="en-AU" sz="2400" dirty="0"/>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𝑜𝑟</m:t>
                      </m:r>
                      <m:r>
                        <a:rPr lang="en-AU" sz="2400" b="0" i="1" smtClean="0">
                          <a:latin typeface="Cambria Math" panose="02040503050406030204" pitchFamily="18" charset="0"/>
                        </a:rPr>
                        <m:t> </m:t>
                      </m:r>
                      <m:r>
                        <a:rPr lang="en-AU" sz="2400" b="0" i="1" smtClean="0">
                          <a:latin typeface="Cambria Math" panose="02040503050406030204" pitchFamily="18" charset="0"/>
                        </a:rPr>
                        <m:t>𝑣</m:t>
                      </m:r>
                      <m:r>
                        <a:rPr lang="en-AU" sz="2400" b="0" i="1" smtClean="0">
                          <a:latin typeface="Cambria Math" panose="02040503050406030204" pitchFamily="18" charset="0"/>
                        </a:rPr>
                        <m:t>=0.773</m:t>
                      </m:r>
                      <m:r>
                        <a:rPr lang="en-AU" sz="2400" b="0" i="1" smtClean="0">
                          <a:latin typeface="Cambria Math" panose="02040503050406030204" pitchFamily="18" charset="0"/>
                        </a:rPr>
                        <m:t>𝑐</m:t>
                      </m:r>
                    </m:oMath>
                  </m:oMathPara>
                </a14:m>
                <a:endParaRPr lang="en-AU" sz="2400" dirty="0"/>
              </a:p>
            </p:txBody>
          </p:sp>
        </mc:Choice>
        <mc:Fallback xmlns="">
          <p:sp>
            <p:nvSpPr>
              <p:cNvPr id="4" name="TextBox 3">
                <a:extLst>
                  <a:ext uri="{FF2B5EF4-FFF2-40B4-BE49-F238E27FC236}">
                    <a16:creationId xmlns:a16="http://schemas.microsoft.com/office/drawing/2014/main" id="{940CCE26-4FA7-495B-B2AC-4CE7A79FADE1}"/>
                  </a:ext>
                </a:extLst>
              </p:cNvPr>
              <p:cNvSpPr txBox="1">
                <a:spLocks noRot="1" noChangeAspect="1" noMove="1" noResize="1" noEditPoints="1" noAdjustHandles="1" noChangeArrowheads="1" noChangeShapeType="1" noTextEdit="1"/>
              </p:cNvSpPr>
              <p:nvPr/>
            </p:nvSpPr>
            <p:spPr>
              <a:xfrm>
                <a:off x="780176" y="1803633"/>
                <a:ext cx="8003097" cy="3481722"/>
              </a:xfrm>
              <a:prstGeom prst="rect">
                <a:avLst/>
              </a:prstGeom>
              <a:blipFill>
                <a:blip r:embed="rId3"/>
                <a:stretch>
                  <a:fillRect l="-1219" t="-1226"/>
                </a:stretch>
              </a:blipFill>
            </p:spPr>
            <p:txBody>
              <a:bodyPr/>
              <a:lstStyle/>
              <a:p>
                <a:r>
                  <a:rPr lang="en-AU">
                    <a:noFill/>
                  </a:rPr>
                  <a:t> </a:t>
                </a:r>
              </a:p>
            </p:txBody>
          </p:sp>
        </mc:Fallback>
      </mc:AlternateContent>
    </p:spTree>
    <p:extLst>
      <p:ext uri="{BB962C8B-B14F-4D97-AF65-F5344CB8AC3E}">
        <p14:creationId xmlns:p14="http://schemas.microsoft.com/office/powerpoint/2010/main" val="1036047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E20FB-5807-4490-B6BE-C9A3DD6A2B60}"/>
              </a:ext>
            </a:extLst>
          </p:cNvPr>
          <p:cNvSpPr>
            <a:spLocks noGrp="1"/>
          </p:cNvSpPr>
          <p:nvPr>
            <p:ph type="title"/>
          </p:nvPr>
        </p:nvSpPr>
        <p:spPr>
          <a:xfrm>
            <a:off x="651196" y="115349"/>
            <a:ext cx="7200900" cy="1485900"/>
          </a:xfrm>
        </p:spPr>
        <p:txBody>
          <a:bodyPr/>
          <a:lstStyle/>
          <a:p>
            <a:r>
              <a:rPr lang="en-AU" dirty="0"/>
              <a:t>Space travel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DF7D2E-6E42-4B2D-8248-0A962C796463}"/>
                  </a:ext>
                </a:extLst>
              </p:cNvPr>
              <p:cNvSpPr>
                <a:spLocks noGrp="1"/>
              </p:cNvSpPr>
              <p:nvPr>
                <p:ph idx="1"/>
              </p:nvPr>
            </p:nvSpPr>
            <p:spPr>
              <a:xfrm>
                <a:off x="738231" y="1015069"/>
                <a:ext cx="8405769" cy="5645790"/>
              </a:xfrm>
            </p:spPr>
            <p:txBody>
              <a:bodyPr>
                <a:normAutofit/>
              </a:bodyPr>
              <a:lstStyle/>
              <a:p>
                <a:r>
                  <a:rPr lang="en-AU" sz="2400" dirty="0"/>
                  <a:t>According to classical (Newtonian) physics, to reach a star 100 light-years away would not be possible for humans.  Even if a spaceship could travel at close to the speed of light, it would take over 100 years to reach such a star.</a:t>
                </a:r>
              </a:p>
              <a:p>
                <a:r>
                  <a:rPr lang="en-AU" sz="2400" dirty="0"/>
                  <a:t>But time dilation tells us that the time would be less for the astronaut.</a:t>
                </a:r>
              </a:p>
              <a:p>
                <a:r>
                  <a:rPr lang="en-AU" sz="2400" dirty="0"/>
                  <a:t>In a spaceship travelling at </a:t>
                </a:r>
                <a14:m>
                  <m:oMath xmlns:m="http://schemas.openxmlformats.org/officeDocument/2006/math">
                    <m:r>
                      <a:rPr lang="en-AU" sz="2400" b="0" i="1" smtClean="0">
                        <a:latin typeface="Cambria Math" panose="02040503050406030204" pitchFamily="18" charset="0"/>
                      </a:rPr>
                      <m:t>𝑣</m:t>
                    </m:r>
                    <m:r>
                      <a:rPr lang="en-AU" sz="2400" b="0" i="1" smtClean="0">
                        <a:latin typeface="Cambria Math" panose="02040503050406030204" pitchFamily="18" charset="0"/>
                      </a:rPr>
                      <m:t>=0.999</m:t>
                    </m:r>
                    <m:r>
                      <a:rPr lang="en-AU" sz="2400" b="0" i="1" smtClean="0">
                        <a:latin typeface="Cambria Math" panose="02040503050406030204" pitchFamily="18" charset="0"/>
                      </a:rPr>
                      <m:t>𝑐</m:t>
                    </m:r>
                  </m:oMath>
                </a14:m>
                <a:r>
                  <a:rPr lang="en-AU" sz="2400" dirty="0"/>
                  <a:t>, the time for such a trip would be:  </a:t>
                </a:r>
              </a:p>
              <a:p>
                <a:pPr marL="0" indent="0">
                  <a:buNone/>
                </a:pP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 </m:t>
                          </m:r>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a:latin typeface="Cambria Math" panose="02040503050406030204" pitchFamily="18" charset="0"/>
                        </a:rPr>
                        <m:t>=</m:t>
                      </m:r>
                      <m:r>
                        <m:rPr>
                          <m:sty m:val="p"/>
                        </m:rPr>
                        <a:rPr lang="en-AU" sz="2400">
                          <a:latin typeface="Cambria Math" panose="02040503050406030204" pitchFamily="18" charset="0"/>
                        </a:rPr>
                        <m:t>t</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r>
                        <a:rPr lang="en-AU" sz="2400" i="1">
                          <a:latin typeface="Cambria Math" panose="02040503050406030204" pitchFamily="18" charset="0"/>
                        </a:rPr>
                        <m:t>=100 </m:t>
                      </m:r>
                      <m:r>
                        <a:rPr lang="en-AU" sz="2400" i="1">
                          <a:latin typeface="Cambria Math" panose="02040503050406030204" pitchFamily="18" charset="0"/>
                        </a:rPr>
                        <m:t>𝑦𝑒𝑎𝑟𝑠</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i="1">
                                  <a:latin typeface="Cambria Math" panose="02040503050406030204" pitchFamily="18" charset="0"/>
                                </a:rPr>
                              </m:ctrlPr>
                            </m:sSupPr>
                            <m:e>
                              <m:r>
                                <a:rPr lang="en-AU" sz="2400" i="1">
                                  <a:latin typeface="Cambria Math" panose="02040503050406030204" pitchFamily="18" charset="0"/>
                                </a:rPr>
                                <m:t>0.999</m:t>
                              </m:r>
                            </m:e>
                            <m:sup>
                              <m:r>
                                <a:rPr lang="en-AU" sz="2400" i="1">
                                  <a:latin typeface="Cambria Math" panose="02040503050406030204" pitchFamily="18" charset="0"/>
                                </a:rPr>
                                <m:t>2</m:t>
                              </m:r>
                            </m:sup>
                          </m:sSup>
                        </m:e>
                      </m:rad>
                      <m:r>
                        <a:rPr lang="en-AU" sz="2400" i="1">
                          <a:latin typeface="Cambria Math" panose="02040503050406030204" pitchFamily="18" charset="0"/>
                        </a:rPr>
                        <m:t>=4.5 </m:t>
                      </m:r>
                      <m:r>
                        <a:rPr lang="en-AU" sz="2400" i="1">
                          <a:latin typeface="Cambria Math" panose="02040503050406030204" pitchFamily="18" charset="0"/>
                        </a:rPr>
                        <m:t>𝑦𝑒𝑎𝑟𝑠</m:t>
                      </m:r>
                    </m:oMath>
                  </m:oMathPara>
                </a14:m>
                <a:endParaRPr lang="en-AU" sz="2400" dirty="0"/>
              </a:p>
              <a:p>
                <a:r>
                  <a:rPr lang="en-AU" sz="2400" dirty="0">
                    <a:latin typeface="Cambria Math" panose="02040503050406030204" pitchFamily="18" charset="0"/>
                  </a:rPr>
                  <a:t>In this example 100 years would pass on Earth, whereas only 4.5 years wold pass for the astronaut.</a:t>
                </a:r>
              </a:p>
              <a:p>
                <a:pPr marL="0" indent="0">
                  <a:buNone/>
                </a:pPr>
                <a:endParaRPr lang="en-AU" sz="2400" dirty="0"/>
              </a:p>
            </p:txBody>
          </p:sp>
        </mc:Choice>
        <mc:Fallback xmlns="">
          <p:sp>
            <p:nvSpPr>
              <p:cNvPr id="3" name="Content Placeholder 2">
                <a:extLst>
                  <a:ext uri="{FF2B5EF4-FFF2-40B4-BE49-F238E27FC236}">
                    <a16:creationId xmlns:a16="http://schemas.microsoft.com/office/drawing/2014/main" id="{8EDF7D2E-6E42-4B2D-8248-0A962C796463}"/>
                  </a:ext>
                </a:extLst>
              </p:cNvPr>
              <p:cNvSpPr>
                <a:spLocks noGrp="1" noRot="1" noChangeAspect="1" noMove="1" noResize="1" noEditPoints="1" noAdjustHandles="1" noChangeArrowheads="1" noChangeShapeType="1" noTextEdit="1"/>
              </p:cNvSpPr>
              <p:nvPr>
                <p:ph idx="1"/>
              </p:nvPr>
            </p:nvSpPr>
            <p:spPr>
              <a:xfrm>
                <a:off x="738231" y="1015069"/>
                <a:ext cx="8405769" cy="5645790"/>
              </a:xfrm>
              <a:blipFill>
                <a:blip r:embed="rId2"/>
                <a:stretch>
                  <a:fillRect l="-1813" t="-5400" r="-1523"/>
                </a:stretch>
              </a:blipFill>
            </p:spPr>
            <p:txBody>
              <a:bodyPr/>
              <a:lstStyle/>
              <a:p>
                <a:r>
                  <a:rPr lang="en-AU">
                    <a:noFill/>
                  </a:rPr>
                  <a:t> </a:t>
                </a:r>
              </a:p>
            </p:txBody>
          </p:sp>
        </mc:Fallback>
      </mc:AlternateContent>
    </p:spTree>
    <p:extLst>
      <p:ext uri="{BB962C8B-B14F-4D97-AF65-F5344CB8AC3E}">
        <p14:creationId xmlns:p14="http://schemas.microsoft.com/office/powerpoint/2010/main" val="3748889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4104B-8F9D-44C5-809E-D252C25DF77B}"/>
              </a:ext>
            </a:extLst>
          </p:cNvPr>
          <p:cNvSpPr>
            <a:spLocks noGrp="1"/>
          </p:cNvSpPr>
          <p:nvPr>
            <p:ph type="title"/>
          </p:nvPr>
        </p:nvSpPr>
        <p:spPr>
          <a:xfrm>
            <a:off x="642806" y="199239"/>
            <a:ext cx="7200900" cy="1017165"/>
          </a:xfrm>
        </p:spPr>
        <p:txBody>
          <a:bodyPr/>
          <a:lstStyle/>
          <a:p>
            <a:r>
              <a:rPr lang="en-AU" dirty="0"/>
              <a:t>Twin Paradox</a:t>
            </a:r>
          </a:p>
        </p:txBody>
      </p:sp>
      <p:sp>
        <p:nvSpPr>
          <p:cNvPr id="3" name="Content Placeholder 2">
            <a:extLst>
              <a:ext uri="{FF2B5EF4-FFF2-40B4-BE49-F238E27FC236}">
                <a16:creationId xmlns:a16="http://schemas.microsoft.com/office/drawing/2014/main" id="{E96670EE-4EE8-4F4E-A03C-E4035D287806}"/>
              </a:ext>
            </a:extLst>
          </p:cNvPr>
          <p:cNvSpPr>
            <a:spLocks noGrp="1"/>
          </p:cNvSpPr>
          <p:nvPr>
            <p:ph idx="1"/>
          </p:nvPr>
        </p:nvSpPr>
        <p:spPr>
          <a:xfrm>
            <a:off x="604006" y="906010"/>
            <a:ext cx="8464493" cy="5545123"/>
          </a:xfrm>
        </p:spPr>
        <p:txBody>
          <a:bodyPr>
            <a:normAutofit lnSpcReduction="10000"/>
          </a:bodyPr>
          <a:lstStyle/>
          <a:p>
            <a:r>
              <a:rPr lang="en-AU" sz="2400" dirty="0"/>
              <a:t>The twin paradox is as follows:  suppose one of a pair of 20 year old twins takes off in a spaceship travelling at a very high speed to a distant star and back, while the other twin remains on Earth.</a:t>
            </a:r>
          </a:p>
          <a:p>
            <a:r>
              <a:rPr lang="en-AU" sz="2400" dirty="0"/>
              <a:t>According to the twin on Earth, the astronaut will age less.   So when the astronaut returns to Earth she could be 20 years younger than the Earthbound twin.</a:t>
            </a:r>
          </a:p>
          <a:p>
            <a:r>
              <a:rPr lang="en-AU" sz="2400" dirty="0"/>
              <a:t>This is from the viewpoint on the twin on Earth.  </a:t>
            </a:r>
            <a:r>
              <a:rPr lang="en-AU" sz="2400" b="1" dirty="0"/>
              <a:t>But</a:t>
            </a:r>
            <a:r>
              <a:rPr lang="en-AU" sz="2400" dirty="0"/>
              <a:t> if all inertial frames of reference are equally valid, won’t the astronaut twin be able to make the same claims about the Earth twin, but in reverse?  </a:t>
            </a:r>
          </a:p>
          <a:p>
            <a:r>
              <a:rPr lang="en-AU" sz="2400" dirty="0"/>
              <a:t>The astronaut twin can claim that the Earth is the one travelling away at a high speed and the Earthbound twin will age less as a consequence… So who is right?</a:t>
            </a:r>
          </a:p>
        </p:txBody>
      </p:sp>
    </p:spTree>
    <p:extLst>
      <p:ext uri="{BB962C8B-B14F-4D97-AF65-F5344CB8AC3E}">
        <p14:creationId xmlns:p14="http://schemas.microsoft.com/office/powerpoint/2010/main" val="2094545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E59A0-7A18-4455-90F8-3432757E80D5}"/>
              </a:ext>
            </a:extLst>
          </p:cNvPr>
          <p:cNvSpPr>
            <a:spLocks noGrp="1"/>
          </p:cNvSpPr>
          <p:nvPr>
            <p:ph type="title"/>
          </p:nvPr>
        </p:nvSpPr>
        <p:spPr>
          <a:xfrm>
            <a:off x="713064" y="341852"/>
            <a:ext cx="7919207" cy="891330"/>
          </a:xfrm>
        </p:spPr>
        <p:txBody>
          <a:bodyPr/>
          <a:lstStyle/>
          <a:p>
            <a:r>
              <a:rPr lang="en-AU" dirty="0"/>
              <a:t>Twin ‘paradox’:  solved</a:t>
            </a:r>
          </a:p>
        </p:txBody>
      </p:sp>
      <p:sp>
        <p:nvSpPr>
          <p:cNvPr id="3" name="Content Placeholder 2">
            <a:extLst>
              <a:ext uri="{FF2B5EF4-FFF2-40B4-BE49-F238E27FC236}">
                <a16:creationId xmlns:a16="http://schemas.microsoft.com/office/drawing/2014/main" id="{71F153F8-7EB7-4DDF-8335-2CE7D0B7758B}"/>
              </a:ext>
            </a:extLst>
          </p:cNvPr>
          <p:cNvSpPr>
            <a:spLocks noGrp="1"/>
          </p:cNvSpPr>
          <p:nvPr>
            <p:ph idx="1"/>
          </p:nvPr>
        </p:nvSpPr>
        <p:spPr>
          <a:xfrm>
            <a:off x="562061" y="1170264"/>
            <a:ext cx="8338657" cy="2982286"/>
          </a:xfrm>
        </p:spPr>
        <p:txBody>
          <a:bodyPr>
            <a:normAutofit lnSpcReduction="10000"/>
          </a:bodyPr>
          <a:lstStyle/>
          <a:p>
            <a:r>
              <a:rPr lang="en-AU" sz="2400" dirty="0"/>
              <a:t>There is not actually a contradiction here – the fact is that the spaceship is not always in an inertial frame of reference! </a:t>
            </a:r>
          </a:p>
          <a:p>
            <a:r>
              <a:rPr lang="en-AU" sz="2400" dirty="0"/>
              <a:t>The spacecraft accelerates at the start and the end of the journey, and when it turns around.  During the time it accelerates the twin on the spacecraft is not in an inertial frame of reference, so she cannot predict the relative ages when she returns.  The Earth twin stays in an inertial frame of reference so her predictions will be correct.  </a:t>
            </a:r>
          </a:p>
        </p:txBody>
      </p:sp>
      <p:pic>
        <p:nvPicPr>
          <p:cNvPr id="5" name="Picture 4">
            <a:extLst>
              <a:ext uri="{FF2B5EF4-FFF2-40B4-BE49-F238E27FC236}">
                <a16:creationId xmlns:a16="http://schemas.microsoft.com/office/drawing/2014/main" id="{90482C86-C0CA-43FD-B6BF-52794CB0A425}"/>
              </a:ext>
            </a:extLst>
          </p:cNvPr>
          <p:cNvPicPr>
            <a:picLocks noChangeAspect="1"/>
          </p:cNvPicPr>
          <p:nvPr/>
        </p:nvPicPr>
        <p:blipFill>
          <a:blip r:embed="rId2"/>
          <a:stretch>
            <a:fillRect/>
          </a:stretch>
        </p:blipFill>
        <p:spPr>
          <a:xfrm>
            <a:off x="2281806" y="4378004"/>
            <a:ext cx="5143151" cy="2250129"/>
          </a:xfrm>
          <a:prstGeom prst="rect">
            <a:avLst/>
          </a:prstGeom>
        </p:spPr>
      </p:pic>
    </p:spTree>
    <p:extLst>
      <p:ext uri="{BB962C8B-B14F-4D97-AF65-F5344CB8AC3E}">
        <p14:creationId xmlns:p14="http://schemas.microsoft.com/office/powerpoint/2010/main" val="13257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C83223-60B3-4147-AC2D-4C58DDD80D1A}"/>
              </a:ext>
            </a:extLst>
          </p:cNvPr>
          <p:cNvSpPr>
            <a:spLocks noGrp="1"/>
          </p:cNvSpPr>
          <p:nvPr>
            <p:ph idx="1"/>
          </p:nvPr>
        </p:nvSpPr>
        <p:spPr>
          <a:xfrm>
            <a:off x="604007" y="222309"/>
            <a:ext cx="8397379" cy="3581400"/>
          </a:xfrm>
        </p:spPr>
        <p:txBody>
          <a:bodyPr>
            <a:normAutofit/>
          </a:bodyPr>
          <a:lstStyle/>
          <a:p>
            <a:pPr marL="0" indent="0">
              <a:buNone/>
            </a:pPr>
            <a:r>
              <a:rPr lang="en-AU" sz="2400" dirty="0"/>
              <a:t>Question:  A news report stated that the starship enterprise had just returned from a 5 year voyage whilst travelling at 0.84 c.</a:t>
            </a:r>
          </a:p>
          <a:p>
            <a:pPr marL="457200" indent="-457200">
              <a:buAutoNum type="alphaLcParenR"/>
            </a:pPr>
            <a:r>
              <a:rPr lang="en-AU" sz="2400" dirty="0"/>
              <a:t>If the report meant 5 years Earth time, how much time has elapsed on the ship (in years)?</a:t>
            </a:r>
          </a:p>
          <a:p>
            <a:pPr marL="457200" indent="-457200">
              <a:buAutoNum type="alphaLcParenR"/>
            </a:pPr>
            <a:r>
              <a:rPr lang="en-AU" sz="2400" dirty="0"/>
              <a:t>If the report meant 5 years ship time, then how much time elapsed on Earth (in years)?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65F094-DE17-46A7-9F3C-7AF87CCBF414}"/>
                  </a:ext>
                </a:extLst>
              </p:cNvPr>
              <p:cNvSpPr txBox="1"/>
              <p:nvPr/>
            </p:nvSpPr>
            <p:spPr>
              <a:xfrm>
                <a:off x="570451" y="3196205"/>
                <a:ext cx="8456103" cy="3206519"/>
              </a:xfrm>
              <a:prstGeom prst="rect">
                <a:avLst/>
              </a:prstGeom>
              <a:noFill/>
            </p:spPr>
            <p:txBody>
              <a:bodyPr wrap="square" rtlCol="0">
                <a:spAutoFit/>
              </a:bodyPr>
              <a:lstStyle/>
              <a:p>
                <a:r>
                  <a:rPr lang="en-AU" sz="2400" dirty="0"/>
                  <a:t>Answer: </a:t>
                </a:r>
              </a:p>
              <a:p>
                <a:pPr marL="457200" indent="-457200">
                  <a:buAutoNum type="alphaLcParenR"/>
                </a:pPr>
                <a:r>
                  <a:rPr lang="en-AU" sz="2400" dirty="0"/>
                  <a:t>In the Earth frame the clock on the Enterprise will run slower.</a:t>
                </a:r>
              </a:p>
              <a:p>
                <a:pP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a:latin typeface="Cambria Math" panose="02040503050406030204" pitchFamily="18" charset="0"/>
                        </a:rPr>
                        <m:t>=</m:t>
                      </m:r>
                      <m:r>
                        <a:rPr lang="en-AU" sz="2400" b="0" i="1" smtClean="0">
                          <a:latin typeface="Cambria Math" panose="02040503050406030204" pitchFamily="18" charset="0"/>
                        </a:rPr>
                        <m:t>5</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b="0" i="1" smtClean="0">
                                      <a:latin typeface="Cambria Math" panose="02040503050406030204" pitchFamily="18" charset="0"/>
                                    </a:rPr>
                                    <m:t>(0.84</m:t>
                                  </m:r>
                                  <m:r>
                                    <a:rPr lang="en-AU" sz="2400" b="0" i="1" smtClean="0">
                                      <a:latin typeface="Cambria Math" panose="02040503050406030204" pitchFamily="18" charset="0"/>
                                    </a:rPr>
                                    <m:t>𝑐</m:t>
                                  </m:r>
                                  <m:r>
                                    <a:rPr lang="en-AU" sz="2400" b="0" i="1" smtClean="0">
                                      <a:latin typeface="Cambria Math" panose="02040503050406030204" pitchFamily="18" charset="0"/>
                                    </a:rPr>
                                    <m:t>)</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r>
                        <a:rPr lang="en-AU" sz="2400">
                          <a:latin typeface="Cambria Math" panose="02040503050406030204" pitchFamily="18" charset="0"/>
                        </a:rPr>
                        <m:t>=</m:t>
                      </m:r>
                      <m:r>
                        <a:rPr lang="en-AU" sz="2400" b="0" i="1" smtClean="0">
                          <a:latin typeface="Cambria Math" panose="02040503050406030204" pitchFamily="18" charset="0"/>
                        </a:rPr>
                        <m:t>5</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0.84</m:t>
                              </m:r>
                            </m:e>
                            <m:sup>
                              <m:r>
                                <a:rPr lang="en-AU" sz="2400" b="0" i="1" smtClean="0">
                                  <a:latin typeface="Cambria Math" panose="02040503050406030204" pitchFamily="18" charset="0"/>
                                </a:rPr>
                                <m:t>2</m:t>
                              </m:r>
                            </m:sup>
                          </m:sSup>
                        </m:e>
                      </m:rad>
                      <m:r>
                        <a:rPr lang="en-AU" sz="2400" b="0" i="1" smtClean="0">
                          <a:latin typeface="Cambria Math" panose="02040503050406030204" pitchFamily="18" charset="0"/>
                        </a:rPr>
                        <m:t>=2.71 </m:t>
                      </m:r>
                      <m:r>
                        <a:rPr lang="en-AU" sz="2400" b="0" i="1" smtClean="0">
                          <a:latin typeface="Cambria Math" panose="02040503050406030204" pitchFamily="18" charset="0"/>
                        </a:rPr>
                        <m:t>𝑦𝑒𝑎𝑟𝑠</m:t>
                      </m:r>
                    </m:oMath>
                  </m:oMathPara>
                </a14:m>
                <a:endParaRPr lang="en-AU" sz="2400" dirty="0"/>
              </a:p>
              <a:p>
                <a:endParaRPr lang="en-AU" sz="2400" dirty="0"/>
              </a:p>
              <a:p>
                <a:endParaRPr lang="en-AU" sz="2400" dirty="0"/>
              </a:p>
              <a:p>
                <a:r>
                  <a:rPr lang="en-AU" sz="2400" dirty="0"/>
                  <a:t>b)       </a:t>
                </a:r>
                <a14:m>
                  <m:oMath xmlns:m="http://schemas.openxmlformats.org/officeDocument/2006/math">
                    <m:r>
                      <a:rPr lang="en-AU" sz="2400" i="1">
                        <a:latin typeface="Cambria Math" panose="02040503050406030204" pitchFamily="18" charset="0"/>
                      </a:rPr>
                      <m:t>𝑡</m:t>
                    </m:r>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5</m:t>
                        </m:r>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0.84</m:t>
                                </m:r>
                              </m:e>
                              <m:sup>
                                <m:r>
                                  <a:rPr lang="en-AU" sz="2400" b="0" i="1" smtClean="0">
                                    <a:latin typeface="Cambria Math" panose="02040503050406030204" pitchFamily="18" charset="0"/>
                                  </a:rPr>
                                  <m:t>2</m:t>
                                </m:r>
                              </m:sup>
                            </m:sSup>
                          </m:e>
                        </m:rad>
                      </m:den>
                    </m:f>
                    <m:r>
                      <a:rPr lang="en-AU" sz="2400" b="0" i="1" smtClean="0">
                        <a:latin typeface="Cambria Math" panose="02040503050406030204" pitchFamily="18" charset="0"/>
                      </a:rPr>
                      <m:t>=9.22 </m:t>
                    </m:r>
                    <m:r>
                      <a:rPr lang="en-AU" sz="2400" b="0" i="1" smtClean="0">
                        <a:latin typeface="Cambria Math" panose="02040503050406030204" pitchFamily="18" charset="0"/>
                      </a:rPr>
                      <m:t>𝑦𝑒𝑎𝑟𝑠</m:t>
                    </m:r>
                  </m:oMath>
                </a14:m>
                <a:endParaRPr lang="en-AU" sz="2400" dirty="0"/>
              </a:p>
            </p:txBody>
          </p:sp>
        </mc:Choice>
        <mc:Fallback xmlns="">
          <p:sp>
            <p:nvSpPr>
              <p:cNvPr id="4" name="TextBox 3">
                <a:extLst>
                  <a:ext uri="{FF2B5EF4-FFF2-40B4-BE49-F238E27FC236}">
                    <a16:creationId xmlns:a16="http://schemas.microsoft.com/office/drawing/2014/main" id="{C765F094-DE17-46A7-9F3C-7AF87CCBF414}"/>
                  </a:ext>
                </a:extLst>
              </p:cNvPr>
              <p:cNvSpPr txBox="1">
                <a:spLocks noRot="1" noChangeAspect="1" noMove="1" noResize="1" noEditPoints="1" noAdjustHandles="1" noChangeArrowheads="1" noChangeShapeType="1" noTextEdit="1"/>
              </p:cNvSpPr>
              <p:nvPr/>
            </p:nvSpPr>
            <p:spPr>
              <a:xfrm>
                <a:off x="570451" y="3196205"/>
                <a:ext cx="8456103" cy="3206519"/>
              </a:xfrm>
              <a:prstGeom prst="rect">
                <a:avLst/>
              </a:prstGeom>
              <a:blipFill>
                <a:blip r:embed="rId2"/>
                <a:stretch>
                  <a:fillRect l="-1154" t="-1331" r="-1009" b="-380"/>
                </a:stretch>
              </a:blipFill>
            </p:spPr>
            <p:txBody>
              <a:bodyPr/>
              <a:lstStyle/>
              <a:p>
                <a:r>
                  <a:rPr lang="en-AU">
                    <a:noFill/>
                  </a:rPr>
                  <a:t> </a:t>
                </a:r>
              </a:p>
            </p:txBody>
          </p:sp>
        </mc:Fallback>
      </mc:AlternateContent>
    </p:spTree>
    <p:extLst>
      <p:ext uri="{BB962C8B-B14F-4D97-AF65-F5344CB8AC3E}">
        <p14:creationId xmlns:p14="http://schemas.microsoft.com/office/powerpoint/2010/main" val="232243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43A70-1734-47C3-A9CB-819CB56C9CC1}"/>
              </a:ext>
            </a:extLst>
          </p:cNvPr>
          <p:cNvSpPr>
            <a:spLocks noGrp="1"/>
          </p:cNvSpPr>
          <p:nvPr>
            <p:ph type="title"/>
          </p:nvPr>
        </p:nvSpPr>
        <p:spPr>
          <a:xfrm>
            <a:off x="562062" y="98571"/>
            <a:ext cx="7533314" cy="849385"/>
          </a:xfrm>
        </p:spPr>
        <p:txBody>
          <a:bodyPr/>
          <a:lstStyle/>
          <a:p>
            <a:r>
              <a:rPr lang="en-AU" dirty="0"/>
              <a:t>Length Contraction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63CBCA-7BAE-4F3E-84DB-C1DB5ABFF542}"/>
                  </a:ext>
                </a:extLst>
              </p:cNvPr>
              <p:cNvSpPr>
                <a:spLocks noGrp="1"/>
              </p:cNvSpPr>
              <p:nvPr>
                <p:ph idx="1"/>
              </p:nvPr>
            </p:nvSpPr>
            <p:spPr>
              <a:xfrm>
                <a:off x="587228" y="771788"/>
                <a:ext cx="8154100" cy="5830348"/>
              </a:xfrm>
            </p:spPr>
            <p:txBody>
              <a:bodyPr>
                <a:normAutofit fontScale="92500" lnSpcReduction="10000"/>
              </a:bodyPr>
              <a:lstStyle/>
              <a:p>
                <a:r>
                  <a:rPr lang="en-AU" sz="2400" dirty="0"/>
                  <a:t>According to special relativity lengths and distances are different in different inertial reference frames.</a:t>
                </a:r>
              </a:p>
              <a:p>
                <a:r>
                  <a:rPr lang="en-AU" sz="2400" dirty="0"/>
                  <a:t>Observers on Earth watch a spacecraft travel at speed v from Earth to Neptune.  Both frames of reference agree on v.</a:t>
                </a:r>
              </a:p>
              <a:p>
                <a:r>
                  <a:rPr lang="en-AU" sz="2400" dirty="0"/>
                  <a:t>From the Earth’s frame of reference distance between the planets is </a:t>
                </a:r>
                <a14:m>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𝐿</m:t>
                        </m:r>
                      </m:e>
                      <m:sub>
                        <m:r>
                          <a:rPr lang="en-AU" sz="2400" b="0" i="1" smtClean="0">
                            <a:latin typeface="Cambria Math" panose="02040503050406030204" pitchFamily="18" charset="0"/>
                          </a:rPr>
                          <m:t>𝑜</m:t>
                        </m:r>
                      </m:sub>
                    </m:sSub>
                  </m:oMath>
                </a14:m>
                <a:r>
                  <a:rPr lang="en-AU" sz="2400" dirty="0"/>
                  <a:t>.  The time taken for the trip is </a:t>
                </a:r>
                <a14:m>
                  <m:oMath xmlns:m="http://schemas.openxmlformats.org/officeDocument/2006/math">
                    <m:r>
                      <a:rPr lang="en-AU" sz="2400" b="0" i="1" smtClean="0">
                        <a:latin typeface="Cambria Math" panose="02040503050406030204" pitchFamily="18" charset="0"/>
                      </a:rPr>
                      <m:t>𝑡</m:t>
                    </m:r>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𝑙</m:t>
                            </m:r>
                          </m:e>
                          <m:sub>
                            <m:r>
                              <a:rPr lang="en-AU" sz="2400" b="0" i="1" smtClean="0">
                                <a:latin typeface="Cambria Math" panose="02040503050406030204" pitchFamily="18" charset="0"/>
                              </a:rPr>
                              <m:t>𝑜</m:t>
                            </m:r>
                          </m:sub>
                        </m:sSub>
                      </m:num>
                      <m:den>
                        <m:r>
                          <a:rPr lang="en-AU" sz="2400" b="0" i="1" smtClean="0">
                            <a:latin typeface="Cambria Math" panose="02040503050406030204" pitchFamily="18" charset="0"/>
                          </a:rPr>
                          <m:t>𝑣</m:t>
                        </m:r>
                      </m:den>
                    </m:f>
                  </m:oMath>
                </a14:m>
                <a:endParaRPr lang="en-AU" sz="2400" dirty="0"/>
              </a:p>
              <a:p>
                <a:r>
                  <a:rPr lang="en-AU" sz="2400" dirty="0"/>
                  <a:t>From the spacecraft’s frame of reference, the spaceship is at rest and Earth and Neptune move with a speed v.  The time between departure of Earth and arrival at Neptune as observed by the spacecraft is the proper time (since the two events occur at the same location, on the spacecraft) therefore the time interval is less for the spacecraft observers than for the Earth observers. </a:t>
                </a:r>
              </a:p>
              <a:p>
                <a:pPr marL="0" indent="0">
                  <a:buNone/>
                </a:pP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𝑡</m:t>
                          </m:r>
                        </m:e>
                        <m:sub>
                          <m:r>
                            <a:rPr lang="en-AU" sz="2400" i="1">
                              <a:latin typeface="Cambria Math" panose="02040503050406030204" pitchFamily="18" charset="0"/>
                            </a:rPr>
                            <m:t>𝑜</m:t>
                          </m:r>
                        </m:sub>
                      </m:sSub>
                      <m:r>
                        <a:rPr lang="en-AU" sz="2400">
                          <a:latin typeface="Cambria Math" panose="02040503050406030204" pitchFamily="18" charset="0"/>
                        </a:rPr>
                        <m:t>=</m:t>
                      </m:r>
                      <m:r>
                        <m:rPr>
                          <m:sty m:val="p"/>
                        </m:rPr>
                        <a:rPr lang="en-AU" sz="2400">
                          <a:latin typeface="Cambria Math" panose="02040503050406030204" pitchFamily="18" charset="0"/>
                        </a:rPr>
                        <m:t>t</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m:oMathPara>
                </a14:m>
                <a:endParaRPr lang="en-AU" sz="2400" dirty="0"/>
              </a:p>
              <a:p>
                <a:pPr marL="0" indent="0">
                  <a:buNone/>
                </a:pPr>
                <a:endParaRPr lang="en-AU" sz="2400" dirty="0"/>
              </a:p>
            </p:txBody>
          </p:sp>
        </mc:Choice>
        <mc:Fallback xmlns="">
          <p:sp>
            <p:nvSpPr>
              <p:cNvPr id="3" name="Content Placeholder 2">
                <a:extLst>
                  <a:ext uri="{FF2B5EF4-FFF2-40B4-BE49-F238E27FC236}">
                    <a16:creationId xmlns:a16="http://schemas.microsoft.com/office/drawing/2014/main" id="{1863CBCA-7BAE-4F3E-84DB-C1DB5ABFF542}"/>
                  </a:ext>
                </a:extLst>
              </p:cNvPr>
              <p:cNvSpPr>
                <a:spLocks noGrp="1" noRot="1" noChangeAspect="1" noMove="1" noResize="1" noEditPoints="1" noAdjustHandles="1" noChangeArrowheads="1" noChangeShapeType="1" noTextEdit="1"/>
              </p:cNvSpPr>
              <p:nvPr>
                <p:ph idx="1"/>
              </p:nvPr>
            </p:nvSpPr>
            <p:spPr>
              <a:xfrm>
                <a:off x="587228" y="771788"/>
                <a:ext cx="8154100" cy="5830348"/>
              </a:xfrm>
              <a:blipFill>
                <a:blip r:embed="rId2"/>
                <a:stretch>
                  <a:fillRect l="-1644" t="-3243" r="-1271"/>
                </a:stretch>
              </a:blipFill>
            </p:spPr>
            <p:txBody>
              <a:bodyPr/>
              <a:lstStyle/>
              <a:p>
                <a:r>
                  <a:rPr lang="en-AU">
                    <a:noFill/>
                  </a:rPr>
                  <a:t> </a:t>
                </a:r>
              </a:p>
            </p:txBody>
          </p:sp>
        </mc:Fallback>
      </mc:AlternateContent>
    </p:spTree>
    <p:extLst>
      <p:ext uri="{BB962C8B-B14F-4D97-AF65-F5344CB8AC3E}">
        <p14:creationId xmlns:p14="http://schemas.microsoft.com/office/powerpoint/2010/main" val="1205039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ED8C91-0E7A-4CA8-8040-FEDA2AC0A41C}"/>
                  </a:ext>
                </a:extLst>
              </p:cNvPr>
              <p:cNvSpPr>
                <a:spLocks noGrp="1"/>
              </p:cNvSpPr>
              <p:nvPr>
                <p:ph idx="1"/>
              </p:nvPr>
            </p:nvSpPr>
            <p:spPr>
              <a:xfrm>
                <a:off x="704674" y="3192011"/>
                <a:ext cx="8145711" cy="3581400"/>
              </a:xfrm>
            </p:spPr>
            <p:txBody>
              <a:bodyPr>
                <a:normAutofit/>
              </a:bodyPr>
              <a:lstStyle/>
              <a:p>
                <a:r>
                  <a:rPr lang="en-AU" sz="2400" dirty="0"/>
                  <a:t>As the spacecraft measure the same speed, but less time  between these two events, they also measure the distance as being less.</a:t>
                </a:r>
              </a:p>
              <a:p>
                <a:pPr marL="0" indent="0">
                  <a:buNone/>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m:oMathPara>
                </a14:m>
                <a:endParaRPr lang="en-AU" sz="2400" dirty="0"/>
              </a:p>
              <a:p>
                <a:r>
                  <a:rPr lang="en-AU" sz="2400" dirty="0"/>
                  <a:t>The length of an object is measured to be shorter when it is moving relative to an observer than when it is at rest.</a:t>
                </a:r>
              </a:p>
            </p:txBody>
          </p:sp>
        </mc:Choice>
        <mc:Fallback xmlns="">
          <p:sp>
            <p:nvSpPr>
              <p:cNvPr id="3" name="Content Placeholder 2">
                <a:extLst>
                  <a:ext uri="{FF2B5EF4-FFF2-40B4-BE49-F238E27FC236}">
                    <a16:creationId xmlns:a16="http://schemas.microsoft.com/office/drawing/2014/main" id="{8BED8C91-0E7A-4CA8-8040-FEDA2AC0A41C}"/>
                  </a:ext>
                </a:extLst>
              </p:cNvPr>
              <p:cNvSpPr>
                <a:spLocks noGrp="1" noRot="1" noChangeAspect="1" noMove="1" noResize="1" noEditPoints="1" noAdjustHandles="1" noChangeArrowheads="1" noChangeShapeType="1" noTextEdit="1"/>
              </p:cNvSpPr>
              <p:nvPr>
                <p:ph idx="1"/>
              </p:nvPr>
            </p:nvSpPr>
            <p:spPr>
              <a:xfrm>
                <a:off x="704674" y="3192011"/>
                <a:ext cx="8145711" cy="3581400"/>
              </a:xfrm>
              <a:blipFill>
                <a:blip r:embed="rId2"/>
                <a:stretch>
                  <a:fillRect l="-1946" t="-341" r="-1722"/>
                </a:stretch>
              </a:blipFill>
            </p:spPr>
            <p:txBody>
              <a:bodyPr/>
              <a:lstStyle/>
              <a:p>
                <a:r>
                  <a:rPr lang="en-AU">
                    <a:noFill/>
                  </a:rPr>
                  <a:t> </a:t>
                </a:r>
              </a:p>
            </p:txBody>
          </p:sp>
        </mc:Fallback>
      </mc:AlternateContent>
      <p:pic>
        <p:nvPicPr>
          <p:cNvPr id="4" name="Picture 3">
            <a:extLst>
              <a:ext uri="{FF2B5EF4-FFF2-40B4-BE49-F238E27FC236}">
                <a16:creationId xmlns:a16="http://schemas.microsoft.com/office/drawing/2014/main" id="{1D3B80FC-D5FF-4F5B-BDEE-772604766C17}"/>
              </a:ext>
            </a:extLst>
          </p:cNvPr>
          <p:cNvPicPr>
            <a:picLocks noChangeAspect="1"/>
          </p:cNvPicPr>
          <p:nvPr/>
        </p:nvPicPr>
        <p:blipFill>
          <a:blip r:embed="rId3"/>
          <a:stretch>
            <a:fillRect/>
          </a:stretch>
        </p:blipFill>
        <p:spPr>
          <a:xfrm>
            <a:off x="1331621" y="483241"/>
            <a:ext cx="7000875" cy="2552700"/>
          </a:xfrm>
          <a:prstGeom prst="rect">
            <a:avLst/>
          </a:prstGeom>
        </p:spPr>
      </p:pic>
    </p:spTree>
    <p:extLst>
      <p:ext uri="{BB962C8B-B14F-4D97-AF65-F5344CB8AC3E}">
        <p14:creationId xmlns:p14="http://schemas.microsoft.com/office/powerpoint/2010/main" val="2468198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D7D62-600E-49B6-823B-2F5489342A02}"/>
              </a:ext>
            </a:extLst>
          </p:cNvPr>
          <p:cNvSpPr>
            <a:spLocks noGrp="1"/>
          </p:cNvSpPr>
          <p:nvPr>
            <p:ph idx="1"/>
          </p:nvPr>
        </p:nvSpPr>
        <p:spPr>
          <a:xfrm>
            <a:off x="755010" y="0"/>
            <a:ext cx="8388990" cy="1504335"/>
          </a:xfrm>
        </p:spPr>
        <p:txBody>
          <a:bodyPr>
            <a:normAutofit/>
          </a:bodyPr>
          <a:lstStyle/>
          <a:p>
            <a:pPr marL="0" indent="0">
              <a:buNone/>
            </a:pPr>
            <a:r>
              <a:rPr lang="en-AU" sz="2400" dirty="0"/>
              <a:t>Length contraction is only significant when the object is moving at relativistic speeds (speeds which are a significant fraction of the speed of light).</a:t>
            </a:r>
          </a:p>
        </p:txBody>
      </p:sp>
      <p:pic>
        <p:nvPicPr>
          <p:cNvPr id="6" name="Picture 5">
            <a:extLst>
              <a:ext uri="{FF2B5EF4-FFF2-40B4-BE49-F238E27FC236}">
                <a16:creationId xmlns:a16="http://schemas.microsoft.com/office/drawing/2014/main" id="{6B556672-0F39-44F4-A362-B52ACB8D87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7861" y="1728534"/>
            <a:ext cx="3174884" cy="1283464"/>
          </a:xfrm>
          <a:prstGeom prst="rect">
            <a:avLst/>
          </a:prstGeom>
        </p:spPr>
      </p:pic>
      <p:sp>
        <p:nvSpPr>
          <p:cNvPr id="7" name="Rectangle 6">
            <a:extLst>
              <a:ext uri="{FF2B5EF4-FFF2-40B4-BE49-F238E27FC236}">
                <a16:creationId xmlns:a16="http://schemas.microsoft.com/office/drawing/2014/main" id="{3A391BA5-C1E7-4882-B40B-E39E74A8AC87}"/>
              </a:ext>
            </a:extLst>
          </p:cNvPr>
          <p:cNvSpPr/>
          <p:nvPr/>
        </p:nvSpPr>
        <p:spPr>
          <a:xfrm>
            <a:off x="2638338" y="1331212"/>
            <a:ext cx="5352176" cy="369332"/>
          </a:xfrm>
          <a:prstGeom prst="rect">
            <a:avLst/>
          </a:prstGeom>
        </p:spPr>
        <p:txBody>
          <a:bodyPr wrap="square">
            <a:spAutoFit/>
          </a:bodyPr>
          <a:lstStyle/>
          <a:p>
            <a:r>
              <a:rPr lang="en-AU" dirty="0"/>
              <a:t>Spaceship Moving at the 10 % the Speed of Light</a:t>
            </a:r>
          </a:p>
        </p:txBody>
      </p:sp>
      <p:sp>
        <p:nvSpPr>
          <p:cNvPr id="8" name="Rectangle 7">
            <a:extLst>
              <a:ext uri="{FF2B5EF4-FFF2-40B4-BE49-F238E27FC236}">
                <a16:creationId xmlns:a16="http://schemas.microsoft.com/office/drawing/2014/main" id="{CA563C33-A619-4A57-A004-3DF9B46B02ED}"/>
              </a:ext>
            </a:extLst>
          </p:cNvPr>
          <p:cNvSpPr/>
          <p:nvPr/>
        </p:nvSpPr>
        <p:spPr>
          <a:xfrm>
            <a:off x="2608977" y="3038723"/>
            <a:ext cx="5209563" cy="369332"/>
          </a:xfrm>
          <a:prstGeom prst="rect">
            <a:avLst/>
          </a:prstGeom>
        </p:spPr>
        <p:txBody>
          <a:bodyPr wrap="square">
            <a:spAutoFit/>
          </a:bodyPr>
          <a:lstStyle/>
          <a:p>
            <a:r>
              <a:rPr lang="en-AU" dirty="0"/>
              <a:t>Spaceship Moving at the 86.5 % the Speed of Light</a:t>
            </a:r>
          </a:p>
        </p:txBody>
      </p:sp>
      <p:pic>
        <p:nvPicPr>
          <p:cNvPr id="10" name="Picture 9">
            <a:extLst>
              <a:ext uri="{FF2B5EF4-FFF2-40B4-BE49-F238E27FC236}">
                <a16:creationId xmlns:a16="http://schemas.microsoft.com/office/drawing/2014/main" id="{49910146-533B-48BA-9C83-E9DF317D1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1706" y="3431141"/>
            <a:ext cx="3212983" cy="1298865"/>
          </a:xfrm>
          <a:prstGeom prst="rect">
            <a:avLst/>
          </a:prstGeom>
        </p:spPr>
      </p:pic>
      <p:sp>
        <p:nvSpPr>
          <p:cNvPr id="11" name="Rectangle 10">
            <a:extLst>
              <a:ext uri="{FF2B5EF4-FFF2-40B4-BE49-F238E27FC236}">
                <a16:creationId xmlns:a16="http://schemas.microsoft.com/office/drawing/2014/main" id="{3CBDC9BD-FFC5-43B5-AA2D-534DB99A2EF3}"/>
              </a:ext>
            </a:extLst>
          </p:cNvPr>
          <p:cNvSpPr/>
          <p:nvPr/>
        </p:nvSpPr>
        <p:spPr>
          <a:xfrm>
            <a:off x="2638338" y="4850745"/>
            <a:ext cx="5129868" cy="369332"/>
          </a:xfrm>
          <a:prstGeom prst="rect">
            <a:avLst/>
          </a:prstGeom>
        </p:spPr>
        <p:txBody>
          <a:bodyPr wrap="square">
            <a:spAutoFit/>
          </a:bodyPr>
          <a:lstStyle/>
          <a:p>
            <a:r>
              <a:rPr lang="en-AU" dirty="0"/>
              <a:t>Spaceship Moving at the 99 % the Speed of Light</a:t>
            </a:r>
          </a:p>
        </p:txBody>
      </p:sp>
      <p:pic>
        <p:nvPicPr>
          <p:cNvPr id="13" name="Picture 12">
            <a:extLst>
              <a:ext uri="{FF2B5EF4-FFF2-40B4-BE49-F238E27FC236}">
                <a16:creationId xmlns:a16="http://schemas.microsoft.com/office/drawing/2014/main" id="{C74CB5D3-DA4E-4A0F-AF08-A5814C3B7B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9473" y="5365607"/>
            <a:ext cx="3267162" cy="1320768"/>
          </a:xfrm>
          <a:prstGeom prst="rect">
            <a:avLst/>
          </a:prstGeom>
        </p:spPr>
      </p:pic>
    </p:spTree>
    <p:extLst>
      <p:ext uri="{BB962C8B-B14F-4D97-AF65-F5344CB8AC3E}">
        <p14:creationId xmlns:p14="http://schemas.microsoft.com/office/powerpoint/2010/main" val="1111618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A0EE17-B03A-496B-8E7D-208D09E845E2}"/>
              </a:ext>
            </a:extLst>
          </p:cNvPr>
          <p:cNvSpPr>
            <a:spLocks noGrp="1"/>
          </p:cNvSpPr>
          <p:nvPr>
            <p:ph idx="1"/>
          </p:nvPr>
        </p:nvSpPr>
        <p:spPr>
          <a:xfrm>
            <a:off x="671119" y="352338"/>
            <a:ext cx="8229600" cy="2038524"/>
          </a:xfrm>
        </p:spPr>
        <p:txBody>
          <a:bodyPr>
            <a:normAutofit/>
          </a:bodyPr>
          <a:lstStyle/>
          <a:p>
            <a:pPr marL="0" indent="0">
              <a:buNone/>
            </a:pPr>
            <a:r>
              <a:rPr lang="en-AU" sz="2400" dirty="0"/>
              <a:t>Question:  A rectangular painting measures 1.00 m tall and 1.50 m wide.  It is hung on the side wall of a spaceship which is moving past the Earth at a speed of 0.90 c.   What are the dimensions of the painting as seen by an observer on the Earth?</a:t>
            </a:r>
          </a:p>
        </p:txBody>
      </p:sp>
      <p:pic>
        <p:nvPicPr>
          <p:cNvPr id="4" name="Picture 3">
            <a:extLst>
              <a:ext uri="{FF2B5EF4-FFF2-40B4-BE49-F238E27FC236}">
                <a16:creationId xmlns:a16="http://schemas.microsoft.com/office/drawing/2014/main" id="{9BD5833D-875B-4728-931D-CBAD39E2DE16}"/>
              </a:ext>
            </a:extLst>
          </p:cNvPr>
          <p:cNvPicPr>
            <a:picLocks noChangeAspect="1"/>
          </p:cNvPicPr>
          <p:nvPr/>
        </p:nvPicPr>
        <p:blipFill>
          <a:blip r:embed="rId2"/>
          <a:stretch>
            <a:fillRect/>
          </a:stretch>
        </p:blipFill>
        <p:spPr>
          <a:xfrm>
            <a:off x="6062881" y="2322570"/>
            <a:ext cx="2571750" cy="3571875"/>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C7517A0-26CA-4294-ADBF-EB89E656E397}"/>
                  </a:ext>
                </a:extLst>
              </p:cNvPr>
              <p:cNvSpPr txBox="1"/>
              <p:nvPr/>
            </p:nvSpPr>
            <p:spPr>
              <a:xfrm>
                <a:off x="755009" y="2424418"/>
                <a:ext cx="4999839" cy="3860096"/>
              </a:xfrm>
              <a:prstGeom prst="rect">
                <a:avLst/>
              </a:prstGeom>
              <a:noFill/>
            </p:spPr>
            <p:txBody>
              <a:bodyPr wrap="square" rtlCol="0">
                <a:spAutoFit/>
              </a:bodyPr>
              <a:lstStyle/>
              <a:p>
                <a:r>
                  <a:rPr lang="en-AU" sz="2400" dirty="0"/>
                  <a:t>Answer:  Only the dimension in the direction of motion is shortened, so the height remains unchanged at 1.00 m.  The length is contracted:</a:t>
                </a:r>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m:oMathPara>
                </a14:m>
                <a:endParaRPr lang="en-AU" sz="2400" dirty="0"/>
              </a:p>
              <a:p>
                <a:endParaRPr lang="en-AU" sz="2400" dirty="0"/>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=1.50</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0.90</m:t>
                              </m:r>
                            </m:e>
                            <m:sup>
                              <m:r>
                                <a:rPr lang="en-AU" sz="2400" b="0" i="1" smtClean="0">
                                  <a:latin typeface="Cambria Math" panose="02040503050406030204" pitchFamily="18" charset="0"/>
                                </a:rPr>
                                <m:t>2</m:t>
                              </m:r>
                            </m:sup>
                          </m:sSup>
                        </m:e>
                      </m:rad>
                      <m:r>
                        <a:rPr lang="en-AU" sz="2400" b="0" i="1" smtClean="0">
                          <a:latin typeface="Cambria Math" panose="02040503050406030204" pitchFamily="18" charset="0"/>
                        </a:rPr>
                        <m:t>=0.654 </m:t>
                      </m:r>
                      <m:r>
                        <a:rPr lang="en-AU" sz="2400" b="0" i="1" smtClean="0">
                          <a:latin typeface="Cambria Math" panose="02040503050406030204" pitchFamily="18" charset="0"/>
                        </a:rPr>
                        <m:t>𝑚</m:t>
                      </m:r>
                    </m:oMath>
                  </m:oMathPara>
                </a14:m>
                <a:endParaRPr lang="en-AU" sz="2400" dirty="0"/>
              </a:p>
              <a:p>
                <a:r>
                  <a:rPr lang="en-AU" sz="2400" dirty="0"/>
                  <a:t> </a:t>
                </a:r>
              </a:p>
            </p:txBody>
          </p:sp>
        </mc:Choice>
        <mc:Fallback xmlns="">
          <p:sp>
            <p:nvSpPr>
              <p:cNvPr id="5" name="TextBox 4">
                <a:extLst>
                  <a:ext uri="{FF2B5EF4-FFF2-40B4-BE49-F238E27FC236}">
                    <a16:creationId xmlns:a16="http://schemas.microsoft.com/office/drawing/2014/main" id="{1C7517A0-26CA-4294-ADBF-EB89E656E397}"/>
                  </a:ext>
                </a:extLst>
              </p:cNvPr>
              <p:cNvSpPr txBox="1">
                <a:spLocks noRot="1" noChangeAspect="1" noMove="1" noResize="1" noEditPoints="1" noAdjustHandles="1" noChangeArrowheads="1" noChangeShapeType="1" noTextEdit="1"/>
              </p:cNvSpPr>
              <p:nvPr/>
            </p:nvSpPr>
            <p:spPr>
              <a:xfrm>
                <a:off x="755009" y="2424418"/>
                <a:ext cx="4999839" cy="3860096"/>
              </a:xfrm>
              <a:prstGeom prst="rect">
                <a:avLst/>
              </a:prstGeom>
              <a:blipFill>
                <a:blip r:embed="rId3"/>
                <a:stretch>
                  <a:fillRect l="-1951" t="-1106"/>
                </a:stretch>
              </a:blipFill>
            </p:spPr>
            <p:txBody>
              <a:bodyPr/>
              <a:lstStyle/>
              <a:p>
                <a:r>
                  <a:rPr lang="en-AU">
                    <a:noFill/>
                  </a:rPr>
                  <a:t> </a:t>
                </a:r>
              </a:p>
            </p:txBody>
          </p:sp>
        </mc:Fallback>
      </mc:AlternateContent>
    </p:spTree>
    <p:extLst>
      <p:ext uri="{BB962C8B-B14F-4D97-AF65-F5344CB8AC3E}">
        <p14:creationId xmlns:p14="http://schemas.microsoft.com/office/powerpoint/2010/main" val="27900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7DB883-26A5-43F7-8654-50CBDE61C8D2}"/>
              </a:ext>
            </a:extLst>
          </p:cNvPr>
          <p:cNvSpPr>
            <a:spLocks noGrp="1"/>
          </p:cNvSpPr>
          <p:nvPr>
            <p:ph idx="1"/>
          </p:nvPr>
        </p:nvSpPr>
        <p:spPr>
          <a:xfrm>
            <a:off x="664716" y="439445"/>
            <a:ext cx="8115300" cy="1460377"/>
          </a:xfrm>
        </p:spPr>
        <p:txBody>
          <a:bodyPr>
            <a:normAutofit/>
          </a:bodyPr>
          <a:lstStyle/>
          <a:p>
            <a:pPr marL="0" indent="0">
              <a:buNone/>
            </a:pPr>
            <a:r>
              <a:rPr lang="en-AU" sz="2400" dirty="0"/>
              <a:t>Question:  A spaceship passes you at a speed of 0.75c.  You measure its length to be 28.2 m.  </a:t>
            </a:r>
          </a:p>
          <a:p>
            <a:pPr marL="0" indent="0">
              <a:buNone/>
            </a:pPr>
            <a:r>
              <a:rPr lang="en-AU" sz="2400" dirty="0"/>
              <a:t>How long would it be when at rest?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2D8DDD-E09E-4E95-B157-F0539C703368}"/>
                  </a:ext>
                </a:extLst>
              </p:cNvPr>
              <p:cNvSpPr txBox="1"/>
              <p:nvPr/>
            </p:nvSpPr>
            <p:spPr>
              <a:xfrm>
                <a:off x="1003177" y="2441360"/>
                <a:ext cx="7803472" cy="3251531"/>
              </a:xfrm>
              <a:prstGeom prst="rect">
                <a:avLst/>
              </a:prstGeom>
              <a:noFill/>
            </p:spPr>
            <p:txBody>
              <a:bodyPr wrap="square" rtlCol="0">
                <a:spAutoFit/>
              </a:bodyPr>
              <a:lstStyle/>
              <a:p>
                <a:r>
                  <a:rPr lang="en-AU" sz="2400" dirty="0"/>
                  <a:t>Answer:  You measure the contracted length.  We find the rest length from:</a:t>
                </a:r>
              </a:p>
              <a:p>
                <a14:m>
                  <m:oMath xmlns:m="http://schemas.openxmlformats.org/officeDocument/2006/math">
                    <m:r>
                      <a:rPr lang="en-AU" sz="2400" b="0" i="1" smtClean="0">
                        <a:latin typeface="Cambria Math" panose="02040503050406030204" pitchFamily="18" charset="0"/>
                      </a:rPr>
                      <m:t>                </m:t>
                    </m:r>
                    <m:r>
                      <a:rPr lang="en-AU" sz="2400" i="1">
                        <a:latin typeface="Cambria Math" panose="02040503050406030204" pitchFamily="18" charset="0"/>
                      </a:rPr>
                      <m:t>𝑙</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a14:m>
                <a:r>
                  <a:rPr lang="en-AU" sz="2400" dirty="0"/>
                  <a:t>   rearranged to  </a:t>
                </a:r>
                <a14:m>
                  <m:oMath xmlns:m="http://schemas.openxmlformats.org/officeDocument/2006/math">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𝑙</m:t>
                        </m:r>
                      </m:e>
                      <m:sub>
                        <m:r>
                          <a:rPr lang="en-AU" sz="2400" b="0" i="1" smtClean="0">
                            <a:latin typeface="Cambria Math" panose="02040503050406030204" pitchFamily="18" charset="0"/>
                          </a:rPr>
                          <m:t>𝑜</m:t>
                        </m:r>
                      </m:sub>
                    </m:sSub>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𝑙</m:t>
                        </m:r>
                      </m:num>
                      <m:den>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𝑣</m:t>
                                        </m:r>
                                      </m:num>
                                      <m:den>
                                        <m:r>
                                          <a:rPr lang="en-AU" sz="2400" b="0" i="1" smtClean="0">
                                            <a:latin typeface="Cambria Math" panose="02040503050406030204" pitchFamily="18" charset="0"/>
                                          </a:rPr>
                                          <m:t>𝑐</m:t>
                                        </m:r>
                                      </m:den>
                                    </m:f>
                                  </m:e>
                                </m:d>
                              </m:e>
                              <m:sup>
                                <m:r>
                                  <a:rPr lang="en-AU" sz="2400" b="0" i="1" smtClean="0">
                                    <a:latin typeface="Cambria Math" panose="02040503050406030204" pitchFamily="18" charset="0"/>
                                  </a:rPr>
                                  <m:t>2</m:t>
                                </m:r>
                              </m:sup>
                            </m:sSup>
                          </m:e>
                        </m:rad>
                      </m:den>
                    </m:f>
                  </m:oMath>
                </a14:m>
                <a:endParaRPr lang="en-AU" sz="2400" dirty="0"/>
              </a:p>
              <a:p>
                <a:endParaRPr lang="en-AU" sz="2400" dirty="0"/>
              </a:p>
              <a:p>
                <a:pPr/>
                <a14:m>
                  <m:oMathPara xmlns:m="http://schemas.openxmlformats.org/officeDocument/2006/math">
                    <m:oMathParaPr>
                      <m:jc m:val="centerGroup"/>
                    </m:oMathParaPr>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
                        <a:rPr lang="en-AU" sz="2400" i="1">
                          <a:latin typeface="Cambria Math" panose="02040503050406030204" pitchFamily="18" charset="0"/>
                        </a:rPr>
                        <m:t>=</m:t>
                      </m:r>
                      <m:f>
                        <m:fPr>
                          <m:ctrlPr>
                            <a:rPr lang="en-AU" sz="2400" i="1">
                              <a:latin typeface="Cambria Math" panose="02040503050406030204" pitchFamily="18" charset="0"/>
                            </a:rPr>
                          </m:ctrlPr>
                        </m:fPr>
                        <m:num>
                          <m:r>
                            <a:rPr lang="en-AU" sz="2400" b="0" i="1" smtClean="0">
                              <a:latin typeface="Cambria Math" panose="02040503050406030204" pitchFamily="18" charset="0"/>
                            </a:rPr>
                            <m:t>28.2</m:t>
                          </m:r>
                        </m:num>
                        <m:den>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sSup>
                                <m:sSupPr>
                                  <m:ctrlPr>
                                    <a:rPr lang="en-AU" sz="2400" i="1">
                                      <a:latin typeface="Cambria Math" panose="02040503050406030204" pitchFamily="18" charset="0"/>
                                    </a:rPr>
                                  </m:ctrlPr>
                                </m:sSupPr>
                                <m:e>
                                  <m:r>
                                    <a:rPr lang="en-AU" sz="2400" b="0" i="1" smtClean="0">
                                      <a:latin typeface="Cambria Math" panose="02040503050406030204" pitchFamily="18" charset="0"/>
                                    </a:rPr>
                                    <m:t>0.75</m:t>
                                  </m:r>
                                </m:e>
                                <m:sup>
                                  <m:r>
                                    <a:rPr lang="en-AU" sz="2400" i="1">
                                      <a:latin typeface="Cambria Math" panose="02040503050406030204" pitchFamily="18" charset="0"/>
                                    </a:rPr>
                                    <m:t>2</m:t>
                                  </m:r>
                                </m:sup>
                              </m:sSup>
                            </m:e>
                          </m:rad>
                        </m:den>
                      </m:f>
                      <m:r>
                        <a:rPr lang="en-AU" sz="2400" b="0" i="1" smtClean="0">
                          <a:latin typeface="Cambria Math" panose="02040503050406030204" pitchFamily="18" charset="0"/>
                        </a:rPr>
                        <m:t>=42.6 </m:t>
                      </m:r>
                      <m:r>
                        <a:rPr lang="en-AU" sz="2400" b="0" i="1" smtClean="0">
                          <a:latin typeface="Cambria Math" panose="02040503050406030204" pitchFamily="18" charset="0"/>
                        </a:rPr>
                        <m:t>𝑚</m:t>
                      </m:r>
                    </m:oMath>
                  </m:oMathPara>
                </a14:m>
                <a:endParaRPr lang="en-AU" sz="2400" dirty="0"/>
              </a:p>
              <a:p>
                <a:endParaRPr lang="en-AU" sz="2400" dirty="0"/>
              </a:p>
            </p:txBody>
          </p:sp>
        </mc:Choice>
        <mc:Fallback xmlns="">
          <p:sp>
            <p:nvSpPr>
              <p:cNvPr id="5" name="TextBox 4">
                <a:extLst>
                  <a:ext uri="{FF2B5EF4-FFF2-40B4-BE49-F238E27FC236}">
                    <a16:creationId xmlns:a16="http://schemas.microsoft.com/office/drawing/2014/main" id="{C12D8DDD-E09E-4E95-B157-F0539C703368}"/>
                  </a:ext>
                </a:extLst>
              </p:cNvPr>
              <p:cNvSpPr txBox="1">
                <a:spLocks noRot="1" noChangeAspect="1" noMove="1" noResize="1" noEditPoints="1" noAdjustHandles="1" noChangeArrowheads="1" noChangeShapeType="1" noTextEdit="1"/>
              </p:cNvSpPr>
              <p:nvPr/>
            </p:nvSpPr>
            <p:spPr>
              <a:xfrm>
                <a:off x="1003177" y="2441360"/>
                <a:ext cx="7803472" cy="3251531"/>
              </a:xfrm>
              <a:prstGeom prst="rect">
                <a:avLst/>
              </a:prstGeom>
              <a:blipFill>
                <a:blip r:embed="rId2"/>
                <a:stretch>
                  <a:fillRect l="-1250" t="-1311"/>
                </a:stretch>
              </a:blipFill>
            </p:spPr>
            <p:txBody>
              <a:bodyPr/>
              <a:lstStyle/>
              <a:p>
                <a:r>
                  <a:rPr lang="en-AU">
                    <a:noFill/>
                  </a:rPr>
                  <a:t> </a:t>
                </a:r>
              </a:p>
            </p:txBody>
          </p:sp>
        </mc:Fallback>
      </mc:AlternateContent>
    </p:spTree>
    <p:extLst>
      <p:ext uri="{BB962C8B-B14F-4D97-AF65-F5344CB8AC3E}">
        <p14:creationId xmlns:p14="http://schemas.microsoft.com/office/powerpoint/2010/main" val="159399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828F3C-BB92-4396-9DFA-244355E0571C}"/>
                  </a:ext>
                </a:extLst>
              </p:cNvPr>
              <p:cNvSpPr>
                <a:spLocks noGrp="1"/>
              </p:cNvSpPr>
              <p:nvPr>
                <p:ph idx="1"/>
              </p:nvPr>
            </p:nvSpPr>
            <p:spPr>
              <a:xfrm>
                <a:off x="771247" y="603682"/>
                <a:ext cx="7928869" cy="1447060"/>
              </a:xfrm>
            </p:spPr>
            <p:txBody>
              <a:bodyPr>
                <a:normAutofit/>
              </a:bodyPr>
              <a:lstStyle/>
              <a:p>
                <a:pPr marL="0" indent="0">
                  <a:buNone/>
                </a:pPr>
                <a:r>
                  <a:rPr lang="en-AU" sz="2400" dirty="0"/>
                  <a:t>Question:  If you were to travel to a star 100 light years from Earth at a speed of </a:t>
                </a:r>
                <a14:m>
                  <m:oMath xmlns:m="http://schemas.openxmlformats.org/officeDocument/2006/math">
                    <m:r>
                      <a:rPr lang="en-AU" sz="2400" b="0" i="1" smtClean="0">
                        <a:latin typeface="Cambria Math" panose="02040503050406030204" pitchFamily="18" charset="0"/>
                      </a:rPr>
                      <m:t>2.60 </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oMath>
                </a14:m>
                <a:r>
                  <a:rPr lang="en-AU" sz="2400" dirty="0"/>
                  <a:t>, what would you measure this distance to be?</a:t>
                </a:r>
              </a:p>
            </p:txBody>
          </p:sp>
        </mc:Choice>
        <mc:Fallback xmlns="">
          <p:sp>
            <p:nvSpPr>
              <p:cNvPr id="3" name="Content Placeholder 2">
                <a:extLst>
                  <a:ext uri="{FF2B5EF4-FFF2-40B4-BE49-F238E27FC236}">
                    <a16:creationId xmlns:a16="http://schemas.microsoft.com/office/drawing/2014/main" id="{54828F3C-BB92-4396-9DFA-244355E0571C}"/>
                  </a:ext>
                </a:extLst>
              </p:cNvPr>
              <p:cNvSpPr>
                <a:spLocks noGrp="1" noRot="1" noChangeAspect="1" noMove="1" noResize="1" noEditPoints="1" noAdjustHandles="1" noChangeArrowheads="1" noChangeShapeType="1" noTextEdit="1"/>
              </p:cNvSpPr>
              <p:nvPr>
                <p:ph idx="1"/>
              </p:nvPr>
            </p:nvSpPr>
            <p:spPr>
              <a:xfrm>
                <a:off x="771247" y="603682"/>
                <a:ext cx="7928869" cy="1447060"/>
              </a:xfrm>
              <a:blipFill>
                <a:blip r:embed="rId2"/>
                <a:stretch>
                  <a:fillRect l="-1231" b="-844"/>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468535E-571A-4A1F-AF56-850FD959B2D9}"/>
                  </a:ext>
                </a:extLst>
              </p:cNvPr>
              <p:cNvSpPr txBox="1"/>
              <p:nvPr/>
            </p:nvSpPr>
            <p:spPr>
              <a:xfrm>
                <a:off x="807868" y="1873188"/>
                <a:ext cx="7563775" cy="4490717"/>
              </a:xfrm>
              <a:prstGeom prst="rect">
                <a:avLst/>
              </a:prstGeom>
              <a:noFill/>
            </p:spPr>
            <p:txBody>
              <a:bodyPr wrap="square" rtlCol="0">
                <a:spAutoFit/>
              </a:bodyPr>
              <a:lstStyle/>
              <a:p>
                <a:r>
                  <a:rPr lang="en-AU" sz="2400" dirty="0"/>
                  <a:t>Answer:  You measure the contracted length</a:t>
                </a:r>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m:oMathPara>
                </a14:m>
                <a:endParaRPr lang="en-AU" sz="2400" dirty="0"/>
              </a:p>
              <a:p>
                <a:endParaRPr lang="en-AU" sz="2400" dirty="0"/>
              </a:p>
              <a:p>
                <a:pPr/>
                <a14:m>
                  <m:oMathPara xmlns:m="http://schemas.openxmlformats.org/officeDocument/2006/math">
                    <m:oMathParaPr>
                      <m:jc m:val="centerGroup"/>
                    </m:oMathParaPr>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=100 </m:t>
                      </m:r>
                      <m:r>
                        <a:rPr lang="en-AU" sz="2400" b="0" i="1" smtClean="0">
                          <a:latin typeface="Cambria Math" panose="02040503050406030204" pitchFamily="18" charset="0"/>
                        </a:rPr>
                        <m:t>𝑙𝑦</m:t>
                      </m:r>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b="0" i="1" smtClean="0">
                                      <a:latin typeface="Cambria Math" panose="02040503050406030204" pitchFamily="18" charset="0"/>
                                      <a:ea typeface="Cambria Math" panose="02040503050406030204" pitchFamily="18" charset="0"/>
                                    </a:rPr>
                                  </m:ctrlPr>
                                </m:sSupPr>
                                <m:e>
                                  <m:d>
                                    <m:dPr>
                                      <m:ctrlPr>
                                        <a:rPr lang="en-AU" sz="2400" b="0" i="1" smtClean="0">
                                          <a:latin typeface="Cambria Math" panose="02040503050406030204" pitchFamily="18" charset="0"/>
                                        </a:rPr>
                                      </m:ctrlPr>
                                    </m:dPr>
                                    <m:e>
                                      <m:r>
                                        <a:rPr lang="en-AU" sz="2400" b="0" i="1" smtClean="0">
                                          <a:latin typeface="Cambria Math" panose="02040503050406030204" pitchFamily="18" charset="0"/>
                                        </a:rPr>
                                        <m:t>2.60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e>
                                <m:sup>
                                  <m:r>
                                    <a:rPr lang="en-AU" sz="2400" b="0" i="1" smtClean="0">
                                      <a:latin typeface="Cambria Math" panose="02040503050406030204" pitchFamily="18" charset="0"/>
                                      <a:ea typeface="Cambria Math" panose="02040503050406030204" pitchFamily="18" charset="0"/>
                                    </a:rPr>
                                    <m:t>2</m:t>
                                  </m:r>
                                </m:sup>
                              </m:sSup>
                            </m:num>
                            <m:den>
                              <m:sSup>
                                <m:sSupPr>
                                  <m:ctrlPr>
                                    <a:rPr lang="en-AU" sz="2400" i="1">
                                      <a:latin typeface="Cambria Math" panose="02040503050406030204" pitchFamily="18" charset="0"/>
                                    </a:rPr>
                                  </m:ctrlPr>
                                </m:sSupPr>
                                <m:e>
                                  <m:r>
                                    <a:rPr lang="en-AU" sz="2400" b="0" i="1" smtClean="0">
                                      <a:latin typeface="Cambria Math" panose="02040503050406030204" pitchFamily="18" charset="0"/>
                                    </a:rPr>
                                    <m:t>(3.00</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m:t>
                                  </m:r>
                                </m:e>
                                <m:sup>
                                  <m:r>
                                    <a:rPr lang="en-AU" sz="2400" b="0" i="1" smtClean="0">
                                      <a:latin typeface="Cambria Math" panose="02040503050406030204" pitchFamily="18" charset="0"/>
                                    </a:rPr>
                                    <m:t>2</m:t>
                                  </m:r>
                                </m:sup>
                              </m:sSup>
                            </m:den>
                          </m:f>
                        </m:e>
                      </m:rad>
                    </m:oMath>
                  </m:oMathPara>
                </a14:m>
                <a:endParaRPr lang="en-AU" sz="2400" dirty="0"/>
              </a:p>
              <a:p>
                <a:endParaRPr lang="en-AU" sz="2400" dirty="0"/>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𝑙</m:t>
                      </m:r>
                      <m:r>
                        <a:rPr lang="en-AU" sz="2400" b="0" i="1" smtClean="0">
                          <a:latin typeface="Cambria Math" panose="02040503050406030204" pitchFamily="18" charset="0"/>
                        </a:rPr>
                        <m:t>=49.9 </m:t>
                      </m:r>
                      <m:r>
                        <a:rPr lang="en-AU" sz="2400" b="0" i="1" smtClean="0">
                          <a:latin typeface="Cambria Math" panose="02040503050406030204" pitchFamily="18" charset="0"/>
                        </a:rPr>
                        <m:t>𝑙𝑖𝑔h𝑡</m:t>
                      </m:r>
                      <m:r>
                        <a:rPr lang="en-AU" sz="2400" b="0" i="1" smtClean="0">
                          <a:latin typeface="Cambria Math" panose="02040503050406030204" pitchFamily="18" charset="0"/>
                        </a:rPr>
                        <m:t> </m:t>
                      </m:r>
                      <m:r>
                        <a:rPr lang="en-AU" sz="2400" b="0" i="1" smtClean="0">
                          <a:latin typeface="Cambria Math" panose="02040503050406030204" pitchFamily="18" charset="0"/>
                        </a:rPr>
                        <m:t>𝑦𝑒𝑎𝑟𝑠</m:t>
                      </m:r>
                    </m:oMath>
                  </m:oMathPara>
                </a14:m>
                <a:endParaRPr lang="en-AU" sz="2400" dirty="0"/>
              </a:p>
              <a:p>
                <a:endParaRPr lang="en-AU" sz="2400" dirty="0"/>
              </a:p>
              <a:p>
                <a:r>
                  <a:rPr lang="en-AU" sz="2400" dirty="0"/>
                  <a:t>  </a:t>
                </a:r>
              </a:p>
            </p:txBody>
          </p:sp>
        </mc:Choice>
        <mc:Fallback xmlns="">
          <p:sp>
            <p:nvSpPr>
              <p:cNvPr id="4" name="TextBox 3">
                <a:extLst>
                  <a:ext uri="{FF2B5EF4-FFF2-40B4-BE49-F238E27FC236}">
                    <a16:creationId xmlns:a16="http://schemas.microsoft.com/office/drawing/2014/main" id="{7468535E-571A-4A1F-AF56-850FD959B2D9}"/>
                  </a:ext>
                </a:extLst>
              </p:cNvPr>
              <p:cNvSpPr txBox="1">
                <a:spLocks noRot="1" noChangeAspect="1" noMove="1" noResize="1" noEditPoints="1" noAdjustHandles="1" noChangeArrowheads="1" noChangeShapeType="1" noTextEdit="1"/>
              </p:cNvSpPr>
              <p:nvPr/>
            </p:nvSpPr>
            <p:spPr>
              <a:xfrm>
                <a:off x="807868" y="1873188"/>
                <a:ext cx="7563775" cy="4490717"/>
              </a:xfrm>
              <a:prstGeom prst="rect">
                <a:avLst/>
              </a:prstGeom>
              <a:blipFill>
                <a:blip r:embed="rId3"/>
                <a:stretch>
                  <a:fillRect l="-1290" t="-950"/>
                </a:stretch>
              </a:blipFill>
            </p:spPr>
            <p:txBody>
              <a:bodyPr/>
              <a:lstStyle/>
              <a:p>
                <a:r>
                  <a:rPr lang="en-AU">
                    <a:noFill/>
                  </a:rPr>
                  <a:t> </a:t>
                </a:r>
              </a:p>
            </p:txBody>
          </p:sp>
        </mc:Fallback>
      </mc:AlternateContent>
    </p:spTree>
    <p:extLst>
      <p:ext uri="{BB962C8B-B14F-4D97-AF65-F5344CB8AC3E}">
        <p14:creationId xmlns:p14="http://schemas.microsoft.com/office/powerpoint/2010/main" val="328078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4F5C1-5FCE-421F-9DBD-93C815FE827C}"/>
              </a:ext>
            </a:extLst>
          </p:cNvPr>
          <p:cNvSpPr>
            <a:spLocks noGrp="1"/>
          </p:cNvSpPr>
          <p:nvPr>
            <p:ph type="title"/>
          </p:nvPr>
        </p:nvSpPr>
        <p:spPr>
          <a:xfrm>
            <a:off x="760252" y="232795"/>
            <a:ext cx="7200900" cy="689994"/>
          </a:xfrm>
        </p:spPr>
        <p:txBody>
          <a:bodyPr>
            <a:normAutofit fontScale="90000"/>
          </a:bodyPr>
          <a:lstStyle/>
          <a:p>
            <a:r>
              <a:rPr lang="en-AU" dirty="0"/>
              <a:t>Fantasy super train </a:t>
            </a:r>
          </a:p>
        </p:txBody>
      </p:sp>
      <p:sp>
        <p:nvSpPr>
          <p:cNvPr id="3" name="Content Placeholder 2">
            <a:extLst>
              <a:ext uri="{FF2B5EF4-FFF2-40B4-BE49-F238E27FC236}">
                <a16:creationId xmlns:a16="http://schemas.microsoft.com/office/drawing/2014/main" id="{94FAFA71-61FD-4486-B6F7-1B54B2445AB3}"/>
              </a:ext>
            </a:extLst>
          </p:cNvPr>
          <p:cNvSpPr>
            <a:spLocks noGrp="1"/>
          </p:cNvSpPr>
          <p:nvPr>
            <p:ph idx="1"/>
          </p:nvPr>
        </p:nvSpPr>
        <p:spPr>
          <a:xfrm>
            <a:off x="545284" y="872455"/>
            <a:ext cx="8539993" cy="2474752"/>
          </a:xfrm>
        </p:spPr>
        <p:txBody>
          <a:bodyPr>
            <a:normAutofit fontScale="92500" lnSpcReduction="10000"/>
          </a:bodyPr>
          <a:lstStyle/>
          <a:p>
            <a:pPr marL="0" indent="0">
              <a:buNone/>
            </a:pPr>
            <a:r>
              <a:rPr lang="en-AU" sz="2400" dirty="0"/>
              <a:t>Question:  A train with a length of 500 m is passing through a 200 m long tunnel.  The train is travelling so fast that it fits completely within the tunnel as seen by an observer at rest on the Earth (the front of the train is just about to emerge from one end of the tunnel as the last car disappears into the other end.  What is the speed of the train?</a:t>
            </a:r>
          </a:p>
          <a:p>
            <a:pPr marL="0" indent="0">
              <a:buNone/>
            </a:pPr>
            <a:r>
              <a:rPr lang="en-AU" sz="2400" dirty="0"/>
              <a:t>Approach:  since the train just fits inside the tunnel, its length measured by the observer on the ground is  200 m.  Solve for v…</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31D44F6-335D-412B-9791-14C707BC1958}"/>
                  </a:ext>
                </a:extLst>
              </p:cNvPr>
              <p:cNvSpPr txBox="1"/>
              <p:nvPr/>
            </p:nvSpPr>
            <p:spPr>
              <a:xfrm>
                <a:off x="570452" y="3453739"/>
                <a:ext cx="8573548" cy="3043077"/>
              </a:xfrm>
              <a:prstGeom prst="rect">
                <a:avLst/>
              </a:prstGeom>
              <a:noFill/>
            </p:spPr>
            <p:txBody>
              <a:bodyPr wrap="square" rtlCol="0">
                <a:spAutoFit/>
              </a:bodyPr>
              <a:lstStyle/>
              <a:p>
                <a:r>
                  <a:rPr lang="en-AU" sz="2400" dirty="0"/>
                  <a:t>Answer:  Rearrange </a:t>
                </a:r>
                <a14:m>
                  <m:oMath xmlns:m="http://schemas.openxmlformats.org/officeDocument/2006/math">
                    <m:r>
                      <a:rPr lang="en-AU" sz="2400" i="1">
                        <a:latin typeface="Cambria Math" panose="02040503050406030204" pitchFamily="18" charset="0"/>
                      </a:rPr>
                      <m:t>𝑙</m:t>
                    </m:r>
                    <m:r>
                      <a:rPr lang="en-AU" sz="2400" i="1">
                        <a:latin typeface="Cambria Math" panose="02040503050406030204" pitchFamily="18" charset="0"/>
                      </a:rPr>
                      <m:t>=</m:t>
                    </m:r>
                    <m:sSub>
                      <m:sSubPr>
                        <m:ctrlPr>
                          <a:rPr lang="en-AU" sz="2400" i="1">
                            <a:latin typeface="Cambria Math" panose="02040503050406030204" pitchFamily="18" charset="0"/>
                          </a:rPr>
                        </m:ctrlPr>
                      </m:sSubPr>
                      <m:e>
                        <m:r>
                          <a:rPr lang="en-AU" sz="2400" i="1">
                            <a:latin typeface="Cambria Math" panose="02040503050406030204" pitchFamily="18" charset="0"/>
                          </a:rPr>
                          <m:t>𝑙</m:t>
                        </m:r>
                      </m:e>
                      <m:sub>
                        <m:r>
                          <a:rPr lang="en-AU" sz="2400" i="1">
                            <a:latin typeface="Cambria Math" panose="02040503050406030204" pitchFamily="18" charset="0"/>
                          </a:rPr>
                          <m:t>𝑜</m:t>
                        </m:r>
                      </m:sub>
                    </m:sSub>
                    <m:rad>
                      <m:radPr>
                        <m:degHide m:val="on"/>
                        <m:ctrlPr>
                          <a:rPr lang="en-AU" sz="2400" i="1">
                            <a:latin typeface="Cambria Math" panose="02040503050406030204" pitchFamily="18" charset="0"/>
                          </a:rPr>
                        </m:ctrlPr>
                      </m:radPr>
                      <m:deg/>
                      <m:e>
                        <m:r>
                          <a:rPr lang="en-AU" sz="2400" i="1">
                            <a:latin typeface="Cambria Math" panose="02040503050406030204" pitchFamily="18" charset="0"/>
                          </a:rPr>
                          <m:t>1−</m:t>
                        </m:r>
                        <m:f>
                          <m:fPr>
                            <m:ctrlPr>
                              <a:rPr lang="en-AU" sz="2400" i="1">
                                <a:latin typeface="Cambria Math" panose="02040503050406030204" pitchFamily="18" charset="0"/>
                              </a:rPr>
                            </m:ctrlPr>
                          </m:fPr>
                          <m:num>
                            <m:sSup>
                              <m:sSupPr>
                                <m:ctrlPr>
                                  <a:rPr lang="en-AU" sz="2400" i="1">
                                    <a:latin typeface="Cambria Math" panose="02040503050406030204" pitchFamily="18" charset="0"/>
                                  </a:rPr>
                                </m:ctrlPr>
                              </m:sSupPr>
                              <m:e>
                                <m:r>
                                  <a:rPr lang="en-AU" sz="2400" i="1">
                                    <a:latin typeface="Cambria Math" panose="02040503050406030204" pitchFamily="18" charset="0"/>
                                  </a:rPr>
                                  <m:t>𝑣</m:t>
                                </m:r>
                              </m:e>
                              <m:sup>
                                <m:r>
                                  <a:rPr lang="en-AU" sz="2400" i="1">
                                    <a:latin typeface="Cambria Math" panose="02040503050406030204" pitchFamily="18" charset="0"/>
                                  </a:rPr>
                                  <m:t>2</m:t>
                                </m:r>
                              </m:sup>
                            </m:sSup>
                          </m:num>
                          <m:den>
                            <m:sSup>
                              <m:sSupPr>
                                <m:ctrlPr>
                                  <a:rPr lang="en-AU" sz="2400" i="1">
                                    <a:latin typeface="Cambria Math" panose="02040503050406030204" pitchFamily="18" charset="0"/>
                                  </a:rPr>
                                </m:ctrlPr>
                              </m:sSupPr>
                              <m:e>
                                <m:r>
                                  <a:rPr lang="en-AU" sz="2400" i="1">
                                    <a:latin typeface="Cambria Math" panose="02040503050406030204" pitchFamily="18" charset="0"/>
                                  </a:rPr>
                                  <m:t>𝑐</m:t>
                                </m:r>
                              </m:e>
                              <m:sup>
                                <m:r>
                                  <a:rPr lang="en-AU" sz="2400" i="1">
                                    <a:latin typeface="Cambria Math" panose="02040503050406030204" pitchFamily="18" charset="0"/>
                                  </a:rPr>
                                  <m:t>2</m:t>
                                </m:r>
                              </m:sup>
                            </m:sSup>
                          </m:den>
                        </m:f>
                      </m:e>
                    </m:rad>
                  </m:oMath>
                </a14:m>
                <a:r>
                  <a:rPr lang="en-AU" sz="2400" dirty="0"/>
                  <a:t>  for v</a:t>
                </a:r>
              </a:p>
              <a:p>
                <a:endParaRPr lang="en-AU" sz="2400" dirty="0"/>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𝑣</m:t>
                      </m:r>
                      <m:r>
                        <a:rPr lang="en-AU" sz="2400" b="0" i="1" smtClean="0">
                          <a:latin typeface="Cambria Math" panose="02040503050406030204" pitchFamily="18" charset="0"/>
                        </a:rPr>
                        <m:t>=</m:t>
                      </m:r>
                      <m:r>
                        <a:rPr lang="en-AU" sz="2400" b="0" i="1" smtClean="0">
                          <a:latin typeface="Cambria Math" panose="02040503050406030204" pitchFamily="18" charset="0"/>
                        </a:rPr>
                        <m:t>𝑐</m:t>
                      </m:r>
                      <m:rad>
                        <m:radPr>
                          <m:degHide m:val="on"/>
                          <m:ctrlPr>
                            <a:rPr lang="en-AU" sz="2400" b="0" i="1" smtClean="0">
                              <a:latin typeface="Cambria Math" panose="02040503050406030204" pitchFamily="18" charset="0"/>
                            </a:rPr>
                          </m:ctrlPr>
                        </m:radPr>
                        <m:deg/>
                        <m:e>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d>
                                <m:dPr>
                                  <m:ctrlPr>
                                    <a:rPr lang="en-AU" sz="2400" b="0" i="1" smtClean="0">
                                      <a:latin typeface="Cambria Math" panose="02040503050406030204" pitchFamily="18" charset="0"/>
                                    </a:rPr>
                                  </m:ctrlPr>
                                </m:dPr>
                                <m:e>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𝑙</m:t>
                                      </m:r>
                                    </m:num>
                                    <m:den>
                                      <m:sSub>
                                        <m:sSubPr>
                                          <m:ctrlPr>
                                            <a:rPr lang="en-AU" sz="2400" b="0" i="1" smtClean="0">
                                              <a:latin typeface="Cambria Math" panose="02040503050406030204" pitchFamily="18" charset="0"/>
                                            </a:rPr>
                                          </m:ctrlPr>
                                        </m:sSubPr>
                                        <m:e>
                                          <m:r>
                                            <a:rPr lang="en-AU" sz="2400" b="0" i="1" smtClean="0">
                                              <a:latin typeface="Cambria Math" panose="02040503050406030204" pitchFamily="18" charset="0"/>
                                            </a:rPr>
                                            <m:t>𝑙</m:t>
                                          </m:r>
                                        </m:e>
                                        <m:sub>
                                          <m:r>
                                            <a:rPr lang="en-AU" sz="2400" b="0" i="1" smtClean="0">
                                              <a:latin typeface="Cambria Math" panose="02040503050406030204" pitchFamily="18" charset="0"/>
                                            </a:rPr>
                                            <m:t>𝑜</m:t>
                                          </m:r>
                                        </m:sub>
                                      </m:sSub>
                                    </m:den>
                                  </m:f>
                                </m:e>
                              </m:d>
                            </m:e>
                            <m:sup>
                              <m:r>
                                <a:rPr lang="en-AU" sz="2400" b="0" i="1" smtClean="0">
                                  <a:latin typeface="Cambria Math" panose="02040503050406030204" pitchFamily="18" charset="0"/>
                                </a:rPr>
                                <m:t>2</m:t>
                              </m:r>
                            </m:sup>
                          </m:sSup>
                        </m:e>
                      </m:rad>
                      <m:r>
                        <a:rPr lang="en-AU" sz="2400" b="0" i="1" smtClean="0">
                          <a:latin typeface="Cambria Math" panose="02040503050406030204" pitchFamily="18" charset="0"/>
                        </a:rPr>
                        <m:t>=</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e>
                      </m:d>
                      <m:rad>
                        <m:radPr>
                          <m:degHide m:val="on"/>
                          <m:ctrlPr>
                            <a:rPr lang="en-AU" sz="2400" b="0" i="1" smtClean="0">
                              <a:latin typeface="Cambria Math" panose="02040503050406030204" pitchFamily="18" charset="0"/>
                              <a:ea typeface="Cambria Math" panose="02040503050406030204" pitchFamily="18" charset="0"/>
                            </a:rPr>
                          </m:ctrlPr>
                        </m:radPr>
                        <m:deg/>
                        <m:e>
                          <m:r>
                            <a:rPr lang="en-AU" sz="2400" b="0" i="1" smtClean="0">
                              <a:latin typeface="Cambria Math" panose="02040503050406030204" pitchFamily="18" charset="0"/>
                              <a:ea typeface="Cambria Math" panose="02040503050406030204" pitchFamily="18" charset="0"/>
                            </a:rPr>
                            <m:t>1−</m:t>
                          </m:r>
                          <m:sSup>
                            <m:sSupPr>
                              <m:ctrlPr>
                                <a:rPr lang="en-AU" sz="2400" b="0" i="1" smtClean="0">
                                  <a:latin typeface="Cambria Math" panose="02040503050406030204" pitchFamily="18" charset="0"/>
                                  <a:ea typeface="Cambria Math" panose="02040503050406030204" pitchFamily="18" charset="0"/>
                                </a:rPr>
                              </m:ctrlPr>
                            </m:sSupPr>
                            <m:e>
                              <m:d>
                                <m:dPr>
                                  <m:ctrlPr>
                                    <a:rPr lang="en-AU" sz="2400" b="0" i="1" smtClean="0">
                                      <a:latin typeface="Cambria Math" panose="02040503050406030204" pitchFamily="18" charset="0"/>
                                      <a:ea typeface="Cambria Math" panose="02040503050406030204" pitchFamily="18" charset="0"/>
                                    </a:rPr>
                                  </m:ctrlPr>
                                </m:dPr>
                                <m:e>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200</m:t>
                                      </m:r>
                                    </m:num>
                                    <m:den>
                                      <m:r>
                                        <a:rPr lang="en-AU" sz="2400" b="0" i="1" smtClean="0">
                                          <a:latin typeface="Cambria Math" panose="02040503050406030204" pitchFamily="18" charset="0"/>
                                          <a:ea typeface="Cambria Math" panose="02040503050406030204" pitchFamily="18" charset="0"/>
                                        </a:rPr>
                                        <m:t>500</m:t>
                                      </m:r>
                                    </m:den>
                                  </m:f>
                                </m:e>
                              </m:d>
                            </m:e>
                            <m:sup>
                              <m:r>
                                <a:rPr lang="en-AU" sz="2400" b="0" i="1" smtClean="0">
                                  <a:latin typeface="Cambria Math" panose="02040503050406030204" pitchFamily="18" charset="0"/>
                                  <a:ea typeface="Cambria Math" panose="02040503050406030204" pitchFamily="18" charset="0"/>
                                </a:rPr>
                                <m:t>2</m:t>
                              </m:r>
                            </m:sup>
                          </m:sSup>
                        </m:e>
                      </m:rad>
                    </m:oMath>
                  </m:oMathPara>
                </a14:m>
                <a:endParaRPr lang="en-AU" sz="2400" b="0" dirty="0">
                  <a:ea typeface="Cambria Math" panose="02040503050406030204" pitchFamily="18" charset="0"/>
                </a:endParaRPr>
              </a:p>
              <a:p>
                <a:endParaRPr lang="en-AU" sz="24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AU" sz="2400" b="0" i="1" smtClean="0">
                          <a:latin typeface="Cambria Math" panose="02040503050406030204" pitchFamily="18" charset="0"/>
                        </a:rPr>
                        <m:t>𝑣</m:t>
                      </m:r>
                      <m:r>
                        <a:rPr lang="en-AU" sz="2400" b="0" i="1" smtClean="0">
                          <a:latin typeface="Cambria Math" panose="02040503050406030204" pitchFamily="18" charset="0"/>
                        </a:rPr>
                        <m:t>=2.75×</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10</m:t>
                          </m:r>
                        </m:e>
                        <m:sup>
                          <m:r>
                            <a:rPr lang="en-AU" sz="2400" b="0" i="1" smtClean="0">
                              <a:latin typeface="Cambria Math" panose="02040503050406030204" pitchFamily="18" charset="0"/>
                              <a:ea typeface="Cambria Math" panose="02040503050406030204" pitchFamily="18" charset="0"/>
                            </a:rPr>
                            <m:t>8</m:t>
                          </m:r>
                        </m:sup>
                      </m:sSup>
                      <m:r>
                        <a:rPr lang="en-AU" sz="2400" b="0" i="1"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ea typeface="Cambria Math" panose="02040503050406030204" pitchFamily="18" charset="0"/>
                        </a:rPr>
                        <m:t>𝑚</m:t>
                      </m:r>
                      <m:r>
                        <a:rPr lang="en-AU" sz="2400" b="0" i="1" smtClean="0">
                          <a:latin typeface="Cambria Math" panose="02040503050406030204" pitchFamily="18" charset="0"/>
                          <a:ea typeface="Cambria Math" panose="02040503050406030204" pitchFamily="18" charset="0"/>
                        </a:rPr>
                        <m:t> </m:t>
                      </m:r>
                      <m:sSup>
                        <m:sSupPr>
                          <m:ctrlPr>
                            <a:rPr lang="en-AU" sz="2400" b="0" i="1" smtClean="0">
                              <a:latin typeface="Cambria Math" panose="02040503050406030204" pitchFamily="18" charset="0"/>
                              <a:ea typeface="Cambria Math" panose="02040503050406030204" pitchFamily="18" charset="0"/>
                            </a:rPr>
                          </m:ctrlPr>
                        </m:sSupPr>
                        <m:e>
                          <m:r>
                            <a:rPr lang="en-AU" sz="2400" b="0" i="1" smtClean="0">
                              <a:latin typeface="Cambria Math" panose="02040503050406030204" pitchFamily="18" charset="0"/>
                              <a:ea typeface="Cambria Math" panose="02040503050406030204" pitchFamily="18" charset="0"/>
                            </a:rPr>
                            <m:t>𝑠</m:t>
                          </m:r>
                        </m:e>
                        <m:sup>
                          <m:r>
                            <a:rPr lang="en-AU" sz="2400" b="0" i="1" smtClean="0">
                              <a:latin typeface="Cambria Math" panose="02040503050406030204" pitchFamily="18" charset="0"/>
                              <a:ea typeface="Cambria Math" panose="02040503050406030204" pitchFamily="18" charset="0"/>
                            </a:rPr>
                            <m:t>−1</m:t>
                          </m:r>
                        </m:sup>
                      </m:sSup>
                      <m:r>
                        <a:rPr lang="en-AU" sz="2400" b="0" i="0" smtClean="0">
                          <a:latin typeface="Cambria Math" panose="02040503050406030204" pitchFamily="18" charset="0"/>
                          <a:ea typeface="Cambria Math" panose="02040503050406030204" pitchFamily="18" charset="0"/>
                        </a:rPr>
                        <m:t>   </m:t>
                      </m:r>
                      <m:r>
                        <m:rPr>
                          <m:sty m:val="p"/>
                        </m:rPr>
                        <a:rPr lang="en-AU" sz="2400" b="0" i="0" smtClean="0">
                          <a:latin typeface="Cambria Math" panose="02040503050406030204" pitchFamily="18" charset="0"/>
                          <a:ea typeface="Cambria Math" panose="02040503050406030204" pitchFamily="18" charset="0"/>
                        </a:rPr>
                        <m:t>or</m:t>
                      </m:r>
                      <m:r>
                        <a:rPr lang="en-AU" sz="2400" b="0" i="0" smtClean="0">
                          <a:latin typeface="Cambria Math" panose="02040503050406030204" pitchFamily="18" charset="0"/>
                          <a:ea typeface="Cambria Math" panose="02040503050406030204" pitchFamily="18" charset="0"/>
                        </a:rPr>
                        <m:t>     </m:t>
                      </m:r>
                      <m:r>
                        <a:rPr lang="en-AU" sz="2400" b="0" i="1" smtClean="0">
                          <a:latin typeface="Cambria Math" panose="02040503050406030204" pitchFamily="18" charset="0"/>
                        </a:rPr>
                        <m:t>0.92 </m:t>
                      </m:r>
                      <m:r>
                        <a:rPr lang="en-AU" sz="2400" b="0" i="1" smtClean="0">
                          <a:latin typeface="Cambria Math" panose="02040503050406030204" pitchFamily="18" charset="0"/>
                        </a:rPr>
                        <m:t>𝑐</m:t>
                      </m:r>
                    </m:oMath>
                  </m:oMathPara>
                </a14:m>
                <a:endParaRPr lang="en-AU" sz="2400" dirty="0"/>
              </a:p>
            </p:txBody>
          </p:sp>
        </mc:Choice>
        <mc:Fallback xmlns="">
          <p:sp>
            <p:nvSpPr>
              <p:cNvPr id="4" name="TextBox 3">
                <a:extLst>
                  <a:ext uri="{FF2B5EF4-FFF2-40B4-BE49-F238E27FC236}">
                    <a16:creationId xmlns:a16="http://schemas.microsoft.com/office/drawing/2014/main" id="{F31D44F6-335D-412B-9791-14C707BC1958}"/>
                  </a:ext>
                </a:extLst>
              </p:cNvPr>
              <p:cNvSpPr txBox="1">
                <a:spLocks noRot="1" noChangeAspect="1" noMove="1" noResize="1" noEditPoints="1" noAdjustHandles="1" noChangeArrowheads="1" noChangeShapeType="1" noTextEdit="1"/>
              </p:cNvSpPr>
              <p:nvPr/>
            </p:nvSpPr>
            <p:spPr>
              <a:xfrm>
                <a:off x="570452" y="3453739"/>
                <a:ext cx="8573548" cy="3043077"/>
              </a:xfrm>
              <a:prstGeom prst="rect">
                <a:avLst/>
              </a:prstGeom>
              <a:blipFill>
                <a:blip r:embed="rId3"/>
                <a:stretch>
                  <a:fillRect l="-1138"/>
                </a:stretch>
              </a:blipFill>
            </p:spPr>
            <p:txBody>
              <a:bodyPr/>
              <a:lstStyle/>
              <a:p>
                <a:r>
                  <a:rPr lang="en-AU">
                    <a:noFill/>
                  </a:rPr>
                  <a:t> </a:t>
                </a:r>
              </a:p>
            </p:txBody>
          </p:sp>
        </mc:Fallback>
      </mc:AlternateContent>
    </p:spTree>
    <p:extLst>
      <p:ext uri="{BB962C8B-B14F-4D97-AF65-F5344CB8AC3E}">
        <p14:creationId xmlns:p14="http://schemas.microsoft.com/office/powerpoint/2010/main" val="415720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08FA4-CB10-4153-A302-5E13EBC3E4E1}"/>
              </a:ext>
            </a:extLst>
          </p:cNvPr>
          <p:cNvSpPr>
            <a:spLocks noGrp="1"/>
          </p:cNvSpPr>
          <p:nvPr>
            <p:ph type="title"/>
          </p:nvPr>
        </p:nvSpPr>
        <p:spPr/>
        <p:txBody>
          <a:bodyPr/>
          <a:lstStyle/>
          <a:p>
            <a:r>
              <a:rPr lang="en-AU" dirty="0"/>
              <a:t>Graphing time dilation and length contraction </a:t>
            </a:r>
          </a:p>
        </p:txBody>
      </p:sp>
      <p:pic>
        <p:nvPicPr>
          <p:cNvPr id="6" name="Picture 5">
            <a:extLst>
              <a:ext uri="{FF2B5EF4-FFF2-40B4-BE49-F238E27FC236}">
                <a16:creationId xmlns:a16="http://schemas.microsoft.com/office/drawing/2014/main" id="{6A29A53E-A57C-46DC-89CE-F0FF104C49AD}"/>
              </a:ext>
            </a:extLst>
          </p:cNvPr>
          <p:cNvPicPr>
            <a:picLocks noChangeAspect="1"/>
          </p:cNvPicPr>
          <p:nvPr/>
        </p:nvPicPr>
        <p:blipFill>
          <a:blip r:embed="rId2"/>
          <a:stretch>
            <a:fillRect/>
          </a:stretch>
        </p:blipFill>
        <p:spPr>
          <a:xfrm>
            <a:off x="667942" y="2441361"/>
            <a:ext cx="7911238" cy="2991774"/>
          </a:xfrm>
          <a:prstGeom prst="rect">
            <a:avLst/>
          </a:prstGeom>
        </p:spPr>
      </p:pic>
    </p:spTree>
    <p:extLst>
      <p:ext uri="{BB962C8B-B14F-4D97-AF65-F5344CB8AC3E}">
        <p14:creationId xmlns:p14="http://schemas.microsoft.com/office/powerpoint/2010/main" val="5932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1_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4836</TotalTime>
  <Words>2197</Words>
  <Application>Microsoft Office PowerPoint</Application>
  <PresentationFormat>On-screen Show (4:3)</PresentationFormat>
  <Paragraphs>146</Paragraphs>
  <Slides>30</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Arial</vt:lpstr>
      <vt:lpstr>Calibri</vt:lpstr>
      <vt:lpstr>Cambria Math</vt:lpstr>
      <vt:lpstr>Corbel</vt:lpstr>
      <vt:lpstr>Parallax</vt:lpstr>
      <vt:lpstr>1_Parallax</vt:lpstr>
      <vt:lpstr>Special  Relativity</vt:lpstr>
      <vt:lpstr>Key objectives</vt:lpstr>
      <vt:lpstr>Equations</vt:lpstr>
      <vt:lpstr>Text References </vt:lpstr>
      <vt:lpstr>Inertial frame of reference</vt:lpstr>
      <vt:lpstr>PowerPoint Presentation</vt:lpstr>
      <vt:lpstr>PowerPoint Presentation</vt:lpstr>
      <vt:lpstr>Postulates of special relativity</vt:lpstr>
      <vt:lpstr>Simultaneity</vt:lpstr>
      <vt:lpstr>PowerPoint Presentation</vt:lpstr>
      <vt:lpstr>PowerPoint Presentation</vt:lpstr>
      <vt:lpstr>PowerPoint Presentation</vt:lpstr>
      <vt:lpstr>Time dilation</vt:lpstr>
      <vt:lpstr>PowerPoint Presentation</vt:lpstr>
      <vt:lpstr>PowerPoint Presentation</vt:lpstr>
      <vt:lpstr>PowerPoint Presentation</vt:lpstr>
      <vt:lpstr>PowerPoint Presentation</vt:lpstr>
      <vt:lpstr>PowerPoint Presentation</vt:lpstr>
      <vt:lpstr>Space travel</vt:lpstr>
      <vt:lpstr>Twin Paradox</vt:lpstr>
      <vt:lpstr>Twin ‘paradox’:  solved</vt:lpstr>
      <vt:lpstr>PowerPoint Presentation</vt:lpstr>
      <vt:lpstr>Length Contraction</vt:lpstr>
      <vt:lpstr>PowerPoint Presentation</vt:lpstr>
      <vt:lpstr>PowerPoint Presentation</vt:lpstr>
      <vt:lpstr>PowerPoint Presentation</vt:lpstr>
      <vt:lpstr>PowerPoint Presentation</vt:lpstr>
      <vt:lpstr>PowerPoint Presentation</vt:lpstr>
      <vt:lpstr>Fantasy super train </vt:lpstr>
      <vt:lpstr>Graphing time dilation and length contraction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Special relativity</dc:title>
  <dc:creator>Leah Anthony</dc:creator>
  <cp:lastModifiedBy>COOPER Sarina [Southern River College]</cp:lastModifiedBy>
  <cp:revision>46</cp:revision>
  <dcterms:created xsi:type="dcterms:W3CDTF">2017-07-09T13:45:12Z</dcterms:created>
  <dcterms:modified xsi:type="dcterms:W3CDTF">2024-08-02T04:58:59Z</dcterms:modified>
</cp:coreProperties>
</file>