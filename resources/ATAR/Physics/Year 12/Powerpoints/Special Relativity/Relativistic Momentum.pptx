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2" r:id="rId2"/>
  </p:sldMasterIdLst>
  <p:notesMasterIdLst>
    <p:notesMasterId r:id="rId19"/>
  </p:notesMasterIdLst>
  <p:sldIdLst>
    <p:sldId id="286" r:id="rId3"/>
    <p:sldId id="257" r:id="rId4"/>
    <p:sldId id="258" r:id="rId5"/>
    <p:sldId id="259" r:id="rId6"/>
    <p:sldId id="262" r:id="rId7"/>
    <p:sldId id="274" r:id="rId8"/>
    <p:sldId id="275" r:id="rId9"/>
    <p:sldId id="263" r:id="rId10"/>
    <p:sldId id="276" r:id="rId11"/>
    <p:sldId id="277" r:id="rId12"/>
    <p:sldId id="279" r:id="rId13"/>
    <p:sldId id="278" r:id="rId14"/>
    <p:sldId id="280" r:id="rId15"/>
    <p:sldId id="281" r:id="rId16"/>
    <p:sldId id="282" r:id="rId17"/>
    <p:sldId id="28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FD098D-1145-431E-AED7-76828F7510DD}" v="60" dt="2024-08-12T01:39:19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OPER Sarina [Southern River College]" userId="7f2b4663-0468-4605-9163-1ba4158276d8" providerId="ADAL" clId="{51FD098D-1145-431E-AED7-76828F7510DD}"/>
    <pc:docChg chg="undo custSel delSld modSld">
      <pc:chgData name="COOPER Sarina [Southern River College]" userId="7f2b4663-0468-4605-9163-1ba4158276d8" providerId="ADAL" clId="{51FD098D-1145-431E-AED7-76828F7510DD}" dt="2024-08-12T01:39:23.839" v="206" actId="14100"/>
      <pc:docMkLst>
        <pc:docMk/>
      </pc:docMkLst>
      <pc:sldChg chg="modSp mod">
        <pc:chgData name="COOPER Sarina [Southern River College]" userId="7f2b4663-0468-4605-9163-1ba4158276d8" providerId="ADAL" clId="{51FD098D-1145-431E-AED7-76828F7510DD}" dt="2024-08-12T01:36:20.739" v="180" actId="27636"/>
        <pc:sldMkLst>
          <pc:docMk/>
          <pc:sldMk cId="1774760215" sldId="257"/>
        </pc:sldMkLst>
        <pc:spChg chg="mod">
          <ac:chgData name="COOPER Sarina [Southern River College]" userId="7f2b4663-0468-4605-9163-1ba4158276d8" providerId="ADAL" clId="{51FD098D-1145-431E-AED7-76828F7510DD}" dt="2024-08-12T01:36:20.739" v="180" actId="27636"/>
          <ac:spMkLst>
            <pc:docMk/>
            <pc:sldMk cId="1774760215" sldId="257"/>
            <ac:spMk id="3" creationId="{8A93D24D-7B7D-4358-A763-B7597BC02624}"/>
          </ac:spMkLst>
        </pc:spChg>
      </pc:sldChg>
      <pc:sldChg chg="modSp mod">
        <pc:chgData name="COOPER Sarina [Southern River College]" userId="7f2b4663-0468-4605-9163-1ba4158276d8" providerId="ADAL" clId="{51FD098D-1145-431E-AED7-76828F7510DD}" dt="2024-08-12T01:36:41.248" v="181" actId="14100"/>
        <pc:sldMkLst>
          <pc:docMk/>
          <pc:sldMk cId="2189599264" sldId="258"/>
        </pc:sldMkLst>
        <pc:spChg chg="mod">
          <ac:chgData name="COOPER Sarina [Southern River College]" userId="7f2b4663-0468-4605-9163-1ba4158276d8" providerId="ADAL" clId="{51FD098D-1145-431E-AED7-76828F7510DD}" dt="2024-08-12T01:36:41.248" v="181" actId="14100"/>
          <ac:spMkLst>
            <pc:docMk/>
            <pc:sldMk cId="2189599264" sldId="258"/>
            <ac:spMk id="3" creationId="{83F56ACB-884B-4C85-AB06-DB5410DE883A}"/>
          </ac:spMkLst>
        </pc:spChg>
      </pc:sldChg>
      <pc:sldChg chg="modSp mod">
        <pc:chgData name="COOPER Sarina [Southern River College]" userId="7f2b4663-0468-4605-9163-1ba4158276d8" providerId="ADAL" clId="{51FD098D-1145-431E-AED7-76828F7510DD}" dt="2024-08-12T00:32:32.401" v="12" actId="20577"/>
        <pc:sldMkLst>
          <pc:docMk/>
          <pc:sldMk cId="872635456" sldId="259"/>
        </pc:sldMkLst>
        <pc:spChg chg="mod">
          <ac:chgData name="COOPER Sarina [Southern River College]" userId="7f2b4663-0468-4605-9163-1ba4158276d8" providerId="ADAL" clId="{51FD098D-1145-431E-AED7-76828F7510DD}" dt="2024-08-12T00:32:32.401" v="12" actId="20577"/>
          <ac:spMkLst>
            <pc:docMk/>
            <pc:sldMk cId="872635456" sldId="259"/>
            <ac:spMk id="3" creationId="{8AD37719-5F5A-4C7C-AAD6-5A10CB03F03F}"/>
          </ac:spMkLst>
        </pc:spChg>
      </pc:sldChg>
      <pc:sldChg chg="modSp mod">
        <pc:chgData name="COOPER Sarina [Southern River College]" userId="7f2b4663-0468-4605-9163-1ba4158276d8" providerId="ADAL" clId="{51FD098D-1145-431E-AED7-76828F7510DD}" dt="2024-08-12T01:25:40.931" v="58" actId="14100"/>
        <pc:sldMkLst>
          <pc:docMk/>
          <pc:sldMk cId="575687664" sldId="262"/>
        </pc:sldMkLst>
        <pc:spChg chg="mod">
          <ac:chgData name="COOPER Sarina [Southern River College]" userId="7f2b4663-0468-4605-9163-1ba4158276d8" providerId="ADAL" clId="{51FD098D-1145-431E-AED7-76828F7510DD}" dt="2024-08-12T00:33:18.028" v="25" actId="14100"/>
          <ac:spMkLst>
            <pc:docMk/>
            <pc:sldMk cId="575687664" sldId="262"/>
            <ac:spMk id="2" creationId="{DCC1C5C9-4E49-4BC2-9687-E0B3BE8D13BB}"/>
          </ac:spMkLst>
        </pc:spChg>
        <pc:spChg chg="mod">
          <ac:chgData name="COOPER Sarina [Southern River College]" userId="7f2b4663-0468-4605-9163-1ba4158276d8" providerId="ADAL" clId="{51FD098D-1145-431E-AED7-76828F7510DD}" dt="2024-08-12T01:25:27.031" v="55" actId="1076"/>
          <ac:spMkLst>
            <pc:docMk/>
            <pc:sldMk cId="575687664" sldId="262"/>
            <ac:spMk id="3" creationId="{1F11627C-803E-40F8-91A9-FBAC26D3E56E}"/>
          </ac:spMkLst>
        </pc:spChg>
        <pc:spChg chg="mod">
          <ac:chgData name="COOPER Sarina [Southern River College]" userId="7f2b4663-0468-4605-9163-1ba4158276d8" providerId="ADAL" clId="{51FD098D-1145-431E-AED7-76828F7510DD}" dt="2024-08-12T01:25:30.838" v="56" actId="1076"/>
          <ac:spMkLst>
            <pc:docMk/>
            <pc:sldMk cId="575687664" sldId="262"/>
            <ac:spMk id="5" creationId="{C5019DBD-2AF0-4F2E-9D78-B421A66F58DB}"/>
          </ac:spMkLst>
        </pc:spChg>
        <pc:picChg chg="mod">
          <ac:chgData name="COOPER Sarina [Southern River College]" userId="7f2b4663-0468-4605-9163-1ba4158276d8" providerId="ADAL" clId="{51FD098D-1145-431E-AED7-76828F7510DD}" dt="2024-08-12T01:25:40.931" v="58" actId="14100"/>
          <ac:picMkLst>
            <pc:docMk/>
            <pc:sldMk cId="575687664" sldId="262"/>
            <ac:picMk id="4" creationId="{BA243FF5-8A6F-4C9A-9651-81973E25536C}"/>
          </ac:picMkLst>
        </pc:picChg>
      </pc:sldChg>
      <pc:sldChg chg="delSp modSp mod">
        <pc:chgData name="COOPER Sarina [Southern River College]" userId="7f2b4663-0468-4605-9163-1ba4158276d8" providerId="ADAL" clId="{51FD098D-1145-431E-AED7-76828F7510DD}" dt="2024-08-12T01:30:02.792" v="108" actId="20577"/>
        <pc:sldMkLst>
          <pc:docMk/>
          <pc:sldMk cId="3622405830" sldId="263"/>
        </pc:sldMkLst>
        <pc:spChg chg="del">
          <ac:chgData name="COOPER Sarina [Southern River College]" userId="7f2b4663-0468-4605-9163-1ba4158276d8" providerId="ADAL" clId="{51FD098D-1145-431E-AED7-76828F7510DD}" dt="2024-08-12T01:29:00.800" v="97" actId="478"/>
          <ac:spMkLst>
            <pc:docMk/>
            <pc:sldMk cId="3622405830" sldId="263"/>
            <ac:spMk id="2" creationId="{F8085F6C-E3B0-D122-216A-90924879546D}"/>
          </ac:spMkLst>
        </pc:spChg>
        <pc:spChg chg="mod">
          <ac:chgData name="COOPER Sarina [Southern River College]" userId="7f2b4663-0468-4605-9163-1ba4158276d8" providerId="ADAL" clId="{51FD098D-1145-431E-AED7-76828F7510DD}" dt="2024-08-12T01:29:46.167" v="105" actId="1076"/>
          <ac:spMkLst>
            <pc:docMk/>
            <pc:sldMk cId="3622405830" sldId="263"/>
            <ac:spMk id="3" creationId="{BA6F5137-59B3-4986-BADF-FFB9CD3C9439}"/>
          </ac:spMkLst>
        </pc:spChg>
        <pc:spChg chg="mod">
          <ac:chgData name="COOPER Sarina [Southern River College]" userId="7f2b4663-0468-4605-9163-1ba4158276d8" providerId="ADAL" clId="{51FD098D-1145-431E-AED7-76828F7510DD}" dt="2024-08-12T01:30:02.792" v="108" actId="20577"/>
          <ac:spMkLst>
            <pc:docMk/>
            <pc:sldMk cId="3622405830" sldId="263"/>
            <ac:spMk id="4" creationId="{F1903977-2E48-4C14-8A14-9182CA31DDAF}"/>
          </ac:spMkLst>
        </pc:spChg>
      </pc:sldChg>
      <pc:sldChg chg="del">
        <pc:chgData name="COOPER Sarina [Southern River College]" userId="7f2b4663-0468-4605-9163-1ba4158276d8" providerId="ADAL" clId="{51FD098D-1145-431E-AED7-76828F7510DD}" dt="2024-08-12T00:32:41.285" v="13" actId="47"/>
        <pc:sldMkLst>
          <pc:docMk/>
          <pc:sldMk cId="1579502121" sldId="264"/>
        </pc:sldMkLst>
      </pc:sldChg>
      <pc:sldChg chg="del">
        <pc:chgData name="COOPER Sarina [Southern River College]" userId="7f2b4663-0468-4605-9163-1ba4158276d8" providerId="ADAL" clId="{51FD098D-1145-431E-AED7-76828F7510DD}" dt="2024-08-12T00:32:43.037" v="15" actId="47"/>
        <pc:sldMkLst>
          <pc:docMk/>
          <pc:sldMk cId="2621347449" sldId="265"/>
        </pc:sldMkLst>
      </pc:sldChg>
      <pc:sldChg chg="del">
        <pc:chgData name="COOPER Sarina [Southern River College]" userId="7f2b4663-0468-4605-9163-1ba4158276d8" providerId="ADAL" clId="{51FD098D-1145-431E-AED7-76828F7510DD}" dt="2024-08-12T00:32:43.753" v="16" actId="47"/>
        <pc:sldMkLst>
          <pc:docMk/>
          <pc:sldMk cId="1664370118" sldId="266"/>
        </pc:sldMkLst>
      </pc:sldChg>
      <pc:sldChg chg="del">
        <pc:chgData name="COOPER Sarina [Southern River College]" userId="7f2b4663-0468-4605-9163-1ba4158276d8" providerId="ADAL" clId="{51FD098D-1145-431E-AED7-76828F7510DD}" dt="2024-08-12T00:32:44.589" v="17" actId="47"/>
        <pc:sldMkLst>
          <pc:docMk/>
          <pc:sldMk cId="3611078461" sldId="267"/>
        </pc:sldMkLst>
      </pc:sldChg>
      <pc:sldChg chg="del">
        <pc:chgData name="COOPER Sarina [Southern River College]" userId="7f2b4663-0468-4605-9163-1ba4158276d8" providerId="ADAL" clId="{51FD098D-1145-431E-AED7-76828F7510DD}" dt="2024-08-12T00:32:47.505" v="19" actId="47"/>
        <pc:sldMkLst>
          <pc:docMk/>
          <pc:sldMk cId="2237722637" sldId="268"/>
        </pc:sldMkLst>
      </pc:sldChg>
      <pc:sldChg chg="del">
        <pc:chgData name="COOPER Sarina [Southern River College]" userId="7f2b4663-0468-4605-9163-1ba4158276d8" providerId="ADAL" clId="{51FD098D-1145-431E-AED7-76828F7510DD}" dt="2024-08-12T00:32:46.501" v="18" actId="47"/>
        <pc:sldMkLst>
          <pc:docMk/>
          <pc:sldMk cId="2500318964" sldId="269"/>
        </pc:sldMkLst>
      </pc:sldChg>
      <pc:sldChg chg="del">
        <pc:chgData name="COOPER Sarina [Southern River College]" userId="7f2b4663-0468-4605-9163-1ba4158276d8" providerId="ADAL" clId="{51FD098D-1145-431E-AED7-76828F7510DD}" dt="2024-08-12T00:32:55.629" v="21" actId="47"/>
        <pc:sldMkLst>
          <pc:docMk/>
          <pc:sldMk cId="144655086" sldId="270"/>
        </pc:sldMkLst>
      </pc:sldChg>
      <pc:sldChg chg="del">
        <pc:chgData name="COOPER Sarina [Southern River College]" userId="7f2b4663-0468-4605-9163-1ba4158276d8" providerId="ADAL" clId="{51FD098D-1145-431E-AED7-76828F7510DD}" dt="2024-08-12T00:32:42.108" v="14" actId="47"/>
        <pc:sldMkLst>
          <pc:docMk/>
          <pc:sldMk cId="3724295857" sldId="271"/>
        </pc:sldMkLst>
      </pc:sldChg>
      <pc:sldChg chg="del">
        <pc:chgData name="COOPER Sarina [Southern River College]" userId="7f2b4663-0468-4605-9163-1ba4158276d8" providerId="ADAL" clId="{51FD098D-1145-431E-AED7-76828F7510DD}" dt="2024-08-12T00:32:50.816" v="20" actId="47"/>
        <pc:sldMkLst>
          <pc:docMk/>
          <pc:sldMk cId="662257080" sldId="272"/>
        </pc:sldMkLst>
      </pc:sldChg>
      <pc:sldChg chg="del">
        <pc:chgData name="COOPER Sarina [Southern River College]" userId="7f2b4663-0468-4605-9163-1ba4158276d8" providerId="ADAL" clId="{51FD098D-1145-431E-AED7-76828F7510DD}" dt="2024-08-12T00:32:56.566" v="22" actId="47"/>
        <pc:sldMkLst>
          <pc:docMk/>
          <pc:sldMk cId="2103383559" sldId="273"/>
        </pc:sldMkLst>
      </pc:sldChg>
      <pc:sldChg chg="delSp modSp mod">
        <pc:chgData name="COOPER Sarina [Southern River College]" userId="7f2b4663-0468-4605-9163-1ba4158276d8" providerId="ADAL" clId="{51FD098D-1145-431E-AED7-76828F7510DD}" dt="2024-08-12T01:26:24.110" v="62" actId="20577"/>
        <pc:sldMkLst>
          <pc:docMk/>
          <pc:sldMk cId="3993655103" sldId="274"/>
        </pc:sldMkLst>
        <pc:spChg chg="del">
          <ac:chgData name="COOPER Sarina [Southern River College]" userId="7f2b4663-0468-4605-9163-1ba4158276d8" providerId="ADAL" clId="{51FD098D-1145-431E-AED7-76828F7510DD}" dt="2024-08-12T01:26:03.076" v="59" actId="478"/>
          <ac:spMkLst>
            <pc:docMk/>
            <pc:sldMk cId="3993655103" sldId="274"/>
            <ac:spMk id="2" creationId="{B57FC521-36B5-CEAD-4D53-E852D93EB56D}"/>
          </ac:spMkLst>
        </pc:spChg>
        <pc:spChg chg="mod">
          <ac:chgData name="COOPER Sarina [Southern River College]" userId="7f2b4663-0468-4605-9163-1ba4158276d8" providerId="ADAL" clId="{51FD098D-1145-431E-AED7-76828F7510DD}" dt="2024-08-12T01:26:24.110" v="62" actId="20577"/>
          <ac:spMkLst>
            <pc:docMk/>
            <pc:sldMk cId="3993655103" sldId="274"/>
            <ac:spMk id="3" creationId="{15D0871F-1140-442B-A1C4-C96DF011059D}"/>
          </ac:spMkLst>
        </pc:spChg>
      </pc:sldChg>
      <pc:sldChg chg="delSp modSp mod">
        <pc:chgData name="COOPER Sarina [Southern River College]" userId="7f2b4663-0468-4605-9163-1ba4158276d8" providerId="ADAL" clId="{51FD098D-1145-431E-AED7-76828F7510DD}" dt="2024-08-12T01:28:18.539" v="96" actId="20577"/>
        <pc:sldMkLst>
          <pc:docMk/>
          <pc:sldMk cId="3346659622" sldId="275"/>
        </pc:sldMkLst>
        <pc:spChg chg="del">
          <ac:chgData name="COOPER Sarina [Southern River College]" userId="7f2b4663-0468-4605-9163-1ba4158276d8" providerId="ADAL" clId="{51FD098D-1145-431E-AED7-76828F7510DD}" dt="2024-08-12T01:26:38.599" v="63" actId="478"/>
          <ac:spMkLst>
            <pc:docMk/>
            <pc:sldMk cId="3346659622" sldId="275"/>
            <ac:spMk id="2" creationId="{D8DAE643-50DC-4211-FA6E-32D6CA11B6D7}"/>
          </ac:spMkLst>
        </pc:spChg>
        <pc:spChg chg="mod">
          <ac:chgData name="COOPER Sarina [Southern River College]" userId="7f2b4663-0468-4605-9163-1ba4158276d8" providerId="ADAL" clId="{51FD098D-1145-431E-AED7-76828F7510DD}" dt="2024-08-12T01:27:55.612" v="75" actId="1076"/>
          <ac:spMkLst>
            <pc:docMk/>
            <pc:sldMk cId="3346659622" sldId="275"/>
            <ac:spMk id="3" creationId="{404D366C-6D1B-4FA3-8E91-112CEF7AD0E2}"/>
          </ac:spMkLst>
        </pc:spChg>
        <pc:spChg chg="mod">
          <ac:chgData name="COOPER Sarina [Southern River College]" userId="7f2b4663-0468-4605-9163-1ba4158276d8" providerId="ADAL" clId="{51FD098D-1145-431E-AED7-76828F7510DD}" dt="2024-08-12T01:27:49.566" v="74" actId="1076"/>
          <ac:spMkLst>
            <pc:docMk/>
            <pc:sldMk cId="3346659622" sldId="275"/>
            <ac:spMk id="4" creationId="{0AA637F6-DCD8-4FFD-9DE6-BB94804B8814}"/>
          </ac:spMkLst>
        </pc:spChg>
        <pc:spChg chg="mod">
          <ac:chgData name="COOPER Sarina [Southern River College]" userId="7f2b4663-0468-4605-9163-1ba4158276d8" providerId="ADAL" clId="{51FD098D-1145-431E-AED7-76828F7510DD}" dt="2024-08-12T01:28:18.539" v="96" actId="20577"/>
          <ac:spMkLst>
            <pc:docMk/>
            <pc:sldMk cId="3346659622" sldId="275"/>
            <ac:spMk id="5" creationId="{81600A70-565C-4648-8513-20E7397C3CEB}"/>
          </ac:spMkLst>
        </pc:spChg>
      </pc:sldChg>
      <pc:sldChg chg="modSp mod">
        <pc:chgData name="COOPER Sarina [Southern River College]" userId="7f2b4663-0468-4605-9163-1ba4158276d8" providerId="ADAL" clId="{51FD098D-1145-431E-AED7-76828F7510DD}" dt="2024-08-12T01:31:16.947" v="125" actId="1076"/>
        <pc:sldMkLst>
          <pc:docMk/>
          <pc:sldMk cId="2462554309" sldId="276"/>
        </pc:sldMkLst>
        <pc:spChg chg="mod">
          <ac:chgData name="COOPER Sarina [Southern River College]" userId="7f2b4663-0468-4605-9163-1ba4158276d8" providerId="ADAL" clId="{51FD098D-1145-431E-AED7-76828F7510DD}" dt="2024-08-12T01:30:29.120" v="110" actId="1076"/>
          <ac:spMkLst>
            <pc:docMk/>
            <pc:sldMk cId="2462554309" sldId="276"/>
            <ac:spMk id="2" creationId="{D00BE2A2-31AD-48E7-B167-0F2EFBE57155}"/>
          </ac:spMkLst>
        </pc:spChg>
        <pc:spChg chg="mod">
          <ac:chgData name="COOPER Sarina [Southern River College]" userId="7f2b4663-0468-4605-9163-1ba4158276d8" providerId="ADAL" clId="{51FD098D-1145-431E-AED7-76828F7510DD}" dt="2024-08-12T01:31:09.620" v="124" actId="6549"/>
          <ac:spMkLst>
            <pc:docMk/>
            <pc:sldMk cId="2462554309" sldId="276"/>
            <ac:spMk id="3" creationId="{42894CA1-A0AB-4096-831D-576791631D78}"/>
          </ac:spMkLst>
        </pc:spChg>
        <pc:picChg chg="mod">
          <ac:chgData name="COOPER Sarina [Southern River College]" userId="7f2b4663-0468-4605-9163-1ba4158276d8" providerId="ADAL" clId="{51FD098D-1145-431E-AED7-76828F7510DD}" dt="2024-08-12T01:31:16.947" v="125" actId="1076"/>
          <ac:picMkLst>
            <pc:docMk/>
            <pc:sldMk cId="2462554309" sldId="276"/>
            <ac:picMk id="4" creationId="{0F16CF7F-FBC4-4B35-83FE-40FBF40DDCAE}"/>
          </ac:picMkLst>
        </pc:picChg>
      </pc:sldChg>
      <pc:sldChg chg="delSp modSp mod">
        <pc:chgData name="COOPER Sarina [Southern River College]" userId="7f2b4663-0468-4605-9163-1ba4158276d8" providerId="ADAL" clId="{51FD098D-1145-431E-AED7-76828F7510DD}" dt="2024-08-12T01:32:11.050" v="132" actId="6549"/>
        <pc:sldMkLst>
          <pc:docMk/>
          <pc:sldMk cId="4223230422" sldId="277"/>
        </pc:sldMkLst>
        <pc:spChg chg="del">
          <ac:chgData name="COOPER Sarina [Southern River College]" userId="7f2b4663-0468-4605-9163-1ba4158276d8" providerId="ADAL" clId="{51FD098D-1145-431E-AED7-76828F7510DD}" dt="2024-08-12T01:31:34.887" v="126" actId="478"/>
          <ac:spMkLst>
            <pc:docMk/>
            <pc:sldMk cId="4223230422" sldId="277"/>
            <ac:spMk id="2" creationId="{693EE37B-A0CC-1BDD-E2A7-6B1A31B6864A}"/>
          </ac:spMkLst>
        </pc:spChg>
        <pc:spChg chg="mod">
          <ac:chgData name="COOPER Sarina [Southern River College]" userId="7f2b4663-0468-4605-9163-1ba4158276d8" providerId="ADAL" clId="{51FD098D-1145-431E-AED7-76828F7510DD}" dt="2024-08-12T01:32:11.050" v="132" actId="6549"/>
          <ac:spMkLst>
            <pc:docMk/>
            <pc:sldMk cId="4223230422" sldId="277"/>
            <ac:spMk id="3" creationId="{5260E2AE-D817-4942-A372-685D05AEA197}"/>
          </ac:spMkLst>
        </pc:spChg>
      </pc:sldChg>
      <pc:sldChg chg="delSp modSp mod">
        <pc:chgData name="COOPER Sarina [Southern River College]" userId="7f2b4663-0468-4605-9163-1ba4158276d8" providerId="ADAL" clId="{51FD098D-1145-431E-AED7-76828F7510DD}" dt="2024-08-12T01:34:38.928" v="156" actId="1076"/>
        <pc:sldMkLst>
          <pc:docMk/>
          <pc:sldMk cId="401990514" sldId="278"/>
        </pc:sldMkLst>
        <pc:spChg chg="del">
          <ac:chgData name="COOPER Sarina [Southern River College]" userId="7f2b4663-0468-4605-9163-1ba4158276d8" providerId="ADAL" clId="{51FD098D-1145-431E-AED7-76828F7510DD}" dt="2024-08-12T01:33:56.487" v="145" actId="478"/>
          <ac:spMkLst>
            <pc:docMk/>
            <pc:sldMk cId="401990514" sldId="278"/>
            <ac:spMk id="2" creationId="{6F0C797A-7B18-9F21-5817-CC0A60B0A9F6}"/>
          </ac:spMkLst>
        </pc:spChg>
        <pc:spChg chg="mod">
          <ac:chgData name="COOPER Sarina [Southern River College]" userId="7f2b4663-0468-4605-9163-1ba4158276d8" providerId="ADAL" clId="{51FD098D-1145-431E-AED7-76828F7510DD}" dt="2024-08-12T01:34:38.928" v="156" actId="1076"/>
          <ac:spMkLst>
            <pc:docMk/>
            <pc:sldMk cId="401990514" sldId="278"/>
            <ac:spMk id="3" creationId="{038A6EEE-2B0D-4114-B0B7-248BD5F97152}"/>
          </ac:spMkLst>
        </pc:spChg>
      </pc:sldChg>
      <pc:sldChg chg="delSp modSp mod">
        <pc:chgData name="COOPER Sarina [Southern River College]" userId="7f2b4663-0468-4605-9163-1ba4158276d8" providerId="ADAL" clId="{51FD098D-1145-431E-AED7-76828F7510DD}" dt="2024-08-12T01:33:36.024" v="144" actId="1076"/>
        <pc:sldMkLst>
          <pc:docMk/>
          <pc:sldMk cId="822833391" sldId="279"/>
        </pc:sldMkLst>
        <pc:spChg chg="del">
          <ac:chgData name="COOPER Sarina [Southern River College]" userId="7f2b4663-0468-4605-9163-1ba4158276d8" providerId="ADAL" clId="{51FD098D-1145-431E-AED7-76828F7510DD}" dt="2024-08-12T01:32:34.114" v="133" actId="478"/>
          <ac:spMkLst>
            <pc:docMk/>
            <pc:sldMk cId="822833391" sldId="279"/>
            <ac:spMk id="2" creationId="{70BA024A-FACC-8D8C-A987-AC737BC7340D}"/>
          </ac:spMkLst>
        </pc:spChg>
        <pc:spChg chg="del mod">
          <ac:chgData name="COOPER Sarina [Southern River College]" userId="7f2b4663-0468-4605-9163-1ba4158276d8" providerId="ADAL" clId="{51FD098D-1145-431E-AED7-76828F7510DD}" dt="2024-08-12T01:32:43.509" v="135" actId="478"/>
          <ac:spMkLst>
            <pc:docMk/>
            <pc:sldMk cId="822833391" sldId="279"/>
            <ac:spMk id="3" creationId="{EFA1DBA4-0DC3-887D-410A-6EB61459D421}"/>
          </ac:spMkLst>
        </pc:spChg>
        <pc:spChg chg="mod">
          <ac:chgData name="COOPER Sarina [Southern River College]" userId="7f2b4663-0468-4605-9163-1ba4158276d8" providerId="ADAL" clId="{51FD098D-1145-431E-AED7-76828F7510DD}" dt="2024-08-12T01:33:33.230" v="143" actId="1076"/>
          <ac:spMkLst>
            <pc:docMk/>
            <pc:sldMk cId="822833391" sldId="279"/>
            <ac:spMk id="7" creationId="{6EA78D84-4FF6-4C26-B29A-4D60F96C5DD1}"/>
          </ac:spMkLst>
        </pc:spChg>
        <pc:picChg chg="mod">
          <ac:chgData name="COOPER Sarina [Southern River College]" userId="7f2b4663-0468-4605-9163-1ba4158276d8" providerId="ADAL" clId="{51FD098D-1145-431E-AED7-76828F7510DD}" dt="2024-08-12T01:33:36.024" v="144" actId="1076"/>
          <ac:picMkLst>
            <pc:docMk/>
            <pc:sldMk cId="822833391" sldId="279"/>
            <ac:picMk id="6" creationId="{F88E5A7D-691E-49A3-A611-B8A2EAAB2C4D}"/>
          </ac:picMkLst>
        </pc:picChg>
      </pc:sldChg>
      <pc:sldChg chg="delSp modSp mod">
        <pc:chgData name="COOPER Sarina [Southern River College]" userId="7f2b4663-0468-4605-9163-1ba4158276d8" providerId="ADAL" clId="{51FD098D-1145-431E-AED7-76828F7510DD}" dt="2024-08-12T01:35:41.029" v="162" actId="1076"/>
        <pc:sldMkLst>
          <pc:docMk/>
          <pc:sldMk cId="1351008254" sldId="280"/>
        </pc:sldMkLst>
        <pc:spChg chg="del">
          <ac:chgData name="COOPER Sarina [Southern River College]" userId="7f2b4663-0468-4605-9163-1ba4158276d8" providerId="ADAL" clId="{51FD098D-1145-431E-AED7-76828F7510DD}" dt="2024-08-12T01:35:16.775" v="157" actId="478"/>
          <ac:spMkLst>
            <pc:docMk/>
            <pc:sldMk cId="1351008254" sldId="280"/>
            <ac:spMk id="2" creationId="{7F105D8B-0166-45C7-DB46-2D45FB95A90C}"/>
          </ac:spMkLst>
        </pc:spChg>
        <pc:spChg chg="mod">
          <ac:chgData name="COOPER Sarina [Southern River College]" userId="7f2b4663-0468-4605-9163-1ba4158276d8" providerId="ADAL" clId="{51FD098D-1145-431E-AED7-76828F7510DD}" dt="2024-08-12T01:35:39.647" v="161" actId="14100"/>
          <ac:spMkLst>
            <pc:docMk/>
            <pc:sldMk cId="1351008254" sldId="280"/>
            <ac:spMk id="3" creationId="{E4EAB3D9-1F32-4A55-AE36-3B63D4854CFB}"/>
          </ac:spMkLst>
        </pc:spChg>
        <pc:picChg chg="mod">
          <ac:chgData name="COOPER Sarina [Southern River College]" userId="7f2b4663-0468-4605-9163-1ba4158276d8" providerId="ADAL" clId="{51FD098D-1145-431E-AED7-76828F7510DD}" dt="2024-08-12T01:35:41.029" v="162" actId="1076"/>
          <ac:picMkLst>
            <pc:docMk/>
            <pc:sldMk cId="1351008254" sldId="280"/>
            <ac:picMk id="5" creationId="{0E2326AD-2506-4B5D-889B-AE0404EF77D4}"/>
          </ac:picMkLst>
        </pc:picChg>
      </pc:sldChg>
      <pc:sldChg chg="delSp modSp mod">
        <pc:chgData name="COOPER Sarina [Southern River College]" userId="7f2b4663-0468-4605-9163-1ba4158276d8" providerId="ADAL" clId="{51FD098D-1145-431E-AED7-76828F7510DD}" dt="2024-08-12T01:37:53.842" v="186" actId="1076"/>
        <pc:sldMkLst>
          <pc:docMk/>
          <pc:sldMk cId="2225766114" sldId="281"/>
        </pc:sldMkLst>
        <pc:spChg chg="del">
          <ac:chgData name="COOPER Sarina [Southern River College]" userId="7f2b4663-0468-4605-9163-1ba4158276d8" providerId="ADAL" clId="{51FD098D-1145-431E-AED7-76828F7510DD}" dt="2024-08-12T01:37:25.135" v="182" actId="478"/>
          <ac:spMkLst>
            <pc:docMk/>
            <pc:sldMk cId="2225766114" sldId="281"/>
            <ac:spMk id="2" creationId="{92103259-A0B1-7CF1-EBDF-59C6842E20FA}"/>
          </ac:spMkLst>
        </pc:spChg>
        <pc:spChg chg="mod">
          <ac:chgData name="COOPER Sarina [Southern River College]" userId="7f2b4663-0468-4605-9163-1ba4158276d8" providerId="ADAL" clId="{51FD098D-1145-431E-AED7-76828F7510DD}" dt="2024-08-12T01:37:53.842" v="186" actId="1076"/>
          <ac:spMkLst>
            <pc:docMk/>
            <pc:sldMk cId="2225766114" sldId="281"/>
            <ac:spMk id="3" creationId="{C2D4A79B-455E-4D50-B14F-0CC61A73941C}"/>
          </ac:spMkLst>
        </pc:spChg>
        <pc:picChg chg="mod">
          <ac:chgData name="COOPER Sarina [Southern River College]" userId="7f2b4663-0468-4605-9163-1ba4158276d8" providerId="ADAL" clId="{51FD098D-1145-431E-AED7-76828F7510DD}" dt="2024-08-12T01:37:45.733" v="185" actId="1076"/>
          <ac:picMkLst>
            <pc:docMk/>
            <pc:sldMk cId="2225766114" sldId="281"/>
            <ac:picMk id="4" creationId="{D749018C-B619-45EE-A953-5F05D961C431}"/>
          </ac:picMkLst>
        </pc:picChg>
      </pc:sldChg>
      <pc:sldChg chg="delSp modSp mod">
        <pc:chgData name="COOPER Sarina [Southern River College]" userId="7f2b4663-0468-4605-9163-1ba4158276d8" providerId="ADAL" clId="{51FD098D-1145-431E-AED7-76828F7510DD}" dt="2024-08-12T01:38:24.215" v="190" actId="1076"/>
        <pc:sldMkLst>
          <pc:docMk/>
          <pc:sldMk cId="1715706004" sldId="282"/>
        </pc:sldMkLst>
        <pc:spChg chg="del">
          <ac:chgData name="COOPER Sarina [Southern River College]" userId="7f2b4663-0468-4605-9163-1ba4158276d8" providerId="ADAL" clId="{51FD098D-1145-431E-AED7-76828F7510DD}" dt="2024-08-12T01:38:03.673" v="187" actId="478"/>
          <ac:spMkLst>
            <pc:docMk/>
            <pc:sldMk cId="1715706004" sldId="282"/>
            <ac:spMk id="2" creationId="{282B79E3-EFC8-965E-320B-C4647BE36682}"/>
          </ac:spMkLst>
        </pc:spChg>
        <pc:spChg chg="del">
          <ac:chgData name="COOPER Sarina [Southern River College]" userId="7f2b4663-0468-4605-9163-1ba4158276d8" providerId="ADAL" clId="{51FD098D-1145-431E-AED7-76828F7510DD}" dt="2024-08-12T01:38:06.136" v="188" actId="478"/>
          <ac:spMkLst>
            <pc:docMk/>
            <pc:sldMk cId="1715706004" sldId="282"/>
            <ac:spMk id="3" creationId="{434DFB55-8468-A860-265B-919D84E65535}"/>
          </ac:spMkLst>
        </pc:spChg>
        <pc:picChg chg="mod">
          <ac:chgData name="COOPER Sarina [Southern River College]" userId="7f2b4663-0468-4605-9163-1ba4158276d8" providerId="ADAL" clId="{51FD098D-1145-431E-AED7-76828F7510DD}" dt="2024-08-12T01:38:18.762" v="189" actId="1076"/>
          <ac:picMkLst>
            <pc:docMk/>
            <pc:sldMk cId="1715706004" sldId="282"/>
            <ac:picMk id="6" creationId="{21B9BC67-A55C-46D3-A469-0DD3588DE319}"/>
          </ac:picMkLst>
        </pc:picChg>
        <pc:picChg chg="mod">
          <ac:chgData name="COOPER Sarina [Southern River College]" userId="7f2b4663-0468-4605-9163-1ba4158276d8" providerId="ADAL" clId="{51FD098D-1145-431E-AED7-76828F7510DD}" dt="2024-08-12T01:38:24.215" v="190" actId="1076"/>
          <ac:picMkLst>
            <pc:docMk/>
            <pc:sldMk cId="1715706004" sldId="282"/>
            <ac:picMk id="7" creationId="{D31F97F9-C2A6-4A58-98BA-747BDA634119}"/>
          </ac:picMkLst>
        </pc:picChg>
      </pc:sldChg>
      <pc:sldChg chg="delSp modSp mod">
        <pc:chgData name="COOPER Sarina [Southern River College]" userId="7f2b4663-0468-4605-9163-1ba4158276d8" providerId="ADAL" clId="{51FD098D-1145-431E-AED7-76828F7510DD}" dt="2024-08-12T01:39:23.839" v="206" actId="14100"/>
        <pc:sldMkLst>
          <pc:docMk/>
          <pc:sldMk cId="970069324" sldId="283"/>
        </pc:sldMkLst>
        <pc:spChg chg="del">
          <ac:chgData name="COOPER Sarina [Southern River College]" userId="7f2b4663-0468-4605-9163-1ba4158276d8" providerId="ADAL" clId="{51FD098D-1145-431E-AED7-76828F7510DD}" dt="2024-08-12T01:38:33.228" v="191" actId="478"/>
          <ac:spMkLst>
            <pc:docMk/>
            <pc:sldMk cId="970069324" sldId="283"/>
            <ac:spMk id="2" creationId="{6A6D95D2-82FD-A9A8-57AA-46FD6ACE2066}"/>
          </ac:spMkLst>
        </pc:spChg>
        <pc:spChg chg="mod">
          <ac:chgData name="COOPER Sarina [Southern River College]" userId="7f2b4663-0468-4605-9163-1ba4158276d8" providerId="ADAL" clId="{51FD098D-1145-431E-AED7-76828F7510DD}" dt="2024-08-12T01:38:40.021" v="192" actId="1076"/>
          <ac:spMkLst>
            <pc:docMk/>
            <pc:sldMk cId="970069324" sldId="283"/>
            <ac:spMk id="3" creationId="{3C843AFF-8FC3-4803-B99B-7414B83B613E}"/>
          </ac:spMkLst>
        </pc:spChg>
        <pc:spChg chg="mod">
          <ac:chgData name="COOPER Sarina [Southern River College]" userId="7f2b4663-0468-4605-9163-1ba4158276d8" providerId="ADAL" clId="{51FD098D-1145-431E-AED7-76828F7510DD}" dt="2024-08-12T01:39:23.839" v="206" actId="14100"/>
          <ac:spMkLst>
            <pc:docMk/>
            <pc:sldMk cId="970069324" sldId="283"/>
            <ac:spMk id="4" creationId="{CC555BF4-1520-48A4-BD34-7E7F8E0FF5F0}"/>
          </ac:spMkLst>
        </pc:spChg>
      </pc:sldChg>
      <pc:sldChg chg="del">
        <pc:chgData name="COOPER Sarina [Southern River College]" userId="7f2b4663-0468-4605-9163-1ba4158276d8" providerId="ADAL" clId="{51FD098D-1145-431E-AED7-76828F7510DD}" dt="2024-08-12T00:32:57.924" v="23" actId="47"/>
        <pc:sldMkLst>
          <pc:docMk/>
          <pc:sldMk cId="4133747821" sldId="284"/>
        </pc:sldMkLst>
      </pc:sldChg>
      <pc:sldChg chg="modSp mod">
        <pc:chgData name="COOPER Sarina [Southern River College]" userId="7f2b4663-0468-4605-9163-1ba4158276d8" providerId="ADAL" clId="{51FD098D-1145-431E-AED7-76828F7510DD}" dt="2024-08-12T01:36:11.577" v="178" actId="1076"/>
        <pc:sldMkLst>
          <pc:docMk/>
          <pc:sldMk cId="2318432230" sldId="286"/>
        </pc:sldMkLst>
        <pc:spChg chg="mod">
          <ac:chgData name="COOPER Sarina [Southern River College]" userId="7f2b4663-0468-4605-9163-1ba4158276d8" providerId="ADAL" clId="{51FD098D-1145-431E-AED7-76828F7510DD}" dt="2024-08-12T01:36:11.577" v="178" actId="1076"/>
          <ac:spMkLst>
            <pc:docMk/>
            <pc:sldMk cId="2318432230" sldId="28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DDFFC-BED2-4BF7-B6DC-0F2B09EDE2B0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363323-71A0-4A21-ACF0-82174FDE42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898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39919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002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947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38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5367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918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597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469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808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377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6404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602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308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8670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2756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0193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22309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169513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6241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2065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922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2027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24791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9880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4679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45419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8675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55817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02782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26953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46653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7759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4298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952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E69A04A-9046-44BF-82DB-668F28F21BC9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A24EA21-8844-4577-A2C6-6C597ED7CC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7713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0C72779-29AB-4ECE-8EA0-D161D12BDB52}" type="datetimeFigureOut">
              <a:rPr lang="en-AU" smtClean="0"/>
              <a:t>12/08/2024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6880F4B-5908-404D-A5BE-7A4C83FBD9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8620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57" r="15222" b="-2"/>
          <a:stretch/>
        </p:blipFill>
        <p:spPr>
          <a:xfrm>
            <a:off x="20" y="10"/>
            <a:ext cx="4086205" cy="6857990"/>
          </a:xfrm>
          <a:prstGeom prst="rect">
            <a:avLst/>
          </a:prstGeom>
        </p:spPr>
      </p:pic>
      <p:grpSp>
        <p:nvGrpSpPr>
          <p:cNvPr id="24" name="Group 11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7539" y="0"/>
            <a:ext cx="1958686" cy="6858000"/>
            <a:chOff x="2836718" y="0"/>
            <a:chExt cx="2611581" cy="6858000"/>
          </a:xfrm>
        </p:grpSpPr>
        <p:sp useBgFill="1">
          <p:nvSpPr>
            <p:cNvPr id="13" name="Rectangle 19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BCBCB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 useBgFill="1">
          <p:nvSpPr>
            <p:cNvPr id="25" name="Rectangle 20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BCBCB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grpSp>
        <p:nvGrpSpPr>
          <p:cNvPr id="16" name="Group 15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19326" y="-4763"/>
            <a:ext cx="3761187" cy="6862763"/>
            <a:chOff x="2928938" y="-4763"/>
            <a:chExt cx="5014912" cy="6862763"/>
          </a:xfrm>
        </p:grpSpPr>
        <p:sp>
          <p:nvSpPr>
            <p:cNvPr id="17" name="Freeform 6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8" name="Freeform 7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9" name="Freeform 9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10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1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6" name="Freeform 12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45658" y="2382917"/>
            <a:ext cx="5938612" cy="1623430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>
                <a:solidFill>
                  <a:schemeClr val="accent3">
                    <a:lumMod val="10000"/>
                  </a:schemeClr>
                </a:solidFill>
              </a:rPr>
              <a:t>Relativistic Momentum and Energy</a:t>
            </a:r>
          </a:p>
        </p:txBody>
      </p:sp>
    </p:spTree>
    <p:extLst>
      <p:ext uri="{BB962C8B-B14F-4D97-AF65-F5344CB8AC3E}">
        <p14:creationId xmlns:p14="http://schemas.microsoft.com/office/powerpoint/2010/main" val="231843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A19C-672A-4B78-866F-14FCA52E7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3D24D-7B7D-4358-A763-B7597BC02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868129"/>
            <a:ext cx="7704667" cy="413168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en-AU" sz="2800" dirty="0"/>
              <a:t>Relativistic momentum increases at high relative speed and prevents an object from reaching the speed of light</a:t>
            </a:r>
          </a:p>
          <a:p>
            <a:pPr>
              <a:lnSpc>
                <a:spcPct val="100000"/>
              </a:lnSpc>
            </a:pPr>
            <a:r>
              <a:rPr lang="en-AU" sz="2800" dirty="0"/>
              <a:t>Observations of objects travelling at very high speeds cannot be explained by Newtonian physics. These include the dilated half-life of high-speed muons created in the upper atmosphere, and the momentum of high-speed particles in particle accelerators.</a:t>
            </a:r>
          </a:p>
          <a:p>
            <a:pPr>
              <a:lnSpc>
                <a:spcPct val="100000"/>
              </a:lnSpc>
            </a:pPr>
            <a:r>
              <a:rPr lang="en-AU" sz="2800" dirty="0"/>
              <a:t>The concept of mass-energy equivalence emerged from the special theory of relativity and explains the source of the energy produced in nuclear reactions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77476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9922-69D6-4C2D-A3ED-4B172A332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20993"/>
          </a:xfrm>
        </p:spPr>
        <p:txBody>
          <a:bodyPr/>
          <a:lstStyle/>
          <a:p>
            <a:r>
              <a:rPr lang="en-AU" dirty="0"/>
              <a:t>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F56ACB-884B-4C85-AB06-DB5410DE88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2133" y="1681316"/>
                <a:ext cx="7704667" cy="4318500"/>
              </a:xfrm>
            </p:spPr>
            <p:txBody>
              <a:bodyPr>
                <a:noAutofit/>
              </a:bodyPr>
              <a:lstStyle/>
              <a:p>
                <a:r>
                  <a:rPr lang="en-AU" dirty="0"/>
                  <a:t>  Relativistic Momentum: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𝑚𝑣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A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Mass energy equivalence: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A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F56ACB-884B-4C85-AB06-DB5410DE88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2133" y="1681316"/>
                <a:ext cx="7704667" cy="4318500"/>
              </a:xfrm>
              <a:blipFill>
                <a:blip r:embed="rId2"/>
                <a:stretch>
                  <a:fillRect l="-19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599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846C4-2298-4DC2-9D94-E5860435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Text 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37719-5F5A-4C7C-AAD6-5A10CB03F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1079090"/>
          </a:xfrm>
        </p:spPr>
        <p:txBody>
          <a:bodyPr>
            <a:normAutofit/>
          </a:bodyPr>
          <a:lstStyle/>
          <a:p>
            <a:r>
              <a:rPr lang="en-AU" sz="2400" dirty="0"/>
              <a:t>Step Up 4.5</a:t>
            </a:r>
          </a:p>
        </p:txBody>
      </p:sp>
    </p:spTree>
    <p:extLst>
      <p:ext uri="{BB962C8B-B14F-4D97-AF65-F5344CB8AC3E}">
        <p14:creationId xmlns:p14="http://schemas.microsoft.com/office/powerpoint/2010/main" val="872635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1C5C9-4E49-4BC2-9687-E0B3BE8D1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791496"/>
          </a:xfrm>
        </p:spPr>
        <p:txBody>
          <a:bodyPr/>
          <a:lstStyle/>
          <a:p>
            <a:r>
              <a:rPr lang="en-AU" dirty="0"/>
              <a:t>Relativistic momentum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11627C-803E-40F8-91A9-FBAC26D3E5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4598" y="1248697"/>
                <a:ext cx="7704667" cy="5378245"/>
              </a:xfrm>
            </p:spPr>
            <p:txBody>
              <a:bodyPr>
                <a:normAutofit/>
              </a:bodyPr>
              <a:lstStyle/>
              <a:p>
                <a:r>
                  <a:rPr lang="en-AU" sz="2400" dirty="0"/>
                  <a:t>If we want to preserve the law of conservation of momentum in relativity we must redefine momentum as: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𝑚𝑣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For speeds much less than the speed of light this equation yields results consistent with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𝑚𝑣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11627C-803E-40F8-91A9-FBAC26D3E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4598" y="1248697"/>
                <a:ext cx="7704667" cy="5378245"/>
              </a:xfrm>
              <a:blipFill>
                <a:blip r:embed="rId2"/>
                <a:stretch>
                  <a:fillRect l="-1978" r="-3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A243FF5-8A6F-4C9A-9651-81973E255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869" y="2527817"/>
            <a:ext cx="4221802" cy="23784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019DBD-2AF0-4F2E-9D78-B421A66F58DB}"/>
                  </a:ext>
                </a:extLst>
              </p:cNvPr>
              <p:cNvSpPr txBox="1"/>
              <p:nvPr/>
            </p:nvSpPr>
            <p:spPr>
              <a:xfrm>
                <a:off x="1407635" y="4453989"/>
                <a:ext cx="31643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Note:  m is the rest mass, this is often represented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019DBD-2AF0-4F2E-9D78-B421A66F5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635" y="4453989"/>
                <a:ext cx="3164365" cy="646331"/>
              </a:xfrm>
              <a:prstGeom prst="rect">
                <a:avLst/>
              </a:prstGeom>
              <a:blipFill>
                <a:blip r:embed="rId4"/>
                <a:stretch>
                  <a:fillRect l="-1734" t="-5660" r="-2119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68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0871F-1140-442B-A1C4-C96DF0110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778" y="186755"/>
            <a:ext cx="7704667" cy="2379215"/>
          </a:xfrm>
        </p:spPr>
        <p:txBody>
          <a:bodyPr>
            <a:normAutofit/>
          </a:bodyPr>
          <a:lstStyle/>
          <a:p>
            <a:r>
              <a:rPr lang="en-AU" sz="2400" dirty="0"/>
              <a:t>The graph of classical momentum is linear, and does not respond to the limiting velocity of c.  </a:t>
            </a:r>
          </a:p>
          <a:p>
            <a:r>
              <a:rPr lang="en-AU" sz="2400" dirty="0"/>
              <a:t>At low velocities, the graph of momentum vs v/c follows the linear trend but as it approaches the limiting value of 1 then it tends to infinity.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55F969-1502-4BB7-9153-F2D4DC897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730" y="2565970"/>
            <a:ext cx="502920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655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366C-6D1B-4FA3-8E91-112CEF7AD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443" y="0"/>
            <a:ext cx="7704667" cy="1236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Question:  Compare the relativistic and classical momentum of an electron moving at 0.99 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A637F6-DCD8-4FFD-9DE6-BB94804B8814}"/>
                  </a:ext>
                </a:extLst>
              </p:cNvPr>
              <p:cNvSpPr txBox="1"/>
              <p:nvPr/>
            </p:nvSpPr>
            <p:spPr>
              <a:xfrm>
                <a:off x="1305592" y="1146282"/>
                <a:ext cx="4561117" cy="5335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Answer:  </a:t>
                </a:r>
              </a:p>
              <a:p>
                <a:r>
                  <a:rPr lang="en-AU" sz="2400" dirty="0"/>
                  <a:t>Classical </a:t>
                </a:r>
              </a:p>
              <a:p>
                <a:r>
                  <a:rPr lang="en-AU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𝑚𝑣</m:t>
                    </m:r>
                  </m:oMath>
                </a14:m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9.11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−31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0.99</m:t>
                        </m:r>
                      </m:e>
                    </m:d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</m:t>
                        </m:r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</m:oMath>
                </a14:m>
                <a:r>
                  <a:rPr lang="en-AU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=2.71×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AU" sz="2400" b="0" dirty="0">
                    <a:ea typeface="Cambria Math" panose="02040503050406030204" pitchFamily="18" charset="0"/>
                  </a:rPr>
                  <a:t> 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Relativistic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𝑚𝑣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en-AU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9.11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−31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0.9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9)(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3×</m:t>
                            </m:r>
                            <m:sSup>
                              <m:sSup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AU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AU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1.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92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−21</m:t>
                        </m:r>
                      </m:sup>
                    </m:sSup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𝑘𝑔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AU" sz="2400" dirty="0"/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A637F6-DCD8-4FFD-9DE6-BB94804B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592" y="1146282"/>
                <a:ext cx="4561117" cy="5335563"/>
              </a:xfrm>
              <a:prstGeom prst="rect">
                <a:avLst/>
              </a:prstGeom>
              <a:blipFill>
                <a:blip r:embed="rId2"/>
                <a:stretch>
                  <a:fillRect l="-2005" t="-9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600A70-565C-4648-8513-20E7397C3CEB}"/>
                  </a:ext>
                </a:extLst>
              </p:cNvPr>
              <p:cNvSpPr txBox="1"/>
              <p:nvPr/>
            </p:nvSpPr>
            <p:spPr>
              <a:xfrm>
                <a:off x="5309797" y="3108791"/>
                <a:ext cx="3533313" cy="3111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To compare show as a ratio:    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1.92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−21</m:t>
                              </m:r>
                            </m:sup>
                          </m:sSup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2.71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−22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=7.08</m:t>
                      </m:r>
                    </m:oMath>
                  </m:oMathPara>
                </a14:m>
                <a:endParaRPr lang="en-AU" sz="2400" b="0" dirty="0"/>
              </a:p>
              <a:p>
                <a:endParaRPr lang="en-AU" sz="2400" dirty="0"/>
              </a:p>
              <a:p>
                <a:r>
                  <a:rPr lang="en-AU" sz="2400" dirty="0">
                    <a:sym typeface="Symbol" panose="05050102010706020507" pitchFamily="18" charset="2"/>
                  </a:rPr>
                  <a:t></a:t>
                </a:r>
                <a:r>
                  <a:rPr lang="en-AU" sz="2400" dirty="0"/>
                  <a:t> relativistic momentum is 7.08 times greater than the classical momentum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600A70-565C-4648-8513-20E7397C3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797" y="3108791"/>
                <a:ext cx="3533313" cy="3111878"/>
              </a:xfrm>
              <a:prstGeom prst="rect">
                <a:avLst/>
              </a:prstGeom>
              <a:blipFill>
                <a:blip r:embed="rId3"/>
                <a:stretch>
                  <a:fillRect l="-2586" t="-1569" b="-35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65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6F5137-59B3-4986-BADF-FFB9CD3C94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8611" y="235974"/>
                <a:ext cx="7704667" cy="21726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sz="2400" dirty="0"/>
                  <a:t>Question:  Calculate the momentum of an electron when it has a speed of:</a:t>
                </a:r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4.00 </m:t>
                    </m:r>
                    <m: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b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AU" sz="2400" b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AU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AU" sz="2400" dirty="0"/>
                  <a:t> in the CRT of a television set</a:t>
                </a:r>
              </a:p>
              <a:p>
                <a:pPr marL="457200" indent="-457200">
                  <a:buAutoNum type="alphaLcParenR"/>
                </a:pPr>
                <a:r>
                  <a:rPr lang="en-AU" sz="2400" dirty="0"/>
                  <a:t> 0.98 c in an accelerator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6F5137-59B3-4986-BADF-FFB9CD3C94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8611" y="235974"/>
                <a:ext cx="7704667" cy="2172610"/>
              </a:xfrm>
              <a:blipFill>
                <a:blip r:embed="rId2"/>
                <a:stretch>
                  <a:fillRect l="-2373" b="-47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903977-2E48-4C14-8A14-9182CA31DDAF}"/>
                  </a:ext>
                </a:extLst>
              </p:cNvPr>
              <p:cNvSpPr txBox="1"/>
              <p:nvPr/>
            </p:nvSpPr>
            <p:spPr>
              <a:xfrm>
                <a:off x="807868" y="2642259"/>
                <a:ext cx="8336132" cy="2984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Answer:</a:t>
                </a:r>
              </a:p>
              <a:p>
                <a:r>
                  <a:rPr lang="en-AU" sz="2400" dirty="0"/>
                  <a:t>a)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𝑚𝑣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9.11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−31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4.00×</m:t>
                            </m:r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(4.00</m:t>
                                    </m:r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(3</m:t>
                                    </m:r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=3.68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−23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𝑚𝑣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9.11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−31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0.98×3×</m:t>
                            </m:r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0.98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1.35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−21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𝑘𝑔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903977-2E48-4C14-8A14-9182CA31D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68" y="2642259"/>
                <a:ext cx="8336132" cy="2984791"/>
              </a:xfrm>
              <a:prstGeom prst="rect">
                <a:avLst/>
              </a:prstGeom>
              <a:blipFill>
                <a:blip r:embed="rId3"/>
                <a:stretch>
                  <a:fillRect l="-1170" t="-1633" b="-18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40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E2A2-31AD-48E7-B167-0F2EFBE57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449" y="192396"/>
            <a:ext cx="7704667" cy="850489"/>
          </a:xfrm>
        </p:spPr>
        <p:txBody>
          <a:bodyPr/>
          <a:lstStyle/>
          <a:p>
            <a:r>
              <a:rPr lang="en-AU" dirty="0"/>
              <a:t>Relativistic Energy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94CA1-A0AB-4096-831D-576791631D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7772" y="1042885"/>
                <a:ext cx="7704667" cy="1777181"/>
              </a:xfrm>
            </p:spPr>
            <p:txBody>
              <a:bodyPr>
                <a:normAutofit/>
              </a:bodyPr>
              <a:lstStyle/>
              <a:p>
                <a:r>
                  <a:rPr lang="en-AU" sz="2400" dirty="0"/>
                  <a:t>We know from classical physics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/>
                  <a:t>, but a graph of an object with relativistic speeds cannot cross the threshold put in place by the limiting velocity of c.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94CA1-A0AB-4096-831D-576791631D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7772" y="1042885"/>
                <a:ext cx="7704667" cy="1777181"/>
              </a:xfrm>
              <a:blipFill>
                <a:blip r:embed="rId2"/>
                <a:stretch>
                  <a:fillRect l="-19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F16CF7F-FBC4-4B35-83FE-40FBF40DD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021" y="2769113"/>
            <a:ext cx="5991472" cy="384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54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60E2AE-D817-4942-A372-685D05AEA1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1127" y="432620"/>
                <a:ext cx="7704667" cy="582283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AU" sz="2400" dirty="0"/>
                  <a:t>If velocity is limited and energy keeps being put into an object then how do we account for this?  At high speeds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/>
                  <a:t> cannot be correct. </a:t>
                </a:r>
              </a:p>
              <a:p>
                <a:r>
                  <a:rPr lang="en-AU" sz="2400" dirty="0"/>
                  <a:t>Energy and mass are different forms of the same thing, remember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/>
                  <a:t>.  Energy can be converted into mass.</a:t>
                </a:r>
              </a:p>
              <a:p>
                <a:r>
                  <a:rPr lang="en-AU" sz="2400" dirty="0"/>
                  <a:t>Now we acknowledge that mass is not a constant, if we take out equations for momentum, equate and rearrange them then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r>
                  <a:rPr lang="en-AU" sz="2400" dirty="0"/>
                  <a:t>This is a relativistic mass formula (not on data sheet).  Mass depends on who is observing the mass.  This has been observed in particle accelerators – faster moving charged particles accelerate as if they have greater mass.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60E2AE-D817-4942-A372-685D05AEA1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1127" y="432620"/>
                <a:ext cx="7704667" cy="5822835"/>
              </a:xfrm>
              <a:blipFill>
                <a:blip r:embed="rId2"/>
                <a:stretch>
                  <a:fillRect l="-1820" t="-3246" b="-17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230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8E5A7D-691E-49A3-A611-B8A2EAAB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14" y="1078705"/>
            <a:ext cx="5785944" cy="55906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A78D84-4FF6-4C26-B29A-4D60F96C5DD1}"/>
              </a:ext>
            </a:extLst>
          </p:cNvPr>
          <p:cNvSpPr txBox="1"/>
          <p:nvPr/>
        </p:nvSpPr>
        <p:spPr>
          <a:xfrm>
            <a:off x="1356852" y="188627"/>
            <a:ext cx="7069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more energy put into an object as it approaches the speed of light, the higher the mass of the object will be.</a:t>
            </a:r>
          </a:p>
        </p:txBody>
      </p:sp>
    </p:spTree>
    <p:extLst>
      <p:ext uri="{BB962C8B-B14F-4D97-AF65-F5344CB8AC3E}">
        <p14:creationId xmlns:p14="http://schemas.microsoft.com/office/powerpoint/2010/main" val="822833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8A6EEE-2B0D-4114-B0B7-248BD5F971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93410" y="399595"/>
                <a:ext cx="7247467" cy="6207683"/>
              </a:xfrm>
            </p:spPr>
            <p:txBody>
              <a:bodyPr>
                <a:normAutofit/>
              </a:bodyPr>
              <a:lstStyle/>
              <a:p>
                <a:r>
                  <a:rPr lang="en-AU" sz="2400" dirty="0"/>
                  <a:t>We describe the equation for relativistic energy as follows: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We have evidence for mass-energy equivalence from Year 11 Physics.  Remember that we covered binding energy of nuclei – in this we found that the individual protons and neutrons have more mass than when they are combined in the nuclei (energy is released – transformed from mass).  </a:t>
                </a:r>
              </a:p>
              <a:p>
                <a:r>
                  <a:rPr lang="en-AU" sz="2400" dirty="0"/>
                  <a:t>The same effect is observed in fission and fusion.  The change in mass equates to a change in energy.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8A6EEE-2B0D-4114-B0B7-248BD5F971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93410" y="399595"/>
                <a:ext cx="7247467" cy="6207683"/>
              </a:xfrm>
              <a:blipFill>
                <a:blip r:embed="rId2"/>
                <a:stretch>
                  <a:fillRect l="-2187" t="-4224" r="-8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9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AB3D9-1F32-4A55-AE36-3B63D4854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940" y="280396"/>
            <a:ext cx="7704667" cy="3996636"/>
          </a:xfrm>
        </p:spPr>
        <p:txBody>
          <a:bodyPr/>
          <a:lstStyle/>
          <a:p>
            <a:r>
              <a:rPr lang="en-AU" sz="2400" dirty="0"/>
              <a:t>Annihilation of matter and antimatter also produces energy from mass.   </a:t>
            </a:r>
          </a:p>
          <a:p>
            <a:r>
              <a:rPr lang="en-AU" sz="2400" dirty="0"/>
              <a:t>The particles have energy determined by their mass and kinetic energy.</a:t>
            </a:r>
          </a:p>
          <a:p>
            <a:r>
              <a:rPr lang="en-AU" sz="2400" dirty="0"/>
              <a:t>The masses ‘disappear’, but conservation of energy holds as the mass turns into energy.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2326AD-2506-4B5D-889B-AE0404EF7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390" y="3918013"/>
            <a:ext cx="6421320" cy="257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08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D4A79B-455E-4D50-B14F-0CC61A7394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7269" y="190641"/>
                <a:ext cx="7704667" cy="2566219"/>
              </a:xfrm>
            </p:spPr>
            <p:txBody>
              <a:bodyPr>
                <a:normAutofit/>
              </a:bodyPr>
              <a:lstStyle/>
              <a:p>
                <a:r>
                  <a:rPr lang="en-AU" sz="2400" dirty="0"/>
                  <a:t>Production of matter from energy also occurs.  A gamma wave has energy given by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h𝑓</m:t>
                    </m:r>
                  </m:oMath>
                </a14:m>
                <a:r>
                  <a:rPr lang="en-AU" sz="2400" dirty="0"/>
                  <a:t>.</a:t>
                </a:r>
              </a:p>
              <a:p>
                <a:r>
                  <a:rPr lang="en-AU" sz="2400" dirty="0"/>
                  <a:t>The gamma photons can produce matter from their energy. </a:t>
                </a:r>
              </a:p>
              <a:p>
                <a:r>
                  <a:rPr lang="en-AU" sz="2400" dirty="0"/>
                  <a:t>A photon must turn into a particle and its antiparticle.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D4A79B-455E-4D50-B14F-0CC61A7394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7269" y="190641"/>
                <a:ext cx="7704667" cy="2566219"/>
              </a:xfrm>
              <a:blipFill>
                <a:blip r:embed="rId2"/>
                <a:stretch>
                  <a:fillRect l="-2057" t="-475" r="-79" b="-16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749018C-B619-45EE-A953-5F05D961C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655" y="2696049"/>
            <a:ext cx="526732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76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B9BC67-A55C-46D3-A469-0DD3588DE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77" y="2825525"/>
            <a:ext cx="3038475" cy="2105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1F97F9-C2A6-4A58-98BA-747BDA634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155" y="1606068"/>
            <a:ext cx="339090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06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843AFF-8FC3-4803-B99B-7414B83B61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9784" y="147231"/>
                <a:ext cx="7704667" cy="33328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sz="2400" dirty="0"/>
                  <a:t>Question:  A proton is accelerated in particle accelerator up to a speed of 0.998 c </a:t>
                </a:r>
              </a:p>
              <a:p>
                <a:pPr marL="457200" indent="-457200">
                  <a:buAutoNum type="alphaLcParenR"/>
                </a:pPr>
                <a:r>
                  <a:rPr lang="en-AU" sz="2400" dirty="0"/>
                  <a:t>What is the energy of the proton in the rest frame of the proton?  Hint use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400" b="0" dirty="0"/>
              </a:p>
              <a:p>
                <a:pPr marL="457200" indent="-457200">
                  <a:buAutoNum type="alphaLcParenR"/>
                </a:pPr>
                <a:r>
                  <a:rPr lang="en-AU" sz="2400" dirty="0"/>
                  <a:t>What is the energy of the proton in the rest frame of the particle accelerator?  Hint use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843AFF-8FC3-4803-B99B-7414B83B61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9784" y="147231"/>
                <a:ext cx="7704667" cy="3332816"/>
              </a:xfrm>
              <a:blipFill>
                <a:blip r:embed="rId2"/>
                <a:stretch>
                  <a:fillRect l="-2373" r="-11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555BF4-1520-48A4-BD34-7E7F8E0FF5F0}"/>
                  </a:ext>
                </a:extLst>
              </p:cNvPr>
              <p:cNvSpPr txBox="1"/>
              <p:nvPr/>
            </p:nvSpPr>
            <p:spPr>
              <a:xfrm>
                <a:off x="977308" y="3706189"/>
                <a:ext cx="7847143" cy="2153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Answer:  </a:t>
                </a:r>
              </a:p>
              <a:p>
                <a:r>
                  <a:rPr lang="en-AU" sz="2400" dirty="0"/>
                  <a:t>a)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1.67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−27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3×10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=1.50×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−10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dirty="0">
                  <a:ea typeface="Cambria Math" panose="02040503050406030204" pitchFamily="18" charset="0"/>
                </a:endParaRPr>
              </a:p>
              <a:p>
                <a:r>
                  <a:rPr lang="en-AU" sz="2400" dirty="0">
                    <a:ea typeface="Cambria Math" panose="02040503050406030204" pitchFamily="18" charset="0"/>
                  </a:rPr>
                  <a:t>b)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1.67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−27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.998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=2.38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−9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555BF4-1520-48A4-BD34-7E7F8E0FF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08" y="3706189"/>
                <a:ext cx="7847143" cy="2153795"/>
              </a:xfrm>
              <a:prstGeom prst="rect">
                <a:avLst/>
              </a:prstGeom>
              <a:blipFill>
                <a:blip r:embed="rId3"/>
                <a:stretch>
                  <a:fillRect l="-1165" t="-22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06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1_Parallax">
  <a:themeElements>
    <a:clrScheme name="Custom 11">
      <a:dk1>
        <a:srgbClr val="B2B2B2"/>
      </a:dk1>
      <a:lt1>
        <a:srgbClr val="CBCBCB"/>
      </a:lt1>
      <a:dk2>
        <a:srgbClr val="FFFFFF"/>
      </a:dk2>
      <a:lt2>
        <a:srgbClr val="FFFFFF"/>
      </a:lt2>
      <a:accent1>
        <a:srgbClr val="CFDFE2"/>
      </a:accent1>
      <a:accent2>
        <a:srgbClr val="D7E3E9"/>
      </a:accent2>
      <a:accent3>
        <a:srgbClr val="CFDFE2"/>
      </a:accent3>
      <a:accent4>
        <a:srgbClr val="CFDFE2"/>
      </a:accent4>
      <a:accent5>
        <a:srgbClr val="C3D5DF"/>
      </a:accent5>
      <a:accent6>
        <a:srgbClr val="BFBFBF"/>
      </a:accent6>
      <a:hlink>
        <a:srgbClr val="497388"/>
      </a:hlink>
      <a:folHlink>
        <a:srgbClr val="8C8C8C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983</TotalTime>
  <Words>782</Words>
  <Application>Microsoft Office PowerPoint</Application>
  <PresentationFormat>On-screen Show (4:3)</PresentationFormat>
  <Paragraphs>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 Math</vt:lpstr>
      <vt:lpstr>Corbel</vt:lpstr>
      <vt:lpstr>Parallax</vt:lpstr>
      <vt:lpstr>1_Parallax</vt:lpstr>
      <vt:lpstr>Relativistic Momentum and Energy</vt:lpstr>
      <vt:lpstr>Key objectives</vt:lpstr>
      <vt:lpstr>Equations</vt:lpstr>
      <vt:lpstr>Text References </vt:lpstr>
      <vt:lpstr>Relativistic momentum</vt:lpstr>
      <vt:lpstr>PowerPoint Presentation</vt:lpstr>
      <vt:lpstr>PowerPoint Presentation</vt:lpstr>
      <vt:lpstr>PowerPoint Presentation</vt:lpstr>
      <vt:lpstr>Relativistic Energy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 relativity</dc:title>
  <dc:creator>Leah Anthony</dc:creator>
  <cp:lastModifiedBy>COOPER Sarina [Southern River College]</cp:lastModifiedBy>
  <cp:revision>83</cp:revision>
  <dcterms:created xsi:type="dcterms:W3CDTF">2017-07-09T13:45:12Z</dcterms:created>
  <dcterms:modified xsi:type="dcterms:W3CDTF">2024-08-12T01:39:30Z</dcterms:modified>
</cp:coreProperties>
</file>