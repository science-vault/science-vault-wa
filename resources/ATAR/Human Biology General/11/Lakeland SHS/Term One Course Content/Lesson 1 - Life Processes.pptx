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  <p:sldMasterId id="2147483648" r:id="rId2"/>
    <p:sldMasterId id="2147483720" r:id="rId3"/>
  </p:sldMasterIdLst>
  <p:sldIdLst>
    <p:sldId id="256" r:id="rId4"/>
    <p:sldId id="260" r:id="rId5"/>
    <p:sldId id="310" r:id="rId6"/>
    <p:sldId id="311" r:id="rId7"/>
    <p:sldId id="312" r:id="rId8"/>
    <p:sldId id="291" r:id="rId9"/>
    <p:sldId id="294" r:id="rId10"/>
    <p:sldId id="316" r:id="rId11"/>
    <p:sldId id="314" r:id="rId12"/>
    <p:sldId id="295" r:id="rId13"/>
    <p:sldId id="292" r:id="rId14"/>
    <p:sldId id="296" r:id="rId15"/>
    <p:sldId id="297" r:id="rId16"/>
    <p:sldId id="298" r:id="rId17"/>
    <p:sldId id="300" r:id="rId18"/>
    <p:sldId id="303" r:id="rId19"/>
    <p:sldId id="301" r:id="rId20"/>
    <p:sldId id="302" r:id="rId21"/>
    <p:sldId id="304" r:id="rId22"/>
    <p:sldId id="308" r:id="rId23"/>
    <p:sldId id="306" r:id="rId24"/>
    <p:sldId id="307" r:id="rId25"/>
    <p:sldId id="309" r:id="rId26"/>
    <p:sldId id="315" r:id="rId2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4D5521D-5051-4F46-920A-AA6FADD56EB0}" v="67" dt="2022-02-01T00:33:38.37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1446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microsoft.com/office/2015/10/relationships/revisionInfo" Target="revisionInfo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microsoft.com/office/2016/11/relationships/changesInfo" Target="changesInfos/changesInfo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presProps" Target="presProp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tableStyles" Target="tableStyle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theme" Target="theme/theme1.xml"/><Relationship Id="rId8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chael simeoni" userId="506f25aaf3d2b85d" providerId="LiveId" clId="{F105BAB2-1361-4A2D-B78D-8991AF5C5525}"/>
    <pc:docChg chg="custSel modSld">
      <pc:chgData name="michael simeoni" userId="506f25aaf3d2b85d" providerId="LiveId" clId="{F105BAB2-1361-4A2D-B78D-8991AF5C5525}" dt="2022-01-14T02:00:01.392" v="9" actId="14100"/>
      <pc:docMkLst>
        <pc:docMk/>
      </pc:docMkLst>
      <pc:sldChg chg="modSp mod">
        <pc:chgData name="michael simeoni" userId="506f25aaf3d2b85d" providerId="LiveId" clId="{F105BAB2-1361-4A2D-B78D-8991AF5C5525}" dt="2022-01-14T01:48:49.892" v="1" actId="20577"/>
        <pc:sldMkLst>
          <pc:docMk/>
          <pc:sldMk cId="1315221385" sldId="256"/>
        </pc:sldMkLst>
        <pc:spChg chg="mod">
          <ac:chgData name="michael simeoni" userId="506f25aaf3d2b85d" providerId="LiveId" clId="{F105BAB2-1361-4A2D-B78D-8991AF5C5525}" dt="2022-01-14T01:48:49.892" v="1" actId="20577"/>
          <ac:spMkLst>
            <pc:docMk/>
            <pc:sldMk cId="1315221385" sldId="256"/>
            <ac:spMk id="2" creationId="{00000000-0000-0000-0000-000000000000}"/>
          </ac:spMkLst>
        </pc:spChg>
      </pc:sldChg>
      <pc:sldChg chg="delSp modSp mod">
        <pc:chgData name="michael simeoni" userId="506f25aaf3d2b85d" providerId="LiveId" clId="{F105BAB2-1361-4A2D-B78D-8991AF5C5525}" dt="2022-01-14T02:00:01.392" v="9" actId="14100"/>
        <pc:sldMkLst>
          <pc:docMk/>
          <pc:sldMk cId="3139137514" sldId="291"/>
        </pc:sldMkLst>
        <pc:picChg chg="del">
          <ac:chgData name="michael simeoni" userId="506f25aaf3d2b85d" providerId="LiveId" clId="{F105BAB2-1361-4A2D-B78D-8991AF5C5525}" dt="2022-01-14T01:59:15.139" v="2" actId="478"/>
          <ac:picMkLst>
            <pc:docMk/>
            <pc:sldMk cId="3139137514" sldId="291"/>
            <ac:picMk id="3" creationId="{45E9C0A5-AD26-4E5A-A953-8632C025244E}"/>
          </ac:picMkLst>
        </pc:picChg>
        <pc:picChg chg="mod modCrop">
          <ac:chgData name="michael simeoni" userId="506f25aaf3d2b85d" providerId="LiveId" clId="{F105BAB2-1361-4A2D-B78D-8991AF5C5525}" dt="2022-01-14T02:00:01.392" v="9" actId="14100"/>
          <ac:picMkLst>
            <pc:docMk/>
            <pc:sldMk cId="3139137514" sldId="291"/>
            <ac:picMk id="4" creationId="{403AD971-88D1-4008-A6A3-651AED787CE3}"/>
          </ac:picMkLst>
        </pc:picChg>
      </pc:sldChg>
    </pc:docChg>
  </pc:docChgLst>
  <pc:docChgLst>
    <pc:chgData name="michael simeoni" userId="506f25aaf3d2b85d" providerId="LiveId" clId="{689BC981-2100-4A8F-8404-0BD6DC3E1BD2}"/>
    <pc:docChg chg="undo custSel addSld delSld modSld sldOrd addMainMaster delMainMaster">
      <pc:chgData name="michael simeoni" userId="506f25aaf3d2b85d" providerId="LiveId" clId="{689BC981-2100-4A8F-8404-0BD6DC3E1BD2}" dt="2022-01-11T06:58:49.260" v="1093" actId="14100"/>
      <pc:docMkLst>
        <pc:docMk/>
      </pc:docMkLst>
      <pc:sldChg chg="modSp mod">
        <pc:chgData name="michael simeoni" userId="506f25aaf3d2b85d" providerId="LiveId" clId="{689BC981-2100-4A8F-8404-0BD6DC3E1BD2}" dt="2022-01-11T06:19:31.957" v="600" actId="6549"/>
        <pc:sldMkLst>
          <pc:docMk/>
          <pc:sldMk cId="1315221385" sldId="256"/>
        </pc:sldMkLst>
        <pc:spChg chg="mod">
          <ac:chgData name="michael simeoni" userId="506f25aaf3d2b85d" providerId="LiveId" clId="{689BC981-2100-4A8F-8404-0BD6DC3E1BD2}" dt="2022-01-11T06:19:31.957" v="600" actId="6549"/>
          <ac:spMkLst>
            <pc:docMk/>
            <pc:sldMk cId="1315221385" sldId="256"/>
            <ac:spMk id="3" creationId="{00000000-0000-0000-0000-000000000000}"/>
          </ac:spMkLst>
        </pc:spChg>
      </pc:sldChg>
      <pc:sldChg chg="addSp delSp modSp del mod">
        <pc:chgData name="michael simeoni" userId="506f25aaf3d2b85d" providerId="LiveId" clId="{689BC981-2100-4A8F-8404-0BD6DC3E1BD2}" dt="2022-01-11T05:06:13.219" v="508" actId="47"/>
        <pc:sldMkLst>
          <pc:docMk/>
          <pc:sldMk cId="1568831286" sldId="257"/>
        </pc:sldMkLst>
        <pc:spChg chg="del">
          <ac:chgData name="michael simeoni" userId="506f25aaf3d2b85d" providerId="LiveId" clId="{689BC981-2100-4A8F-8404-0BD6DC3E1BD2}" dt="2022-01-11T04:34:06.446" v="0" actId="478"/>
          <ac:spMkLst>
            <pc:docMk/>
            <pc:sldMk cId="1568831286" sldId="257"/>
            <ac:spMk id="2" creationId="{00000000-0000-0000-0000-000000000000}"/>
          </ac:spMkLst>
        </pc:spChg>
        <pc:spChg chg="del">
          <ac:chgData name="michael simeoni" userId="506f25aaf3d2b85d" providerId="LiveId" clId="{689BC981-2100-4A8F-8404-0BD6DC3E1BD2}" dt="2022-01-11T04:34:09.083" v="1" actId="478"/>
          <ac:spMkLst>
            <pc:docMk/>
            <pc:sldMk cId="1568831286" sldId="257"/>
            <ac:spMk id="3" creationId="{00000000-0000-0000-0000-000000000000}"/>
          </ac:spMkLst>
        </pc:spChg>
        <pc:spChg chg="add mod">
          <ac:chgData name="michael simeoni" userId="506f25aaf3d2b85d" providerId="LiveId" clId="{689BC981-2100-4A8F-8404-0BD6DC3E1BD2}" dt="2022-01-11T04:49:22.149" v="252" actId="20577"/>
          <ac:spMkLst>
            <pc:docMk/>
            <pc:sldMk cId="1568831286" sldId="257"/>
            <ac:spMk id="5" creationId="{F2DD3225-00E6-45AA-AC8D-5DEAB1B38751}"/>
          </ac:spMkLst>
        </pc:spChg>
        <pc:spChg chg="add mod">
          <ac:chgData name="michael simeoni" userId="506f25aaf3d2b85d" providerId="LiveId" clId="{689BC981-2100-4A8F-8404-0BD6DC3E1BD2}" dt="2022-01-11T04:34:09.083" v="1" actId="478"/>
          <ac:spMkLst>
            <pc:docMk/>
            <pc:sldMk cId="1568831286" sldId="257"/>
            <ac:spMk id="7" creationId="{AEE0F6F5-CF78-42A9-83E9-263EF184A672}"/>
          </ac:spMkLst>
        </pc:spChg>
      </pc:sldChg>
      <pc:sldChg chg="addSp delSp modSp del mod">
        <pc:chgData name="michael simeoni" userId="506f25aaf3d2b85d" providerId="LiveId" clId="{689BC981-2100-4A8F-8404-0BD6DC3E1BD2}" dt="2022-01-11T04:49:38.452" v="254" actId="47"/>
        <pc:sldMkLst>
          <pc:docMk/>
          <pc:sldMk cId="1511921959" sldId="258"/>
        </pc:sldMkLst>
        <pc:spChg chg="del">
          <ac:chgData name="michael simeoni" userId="506f25aaf3d2b85d" providerId="LiveId" clId="{689BC981-2100-4A8F-8404-0BD6DC3E1BD2}" dt="2022-01-11T04:34:18.474" v="3" actId="478"/>
          <ac:spMkLst>
            <pc:docMk/>
            <pc:sldMk cId="1511921959" sldId="258"/>
            <ac:spMk id="2" creationId="{00000000-0000-0000-0000-000000000000}"/>
          </ac:spMkLst>
        </pc:spChg>
        <pc:spChg chg="del">
          <ac:chgData name="michael simeoni" userId="506f25aaf3d2b85d" providerId="LiveId" clId="{689BC981-2100-4A8F-8404-0BD6DC3E1BD2}" dt="2022-01-11T04:34:15.652" v="2" actId="478"/>
          <ac:spMkLst>
            <pc:docMk/>
            <pc:sldMk cId="1511921959" sldId="258"/>
            <ac:spMk id="3" creationId="{00000000-0000-0000-0000-000000000000}"/>
          </ac:spMkLst>
        </pc:spChg>
        <pc:spChg chg="add mod">
          <ac:chgData name="michael simeoni" userId="506f25aaf3d2b85d" providerId="LiveId" clId="{689BC981-2100-4A8F-8404-0BD6DC3E1BD2}" dt="2022-01-11T04:34:15.652" v="2" actId="478"/>
          <ac:spMkLst>
            <pc:docMk/>
            <pc:sldMk cId="1511921959" sldId="258"/>
            <ac:spMk id="5" creationId="{AD972FE3-F909-418C-B189-41F7397EDC01}"/>
          </ac:spMkLst>
        </pc:spChg>
        <pc:spChg chg="add mod">
          <ac:chgData name="michael simeoni" userId="506f25aaf3d2b85d" providerId="LiveId" clId="{689BC981-2100-4A8F-8404-0BD6DC3E1BD2}" dt="2022-01-11T04:34:18.474" v="3" actId="478"/>
          <ac:spMkLst>
            <pc:docMk/>
            <pc:sldMk cId="1511921959" sldId="258"/>
            <ac:spMk id="7" creationId="{2DCCCE5D-611D-49E8-84F2-6BD3355998DD}"/>
          </ac:spMkLst>
        </pc:spChg>
      </pc:sldChg>
      <pc:sldChg chg="modSp del mod">
        <pc:chgData name="michael simeoni" userId="506f25aaf3d2b85d" providerId="LiveId" clId="{689BC981-2100-4A8F-8404-0BD6DC3E1BD2}" dt="2022-01-11T04:36:17.320" v="37" actId="47"/>
        <pc:sldMkLst>
          <pc:docMk/>
          <pc:sldMk cId="1377495205" sldId="259"/>
        </pc:sldMkLst>
        <pc:spChg chg="mod">
          <ac:chgData name="michael simeoni" userId="506f25aaf3d2b85d" providerId="LiveId" clId="{689BC981-2100-4A8F-8404-0BD6DC3E1BD2}" dt="2022-01-11T04:34:27.080" v="4" actId="6549"/>
          <ac:spMkLst>
            <pc:docMk/>
            <pc:sldMk cId="1377495205" sldId="259"/>
            <ac:spMk id="2" creationId="{00000000-0000-0000-0000-000000000000}"/>
          </ac:spMkLst>
        </pc:spChg>
      </pc:sldChg>
      <pc:sldChg chg="modSp mod ord">
        <pc:chgData name="michael simeoni" userId="506f25aaf3d2b85d" providerId="LiveId" clId="{689BC981-2100-4A8F-8404-0BD6DC3E1BD2}" dt="2022-01-11T05:14:23.808" v="551" actId="6549"/>
        <pc:sldMkLst>
          <pc:docMk/>
          <pc:sldMk cId="2527451516" sldId="260"/>
        </pc:sldMkLst>
        <pc:spChg chg="mod">
          <ac:chgData name="michael simeoni" userId="506f25aaf3d2b85d" providerId="LiveId" clId="{689BC981-2100-4A8F-8404-0BD6DC3E1BD2}" dt="2022-01-11T05:14:23.808" v="551" actId="6549"/>
          <ac:spMkLst>
            <pc:docMk/>
            <pc:sldMk cId="2527451516" sldId="260"/>
            <ac:spMk id="2" creationId="{00000000-0000-0000-0000-000000000000}"/>
          </ac:spMkLst>
        </pc:spChg>
        <pc:spChg chg="mod">
          <ac:chgData name="michael simeoni" userId="506f25aaf3d2b85d" providerId="LiveId" clId="{689BC981-2100-4A8F-8404-0BD6DC3E1BD2}" dt="2022-01-11T05:13:53.563" v="541" actId="20577"/>
          <ac:spMkLst>
            <pc:docMk/>
            <pc:sldMk cId="2527451516" sldId="260"/>
            <ac:spMk id="3" creationId="{00000000-0000-0000-0000-000000000000}"/>
          </ac:spMkLst>
        </pc:spChg>
      </pc:sldChg>
      <pc:sldChg chg="del">
        <pc:chgData name="michael simeoni" userId="506f25aaf3d2b85d" providerId="LiveId" clId="{689BC981-2100-4A8F-8404-0BD6DC3E1BD2}" dt="2022-01-11T04:37:29.030" v="47" actId="47"/>
        <pc:sldMkLst>
          <pc:docMk/>
          <pc:sldMk cId="1347560733" sldId="261"/>
        </pc:sldMkLst>
      </pc:sldChg>
      <pc:sldChg chg="addSp delSp modSp del mod ord">
        <pc:chgData name="michael simeoni" userId="506f25aaf3d2b85d" providerId="LiveId" clId="{689BC981-2100-4A8F-8404-0BD6DC3E1BD2}" dt="2022-01-11T04:49:37.818" v="253" actId="47"/>
        <pc:sldMkLst>
          <pc:docMk/>
          <pc:sldMk cId="3646655810" sldId="262"/>
        </pc:sldMkLst>
        <pc:spChg chg="del">
          <ac:chgData name="michael simeoni" userId="506f25aaf3d2b85d" providerId="LiveId" clId="{689BC981-2100-4A8F-8404-0BD6DC3E1BD2}" dt="2022-01-11T04:35:44.358" v="35" actId="478"/>
          <ac:spMkLst>
            <pc:docMk/>
            <pc:sldMk cId="3646655810" sldId="262"/>
            <ac:spMk id="2" creationId="{00000000-0000-0000-0000-000000000000}"/>
          </ac:spMkLst>
        </pc:spChg>
        <pc:spChg chg="del">
          <ac:chgData name="michael simeoni" userId="506f25aaf3d2b85d" providerId="LiveId" clId="{689BC981-2100-4A8F-8404-0BD6DC3E1BD2}" dt="2022-01-11T04:35:42.681" v="34" actId="478"/>
          <ac:spMkLst>
            <pc:docMk/>
            <pc:sldMk cId="3646655810" sldId="262"/>
            <ac:spMk id="3" creationId="{00000000-0000-0000-0000-000000000000}"/>
          </ac:spMkLst>
        </pc:spChg>
        <pc:spChg chg="add mod">
          <ac:chgData name="michael simeoni" userId="506f25aaf3d2b85d" providerId="LiveId" clId="{689BC981-2100-4A8F-8404-0BD6DC3E1BD2}" dt="2022-01-11T04:35:42.681" v="34" actId="478"/>
          <ac:spMkLst>
            <pc:docMk/>
            <pc:sldMk cId="3646655810" sldId="262"/>
            <ac:spMk id="5" creationId="{6C383AC7-3DAD-4E4C-9614-F2A346FB3AA6}"/>
          </ac:spMkLst>
        </pc:spChg>
        <pc:spChg chg="add mod">
          <ac:chgData name="michael simeoni" userId="506f25aaf3d2b85d" providerId="LiveId" clId="{689BC981-2100-4A8F-8404-0BD6DC3E1BD2}" dt="2022-01-11T04:35:44.358" v="35" actId="478"/>
          <ac:spMkLst>
            <pc:docMk/>
            <pc:sldMk cId="3646655810" sldId="262"/>
            <ac:spMk id="7" creationId="{35884185-2676-4D89-95C2-883FCD956AE3}"/>
          </ac:spMkLst>
        </pc:spChg>
      </pc:sldChg>
      <pc:sldChg chg="addSp delSp modSp del mod">
        <pc:chgData name="michael simeoni" userId="506f25aaf3d2b85d" providerId="LiveId" clId="{689BC981-2100-4A8F-8404-0BD6DC3E1BD2}" dt="2022-01-11T05:15:02.500" v="559" actId="47"/>
        <pc:sldMkLst>
          <pc:docMk/>
          <pc:sldMk cId="3737641572" sldId="263"/>
        </pc:sldMkLst>
        <pc:spChg chg="del">
          <ac:chgData name="michael simeoni" userId="506f25aaf3d2b85d" providerId="LiveId" clId="{689BC981-2100-4A8F-8404-0BD6DC3E1BD2}" dt="2022-01-11T04:35:59.827" v="36" actId="478"/>
          <ac:spMkLst>
            <pc:docMk/>
            <pc:sldMk cId="3737641572" sldId="263"/>
            <ac:spMk id="2" creationId="{00000000-0000-0000-0000-000000000000}"/>
          </ac:spMkLst>
        </pc:spChg>
        <pc:spChg chg="mod">
          <ac:chgData name="michael simeoni" userId="506f25aaf3d2b85d" providerId="LiveId" clId="{689BC981-2100-4A8F-8404-0BD6DC3E1BD2}" dt="2022-01-11T04:44:52.541" v="76" actId="6549"/>
          <ac:spMkLst>
            <pc:docMk/>
            <pc:sldMk cId="3737641572" sldId="263"/>
            <ac:spMk id="3" creationId="{00000000-0000-0000-0000-000000000000}"/>
          </ac:spMkLst>
        </pc:spChg>
        <pc:spChg chg="add mod">
          <ac:chgData name="michael simeoni" userId="506f25aaf3d2b85d" providerId="LiveId" clId="{689BC981-2100-4A8F-8404-0BD6DC3E1BD2}" dt="2022-01-11T04:35:59.827" v="36" actId="478"/>
          <ac:spMkLst>
            <pc:docMk/>
            <pc:sldMk cId="3737641572" sldId="263"/>
            <ac:spMk id="5" creationId="{1B0F5F90-DF1F-43B7-A2A1-60B0869400A1}"/>
          </ac:spMkLst>
        </pc:spChg>
      </pc:sldChg>
      <pc:sldChg chg="modSp mod ord">
        <pc:chgData name="michael simeoni" userId="506f25aaf3d2b85d" providerId="LiveId" clId="{689BC981-2100-4A8F-8404-0BD6DC3E1BD2}" dt="2022-01-11T04:49:09.385" v="220"/>
        <pc:sldMkLst>
          <pc:docMk/>
          <pc:sldMk cId="1256245767" sldId="264"/>
        </pc:sldMkLst>
        <pc:spChg chg="mod">
          <ac:chgData name="michael simeoni" userId="506f25aaf3d2b85d" providerId="LiveId" clId="{689BC981-2100-4A8F-8404-0BD6DC3E1BD2}" dt="2022-01-11T04:43:27.100" v="71" actId="6549"/>
          <ac:spMkLst>
            <pc:docMk/>
            <pc:sldMk cId="1256245767" sldId="264"/>
            <ac:spMk id="3" creationId="{00000000-0000-0000-0000-000000000000}"/>
          </ac:spMkLst>
        </pc:spChg>
      </pc:sldChg>
      <pc:sldChg chg="addSp delSp modSp del mod">
        <pc:chgData name="michael simeoni" userId="506f25aaf3d2b85d" providerId="LiveId" clId="{689BC981-2100-4A8F-8404-0BD6DC3E1BD2}" dt="2022-01-11T05:14:46.736" v="558" actId="47"/>
        <pc:sldMkLst>
          <pc:docMk/>
          <pc:sldMk cId="3298414947" sldId="265"/>
        </pc:sldMkLst>
        <pc:spChg chg="mod">
          <ac:chgData name="michael simeoni" userId="506f25aaf3d2b85d" providerId="LiveId" clId="{689BC981-2100-4A8F-8404-0BD6DC3E1BD2}" dt="2022-01-11T04:45:14.448" v="79" actId="20577"/>
          <ac:spMkLst>
            <pc:docMk/>
            <pc:sldMk cId="3298414947" sldId="265"/>
            <ac:spMk id="2" creationId="{00000000-0000-0000-0000-000000000000}"/>
          </ac:spMkLst>
        </pc:spChg>
        <pc:spChg chg="add del mod">
          <ac:chgData name="michael simeoni" userId="506f25aaf3d2b85d" providerId="LiveId" clId="{689BC981-2100-4A8F-8404-0BD6DC3E1BD2}" dt="2022-01-11T04:45:19.170" v="80" actId="6549"/>
          <ac:spMkLst>
            <pc:docMk/>
            <pc:sldMk cId="3298414947" sldId="265"/>
            <ac:spMk id="3" creationId="{00000000-0000-0000-0000-000000000000}"/>
          </ac:spMkLst>
        </pc:spChg>
        <pc:spChg chg="add del mod">
          <ac:chgData name="michael simeoni" userId="506f25aaf3d2b85d" providerId="LiveId" clId="{689BC981-2100-4A8F-8404-0BD6DC3E1BD2}" dt="2022-01-11T04:36:40.592" v="39" actId="478"/>
          <ac:spMkLst>
            <pc:docMk/>
            <pc:sldMk cId="3298414947" sldId="265"/>
            <ac:spMk id="5" creationId="{A33235B1-AD40-4160-A605-38F38CC2FBA1}"/>
          </ac:spMkLst>
        </pc:spChg>
      </pc:sldChg>
      <pc:sldChg chg="modSp mod">
        <pc:chgData name="michael simeoni" userId="506f25aaf3d2b85d" providerId="LiveId" clId="{689BC981-2100-4A8F-8404-0BD6DC3E1BD2}" dt="2022-01-11T04:47:27.794" v="157" actId="6549"/>
        <pc:sldMkLst>
          <pc:docMk/>
          <pc:sldMk cId="2011529335" sldId="266"/>
        </pc:sldMkLst>
        <pc:spChg chg="mod">
          <ac:chgData name="michael simeoni" userId="506f25aaf3d2b85d" providerId="LiveId" clId="{689BC981-2100-4A8F-8404-0BD6DC3E1BD2}" dt="2022-01-11T04:46:47.980" v="112" actId="27636"/>
          <ac:spMkLst>
            <pc:docMk/>
            <pc:sldMk cId="2011529335" sldId="266"/>
            <ac:spMk id="2" creationId="{00000000-0000-0000-0000-000000000000}"/>
          </ac:spMkLst>
        </pc:spChg>
        <pc:spChg chg="mod">
          <ac:chgData name="michael simeoni" userId="506f25aaf3d2b85d" providerId="LiveId" clId="{689BC981-2100-4A8F-8404-0BD6DC3E1BD2}" dt="2022-01-11T04:47:27.794" v="157" actId="6549"/>
          <ac:spMkLst>
            <pc:docMk/>
            <pc:sldMk cId="2011529335" sldId="266"/>
            <ac:spMk id="3" creationId="{00000000-0000-0000-0000-000000000000}"/>
          </ac:spMkLst>
        </pc:spChg>
      </pc:sldChg>
      <pc:sldChg chg="modSp mod">
        <pc:chgData name="michael simeoni" userId="506f25aaf3d2b85d" providerId="LiveId" clId="{689BC981-2100-4A8F-8404-0BD6DC3E1BD2}" dt="2022-01-11T04:48:00.162" v="173" actId="20577"/>
        <pc:sldMkLst>
          <pc:docMk/>
          <pc:sldMk cId="1100236207" sldId="268"/>
        </pc:sldMkLst>
        <pc:spChg chg="mod">
          <ac:chgData name="michael simeoni" userId="506f25aaf3d2b85d" providerId="LiveId" clId="{689BC981-2100-4A8F-8404-0BD6DC3E1BD2}" dt="2022-01-11T04:47:48.395" v="158" actId="6549"/>
          <ac:spMkLst>
            <pc:docMk/>
            <pc:sldMk cId="1100236207" sldId="268"/>
            <ac:spMk id="2" creationId="{00000000-0000-0000-0000-000000000000}"/>
          </ac:spMkLst>
        </pc:spChg>
        <pc:spChg chg="mod">
          <ac:chgData name="michael simeoni" userId="506f25aaf3d2b85d" providerId="LiveId" clId="{689BC981-2100-4A8F-8404-0BD6DC3E1BD2}" dt="2022-01-11T04:48:00.162" v="173" actId="20577"/>
          <ac:spMkLst>
            <pc:docMk/>
            <pc:sldMk cId="1100236207" sldId="268"/>
            <ac:spMk id="3" creationId="{00000000-0000-0000-0000-000000000000}"/>
          </ac:spMkLst>
        </pc:spChg>
      </pc:sldChg>
      <pc:sldChg chg="modSp mod ord">
        <pc:chgData name="michael simeoni" userId="506f25aaf3d2b85d" providerId="LiveId" clId="{689BC981-2100-4A8F-8404-0BD6DC3E1BD2}" dt="2022-01-11T05:15:45.693" v="562"/>
        <pc:sldMkLst>
          <pc:docMk/>
          <pc:sldMk cId="3848324391" sldId="269"/>
        </pc:sldMkLst>
        <pc:spChg chg="mod">
          <ac:chgData name="michael simeoni" userId="506f25aaf3d2b85d" providerId="LiveId" clId="{689BC981-2100-4A8F-8404-0BD6DC3E1BD2}" dt="2022-01-11T04:48:17.673" v="185" actId="20577"/>
          <ac:spMkLst>
            <pc:docMk/>
            <pc:sldMk cId="3848324391" sldId="269"/>
            <ac:spMk id="3" creationId="{00000000-0000-0000-0000-000000000000}"/>
          </ac:spMkLst>
        </pc:spChg>
      </pc:sldChg>
      <pc:sldChg chg="ord">
        <pc:chgData name="michael simeoni" userId="506f25aaf3d2b85d" providerId="LiveId" clId="{689BC981-2100-4A8F-8404-0BD6DC3E1BD2}" dt="2022-01-11T04:53:47.729" v="387"/>
        <pc:sldMkLst>
          <pc:docMk/>
          <pc:sldMk cId="2287525267" sldId="271"/>
        </pc:sldMkLst>
      </pc:sldChg>
      <pc:sldChg chg="modSp mod">
        <pc:chgData name="michael simeoni" userId="506f25aaf3d2b85d" providerId="LiveId" clId="{689BC981-2100-4A8F-8404-0BD6DC3E1BD2}" dt="2022-01-11T05:16:23.705" v="570" actId="20577"/>
        <pc:sldMkLst>
          <pc:docMk/>
          <pc:sldMk cId="1692388199" sldId="272"/>
        </pc:sldMkLst>
        <pc:spChg chg="mod">
          <ac:chgData name="michael simeoni" userId="506f25aaf3d2b85d" providerId="LiveId" clId="{689BC981-2100-4A8F-8404-0BD6DC3E1BD2}" dt="2022-01-11T05:16:23.705" v="570" actId="20577"/>
          <ac:spMkLst>
            <pc:docMk/>
            <pc:sldMk cId="1692388199" sldId="272"/>
            <ac:spMk id="3" creationId="{00000000-0000-0000-0000-000000000000}"/>
          </ac:spMkLst>
        </pc:spChg>
      </pc:sldChg>
      <pc:sldChg chg="modSp del mod">
        <pc:chgData name="michael simeoni" userId="506f25aaf3d2b85d" providerId="LiveId" clId="{689BC981-2100-4A8F-8404-0BD6DC3E1BD2}" dt="2022-01-11T05:16:40.959" v="571" actId="47"/>
        <pc:sldMkLst>
          <pc:docMk/>
          <pc:sldMk cId="3869486117" sldId="273"/>
        </pc:sldMkLst>
        <pc:spChg chg="mod">
          <ac:chgData name="michael simeoni" userId="506f25aaf3d2b85d" providerId="LiveId" clId="{689BC981-2100-4A8F-8404-0BD6DC3E1BD2}" dt="2022-01-11T05:16:07.387" v="563" actId="21"/>
          <ac:spMkLst>
            <pc:docMk/>
            <pc:sldMk cId="3869486117" sldId="273"/>
            <ac:spMk id="3" creationId="{00000000-0000-0000-0000-000000000000}"/>
          </ac:spMkLst>
        </pc:spChg>
      </pc:sldChg>
      <pc:sldChg chg="modSp mod ord">
        <pc:chgData name="michael simeoni" userId="506f25aaf3d2b85d" providerId="LiveId" clId="{689BC981-2100-4A8F-8404-0BD6DC3E1BD2}" dt="2022-01-11T04:53:33.590" v="385" actId="20577"/>
        <pc:sldMkLst>
          <pc:docMk/>
          <pc:sldMk cId="933547450" sldId="274"/>
        </pc:sldMkLst>
        <pc:spChg chg="mod">
          <ac:chgData name="michael simeoni" userId="506f25aaf3d2b85d" providerId="LiveId" clId="{689BC981-2100-4A8F-8404-0BD6DC3E1BD2}" dt="2022-01-11T04:53:33.590" v="385" actId="20577"/>
          <ac:spMkLst>
            <pc:docMk/>
            <pc:sldMk cId="933547450" sldId="274"/>
            <ac:spMk id="2" creationId="{00000000-0000-0000-0000-000000000000}"/>
          </ac:spMkLst>
        </pc:spChg>
        <pc:spChg chg="mod">
          <ac:chgData name="michael simeoni" userId="506f25aaf3d2b85d" providerId="LiveId" clId="{689BC981-2100-4A8F-8404-0BD6DC3E1BD2}" dt="2022-01-11T04:51:08.856" v="275" actId="6549"/>
          <ac:spMkLst>
            <pc:docMk/>
            <pc:sldMk cId="933547450" sldId="274"/>
            <ac:spMk id="3" creationId="{00000000-0000-0000-0000-000000000000}"/>
          </ac:spMkLst>
        </pc:spChg>
      </pc:sldChg>
      <pc:sldChg chg="del">
        <pc:chgData name="michael simeoni" userId="506f25aaf3d2b85d" providerId="LiveId" clId="{689BC981-2100-4A8F-8404-0BD6DC3E1BD2}" dt="2022-01-11T04:39:50.590" v="60" actId="47"/>
        <pc:sldMkLst>
          <pc:docMk/>
          <pc:sldMk cId="829844365" sldId="275"/>
        </pc:sldMkLst>
      </pc:sldChg>
      <pc:sldChg chg="delSp ord">
        <pc:chgData name="michael simeoni" userId="506f25aaf3d2b85d" providerId="LiveId" clId="{689BC981-2100-4A8F-8404-0BD6DC3E1BD2}" dt="2022-01-11T05:09:54.863" v="516"/>
        <pc:sldMkLst>
          <pc:docMk/>
          <pc:sldMk cId="2680193606" sldId="276"/>
        </pc:sldMkLst>
        <pc:graphicFrameChg chg="del">
          <ac:chgData name="michael simeoni" userId="506f25aaf3d2b85d" providerId="LiveId" clId="{689BC981-2100-4A8F-8404-0BD6DC3E1BD2}" dt="2022-01-11T05:09:54.863" v="516"/>
          <ac:graphicFrameMkLst>
            <pc:docMk/>
            <pc:sldMk cId="2680193606" sldId="276"/>
            <ac:graphicFrameMk id="4" creationId="{F8A52074-54D4-475B-B77D-2E8428AA4227}"/>
          </ac:graphicFrameMkLst>
        </pc:graphicFrameChg>
      </pc:sldChg>
      <pc:sldChg chg="addSp delSp modSp mod">
        <pc:chgData name="michael simeoni" userId="506f25aaf3d2b85d" providerId="LiveId" clId="{689BC981-2100-4A8F-8404-0BD6DC3E1BD2}" dt="2022-01-11T04:52:29.228" v="366" actId="20577"/>
        <pc:sldMkLst>
          <pc:docMk/>
          <pc:sldMk cId="934112355" sldId="277"/>
        </pc:sldMkLst>
        <pc:spChg chg="add mod">
          <ac:chgData name="michael simeoni" userId="506f25aaf3d2b85d" providerId="LiveId" clId="{689BC981-2100-4A8F-8404-0BD6DC3E1BD2}" dt="2022-01-11T04:52:29.228" v="366" actId="20577"/>
          <ac:spMkLst>
            <pc:docMk/>
            <pc:sldMk cId="934112355" sldId="277"/>
            <ac:spMk id="5" creationId="{4F66A1A8-8847-470A-8506-81AA55B70247}"/>
          </ac:spMkLst>
        </pc:spChg>
        <pc:graphicFrameChg chg="del modGraphic">
          <ac:chgData name="michael simeoni" userId="506f25aaf3d2b85d" providerId="LiveId" clId="{689BC981-2100-4A8F-8404-0BD6DC3E1BD2}" dt="2022-01-11T04:51:51.679" v="281" actId="478"/>
          <ac:graphicFrameMkLst>
            <pc:docMk/>
            <pc:sldMk cId="934112355" sldId="277"/>
            <ac:graphicFrameMk id="4" creationId="{00000000-0000-0000-0000-000000000000}"/>
          </ac:graphicFrameMkLst>
        </pc:graphicFrameChg>
      </pc:sldChg>
      <pc:sldChg chg="modSp mod">
        <pc:chgData name="michael simeoni" userId="506f25aaf3d2b85d" providerId="LiveId" clId="{689BC981-2100-4A8F-8404-0BD6DC3E1BD2}" dt="2022-01-11T04:55:29.618" v="507" actId="6549"/>
        <pc:sldMkLst>
          <pc:docMk/>
          <pc:sldMk cId="731842390" sldId="278"/>
        </pc:sldMkLst>
        <pc:spChg chg="mod">
          <ac:chgData name="michael simeoni" userId="506f25aaf3d2b85d" providerId="LiveId" clId="{689BC981-2100-4A8F-8404-0BD6DC3E1BD2}" dt="2022-01-11T04:55:29.618" v="507" actId="6549"/>
          <ac:spMkLst>
            <pc:docMk/>
            <pc:sldMk cId="731842390" sldId="278"/>
            <ac:spMk id="3" creationId="{00000000-0000-0000-0000-000000000000}"/>
          </ac:spMkLst>
        </pc:spChg>
      </pc:sldChg>
      <pc:sldChg chg="del">
        <pc:chgData name="michael simeoni" userId="506f25aaf3d2b85d" providerId="LiveId" clId="{689BC981-2100-4A8F-8404-0BD6DC3E1BD2}" dt="2022-01-11T04:40:13.276" v="61" actId="47"/>
        <pc:sldMkLst>
          <pc:docMk/>
          <pc:sldMk cId="397182801" sldId="279"/>
        </pc:sldMkLst>
      </pc:sldChg>
      <pc:sldChg chg="del">
        <pc:chgData name="michael simeoni" userId="506f25aaf3d2b85d" providerId="LiveId" clId="{689BC981-2100-4A8F-8404-0BD6DC3E1BD2}" dt="2022-01-11T04:40:13.886" v="62" actId="47"/>
        <pc:sldMkLst>
          <pc:docMk/>
          <pc:sldMk cId="2256892999" sldId="280"/>
        </pc:sldMkLst>
      </pc:sldChg>
      <pc:sldChg chg="del">
        <pc:chgData name="michael simeoni" userId="506f25aaf3d2b85d" providerId="LiveId" clId="{689BC981-2100-4A8F-8404-0BD6DC3E1BD2}" dt="2022-01-11T04:40:15.089" v="63" actId="47"/>
        <pc:sldMkLst>
          <pc:docMk/>
          <pc:sldMk cId="3915251453" sldId="281"/>
        </pc:sldMkLst>
      </pc:sldChg>
      <pc:sldChg chg="delSp modSp mod">
        <pc:chgData name="michael simeoni" userId="506f25aaf3d2b85d" providerId="LiveId" clId="{689BC981-2100-4A8F-8404-0BD6DC3E1BD2}" dt="2022-01-11T04:40:43.246" v="68" actId="14100"/>
        <pc:sldMkLst>
          <pc:docMk/>
          <pc:sldMk cId="3234804224" sldId="282"/>
        </pc:sldMkLst>
        <pc:spChg chg="del">
          <ac:chgData name="michael simeoni" userId="506f25aaf3d2b85d" providerId="LiveId" clId="{689BC981-2100-4A8F-8404-0BD6DC3E1BD2}" dt="2022-01-11T04:40:24.198" v="64" actId="478"/>
          <ac:spMkLst>
            <pc:docMk/>
            <pc:sldMk cId="3234804224" sldId="282"/>
            <ac:spMk id="2" creationId="{00000000-0000-0000-0000-000000000000}"/>
          </ac:spMkLst>
        </pc:spChg>
        <pc:spChg chg="mod">
          <ac:chgData name="michael simeoni" userId="506f25aaf3d2b85d" providerId="LiveId" clId="{689BC981-2100-4A8F-8404-0BD6DC3E1BD2}" dt="2022-01-11T04:40:33.557" v="67" actId="14100"/>
          <ac:spMkLst>
            <pc:docMk/>
            <pc:sldMk cId="3234804224" sldId="282"/>
            <ac:spMk id="9" creationId="{00000000-0000-0000-0000-000000000000}"/>
          </ac:spMkLst>
        </pc:spChg>
        <pc:spChg chg="mod">
          <ac:chgData name="michael simeoni" userId="506f25aaf3d2b85d" providerId="LiveId" clId="{689BC981-2100-4A8F-8404-0BD6DC3E1BD2}" dt="2022-01-11T04:40:43.246" v="68" actId="14100"/>
          <ac:spMkLst>
            <pc:docMk/>
            <pc:sldMk cId="3234804224" sldId="282"/>
            <ac:spMk id="12" creationId="{00000000-0000-0000-0000-000000000000}"/>
          </ac:spMkLst>
        </pc:spChg>
      </pc:sldChg>
      <pc:sldChg chg="add del">
        <pc:chgData name="michael simeoni" userId="506f25aaf3d2b85d" providerId="LiveId" clId="{689BC981-2100-4A8F-8404-0BD6DC3E1BD2}" dt="2022-01-11T05:11:45.426" v="526"/>
        <pc:sldMkLst>
          <pc:docMk/>
          <pc:sldMk cId="37980884" sldId="283"/>
        </pc:sldMkLst>
      </pc:sldChg>
      <pc:sldChg chg="add del">
        <pc:chgData name="michael simeoni" userId="506f25aaf3d2b85d" providerId="LiveId" clId="{689BC981-2100-4A8F-8404-0BD6DC3E1BD2}" dt="2022-01-11T05:12:38.087" v="531" actId="47"/>
        <pc:sldMkLst>
          <pc:docMk/>
          <pc:sldMk cId="965344122" sldId="283"/>
        </pc:sldMkLst>
      </pc:sldChg>
      <pc:sldChg chg="addSp delSp modSp add mod ord">
        <pc:chgData name="michael simeoni" userId="506f25aaf3d2b85d" providerId="LiveId" clId="{689BC981-2100-4A8F-8404-0BD6DC3E1BD2}" dt="2022-01-11T06:29:13.211" v="616" actId="478"/>
        <pc:sldMkLst>
          <pc:docMk/>
          <pc:sldMk cId="141434675" sldId="284"/>
        </pc:sldMkLst>
        <pc:spChg chg="mod">
          <ac:chgData name="michael simeoni" userId="506f25aaf3d2b85d" providerId="LiveId" clId="{689BC981-2100-4A8F-8404-0BD6DC3E1BD2}" dt="2022-01-11T06:29:09.048" v="615" actId="20577"/>
          <ac:spMkLst>
            <pc:docMk/>
            <pc:sldMk cId="141434675" sldId="284"/>
            <ac:spMk id="2" creationId="{00000000-0000-0000-0000-000000000000}"/>
          </ac:spMkLst>
        </pc:spChg>
        <pc:spChg chg="del mod">
          <ac:chgData name="michael simeoni" userId="506f25aaf3d2b85d" providerId="LiveId" clId="{689BC981-2100-4A8F-8404-0BD6DC3E1BD2}" dt="2022-01-11T06:29:13.211" v="616" actId="478"/>
          <ac:spMkLst>
            <pc:docMk/>
            <pc:sldMk cId="141434675" sldId="284"/>
            <ac:spMk id="3" creationId="{00000000-0000-0000-0000-000000000000}"/>
          </ac:spMkLst>
        </pc:spChg>
        <pc:spChg chg="add mod">
          <ac:chgData name="michael simeoni" userId="506f25aaf3d2b85d" providerId="LiveId" clId="{689BC981-2100-4A8F-8404-0BD6DC3E1BD2}" dt="2022-01-11T06:29:13.211" v="616" actId="478"/>
          <ac:spMkLst>
            <pc:docMk/>
            <pc:sldMk cId="141434675" sldId="284"/>
            <ac:spMk id="6" creationId="{7D9B3BA0-7034-4808-9688-488FBD64E964}"/>
          </ac:spMkLst>
        </pc:spChg>
        <pc:picChg chg="add del">
          <ac:chgData name="michael simeoni" userId="506f25aaf3d2b85d" providerId="LiveId" clId="{689BC981-2100-4A8F-8404-0BD6DC3E1BD2}" dt="2022-01-11T06:29:04.665" v="607" actId="478"/>
          <ac:picMkLst>
            <pc:docMk/>
            <pc:sldMk cId="141434675" sldId="284"/>
            <ac:picMk id="4" creationId="{00000000-0000-0000-0000-000000000000}"/>
          </ac:picMkLst>
        </pc:picChg>
      </pc:sldChg>
      <pc:sldChg chg="modSp add del mod">
        <pc:chgData name="michael simeoni" userId="506f25aaf3d2b85d" providerId="LiveId" clId="{689BC981-2100-4A8F-8404-0BD6DC3E1BD2}" dt="2022-01-11T05:11:45.426" v="526"/>
        <pc:sldMkLst>
          <pc:docMk/>
          <pc:sldMk cId="3416275222" sldId="284"/>
        </pc:sldMkLst>
        <pc:spChg chg="mod">
          <ac:chgData name="michael simeoni" userId="506f25aaf3d2b85d" providerId="LiveId" clId="{689BC981-2100-4A8F-8404-0BD6DC3E1BD2}" dt="2022-01-11T05:11:45.426" v="526"/>
          <ac:spMkLst>
            <pc:docMk/>
            <pc:sldMk cId="3416275222" sldId="284"/>
            <ac:spMk id="4" creationId="{00000000-0000-0000-0000-000000000000}"/>
          </ac:spMkLst>
        </pc:spChg>
      </pc:sldChg>
      <pc:sldChg chg="add del">
        <pc:chgData name="michael simeoni" userId="506f25aaf3d2b85d" providerId="LiveId" clId="{689BC981-2100-4A8F-8404-0BD6DC3E1BD2}" dt="2022-01-11T05:15:32.668" v="560" actId="47"/>
        <pc:sldMkLst>
          <pc:docMk/>
          <pc:sldMk cId="37980884" sldId="285"/>
        </pc:sldMkLst>
      </pc:sldChg>
      <pc:sldChg chg="add del">
        <pc:chgData name="michael simeoni" userId="506f25aaf3d2b85d" providerId="LiveId" clId="{689BC981-2100-4A8F-8404-0BD6DC3E1BD2}" dt="2022-01-11T05:11:45.426" v="526"/>
        <pc:sldMkLst>
          <pc:docMk/>
          <pc:sldMk cId="418402495" sldId="285"/>
        </pc:sldMkLst>
      </pc:sldChg>
      <pc:sldChg chg="add del">
        <pc:chgData name="michael simeoni" userId="506f25aaf3d2b85d" providerId="LiveId" clId="{689BC981-2100-4A8F-8404-0BD6DC3E1BD2}" dt="2022-01-11T05:11:44.210" v="524" actId="27028"/>
        <pc:sldMkLst>
          <pc:docMk/>
          <pc:sldMk cId="965344122" sldId="286"/>
        </pc:sldMkLst>
      </pc:sldChg>
      <pc:sldChg chg="addSp delSp modSp add mod">
        <pc:chgData name="michael simeoni" userId="506f25aaf3d2b85d" providerId="LiveId" clId="{689BC981-2100-4A8F-8404-0BD6DC3E1BD2}" dt="2022-01-11T06:56:30.540" v="1047" actId="20577"/>
        <pc:sldMkLst>
          <pc:docMk/>
          <pc:sldMk cId="3416275222" sldId="286"/>
        </pc:sldMkLst>
        <pc:spChg chg="add mod">
          <ac:chgData name="michael simeoni" userId="506f25aaf3d2b85d" providerId="LiveId" clId="{689BC981-2100-4A8F-8404-0BD6DC3E1BD2}" dt="2022-01-11T06:56:30.540" v="1047" actId="20577"/>
          <ac:spMkLst>
            <pc:docMk/>
            <pc:sldMk cId="3416275222" sldId="286"/>
            <ac:spMk id="3" creationId="{1C30578F-3939-428F-A310-0DA16FD84BFE}"/>
          </ac:spMkLst>
        </pc:spChg>
        <pc:spChg chg="mod">
          <ac:chgData name="michael simeoni" userId="506f25aaf3d2b85d" providerId="LiveId" clId="{689BC981-2100-4A8F-8404-0BD6DC3E1BD2}" dt="2022-01-11T06:46:23.650" v="707" actId="1076"/>
          <ac:spMkLst>
            <pc:docMk/>
            <pc:sldMk cId="3416275222" sldId="286"/>
            <ac:spMk id="4" creationId="{00000000-0000-0000-0000-000000000000}"/>
          </ac:spMkLst>
        </pc:spChg>
        <pc:spChg chg="mod">
          <ac:chgData name="michael simeoni" userId="506f25aaf3d2b85d" providerId="LiveId" clId="{689BC981-2100-4A8F-8404-0BD6DC3E1BD2}" dt="2022-01-11T06:50:00.908" v="724" actId="1076"/>
          <ac:spMkLst>
            <pc:docMk/>
            <pc:sldMk cId="3416275222" sldId="286"/>
            <ac:spMk id="6" creationId="{00000000-0000-0000-0000-000000000000}"/>
          </ac:spMkLst>
        </pc:spChg>
        <pc:spChg chg="mod">
          <ac:chgData name="michael simeoni" userId="506f25aaf3d2b85d" providerId="LiveId" clId="{689BC981-2100-4A8F-8404-0BD6DC3E1BD2}" dt="2022-01-11T06:49:14.073" v="716" actId="207"/>
          <ac:spMkLst>
            <pc:docMk/>
            <pc:sldMk cId="3416275222" sldId="286"/>
            <ac:spMk id="8" creationId="{00000000-0000-0000-0000-000000000000}"/>
          </ac:spMkLst>
        </pc:spChg>
        <pc:spChg chg="mod">
          <ac:chgData name="michael simeoni" userId="506f25aaf3d2b85d" providerId="LiveId" clId="{689BC981-2100-4A8F-8404-0BD6DC3E1BD2}" dt="2022-01-11T06:49:51.905" v="722" actId="1076"/>
          <ac:spMkLst>
            <pc:docMk/>
            <pc:sldMk cId="3416275222" sldId="286"/>
            <ac:spMk id="9" creationId="{00000000-0000-0000-0000-000000000000}"/>
          </ac:spMkLst>
        </pc:spChg>
        <pc:spChg chg="mod">
          <ac:chgData name="michael simeoni" userId="506f25aaf3d2b85d" providerId="LiveId" clId="{689BC981-2100-4A8F-8404-0BD6DC3E1BD2}" dt="2022-01-11T06:49:14.073" v="716" actId="207"/>
          <ac:spMkLst>
            <pc:docMk/>
            <pc:sldMk cId="3416275222" sldId="286"/>
            <ac:spMk id="10" creationId="{00000000-0000-0000-0000-000000000000}"/>
          </ac:spMkLst>
        </pc:spChg>
        <pc:spChg chg="mod">
          <ac:chgData name="michael simeoni" userId="506f25aaf3d2b85d" providerId="LiveId" clId="{689BC981-2100-4A8F-8404-0BD6DC3E1BD2}" dt="2022-01-11T06:49:14.073" v="716" actId="207"/>
          <ac:spMkLst>
            <pc:docMk/>
            <pc:sldMk cId="3416275222" sldId="286"/>
            <ac:spMk id="11" creationId="{00000000-0000-0000-0000-000000000000}"/>
          </ac:spMkLst>
        </pc:spChg>
        <pc:spChg chg="mod">
          <ac:chgData name="michael simeoni" userId="506f25aaf3d2b85d" providerId="LiveId" clId="{689BC981-2100-4A8F-8404-0BD6DC3E1BD2}" dt="2022-01-11T06:50:08.395" v="726" actId="1076"/>
          <ac:spMkLst>
            <pc:docMk/>
            <pc:sldMk cId="3416275222" sldId="286"/>
            <ac:spMk id="12" creationId="{00000000-0000-0000-0000-000000000000}"/>
          </ac:spMkLst>
        </pc:spChg>
        <pc:spChg chg="mod">
          <ac:chgData name="michael simeoni" userId="506f25aaf3d2b85d" providerId="LiveId" clId="{689BC981-2100-4A8F-8404-0BD6DC3E1BD2}" dt="2022-01-11T06:49:49.470" v="721" actId="1076"/>
          <ac:spMkLst>
            <pc:docMk/>
            <pc:sldMk cId="3416275222" sldId="286"/>
            <ac:spMk id="13" creationId="{00000000-0000-0000-0000-000000000000}"/>
          </ac:spMkLst>
        </pc:spChg>
        <pc:spChg chg="mod">
          <ac:chgData name="michael simeoni" userId="506f25aaf3d2b85d" providerId="LiveId" clId="{689BC981-2100-4A8F-8404-0BD6DC3E1BD2}" dt="2022-01-11T06:49:56.929" v="723" actId="1076"/>
          <ac:spMkLst>
            <pc:docMk/>
            <pc:sldMk cId="3416275222" sldId="286"/>
            <ac:spMk id="14" creationId="{00000000-0000-0000-0000-000000000000}"/>
          </ac:spMkLst>
        </pc:spChg>
        <pc:spChg chg="mod">
          <ac:chgData name="michael simeoni" userId="506f25aaf3d2b85d" providerId="LiveId" clId="{689BC981-2100-4A8F-8404-0BD6DC3E1BD2}" dt="2022-01-11T06:49:14.073" v="716" actId="207"/>
          <ac:spMkLst>
            <pc:docMk/>
            <pc:sldMk cId="3416275222" sldId="286"/>
            <ac:spMk id="15" creationId="{00000000-0000-0000-0000-000000000000}"/>
          </ac:spMkLst>
        </pc:spChg>
        <pc:spChg chg="mod">
          <ac:chgData name="michael simeoni" userId="506f25aaf3d2b85d" providerId="LiveId" clId="{689BC981-2100-4A8F-8404-0BD6DC3E1BD2}" dt="2022-01-11T06:49:14.073" v="716" actId="207"/>
          <ac:spMkLst>
            <pc:docMk/>
            <pc:sldMk cId="3416275222" sldId="286"/>
            <ac:spMk id="16" creationId="{00000000-0000-0000-0000-000000000000}"/>
          </ac:spMkLst>
        </pc:spChg>
        <pc:spChg chg="mod">
          <ac:chgData name="michael simeoni" userId="506f25aaf3d2b85d" providerId="LiveId" clId="{689BC981-2100-4A8F-8404-0BD6DC3E1BD2}" dt="2022-01-11T06:49:45.141" v="720" actId="1076"/>
          <ac:spMkLst>
            <pc:docMk/>
            <pc:sldMk cId="3416275222" sldId="286"/>
            <ac:spMk id="17" creationId="{00000000-0000-0000-0000-000000000000}"/>
          </ac:spMkLst>
        </pc:spChg>
        <pc:spChg chg="mod">
          <ac:chgData name="michael simeoni" userId="506f25aaf3d2b85d" providerId="LiveId" clId="{689BC981-2100-4A8F-8404-0BD6DC3E1BD2}" dt="2022-01-11T06:50:03.903" v="725" actId="1076"/>
          <ac:spMkLst>
            <pc:docMk/>
            <pc:sldMk cId="3416275222" sldId="286"/>
            <ac:spMk id="18" creationId="{00000000-0000-0000-0000-000000000000}"/>
          </ac:spMkLst>
        </pc:spChg>
        <pc:spChg chg="mod">
          <ac:chgData name="michael simeoni" userId="506f25aaf3d2b85d" providerId="LiveId" clId="{689BC981-2100-4A8F-8404-0BD6DC3E1BD2}" dt="2022-01-11T06:49:14.073" v="716" actId="207"/>
          <ac:spMkLst>
            <pc:docMk/>
            <pc:sldMk cId="3416275222" sldId="286"/>
            <ac:spMk id="19" creationId="{00000000-0000-0000-0000-000000000000}"/>
          </ac:spMkLst>
        </pc:spChg>
        <pc:spChg chg="mod">
          <ac:chgData name="michael simeoni" userId="506f25aaf3d2b85d" providerId="LiveId" clId="{689BC981-2100-4A8F-8404-0BD6DC3E1BD2}" dt="2022-01-11T06:49:14.073" v="716" actId="207"/>
          <ac:spMkLst>
            <pc:docMk/>
            <pc:sldMk cId="3416275222" sldId="286"/>
            <ac:spMk id="20" creationId="{00000000-0000-0000-0000-000000000000}"/>
          </ac:spMkLst>
        </pc:spChg>
        <pc:spChg chg="mod">
          <ac:chgData name="michael simeoni" userId="506f25aaf3d2b85d" providerId="LiveId" clId="{689BC981-2100-4A8F-8404-0BD6DC3E1BD2}" dt="2022-01-11T06:49:35.005" v="718" actId="1076"/>
          <ac:spMkLst>
            <pc:docMk/>
            <pc:sldMk cId="3416275222" sldId="286"/>
            <ac:spMk id="21" creationId="{00000000-0000-0000-0000-000000000000}"/>
          </ac:spMkLst>
        </pc:spChg>
        <pc:spChg chg="mod">
          <ac:chgData name="michael simeoni" userId="506f25aaf3d2b85d" providerId="LiveId" clId="{689BC981-2100-4A8F-8404-0BD6DC3E1BD2}" dt="2022-01-11T06:49:14.073" v="716" actId="207"/>
          <ac:spMkLst>
            <pc:docMk/>
            <pc:sldMk cId="3416275222" sldId="286"/>
            <ac:spMk id="22" creationId="{00000000-0000-0000-0000-000000000000}"/>
          </ac:spMkLst>
        </pc:spChg>
        <pc:grpChg chg="add del mod">
          <ac:chgData name="michael simeoni" userId="506f25aaf3d2b85d" providerId="LiveId" clId="{689BC981-2100-4A8F-8404-0BD6DC3E1BD2}" dt="2022-01-11T06:52:35.991" v="728" actId="478"/>
          <ac:grpSpMkLst>
            <pc:docMk/>
            <pc:sldMk cId="3416275222" sldId="286"/>
            <ac:grpSpMk id="2" creationId="{994C1FC9-7F23-4204-A296-A51AA90D40F5}"/>
          </ac:grpSpMkLst>
        </pc:grpChg>
      </pc:sldChg>
      <pc:sldChg chg="add del">
        <pc:chgData name="michael simeoni" userId="506f25aaf3d2b85d" providerId="LiveId" clId="{689BC981-2100-4A8F-8404-0BD6DC3E1BD2}" dt="2022-01-11T05:11:44.210" v="524" actId="27028"/>
        <pc:sldMkLst>
          <pc:docMk/>
          <pc:sldMk cId="141434675" sldId="287"/>
        </pc:sldMkLst>
      </pc:sldChg>
      <pc:sldChg chg="addSp delSp modSp add mod ord">
        <pc:chgData name="michael simeoni" userId="506f25aaf3d2b85d" providerId="LiveId" clId="{689BC981-2100-4A8F-8404-0BD6DC3E1BD2}" dt="2022-01-11T06:58:49.260" v="1093" actId="14100"/>
        <pc:sldMkLst>
          <pc:docMk/>
          <pc:sldMk cId="418402495" sldId="287"/>
        </pc:sldMkLst>
        <pc:spChg chg="mod">
          <ac:chgData name="michael simeoni" userId="506f25aaf3d2b85d" providerId="LiveId" clId="{689BC981-2100-4A8F-8404-0BD6DC3E1BD2}" dt="2022-01-11T06:58:43.094" v="1091" actId="1076"/>
          <ac:spMkLst>
            <pc:docMk/>
            <pc:sldMk cId="418402495" sldId="287"/>
            <ac:spMk id="2" creationId="{00000000-0000-0000-0000-000000000000}"/>
          </ac:spMkLst>
        </pc:spChg>
        <pc:spChg chg="add del mod">
          <ac:chgData name="michael simeoni" userId="506f25aaf3d2b85d" providerId="LiveId" clId="{689BC981-2100-4A8F-8404-0BD6DC3E1BD2}" dt="2022-01-11T06:58:45.143" v="1092" actId="478"/>
          <ac:spMkLst>
            <pc:docMk/>
            <pc:sldMk cId="418402495" sldId="287"/>
            <ac:spMk id="7" creationId="{60025D17-D728-4A64-BEDE-6EDCA056AB38}"/>
          </ac:spMkLst>
        </pc:spChg>
        <pc:picChg chg="del mod">
          <ac:chgData name="michael simeoni" userId="506f25aaf3d2b85d" providerId="LiveId" clId="{689BC981-2100-4A8F-8404-0BD6DC3E1BD2}" dt="2022-01-11T06:58:02.213" v="1080" actId="478"/>
          <ac:picMkLst>
            <pc:docMk/>
            <pc:sldMk cId="418402495" sldId="287"/>
            <ac:picMk id="4" creationId="{00000000-0000-0000-0000-000000000000}"/>
          </ac:picMkLst>
        </pc:picChg>
        <pc:picChg chg="mod modCrop">
          <ac:chgData name="michael simeoni" userId="506f25aaf3d2b85d" providerId="LiveId" clId="{689BC981-2100-4A8F-8404-0BD6DC3E1BD2}" dt="2022-01-11T06:58:49.260" v="1093" actId="14100"/>
          <ac:picMkLst>
            <pc:docMk/>
            <pc:sldMk cId="418402495" sldId="287"/>
            <ac:picMk id="5" creationId="{00000000-0000-0000-0000-000000000000}"/>
          </ac:picMkLst>
        </pc:picChg>
        <pc:picChg chg="add del mod">
          <ac:chgData name="michael simeoni" userId="506f25aaf3d2b85d" providerId="LiveId" clId="{689BC981-2100-4A8F-8404-0BD6DC3E1BD2}" dt="2022-01-11T06:57:55.072" v="1077"/>
          <ac:picMkLst>
            <pc:docMk/>
            <pc:sldMk cId="418402495" sldId="287"/>
            <ac:picMk id="6" creationId="{114C73D6-4DD3-416C-A585-8E6FE59CDD56}"/>
          </ac:picMkLst>
        </pc:picChg>
      </pc:sldChg>
      <pc:sldChg chg="add del">
        <pc:chgData name="michael simeoni" userId="506f25aaf3d2b85d" providerId="LiveId" clId="{689BC981-2100-4A8F-8404-0BD6DC3E1BD2}" dt="2022-01-11T05:12:46.212" v="532" actId="47"/>
        <pc:sldMkLst>
          <pc:docMk/>
          <pc:sldMk cId="1744093261" sldId="288"/>
        </pc:sldMkLst>
      </pc:sldChg>
      <pc:sldChg chg="modSp add mod">
        <pc:chgData name="michael simeoni" userId="506f25aaf3d2b85d" providerId="LiveId" clId="{689BC981-2100-4A8F-8404-0BD6DC3E1BD2}" dt="2022-01-11T05:14:28.120" v="554" actId="20577"/>
        <pc:sldMkLst>
          <pc:docMk/>
          <pc:sldMk cId="1792889795" sldId="288"/>
        </pc:sldMkLst>
        <pc:spChg chg="mod">
          <ac:chgData name="michael simeoni" userId="506f25aaf3d2b85d" providerId="LiveId" clId="{689BC981-2100-4A8F-8404-0BD6DC3E1BD2}" dt="2022-01-11T05:14:28.120" v="554" actId="20577"/>
          <ac:spMkLst>
            <pc:docMk/>
            <pc:sldMk cId="1792889795" sldId="288"/>
            <ac:spMk id="2" creationId="{00000000-0000-0000-0000-000000000000}"/>
          </ac:spMkLst>
        </pc:spChg>
      </pc:sldChg>
      <pc:sldChg chg="add del">
        <pc:chgData name="michael simeoni" userId="506f25aaf3d2b85d" providerId="LiveId" clId="{689BC981-2100-4A8F-8404-0BD6DC3E1BD2}" dt="2022-01-11T05:11:44.210" v="524" actId="27028"/>
        <pc:sldMkLst>
          <pc:docMk/>
          <pc:sldMk cId="2433739181" sldId="288"/>
        </pc:sldMkLst>
      </pc:sldChg>
      <pc:sldChg chg="modSp add mod">
        <pc:chgData name="michael simeoni" userId="506f25aaf3d2b85d" providerId="LiveId" clId="{689BC981-2100-4A8F-8404-0BD6DC3E1BD2}" dt="2022-01-11T05:14:33.272" v="557" actId="20577"/>
        <pc:sldMkLst>
          <pc:docMk/>
          <pc:sldMk cId="635768104" sldId="289"/>
        </pc:sldMkLst>
        <pc:spChg chg="mod">
          <ac:chgData name="michael simeoni" userId="506f25aaf3d2b85d" providerId="LiveId" clId="{689BC981-2100-4A8F-8404-0BD6DC3E1BD2}" dt="2022-01-11T05:14:33.272" v="557" actId="20577"/>
          <ac:spMkLst>
            <pc:docMk/>
            <pc:sldMk cId="635768104" sldId="289"/>
            <ac:spMk id="2" creationId="{00000000-0000-0000-0000-000000000000}"/>
          </ac:spMkLst>
        </pc:spChg>
      </pc:sldChg>
      <pc:sldChg chg="add del">
        <pc:chgData name="michael simeoni" userId="506f25aaf3d2b85d" providerId="LiveId" clId="{689BC981-2100-4A8F-8404-0BD6DC3E1BD2}" dt="2022-01-11T05:11:44.210" v="524" actId="27028"/>
        <pc:sldMkLst>
          <pc:docMk/>
          <pc:sldMk cId="3932643694" sldId="289"/>
        </pc:sldMkLst>
      </pc:sldChg>
      <pc:sldChg chg="add del">
        <pc:chgData name="michael simeoni" userId="506f25aaf3d2b85d" providerId="LiveId" clId="{689BC981-2100-4A8F-8404-0BD6DC3E1BD2}" dt="2022-01-11T05:12:46.212" v="532" actId="47"/>
        <pc:sldMkLst>
          <pc:docMk/>
          <pc:sldMk cId="4138452993" sldId="289"/>
        </pc:sldMkLst>
      </pc:sldChg>
      <pc:sldChg chg="add del">
        <pc:chgData name="michael simeoni" userId="506f25aaf3d2b85d" providerId="LiveId" clId="{689BC981-2100-4A8F-8404-0BD6DC3E1BD2}" dt="2022-01-11T05:12:46.212" v="532" actId="47"/>
        <pc:sldMkLst>
          <pc:docMk/>
          <pc:sldMk cId="435892613" sldId="290"/>
        </pc:sldMkLst>
      </pc:sldChg>
      <pc:sldChg chg="add">
        <pc:chgData name="michael simeoni" userId="506f25aaf3d2b85d" providerId="LiveId" clId="{689BC981-2100-4A8F-8404-0BD6DC3E1BD2}" dt="2022-01-11T06:21:57.175" v="603"/>
        <pc:sldMkLst>
          <pc:docMk/>
          <pc:sldMk cId="2526270293" sldId="290"/>
        </pc:sldMkLst>
      </pc:sldChg>
      <pc:sldChg chg="add del">
        <pc:chgData name="michael simeoni" userId="506f25aaf3d2b85d" providerId="LiveId" clId="{689BC981-2100-4A8F-8404-0BD6DC3E1BD2}" dt="2022-01-11T05:11:44.210" v="524" actId="27028"/>
        <pc:sldMkLst>
          <pc:docMk/>
          <pc:sldMk cId="3006955707" sldId="290"/>
        </pc:sldMkLst>
      </pc:sldChg>
      <pc:sldChg chg="add del">
        <pc:chgData name="michael simeoni" userId="506f25aaf3d2b85d" providerId="LiveId" clId="{689BC981-2100-4A8F-8404-0BD6DC3E1BD2}" dt="2022-01-11T05:11:44.210" v="524" actId="27028"/>
        <pc:sldMkLst>
          <pc:docMk/>
          <pc:sldMk cId="1744093261" sldId="291"/>
        </pc:sldMkLst>
      </pc:sldChg>
      <pc:sldChg chg="add del">
        <pc:chgData name="michael simeoni" userId="506f25aaf3d2b85d" providerId="LiveId" clId="{689BC981-2100-4A8F-8404-0BD6DC3E1BD2}" dt="2022-01-11T06:29:20.016" v="617" actId="47"/>
        <pc:sldMkLst>
          <pc:docMk/>
          <pc:sldMk cId="1757533608" sldId="291"/>
        </pc:sldMkLst>
      </pc:sldChg>
      <pc:sldChg chg="addSp delSp modSp add mod">
        <pc:chgData name="michael simeoni" userId="506f25aaf3d2b85d" providerId="LiveId" clId="{689BC981-2100-4A8F-8404-0BD6DC3E1BD2}" dt="2022-01-11T06:45:36.512" v="705" actId="20577"/>
        <pc:sldMkLst>
          <pc:docMk/>
          <pc:sldMk cId="3139137514" sldId="291"/>
        </pc:sldMkLst>
        <pc:spChg chg="mod">
          <ac:chgData name="michael simeoni" userId="506f25aaf3d2b85d" providerId="LiveId" clId="{689BC981-2100-4A8F-8404-0BD6DC3E1BD2}" dt="2022-01-11T06:45:36.512" v="705" actId="20577"/>
          <ac:spMkLst>
            <pc:docMk/>
            <pc:sldMk cId="3139137514" sldId="291"/>
            <ac:spMk id="2" creationId="{00000000-0000-0000-0000-000000000000}"/>
          </ac:spMkLst>
        </pc:spChg>
        <pc:spChg chg="del">
          <ac:chgData name="michael simeoni" userId="506f25aaf3d2b85d" providerId="LiveId" clId="{689BC981-2100-4A8F-8404-0BD6DC3E1BD2}" dt="2022-01-11T06:29:48.337" v="620" actId="478"/>
          <ac:spMkLst>
            <pc:docMk/>
            <pc:sldMk cId="3139137514" sldId="291"/>
            <ac:spMk id="3" creationId="{00000000-0000-0000-0000-000000000000}"/>
          </ac:spMkLst>
        </pc:spChg>
        <pc:spChg chg="add del mod">
          <ac:chgData name="michael simeoni" userId="506f25aaf3d2b85d" providerId="LiveId" clId="{689BC981-2100-4A8F-8404-0BD6DC3E1BD2}" dt="2022-01-11T06:41:33.862" v="655" actId="478"/>
          <ac:spMkLst>
            <pc:docMk/>
            <pc:sldMk cId="3139137514" sldId="291"/>
            <ac:spMk id="6" creationId="{F0267C16-DBCD-4EB3-B7DA-9E7556FCD076}"/>
          </ac:spMkLst>
        </pc:spChg>
        <pc:picChg chg="del mod">
          <ac:chgData name="michael simeoni" userId="506f25aaf3d2b85d" providerId="LiveId" clId="{689BC981-2100-4A8F-8404-0BD6DC3E1BD2}" dt="2022-01-11T06:29:50.363" v="622" actId="478"/>
          <ac:picMkLst>
            <pc:docMk/>
            <pc:sldMk cId="3139137514" sldId="291"/>
            <ac:picMk id="4" creationId="{00000000-0000-0000-0000-000000000000}"/>
          </ac:picMkLst>
        </pc:picChg>
        <pc:picChg chg="del">
          <ac:chgData name="michael simeoni" userId="506f25aaf3d2b85d" providerId="LiveId" clId="{689BC981-2100-4A8F-8404-0BD6DC3E1BD2}" dt="2022-01-11T06:41:15.847" v="653" actId="478"/>
          <ac:picMkLst>
            <pc:docMk/>
            <pc:sldMk cId="3139137514" sldId="291"/>
            <ac:picMk id="7" creationId="{F025F0C0-561B-4B54-A1F3-58BA4FF8CEEA}"/>
          </ac:picMkLst>
        </pc:picChg>
        <pc:picChg chg="del mod modCrop">
          <ac:chgData name="michael simeoni" userId="506f25aaf3d2b85d" providerId="LiveId" clId="{689BC981-2100-4A8F-8404-0BD6DC3E1BD2}" dt="2022-01-11T06:42:56.377" v="664" actId="478"/>
          <ac:picMkLst>
            <pc:docMk/>
            <pc:sldMk cId="3139137514" sldId="291"/>
            <ac:picMk id="8" creationId="{432F312A-4D28-4C2C-B3C4-918FBF84545C}"/>
          </ac:picMkLst>
        </pc:picChg>
        <pc:picChg chg="del mod modCrop">
          <ac:chgData name="michael simeoni" userId="506f25aaf3d2b85d" providerId="LiveId" clId="{689BC981-2100-4A8F-8404-0BD6DC3E1BD2}" dt="2022-01-11T06:44:09.219" v="672" actId="478"/>
          <ac:picMkLst>
            <pc:docMk/>
            <pc:sldMk cId="3139137514" sldId="291"/>
            <ac:picMk id="9" creationId="{DC28EDED-CCB8-4B71-AB5B-929AE39934C9}"/>
          </ac:picMkLst>
        </pc:picChg>
        <pc:picChg chg="mod modCrop">
          <ac:chgData name="michael simeoni" userId="506f25aaf3d2b85d" providerId="LiveId" clId="{689BC981-2100-4A8F-8404-0BD6DC3E1BD2}" dt="2022-01-11T06:45:05.883" v="675" actId="1076"/>
          <ac:picMkLst>
            <pc:docMk/>
            <pc:sldMk cId="3139137514" sldId="291"/>
            <ac:picMk id="10" creationId="{9E584866-961C-45B9-BB1C-0E0D92CE06EF}"/>
          </ac:picMkLst>
        </pc:picChg>
      </pc:sldChg>
      <pc:sldChg chg="add del">
        <pc:chgData name="michael simeoni" userId="506f25aaf3d2b85d" providerId="LiveId" clId="{689BC981-2100-4A8F-8404-0BD6DC3E1BD2}" dt="2022-01-11T05:12:46.212" v="532" actId="47"/>
        <pc:sldMkLst>
          <pc:docMk/>
          <pc:sldMk cId="3748528381" sldId="291"/>
        </pc:sldMkLst>
      </pc:sldChg>
      <pc:sldChg chg="add del">
        <pc:chgData name="michael simeoni" userId="506f25aaf3d2b85d" providerId="LiveId" clId="{689BC981-2100-4A8F-8404-0BD6DC3E1BD2}" dt="2022-01-11T05:12:46.212" v="532" actId="47"/>
        <pc:sldMkLst>
          <pc:docMk/>
          <pc:sldMk cId="2557520090" sldId="292"/>
        </pc:sldMkLst>
      </pc:sldChg>
      <pc:sldChg chg="add del">
        <pc:chgData name="michael simeoni" userId="506f25aaf3d2b85d" providerId="LiveId" clId="{689BC981-2100-4A8F-8404-0BD6DC3E1BD2}" dt="2022-01-11T05:11:44.210" v="524" actId="27028"/>
        <pc:sldMkLst>
          <pc:docMk/>
          <pc:sldMk cId="4138452993" sldId="292"/>
        </pc:sldMkLst>
      </pc:sldChg>
      <pc:sldChg chg="addSp modSp add mod">
        <pc:chgData name="michael simeoni" userId="506f25aaf3d2b85d" providerId="LiveId" clId="{689BC981-2100-4A8F-8404-0BD6DC3E1BD2}" dt="2022-01-11T06:57:39.351" v="1073" actId="1076"/>
        <pc:sldMkLst>
          <pc:docMk/>
          <pc:sldMk cId="4245149180" sldId="292"/>
        </pc:sldMkLst>
        <pc:spChg chg="mod">
          <ac:chgData name="michael simeoni" userId="506f25aaf3d2b85d" providerId="LiveId" clId="{689BC981-2100-4A8F-8404-0BD6DC3E1BD2}" dt="2022-01-11T06:57:12.712" v="1052" actId="1076"/>
          <ac:spMkLst>
            <pc:docMk/>
            <pc:sldMk cId="4245149180" sldId="292"/>
            <ac:spMk id="6" creationId="{00000000-0000-0000-0000-000000000000}"/>
          </ac:spMkLst>
        </pc:spChg>
        <pc:spChg chg="mod">
          <ac:chgData name="michael simeoni" userId="506f25aaf3d2b85d" providerId="LiveId" clId="{689BC981-2100-4A8F-8404-0BD6DC3E1BD2}" dt="2022-01-11T06:57:18.588" v="1054" actId="1076"/>
          <ac:spMkLst>
            <pc:docMk/>
            <pc:sldMk cId="4245149180" sldId="292"/>
            <ac:spMk id="8" creationId="{00000000-0000-0000-0000-000000000000}"/>
          </ac:spMkLst>
        </pc:spChg>
        <pc:spChg chg="mod">
          <ac:chgData name="michael simeoni" userId="506f25aaf3d2b85d" providerId="LiveId" clId="{689BC981-2100-4A8F-8404-0BD6DC3E1BD2}" dt="2022-01-11T06:57:16.815" v="1053" actId="1076"/>
          <ac:spMkLst>
            <pc:docMk/>
            <pc:sldMk cId="4245149180" sldId="292"/>
            <ac:spMk id="9" creationId="{00000000-0000-0000-0000-000000000000}"/>
          </ac:spMkLst>
        </pc:spChg>
        <pc:spChg chg="mod">
          <ac:chgData name="michael simeoni" userId="506f25aaf3d2b85d" providerId="LiveId" clId="{689BC981-2100-4A8F-8404-0BD6DC3E1BD2}" dt="2022-01-11T06:57:21.179" v="1055" actId="1076"/>
          <ac:spMkLst>
            <pc:docMk/>
            <pc:sldMk cId="4245149180" sldId="292"/>
            <ac:spMk id="10" creationId="{00000000-0000-0000-0000-000000000000}"/>
          </ac:spMkLst>
        </pc:spChg>
        <pc:spChg chg="mod">
          <ac:chgData name="michael simeoni" userId="506f25aaf3d2b85d" providerId="LiveId" clId="{689BC981-2100-4A8F-8404-0BD6DC3E1BD2}" dt="2022-01-11T06:57:05.141" v="1050" actId="1076"/>
          <ac:spMkLst>
            <pc:docMk/>
            <pc:sldMk cId="4245149180" sldId="292"/>
            <ac:spMk id="12" creationId="{00000000-0000-0000-0000-000000000000}"/>
          </ac:spMkLst>
        </pc:spChg>
        <pc:spChg chg="mod">
          <ac:chgData name="michael simeoni" userId="506f25aaf3d2b85d" providerId="LiveId" clId="{689BC981-2100-4A8F-8404-0BD6DC3E1BD2}" dt="2022-01-11T06:57:39.351" v="1073" actId="1076"/>
          <ac:spMkLst>
            <pc:docMk/>
            <pc:sldMk cId="4245149180" sldId="292"/>
            <ac:spMk id="13" creationId="{00000000-0000-0000-0000-000000000000}"/>
          </ac:spMkLst>
        </pc:spChg>
        <pc:spChg chg="mod">
          <ac:chgData name="michael simeoni" userId="506f25aaf3d2b85d" providerId="LiveId" clId="{689BC981-2100-4A8F-8404-0BD6DC3E1BD2}" dt="2022-01-11T06:56:57.823" v="1048" actId="1076"/>
          <ac:spMkLst>
            <pc:docMk/>
            <pc:sldMk cId="4245149180" sldId="292"/>
            <ac:spMk id="20" creationId="{00000000-0000-0000-0000-000000000000}"/>
          </ac:spMkLst>
        </pc:spChg>
        <pc:spChg chg="mod">
          <ac:chgData name="michael simeoni" userId="506f25aaf3d2b85d" providerId="LiveId" clId="{689BC981-2100-4A8F-8404-0BD6DC3E1BD2}" dt="2022-01-11T06:57:08.030" v="1051" actId="1076"/>
          <ac:spMkLst>
            <pc:docMk/>
            <pc:sldMk cId="4245149180" sldId="292"/>
            <ac:spMk id="22" creationId="{00000000-0000-0000-0000-000000000000}"/>
          </ac:spMkLst>
        </pc:spChg>
        <pc:spChg chg="add mod">
          <ac:chgData name="michael simeoni" userId="506f25aaf3d2b85d" providerId="LiveId" clId="{689BC981-2100-4A8F-8404-0BD6DC3E1BD2}" dt="2022-01-11T06:57:32.489" v="1072" actId="20577"/>
          <ac:spMkLst>
            <pc:docMk/>
            <pc:sldMk cId="4245149180" sldId="292"/>
            <ac:spMk id="23" creationId="{179D1AE1-3A76-459A-948B-D894FC5D7FE1}"/>
          </ac:spMkLst>
        </pc:spChg>
      </pc:sldChg>
      <pc:sldChg chg="add del">
        <pc:chgData name="michael simeoni" userId="506f25aaf3d2b85d" providerId="LiveId" clId="{689BC981-2100-4A8F-8404-0BD6DC3E1BD2}" dt="2022-01-11T05:11:44.210" v="524" actId="27028"/>
        <pc:sldMkLst>
          <pc:docMk/>
          <pc:sldMk cId="435892613" sldId="293"/>
        </pc:sldMkLst>
      </pc:sldChg>
      <pc:sldChg chg="add">
        <pc:chgData name="michael simeoni" userId="506f25aaf3d2b85d" providerId="LiveId" clId="{689BC981-2100-4A8F-8404-0BD6DC3E1BD2}" dt="2022-01-11T06:57:57.714" v="1078"/>
        <pc:sldMkLst>
          <pc:docMk/>
          <pc:sldMk cId="1850182372" sldId="293"/>
        </pc:sldMkLst>
      </pc:sldChg>
      <pc:sldChg chg="add del">
        <pc:chgData name="michael simeoni" userId="506f25aaf3d2b85d" providerId="LiveId" clId="{689BC981-2100-4A8F-8404-0BD6DC3E1BD2}" dt="2022-01-11T05:12:46.212" v="532" actId="47"/>
        <pc:sldMkLst>
          <pc:docMk/>
          <pc:sldMk cId="3281847404" sldId="293"/>
        </pc:sldMkLst>
      </pc:sldChg>
      <pc:sldChg chg="add del">
        <pc:chgData name="michael simeoni" userId="506f25aaf3d2b85d" providerId="LiveId" clId="{689BC981-2100-4A8F-8404-0BD6DC3E1BD2}" dt="2022-01-11T05:12:46.212" v="532" actId="47"/>
        <pc:sldMkLst>
          <pc:docMk/>
          <pc:sldMk cId="3338883100" sldId="294"/>
        </pc:sldMkLst>
      </pc:sldChg>
      <pc:sldChg chg="add del">
        <pc:chgData name="michael simeoni" userId="506f25aaf3d2b85d" providerId="LiveId" clId="{689BC981-2100-4A8F-8404-0BD6DC3E1BD2}" dt="2022-01-11T05:11:44.210" v="524" actId="27028"/>
        <pc:sldMkLst>
          <pc:docMk/>
          <pc:sldMk cId="3748528381" sldId="294"/>
        </pc:sldMkLst>
      </pc:sldChg>
      <pc:sldChg chg="add del">
        <pc:chgData name="michael simeoni" userId="506f25aaf3d2b85d" providerId="LiveId" clId="{689BC981-2100-4A8F-8404-0BD6DC3E1BD2}" dt="2022-01-11T05:11:44.210" v="524" actId="27028"/>
        <pc:sldMkLst>
          <pc:docMk/>
          <pc:sldMk cId="2557520090" sldId="295"/>
        </pc:sldMkLst>
      </pc:sldChg>
      <pc:sldChg chg="add del">
        <pc:chgData name="michael simeoni" userId="506f25aaf3d2b85d" providerId="LiveId" clId="{689BC981-2100-4A8F-8404-0BD6DC3E1BD2}" dt="2022-01-11T05:12:46.212" v="532" actId="47"/>
        <pc:sldMkLst>
          <pc:docMk/>
          <pc:sldMk cId="4214191383" sldId="295"/>
        </pc:sldMkLst>
      </pc:sldChg>
      <pc:sldChg chg="add del">
        <pc:chgData name="michael simeoni" userId="506f25aaf3d2b85d" providerId="LiveId" clId="{689BC981-2100-4A8F-8404-0BD6DC3E1BD2}" dt="2022-01-11T05:12:46.212" v="532" actId="47"/>
        <pc:sldMkLst>
          <pc:docMk/>
          <pc:sldMk cId="2937286124" sldId="296"/>
        </pc:sldMkLst>
      </pc:sldChg>
      <pc:sldChg chg="add del">
        <pc:chgData name="michael simeoni" userId="506f25aaf3d2b85d" providerId="LiveId" clId="{689BC981-2100-4A8F-8404-0BD6DC3E1BD2}" dt="2022-01-11T05:11:44.210" v="524" actId="27028"/>
        <pc:sldMkLst>
          <pc:docMk/>
          <pc:sldMk cId="3281847404" sldId="296"/>
        </pc:sldMkLst>
      </pc:sldChg>
      <pc:sldChg chg="add del">
        <pc:chgData name="michael simeoni" userId="506f25aaf3d2b85d" providerId="LiveId" clId="{689BC981-2100-4A8F-8404-0BD6DC3E1BD2}" dt="2022-01-11T05:11:44.210" v="524" actId="27028"/>
        <pc:sldMkLst>
          <pc:docMk/>
          <pc:sldMk cId="3338883100" sldId="297"/>
        </pc:sldMkLst>
      </pc:sldChg>
      <pc:sldChg chg="add del">
        <pc:chgData name="michael simeoni" userId="506f25aaf3d2b85d" providerId="LiveId" clId="{689BC981-2100-4A8F-8404-0BD6DC3E1BD2}" dt="2022-01-11T05:11:44.210" v="524" actId="27028"/>
        <pc:sldMkLst>
          <pc:docMk/>
          <pc:sldMk cId="4214191383" sldId="298"/>
        </pc:sldMkLst>
      </pc:sldChg>
      <pc:sldChg chg="add del">
        <pc:chgData name="michael simeoni" userId="506f25aaf3d2b85d" providerId="LiveId" clId="{689BC981-2100-4A8F-8404-0BD6DC3E1BD2}" dt="2022-01-11T05:11:44.210" v="524" actId="27028"/>
        <pc:sldMkLst>
          <pc:docMk/>
          <pc:sldMk cId="2937286124" sldId="299"/>
        </pc:sldMkLst>
      </pc:sldChg>
      <pc:sldChg chg="add del">
        <pc:chgData name="michael simeoni" userId="506f25aaf3d2b85d" providerId="LiveId" clId="{689BC981-2100-4A8F-8404-0BD6DC3E1BD2}" dt="2022-01-11T05:11:40.312" v="523" actId="27028"/>
        <pc:sldMkLst>
          <pc:docMk/>
          <pc:sldMk cId="3730011445" sldId="300"/>
        </pc:sldMkLst>
      </pc:sldChg>
      <pc:sldChg chg="add del">
        <pc:chgData name="michael simeoni" userId="506f25aaf3d2b85d" providerId="LiveId" clId="{689BC981-2100-4A8F-8404-0BD6DC3E1BD2}" dt="2022-01-11T05:11:40.312" v="523" actId="27028"/>
        <pc:sldMkLst>
          <pc:docMk/>
          <pc:sldMk cId="1322083326" sldId="301"/>
        </pc:sldMkLst>
      </pc:sldChg>
      <pc:sldChg chg="add del">
        <pc:chgData name="michael simeoni" userId="506f25aaf3d2b85d" providerId="LiveId" clId="{689BC981-2100-4A8F-8404-0BD6DC3E1BD2}" dt="2022-01-11T05:11:40.312" v="523" actId="27028"/>
        <pc:sldMkLst>
          <pc:docMk/>
          <pc:sldMk cId="413138916" sldId="302"/>
        </pc:sldMkLst>
      </pc:sldChg>
      <pc:sldChg chg="add del">
        <pc:chgData name="michael simeoni" userId="506f25aaf3d2b85d" providerId="LiveId" clId="{689BC981-2100-4A8F-8404-0BD6DC3E1BD2}" dt="2022-01-11T05:11:40.312" v="523" actId="27028"/>
        <pc:sldMkLst>
          <pc:docMk/>
          <pc:sldMk cId="1019522176" sldId="303"/>
        </pc:sldMkLst>
      </pc:sldChg>
      <pc:sldChg chg="add del">
        <pc:chgData name="michael simeoni" userId="506f25aaf3d2b85d" providerId="LiveId" clId="{689BC981-2100-4A8F-8404-0BD6DC3E1BD2}" dt="2022-01-11T05:11:40.312" v="523" actId="27028"/>
        <pc:sldMkLst>
          <pc:docMk/>
          <pc:sldMk cId="450097149" sldId="304"/>
        </pc:sldMkLst>
      </pc:sldChg>
      <pc:sldChg chg="add del">
        <pc:chgData name="michael simeoni" userId="506f25aaf3d2b85d" providerId="LiveId" clId="{689BC981-2100-4A8F-8404-0BD6DC3E1BD2}" dt="2022-01-11T05:11:40.312" v="523" actId="27028"/>
        <pc:sldMkLst>
          <pc:docMk/>
          <pc:sldMk cId="334232617" sldId="305"/>
        </pc:sldMkLst>
      </pc:sldChg>
      <pc:sldChg chg="add del">
        <pc:chgData name="michael simeoni" userId="506f25aaf3d2b85d" providerId="LiveId" clId="{689BC981-2100-4A8F-8404-0BD6DC3E1BD2}" dt="2022-01-11T05:11:40.312" v="523" actId="27028"/>
        <pc:sldMkLst>
          <pc:docMk/>
          <pc:sldMk cId="3618612677" sldId="306"/>
        </pc:sldMkLst>
      </pc:sldChg>
      <pc:sldChg chg="add del">
        <pc:chgData name="michael simeoni" userId="506f25aaf3d2b85d" providerId="LiveId" clId="{689BC981-2100-4A8F-8404-0BD6DC3E1BD2}" dt="2022-01-11T05:11:40.312" v="523" actId="27028"/>
        <pc:sldMkLst>
          <pc:docMk/>
          <pc:sldMk cId="4065512643" sldId="307"/>
        </pc:sldMkLst>
      </pc:sldChg>
      <pc:sldChg chg="add del">
        <pc:chgData name="michael simeoni" userId="506f25aaf3d2b85d" providerId="LiveId" clId="{689BC981-2100-4A8F-8404-0BD6DC3E1BD2}" dt="2022-01-11T05:11:40.312" v="523" actId="27028"/>
        <pc:sldMkLst>
          <pc:docMk/>
          <pc:sldMk cId="2735093702" sldId="308"/>
        </pc:sldMkLst>
      </pc:sldChg>
      <pc:sldChg chg="add del">
        <pc:chgData name="michael simeoni" userId="506f25aaf3d2b85d" providerId="LiveId" clId="{689BC981-2100-4A8F-8404-0BD6DC3E1BD2}" dt="2022-01-11T05:11:40.312" v="523" actId="27028"/>
        <pc:sldMkLst>
          <pc:docMk/>
          <pc:sldMk cId="3867916440" sldId="309"/>
        </pc:sldMkLst>
      </pc:sldChg>
      <pc:sldChg chg="add del">
        <pc:chgData name="michael simeoni" userId="506f25aaf3d2b85d" providerId="LiveId" clId="{689BC981-2100-4A8F-8404-0BD6DC3E1BD2}" dt="2022-01-11T05:11:40.312" v="523" actId="27028"/>
        <pc:sldMkLst>
          <pc:docMk/>
          <pc:sldMk cId="3511391679" sldId="310"/>
        </pc:sldMkLst>
      </pc:sldChg>
      <pc:sldChg chg="add del">
        <pc:chgData name="michael simeoni" userId="506f25aaf3d2b85d" providerId="LiveId" clId="{689BC981-2100-4A8F-8404-0BD6DC3E1BD2}" dt="2022-01-11T05:11:40.312" v="523" actId="27028"/>
        <pc:sldMkLst>
          <pc:docMk/>
          <pc:sldMk cId="259275305" sldId="311"/>
        </pc:sldMkLst>
      </pc:sldChg>
      <pc:sldChg chg="add del">
        <pc:chgData name="michael simeoni" userId="506f25aaf3d2b85d" providerId="LiveId" clId="{689BC981-2100-4A8F-8404-0BD6DC3E1BD2}" dt="2022-01-11T05:11:40.312" v="523" actId="27028"/>
        <pc:sldMkLst>
          <pc:docMk/>
          <pc:sldMk cId="444742887" sldId="312"/>
        </pc:sldMkLst>
      </pc:sldChg>
      <pc:sldChg chg="add del">
        <pc:chgData name="michael simeoni" userId="506f25aaf3d2b85d" providerId="LiveId" clId="{689BC981-2100-4A8F-8404-0BD6DC3E1BD2}" dt="2022-01-11T05:11:40.312" v="523" actId="27028"/>
        <pc:sldMkLst>
          <pc:docMk/>
          <pc:sldMk cId="2822160215" sldId="313"/>
        </pc:sldMkLst>
      </pc:sldChg>
      <pc:sldMasterChg chg="add del addSldLayout delSldLayout">
        <pc:chgData name="michael simeoni" userId="506f25aaf3d2b85d" providerId="LiveId" clId="{689BC981-2100-4A8F-8404-0BD6DC3E1BD2}" dt="2022-01-11T05:12:15.947" v="527" actId="27028"/>
        <pc:sldMasterMkLst>
          <pc:docMk/>
          <pc:sldMasterMk cId="0" sldId="2147483648"/>
        </pc:sldMasterMkLst>
        <pc:sldLayoutChg chg="add del">
          <pc:chgData name="michael simeoni" userId="506f25aaf3d2b85d" providerId="LiveId" clId="{689BC981-2100-4A8F-8404-0BD6DC3E1BD2}" dt="2022-01-11T05:12:15.947" v="527" actId="27028"/>
          <pc:sldLayoutMkLst>
            <pc:docMk/>
            <pc:sldMasterMk cId="0" sldId="2147483648"/>
            <pc:sldLayoutMk cId="0" sldId="2147483649"/>
          </pc:sldLayoutMkLst>
        </pc:sldLayoutChg>
        <pc:sldLayoutChg chg="add del">
          <pc:chgData name="michael simeoni" userId="506f25aaf3d2b85d" providerId="LiveId" clId="{689BC981-2100-4A8F-8404-0BD6DC3E1BD2}" dt="2022-01-11T05:12:15.947" v="527" actId="27028"/>
          <pc:sldLayoutMkLst>
            <pc:docMk/>
            <pc:sldMasterMk cId="0" sldId="2147483648"/>
            <pc:sldLayoutMk cId="310330983" sldId="2147483650"/>
          </pc:sldLayoutMkLst>
        </pc:sldLayoutChg>
        <pc:sldLayoutChg chg="add del">
          <pc:chgData name="michael simeoni" userId="506f25aaf3d2b85d" providerId="LiveId" clId="{689BC981-2100-4A8F-8404-0BD6DC3E1BD2}" dt="2022-01-11T05:12:15.947" v="527" actId="27028"/>
          <pc:sldLayoutMkLst>
            <pc:docMk/>
            <pc:sldMasterMk cId="0" sldId="2147483648"/>
            <pc:sldLayoutMk cId="273512344" sldId="2147483651"/>
          </pc:sldLayoutMkLst>
        </pc:sldLayoutChg>
        <pc:sldLayoutChg chg="add del">
          <pc:chgData name="michael simeoni" userId="506f25aaf3d2b85d" providerId="LiveId" clId="{689BC981-2100-4A8F-8404-0BD6DC3E1BD2}" dt="2022-01-11T05:12:15.947" v="527" actId="27028"/>
          <pc:sldLayoutMkLst>
            <pc:docMk/>
            <pc:sldMasterMk cId="0" sldId="2147483648"/>
            <pc:sldLayoutMk cId="3509326500" sldId="2147483652"/>
          </pc:sldLayoutMkLst>
        </pc:sldLayoutChg>
        <pc:sldLayoutChg chg="add del">
          <pc:chgData name="michael simeoni" userId="506f25aaf3d2b85d" providerId="LiveId" clId="{689BC981-2100-4A8F-8404-0BD6DC3E1BD2}" dt="2022-01-11T05:12:15.947" v="527" actId="27028"/>
          <pc:sldLayoutMkLst>
            <pc:docMk/>
            <pc:sldMasterMk cId="0" sldId="2147483648"/>
            <pc:sldLayoutMk cId="242476102" sldId="2147483653"/>
          </pc:sldLayoutMkLst>
        </pc:sldLayoutChg>
        <pc:sldLayoutChg chg="add del">
          <pc:chgData name="michael simeoni" userId="506f25aaf3d2b85d" providerId="LiveId" clId="{689BC981-2100-4A8F-8404-0BD6DC3E1BD2}" dt="2022-01-11T05:12:15.947" v="527" actId="27028"/>
          <pc:sldLayoutMkLst>
            <pc:docMk/>
            <pc:sldMasterMk cId="0" sldId="2147483648"/>
            <pc:sldLayoutMk cId="886015121" sldId="2147483654"/>
          </pc:sldLayoutMkLst>
        </pc:sldLayoutChg>
        <pc:sldLayoutChg chg="add del">
          <pc:chgData name="michael simeoni" userId="506f25aaf3d2b85d" providerId="LiveId" clId="{689BC981-2100-4A8F-8404-0BD6DC3E1BD2}" dt="2022-01-11T05:12:15.947" v="527" actId="27028"/>
          <pc:sldLayoutMkLst>
            <pc:docMk/>
            <pc:sldMasterMk cId="0" sldId="2147483648"/>
            <pc:sldLayoutMk cId="1402379198" sldId="2147483655"/>
          </pc:sldLayoutMkLst>
        </pc:sldLayoutChg>
        <pc:sldLayoutChg chg="add del">
          <pc:chgData name="michael simeoni" userId="506f25aaf3d2b85d" providerId="LiveId" clId="{689BC981-2100-4A8F-8404-0BD6DC3E1BD2}" dt="2022-01-11T05:12:15.947" v="527" actId="27028"/>
          <pc:sldLayoutMkLst>
            <pc:docMk/>
            <pc:sldMasterMk cId="0" sldId="2147483648"/>
            <pc:sldLayoutMk cId="550632872" sldId="2147483656"/>
          </pc:sldLayoutMkLst>
        </pc:sldLayoutChg>
        <pc:sldLayoutChg chg="add del">
          <pc:chgData name="michael simeoni" userId="506f25aaf3d2b85d" providerId="LiveId" clId="{689BC981-2100-4A8F-8404-0BD6DC3E1BD2}" dt="2022-01-11T05:12:15.947" v="527" actId="27028"/>
          <pc:sldLayoutMkLst>
            <pc:docMk/>
            <pc:sldMasterMk cId="0" sldId="2147483648"/>
            <pc:sldLayoutMk cId="3897466121" sldId="2147483657"/>
          </pc:sldLayoutMkLst>
        </pc:sldLayoutChg>
        <pc:sldLayoutChg chg="add del">
          <pc:chgData name="michael simeoni" userId="506f25aaf3d2b85d" providerId="LiveId" clId="{689BC981-2100-4A8F-8404-0BD6DC3E1BD2}" dt="2022-01-11T05:12:15.947" v="527" actId="27028"/>
          <pc:sldLayoutMkLst>
            <pc:docMk/>
            <pc:sldMasterMk cId="0" sldId="2147483648"/>
            <pc:sldLayoutMk cId="204836106" sldId="2147483658"/>
          </pc:sldLayoutMkLst>
        </pc:sldLayoutChg>
        <pc:sldLayoutChg chg="add del">
          <pc:chgData name="michael simeoni" userId="506f25aaf3d2b85d" providerId="LiveId" clId="{689BC981-2100-4A8F-8404-0BD6DC3E1BD2}" dt="2022-01-11T05:12:15.947" v="527" actId="27028"/>
          <pc:sldLayoutMkLst>
            <pc:docMk/>
            <pc:sldMasterMk cId="0" sldId="2147483648"/>
            <pc:sldLayoutMk cId="2649569496" sldId="2147483659"/>
          </pc:sldLayoutMkLst>
        </pc:sldLayoutChg>
      </pc:sldMasterChg>
    </pc:docChg>
  </pc:docChgLst>
  <pc:docChgLst>
    <pc:chgData name="michael simeoni" userId="506f25aaf3d2b85d" providerId="LiveId" clId="{CAE5549F-52B4-45BA-87D5-D0EFEAAC414A}"/>
    <pc:docChg chg="undo custSel addSld delSld modSld sldOrd">
      <pc:chgData name="michael simeoni" userId="506f25aaf3d2b85d" providerId="LiveId" clId="{CAE5549F-52B4-45BA-87D5-D0EFEAAC414A}" dt="2022-01-13T01:48:03.742" v="251"/>
      <pc:docMkLst>
        <pc:docMk/>
      </pc:docMkLst>
      <pc:sldChg chg="modSp mod">
        <pc:chgData name="michael simeoni" userId="506f25aaf3d2b85d" providerId="LiveId" clId="{CAE5549F-52B4-45BA-87D5-D0EFEAAC414A}" dt="2022-01-13T01:09:21.221" v="25" actId="122"/>
        <pc:sldMkLst>
          <pc:docMk/>
          <pc:sldMk cId="1315221385" sldId="256"/>
        </pc:sldMkLst>
        <pc:spChg chg="mod">
          <ac:chgData name="michael simeoni" userId="506f25aaf3d2b85d" providerId="LiveId" clId="{CAE5549F-52B4-45BA-87D5-D0EFEAAC414A}" dt="2022-01-13T01:09:21.221" v="25" actId="122"/>
          <ac:spMkLst>
            <pc:docMk/>
            <pc:sldMk cId="1315221385" sldId="256"/>
            <ac:spMk id="2" creationId="{00000000-0000-0000-0000-000000000000}"/>
          </ac:spMkLst>
        </pc:spChg>
        <pc:spChg chg="mod">
          <ac:chgData name="michael simeoni" userId="506f25aaf3d2b85d" providerId="LiveId" clId="{CAE5549F-52B4-45BA-87D5-D0EFEAAC414A}" dt="2022-01-13T01:09:17.752" v="24" actId="255"/>
          <ac:spMkLst>
            <pc:docMk/>
            <pc:sldMk cId="1315221385" sldId="256"/>
            <ac:spMk id="3" creationId="{00000000-0000-0000-0000-000000000000}"/>
          </ac:spMkLst>
        </pc:spChg>
      </pc:sldChg>
      <pc:sldChg chg="del">
        <pc:chgData name="michael simeoni" userId="506f25aaf3d2b85d" providerId="LiveId" clId="{CAE5549F-52B4-45BA-87D5-D0EFEAAC414A}" dt="2022-01-13T01:33:29.303" v="26" actId="47"/>
        <pc:sldMkLst>
          <pc:docMk/>
          <pc:sldMk cId="2527451516" sldId="260"/>
        </pc:sldMkLst>
      </pc:sldChg>
      <pc:sldChg chg="modSp mod ord">
        <pc:chgData name="michael simeoni" userId="506f25aaf3d2b85d" providerId="LiveId" clId="{CAE5549F-52B4-45BA-87D5-D0EFEAAC414A}" dt="2022-01-13T01:36:37.409" v="39" actId="2711"/>
        <pc:sldMkLst>
          <pc:docMk/>
          <pc:sldMk cId="1256245767" sldId="264"/>
        </pc:sldMkLst>
        <pc:spChg chg="mod">
          <ac:chgData name="michael simeoni" userId="506f25aaf3d2b85d" providerId="LiveId" clId="{CAE5549F-52B4-45BA-87D5-D0EFEAAC414A}" dt="2022-01-13T01:36:37.409" v="39" actId="2711"/>
          <ac:spMkLst>
            <pc:docMk/>
            <pc:sldMk cId="1256245767" sldId="264"/>
            <ac:spMk id="3" creationId="{00000000-0000-0000-0000-000000000000}"/>
          </ac:spMkLst>
        </pc:spChg>
      </pc:sldChg>
      <pc:sldChg chg="modSp add del mod">
        <pc:chgData name="michael simeoni" userId="506f25aaf3d2b85d" providerId="LiveId" clId="{CAE5549F-52B4-45BA-87D5-D0EFEAAC414A}" dt="2022-01-13T01:36:47.363" v="41" actId="255"/>
        <pc:sldMkLst>
          <pc:docMk/>
          <pc:sldMk cId="2011529335" sldId="266"/>
        </pc:sldMkLst>
        <pc:spChg chg="mod">
          <ac:chgData name="michael simeoni" userId="506f25aaf3d2b85d" providerId="LiveId" clId="{CAE5549F-52B4-45BA-87D5-D0EFEAAC414A}" dt="2022-01-13T01:36:47.363" v="41" actId="255"/>
          <ac:spMkLst>
            <pc:docMk/>
            <pc:sldMk cId="2011529335" sldId="266"/>
            <ac:spMk id="3" creationId="{00000000-0000-0000-0000-000000000000}"/>
          </ac:spMkLst>
        </pc:spChg>
      </pc:sldChg>
      <pc:sldChg chg="modSp mod">
        <pc:chgData name="michael simeoni" userId="506f25aaf3d2b85d" providerId="LiveId" clId="{CAE5549F-52B4-45BA-87D5-D0EFEAAC414A}" dt="2022-01-13T01:36:57.904" v="43" actId="2711"/>
        <pc:sldMkLst>
          <pc:docMk/>
          <pc:sldMk cId="258542850" sldId="267"/>
        </pc:sldMkLst>
        <pc:spChg chg="mod">
          <ac:chgData name="michael simeoni" userId="506f25aaf3d2b85d" providerId="LiveId" clId="{CAE5549F-52B4-45BA-87D5-D0EFEAAC414A}" dt="2022-01-13T01:36:57.904" v="43" actId="2711"/>
          <ac:spMkLst>
            <pc:docMk/>
            <pc:sldMk cId="258542850" sldId="267"/>
            <ac:spMk id="3" creationId="{00000000-0000-0000-0000-000000000000}"/>
          </ac:spMkLst>
        </pc:spChg>
      </pc:sldChg>
      <pc:sldChg chg="del">
        <pc:chgData name="michael simeoni" userId="506f25aaf3d2b85d" providerId="LiveId" clId="{CAE5549F-52B4-45BA-87D5-D0EFEAAC414A}" dt="2022-01-13T01:37:24.273" v="46" actId="47"/>
        <pc:sldMkLst>
          <pc:docMk/>
          <pc:sldMk cId="1100236207" sldId="268"/>
        </pc:sldMkLst>
      </pc:sldChg>
      <pc:sldChg chg="del">
        <pc:chgData name="michael simeoni" userId="506f25aaf3d2b85d" providerId="LiveId" clId="{CAE5549F-52B4-45BA-87D5-D0EFEAAC414A}" dt="2022-01-13T01:37:36.130" v="49" actId="47"/>
        <pc:sldMkLst>
          <pc:docMk/>
          <pc:sldMk cId="3848324391" sldId="269"/>
        </pc:sldMkLst>
      </pc:sldChg>
      <pc:sldChg chg="del">
        <pc:chgData name="michael simeoni" userId="506f25aaf3d2b85d" providerId="LiveId" clId="{CAE5549F-52B4-45BA-87D5-D0EFEAAC414A}" dt="2022-01-13T01:37:30.455" v="47" actId="47"/>
        <pc:sldMkLst>
          <pc:docMk/>
          <pc:sldMk cId="1244820854" sldId="270"/>
        </pc:sldMkLst>
      </pc:sldChg>
      <pc:sldChg chg="del">
        <pc:chgData name="michael simeoni" userId="506f25aaf3d2b85d" providerId="LiveId" clId="{CAE5549F-52B4-45BA-87D5-D0EFEAAC414A}" dt="2022-01-13T01:37:33.800" v="48" actId="47"/>
        <pc:sldMkLst>
          <pc:docMk/>
          <pc:sldMk cId="2287525267" sldId="271"/>
        </pc:sldMkLst>
      </pc:sldChg>
      <pc:sldChg chg="modSp mod">
        <pc:chgData name="michael simeoni" userId="506f25aaf3d2b85d" providerId="LiveId" clId="{CAE5549F-52B4-45BA-87D5-D0EFEAAC414A}" dt="2022-01-13T01:38:06.929" v="52" actId="6549"/>
        <pc:sldMkLst>
          <pc:docMk/>
          <pc:sldMk cId="1692388199" sldId="272"/>
        </pc:sldMkLst>
        <pc:spChg chg="mod">
          <ac:chgData name="michael simeoni" userId="506f25aaf3d2b85d" providerId="LiveId" clId="{CAE5549F-52B4-45BA-87D5-D0EFEAAC414A}" dt="2022-01-13T01:38:06.929" v="52" actId="6549"/>
          <ac:spMkLst>
            <pc:docMk/>
            <pc:sldMk cId="1692388199" sldId="272"/>
            <ac:spMk id="3" creationId="{00000000-0000-0000-0000-000000000000}"/>
          </ac:spMkLst>
        </pc:spChg>
      </pc:sldChg>
      <pc:sldChg chg="modSp mod">
        <pc:chgData name="michael simeoni" userId="506f25aaf3d2b85d" providerId="LiveId" clId="{CAE5549F-52B4-45BA-87D5-D0EFEAAC414A}" dt="2022-01-13T01:37:21.910" v="45" actId="2711"/>
        <pc:sldMkLst>
          <pc:docMk/>
          <pc:sldMk cId="933547450" sldId="274"/>
        </pc:sldMkLst>
        <pc:spChg chg="mod">
          <ac:chgData name="michael simeoni" userId="506f25aaf3d2b85d" providerId="LiveId" clId="{CAE5549F-52B4-45BA-87D5-D0EFEAAC414A}" dt="2022-01-13T01:37:21.910" v="45" actId="2711"/>
          <ac:spMkLst>
            <pc:docMk/>
            <pc:sldMk cId="933547450" sldId="274"/>
            <ac:spMk id="3" creationId="{00000000-0000-0000-0000-000000000000}"/>
          </ac:spMkLst>
        </pc:spChg>
      </pc:sldChg>
      <pc:sldChg chg="del">
        <pc:chgData name="michael simeoni" userId="506f25aaf3d2b85d" providerId="LiveId" clId="{CAE5549F-52B4-45BA-87D5-D0EFEAAC414A}" dt="2022-01-13T01:38:44.738" v="55" actId="47"/>
        <pc:sldMkLst>
          <pc:docMk/>
          <pc:sldMk cId="2680193606" sldId="276"/>
        </pc:sldMkLst>
      </pc:sldChg>
      <pc:sldChg chg="del">
        <pc:chgData name="michael simeoni" userId="506f25aaf3d2b85d" providerId="LiveId" clId="{CAE5549F-52B4-45BA-87D5-D0EFEAAC414A}" dt="2022-01-13T01:34:54.833" v="32" actId="47"/>
        <pc:sldMkLst>
          <pc:docMk/>
          <pc:sldMk cId="934112355" sldId="277"/>
        </pc:sldMkLst>
      </pc:sldChg>
      <pc:sldChg chg="modSp mod">
        <pc:chgData name="michael simeoni" userId="506f25aaf3d2b85d" providerId="LiveId" clId="{CAE5549F-52B4-45BA-87D5-D0EFEAAC414A}" dt="2022-01-13T01:38:24.936" v="54" actId="2711"/>
        <pc:sldMkLst>
          <pc:docMk/>
          <pc:sldMk cId="731842390" sldId="278"/>
        </pc:sldMkLst>
        <pc:spChg chg="mod">
          <ac:chgData name="michael simeoni" userId="506f25aaf3d2b85d" providerId="LiveId" clId="{CAE5549F-52B4-45BA-87D5-D0EFEAAC414A}" dt="2022-01-13T01:38:24.936" v="54" actId="2711"/>
          <ac:spMkLst>
            <pc:docMk/>
            <pc:sldMk cId="731842390" sldId="278"/>
            <ac:spMk id="3" creationId="{00000000-0000-0000-0000-000000000000}"/>
          </ac:spMkLst>
        </pc:spChg>
      </pc:sldChg>
      <pc:sldChg chg="del">
        <pc:chgData name="michael simeoni" userId="506f25aaf3d2b85d" providerId="LiveId" clId="{CAE5549F-52B4-45BA-87D5-D0EFEAAC414A}" dt="2022-01-13T01:35:08.598" v="33" actId="47"/>
        <pc:sldMkLst>
          <pc:docMk/>
          <pc:sldMk cId="3416275222" sldId="286"/>
        </pc:sldMkLst>
      </pc:sldChg>
      <pc:sldChg chg="del">
        <pc:chgData name="michael simeoni" userId="506f25aaf3d2b85d" providerId="LiveId" clId="{CAE5549F-52B4-45BA-87D5-D0EFEAAC414A}" dt="2022-01-13T01:35:08.598" v="33" actId="47"/>
        <pc:sldMkLst>
          <pc:docMk/>
          <pc:sldMk cId="418402495" sldId="287"/>
        </pc:sldMkLst>
      </pc:sldChg>
      <pc:sldChg chg="del">
        <pc:chgData name="michael simeoni" userId="506f25aaf3d2b85d" providerId="LiveId" clId="{CAE5549F-52B4-45BA-87D5-D0EFEAAC414A}" dt="2022-01-13T01:33:29.475" v="27" actId="47"/>
        <pc:sldMkLst>
          <pc:docMk/>
          <pc:sldMk cId="1792889795" sldId="288"/>
        </pc:sldMkLst>
      </pc:sldChg>
      <pc:sldChg chg="modSp mod ord">
        <pc:chgData name="michael simeoni" userId="506f25aaf3d2b85d" providerId="LiveId" clId="{CAE5549F-52B4-45BA-87D5-D0EFEAAC414A}" dt="2022-01-13T01:40:35.022" v="57"/>
        <pc:sldMkLst>
          <pc:docMk/>
          <pc:sldMk cId="635768104" sldId="289"/>
        </pc:sldMkLst>
        <pc:spChg chg="mod">
          <ac:chgData name="michael simeoni" userId="506f25aaf3d2b85d" providerId="LiveId" clId="{CAE5549F-52B4-45BA-87D5-D0EFEAAC414A}" dt="2022-01-13T01:33:37.416" v="29" actId="20577"/>
          <ac:spMkLst>
            <pc:docMk/>
            <pc:sldMk cId="635768104" sldId="289"/>
            <ac:spMk id="2" creationId="{00000000-0000-0000-0000-000000000000}"/>
          </ac:spMkLst>
        </pc:spChg>
        <pc:spChg chg="mod">
          <ac:chgData name="michael simeoni" userId="506f25aaf3d2b85d" providerId="LiveId" clId="{CAE5549F-52B4-45BA-87D5-D0EFEAAC414A}" dt="2022-01-13T01:36:21.798" v="37" actId="255"/>
          <ac:spMkLst>
            <pc:docMk/>
            <pc:sldMk cId="635768104" sldId="289"/>
            <ac:spMk id="3" creationId="{00000000-0000-0000-0000-000000000000}"/>
          </ac:spMkLst>
        </pc:spChg>
      </pc:sldChg>
      <pc:sldChg chg="delSp modSp mod">
        <pc:chgData name="michael simeoni" userId="506f25aaf3d2b85d" providerId="LiveId" clId="{CAE5549F-52B4-45BA-87D5-D0EFEAAC414A}" dt="2022-01-12T06:49:34.188" v="4" actId="14100"/>
        <pc:sldMkLst>
          <pc:docMk/>
          <pc:sldMk cId="3139137514" sldId="291"/>
        </pc:sldMkLst>
        <pc:picChg chg="mod modCrop">
          <ac:chgData name="michael simeoni" userId="506f25aaf3d2b85d" providerId="LiveId" clId="{CAE5549F-52B4-45BA-87D5-D0EFEAAC414A}" dt="2022-01-12T06:49:34.188" v="4" actId="14100"/>
          <ac:picMkLst>
            <pc:docMk/>
            <pc:sldMk cId="3139137514" sldId="291"/>
            <ac:picMk id="3" creationId="{45E9C0A5-AD26-4E5A-A953-8632C025244E}"/>
          </ac:picMkLst>
        </pc:picChg>
        <pc:picChg chg="del">
          <ac:chgData name="michael simeoni" userId="506f25aaf3d2b85d" providerId="LiveId" clId="{CAE5549F-52B4-45BA-87D5-D0EFEAAC414A}" dt="2022-01-12T06:48:59.907" v="0" actId="478"/>
          <ac:picMkLst>
            <pc:docMk/>
            <pc:sldMk cId="3139137514" sldId="291"/>
            <ac:picMk id="10" creationId="{9E584866-961C-45B9-BB1C-0E0D92CE06EF}"/>
          </ac:picMkLst>
        </pc:picChg>
      </pc:sldChg>
      <pc:sldChg chg="del">
        <pc:chgData name="michael simeoni" userId="506f25aaf3d2b85d" providerId="LiveId" clId="{CAE5549F-52B4-45BA-87D5-D0EFEAAC414A}" dt="2022-01-13T01:35:08.598" v="33" actId="47"/>
        <pc:sldMkLst>
          <pc:docMk/>
          <pc:sldMk cId="4245149180" sldId="292"/>
        </pc:sldMkLst>
      </pc:sldChg>
      <pc:sldChg chg="del">
        <pc:chgData name="michael simeoni" userId="506f25aaf3d2b85d" providerId="LiveId" clId="{CAE5549F-52B4-45BA-87D5-D0EFEAAC414A}" dt="2022-01-13T01:35:08.598" v="33" actId="47"/>
        <pc:sldMkLst>
          <pc:docMk/>
          <pc:sldMk cId="1850182372" sldId="293"/>
        </pc:sldMkLst>
      </pc:sldChg>
      <pc:sldChg chg="modSp new mod">
        <pc:chgData name="michael simeoni" userId="506f25aaf3d2b85d" providerId="LiveId" clId="{CAE5549F-52B4-45BA-87D5-D0EFEAAC414A}" dt="2022-01-13T01:48:03.742" v="251"/>
        <pc:sldMkLst>
          <pc:docMk/>
          <pc:sldMk cId="2318579169" sldId="293"/>
        </pc:sldMkLst>
        <pc:spChg chg="mod">
          <ac:chgData name="michael simeoni" userId="506f25aaf3d2b85d" providerId="LiveId" clId="{CAE5549F-52B4-45BA-87D5-D0EFEAAC414A}" dt="2022-01-13T01:45:30.025" v="68" actId="20577"/>
          <ac:spMkLst>
            <pc:docMk/>
            <pc:sldMk cId="2318579169" sldId="293"/>
            <ac:spMk id="2" creationId="{E2C72CA2-0120-4385-88B4-46038046C8BA}"/>
          </ac:spMkLst>
        </pc:spChg>
        <pc:spChg chg="mod">
          <ac:chgData name="michael simeoni" userId="506f25aaf3d2b85d" providerId="LiveId" clId="{CAE5549F-52B4-45BA-87D5-D0EFEAAC414A}" dt="2022-01-13T01:48:03.742" v="251"/>
          <ac:spMkLst>
            <pc:docMk/>
            <pc:sldMk cId="2318579169" sldId="293"/>
            <ac:spMk id="3" creationId="{A217D22F-3B2F-4799-B816-FCBB4D833CF0}"/>
          </ac:spMkLst>
        </pc:spChg>
      </pc:sldChg>
    </pc:docChg>
  </pc:docChgLst>
  <pc:docChgLst>
    <pc:chgData name="michael simeoni" userId="506f25aaf3d2b85d" providerId="LiveId" clId="{A4D5521D-5051-4F46-920A-AA6FADD56EB0}"/>
    <pc:docChg chg="undo custSel addSld delSld modSld sldOrd modMainMaster">
      <pc:chgData name="michael simeoni" userId="506f25aaf3d2b85d" providerId="LiveId" clId="{A4D5521D-5051-4F46-920A-AA6FADD56EB0}" dt="2022-02-01T00:35:41.176" v="1752" actId="1076"/>
      <pc:docMkLst>
        <pc:docMk/>
      </pc:docMkLst>
      <pc:sldChg chg="modSp mod setBg">
        <pc:chgData name="michael simeoni" userId="506f25aaf3d2b85d" providerId="LiveId" clId="{A4D5521D-5051-4F46-920A-AA6FADD56EB0}" dt="2022-01-17T02:20:56.761" v="155" actId="207"/>
        <pc:sldMkLst>
          <pc:docMk/>
          <pc:sldMk cId="1315221385" sldId="256"/>
        </pc:sldMkLst>
        <pc:spChg chg="mod">
          <ac:chgData name="michael simeoni" userId="506f25aaf3d2b85d" providerId="LiveId" clId="{A4D5521D-5051-4F46-920A-AA6FADD56EB0}" dt="2022-01-17T02:20:52.791" v="154" actId="207"/>
          <ac:spMkLst>
            <pc:docMk/>
            <pc:sldMk cId="1315221385" sldId="256"/>
            <ac:spMk id="2" creationId="{00000000-0000-0000-0000-000000000000}"/>
          </ac:spMkLst>
        </pc:spChg>
        <pc:spChg chg="mod">
          <ac:chgData name="michael simeoni" userId="506f25aaf3d2b85d" providerId="LiveId" clId="{A4D5521D-5051-4F46-920A-AA6FADD56EB0}" dt="2022-01-17T02:20:56.761" v="155" actId="207"/>
          <ac:spMkLst>
            <pc:docMk/>
            <pc:sldMk cId="1315221385" sldId="256"/>
            <ac:spMk id="3" creationId="{00000000-0000-0000-0000-000000000000}"/>
          </ac:spMkLst>
        </pc:spChg>
      </pc:sldChg>
      <pc:sldChg chg="add">
        <pc:chgData name="michael simeoni" userId="506f25aaf3d2b85d" providerId="LiveId" clId="{A4D5521D-5051-4F46-920A-AA6FADD56EB0}" dt="2022-01-30T03:16:30.571" v="1476"/>
        <pc:sldMkLst>
          <pc:docMk/>
          <pc:sldMk cId="2527451516" sldId="260"/>
        </pc:sldMkLst>
      </pc:sldChg>
      <pc:sldChg chg="modSp del">
        <pc:chgData name="michael simeoni" userId="506f25aaf3d2b85d" providerId="LiveId" clId="{A4D5521D-5051-4F46-920A-AA6FADD56EB0}" dt="2022-01-17T02:36:20.053" v="166" actId="47"/>
        <pc:sldMkLst>
          <pc:docMk/>
          <pc:sldMk cId="1256245767" sldId="264"/>
        </pc:sldMkLst>
        <pc:spChg chg="mod">
          <ac:chgData name="michael simeoni" userId="506f25aaf3d2b85d" providerId="LiveId" clId="{A4D5521D-5051-4F46-920A-AA6FADD56EB0}" dt="2022-01-17T02:18:55.689" v="143"/>
          <ac:spMkLst>
            <pc:docMk/>
            <pc:sldMk cId="1256245767" sldId="264"/>
            <ac:spMk id="2" creationId="{00000000-0000-0000-0000-000000000000}"/>
          </ac:spMkLst>
        </pc:spChg>
        <pc:spChg chg="mod">
          <ac:chgData name="michael simeoni" userId="506f25aaf3d2b85d" providerId="LiveId" clId="{A4D5521D-5051-4F46-920A-AA6FADD56EB0}" dt="2022-01-17T02:18:55.689" v="143"/>
          <ac:spMkLst>
            <pc:docMk/>
            <pc:sldMk cId="1256245767" sldId="264"/>
            <ac:spMk id="3" creationId="{00000000-0000-0000-0000-000000000000}"/>
          </ac:spMkLst>
        </pc:spChg>
      </pc:sldChg>
      <pc:sldChg chg="modSp del">
        <pc:chgData name="michael simeoni" userId="506f25aaf3d2b85d" providerId="LiveId" clId="{A4D5521D-5051-4F46-920A-AA6FADD56EB0}" dt="2022-01-17T02:36:20.053" v="166" actId="47"/>
        <pc:sldMkLst>
          <pc:docMk/>
          <pc:sldMk cId="2011529335" sldId="266"/>
        </pc:sldMkLst>
        <pc:spChg chg="mod">
          <ac:chgData name="michael simeoni" userId="506f25aaf3d2b85d" providerId="LiveId" clId="{A4D5521D-5051-4F46-920A-AA6FADD56EB0}" dt="2022-01-17T02:18:55.689" v="143"/>
          <ac:spMkLst>
            <pc:docMk/>
            <pc:sldMk cId="2011529335" sldId="266"/>
            <ac:spMk id="2" creationId="{00000000-0000-0000-0000-000000000000}"/>
          </ac:spMkLst>
        </pc:spChg>
        <pc:spChg chg="mod">
          <ac:chgData name="michael simeoni" userId="506f25aaf3d2b85d" providerId="LiveId" clId="{A4D5521D-5051-4F46-920A-AA6FADD56EB0}" dt="2022-01-17T02:18:55.689" v="143"/>
          <ac:spMkLst>
            <pc:docMk/>
            <pc:sldMk cId="2011529335" sldId="266"/>
            <ac:spMk id="3" creationId="{00000000-0000-0000-0000-000000000000}"/>
          </ac:spMkLst>
        </pc:spChg>
      </pc:sldChg>
      <pc:sldChg chg="modSp del">
        <pc:chgData name="michael simeoni" userId="506f25aaf3d2b85d" providerId="LiveId" clId="{A4D5521D-5051-4F46-920A-AA6FADD56EB0}" dt="2022-01-17T02:36:20.053" v="166" actId="47"/>
        <pc:sldMkLst>
          <pc:docMk/>
          <pc:sldMk cId="258542850" sldId="267"/>
        </pc:sldMkLst>
        <pc:spChg chg="mod">
          <ac:chgData name="michael simeoni" userId="506f25aaf3d2b85d" providerId="LiveId" clId="{A4D5521D-5051-4F46-920A-AA6FADD56EB0}" dt="2022-01-17T02:18:55.689" v="143"/>
          <ac:spMkLst>
            <pc:docMk/>
            <pc:sldMk cId="258542850" sldId="267"/>
            <ac:spMk id="2" creationId="{00000000-0000-0000-0000-000000000000}"/>
          </ac:spMkLst>
        </pc:spChg>
        <pc:spChg chg="mod">
          <ac:chgData name="michael simeoni" userId="506f25aaf3d2b85d" providerId="LiveId" clId="{A4D5521D-5051-4F46-920A-AA6FADD56EB0}" dt="2022-01-17T02:18:55.689" v="143"/>
          <ac:spMkLst>
            <pc:docMk/>
            <pc:sldMk cId="258542850" sldId="267"/>
            <ac:spMk id="3" creationId="{00000000-0000-0000-0000-000000000000}"/>
          </ac:spMkLst>
        </pc:spChg>
      </pc:sldChg>
      <pc:sldChg chg="modSp del">
        <pc:chgData name="michael simeoni" userId="506f25aaf3d2b85d" providerId="LiveId" clId="{A4D5521D-5051-4F46-920A-AA6FADD56EB0}" dt="2022-01-17T02:36:20.053" v="166" actId="47"/>
        <pc:sldMkLst>
          <pc:docMk/>
          <pc:sldMk cId="1692388199" sldId="272"/>
        </pc:sldMkLst>
        <pc:spChg chg="mod">
          <ac:chgData name="michael simeoni" userId="506f25aaf3d2b85d" providerId="LiveId" clId="{A4D5521D-5051-4F46-920A-AA6FADD56EB0}" dt="2022-01-17T02:18:55.689" v="143"/>
          <ac:spMkLst>
            <pc:docMk/>
            <pc:sldMk cId="1692388199" sldId="272"/>
            <ac:spMk id="2" creationId="{00000000-0000-0000-0000-000000000000}"/>
          </ac:spMkLst>
        </pc:spChg>
        <pc:spChg chg="mod">
          <ac:chgData name="michael simeoni" userId="506f25aaf3d2b85d" providerId="LiveId" clId="{A4D5521D-5051-4F46-920A-AA6FADD56EB0}" dt="2022-01-17T02:18:55.689" v="143"/>
          <ac:spMkLst>
            <pc:docMk/>
            <pc:sldMk cId="1692388199" sldId="272"/>
            <ac:spMk id="3" creationId="{00000000-0000-0000-0000-000000000000}"/>
          </ac:spMkLst>
        </pc:spChg>
      </pc:sldChg>
      <pc:sldChg chg="del">
        <pc:chgData name="michael simeoni" userId="506f25aaf3d2b85d" providerId="LiveId" clId="{A4D5521D-5051-4F46-920A-AA6FADD56EB0}" dt="2022-01-31T12:16:24.521" v="1690" actId="47"/>
        <pc:sldMkLst>
          <pc:docMk/>
          <pc:sldMk cId="1744093261" sldId="273"/>
        </pc:sldMkLst>
      </pc:sldChg>
      <pc:sldChg chg="modSp del">
        <pc:chgData name="michael simeoni" userId="506f25aaf3d2b85d" providerId="LiveId" clId="{A4D5521D-5051-4F46-920A-AA6FADD56EB0}" dt="2022-01-17T02:36:20.053" v="166" actId="47"/>
        <pc:sldMkLst>
          <pc:docMk/>
          <pc:sldMk cId="933547450" sldId="274"/>
        </pc:sldMkLst>
        <pc:spChg chg="mod">
          <ac:chgData name="michael simeoni" userId="506f25aaf3d2b85d" providerId="LiveId" clId="{A4D5521D-5051-4F46-920A-AA6FADD56EB0}" dt="2022-01-17T02:18:55.689" v="143"/>
          <ac:spMkLst>
            <pc:docMk/>
            <pc:sldMk cId="933547450" sldId="274"/>
            <ac:spMk id="2" creationId="{00000000-0000-0000-0000-000000000000}"/>
          </ac:spMkLst>
        </pc:spChg>
        <pc:spChg chg="mod">
          <ac:chgData name="michael simeoni" userId="506f25aaf3d2b85d" providerId="LiveId" clId="{A4D5521D-5051-4F46-920A-AA6FADD56EB0}" dt="2022-01-17T02:18:55.689" v="143"/>
          <ac:spMkLst>
            <pc:docMk/>
            <pc:sldMk cId="933547450" sldId="274"/>
            <ac:spMk id="3" creationId="{00000000-0000-0000-0000-000000000000}"/>
          </ac:spMkLst>
        </pc:spChg>
      </pc:sldChg>
      <pc:sldChg chg="modSp del">
        <pc:chgData name="michael simeoni" userId="506f25aaf3d2b85d" providerId="LiveId" clId="{A4D5521D-5051-4F46-920A-AA6FADD56EB0}" dt="2022-01-17T02:36:20.053" v="166" actId="47"/>
        <pc:sldMkLst>
          <pc:docMk/>
          <pc:sldMk cId="731842390" sldId="278"/>
        </pc:sldMkLst>
        <pc:spChg chg="mod">
          <ac:chgData name="michael simeoni" userId="506f25aaf3d2b85d" providerId="LiveId" clId="{A4D5521D-5051-4F46-920A-AA6FADD56EB0}" dt="2022-01-17T02:18:55.689" v="143"/>
          <ac:spMkLst>
            <pc:docMk/>
            <pc:sldMk cId="731842390" sldId="278"/>
            <ac:spMk id="2" creationId="{00000000-0000-0000-0000-000000000000}"/>
          </ac:spMkLst>
        </pc:spChg>
        <pc:spChg chg="mod">
          <ac:chgData name="michael simeoni" userId="506f25aaf3d2b85d" providerId="LiveId" clId="{A4D5521D-5051-4F46-920A-AA6FADD56EB0}" dt="2022-01-17T02:18:55.689" v="143"/>
          <ac:spMkLst>
            <pc:docMk/>
            <pc:sldMk cId="731842390" sldId="278"/>
            <ac:spMk id="3" creationId="{00000000-0000-0000-0000-000000000000}"/>
          </ac:spMkLst>
        </pc:spChg>
      </pc:sldChg>
      <pc:sldChg chg="del">
        <pc:chgData name="michael simeoni" userId="506f25aaf3d2b85d" providerId="LiveId" clId="{A4D5521D-5051-4F46-920A-AA6FADD56EB0}" dt="2022-01-17T02:35:38.114" v="164" actId="47"/>
        <pc:sldMkLst>
          <pc:docMk/>
          <pc:sldMk cId="2781236701" sldId="281"/>
        </pc:sldMkLst>
      </pc:sldChg>
      <pc:sldChg chg="del">
        <pc:chgData name="michael simeoni" userId="506f25aaf3d2b85d" providerId="LiveId" clId="{A4D5521D-5051-4F46-920A-AA6FADD56EB0}" dt="2022-01-17T02:36:20.053" v="166" actId="47"/>
        <pc:sldMkLst>
          <pc:docMk/>
          <pc:sldMk cId="3234804224" sldId="282"/>
        </pc:sldMkLst>
      </pc:sldChg>
      <pc:sldChg chg="del">
        <pc:chgData name="michael simeoni" userId="506f25aaf3d2b85d" providerId="LiveId" clId="{A4D5521D-5051-4F46-920A-AA6FADD56EB0}" dt="2022-01-17T02:35:35.144" v="163" actId="47"/>
        <pc:sldMkLst>
          <pc:docMk/>
          <pc:sldMk cId="19823792" sldId="283"/>
        </pc:sldMkLst>
      </pc:sldChg>
      <pc:sldChg chg="del">
        <pc:chgData name="michael simeoni" userId="506f25aaf3d2b85d" providerId="LiveId" clId="{A4D5521D-5051-4F46-920A-AA6FADD56EB0}" dt="2022-01-17T03:28:13.460" v="649" actId="47"/>
        <pc:sldMkLst>
          <pc:docMk/>
          <pc:sldMk cId="141434675" sldId="284"/>
        </pc:sldMkLst>
      </pc:sldChg>
      <pc:sldChg chg="modSp del mod setBg">
        <pc:chgData name="michael simeoni" userId="506f25aaf3d2b85d" providerId="LiveId" clId="{A4D5521D-5051-4F46-920A-AA6FADD56EB0}" dt="2022-01-30T03:16:37.707" v="1477" actId="47"/>
        <pc:sldMkLst>
          <pc:docMk/>
          <pc:sldMk cId="635768104" sldId="289"/>
        </pc:sldMkLst>
        <pc:spChg chg="mod">
          <ac:chgData name="michael simeoni" userId="506f25aaf3d2b85d" providerId="LiveId" clId="{A4D5521D-5051-4F46-920A-AA6FADD56EB0}" dt="2022-01-17T02:21:02.029" v="156" actId="207"/>
          <ac:spMkLst>
            <pc:docMk/>
            <pc:sldMk cId="635768104" sldId="289"/>
            <ac:spMk id="2" creationId="{00000000-0000-0000-0000-000000000000}"/>
          </ac:spMkLst>
        </pc:spChg>
        <pc:spChg chg="mod">
          <ac:chgData name="michael simeoni" userId="506f25aaf3d2b85d" providerId="LiveId" clId="{A4D5521D-5051-4F46-920A-AA6FADD56EB0}" dt="2022-01-17T02:18:55.689" v="143"/>
          <ac:spMkLst>
            <pc:docMk/>
            <pc:sldMk cId="635768104" sldId="289"/>
            <ac:spMk id="3" creationId="{00000000-0000-0000-0000-000000000000}"/>
          </ac:spMkLst>
        </pc:spChg>
      </pc:sldChg>
      <pc:sldChg chg="del">
        <pc:chgData name="michael simeoni" userId="506f25aaf3d2b85d" providerId="LiveId" clId="{A4D5521D-5051-4F46-920A-AA6FADD56EB0}" dt="2022-01-17T04:30:00.206" v="1469" actId="47"/>
        <pc:sldMkLst>
          <pc:docMk/>
          <pc:sldMk cId="2526270293" sldId="290"/>
        </pc:sldMkLst>
      </pc:sldChg>
      <pc:sldChg chg="addSp delSp modSp mod ord setBg">
        <pc:chgData name="michael simeoni" userId="506f25aaf3d2b85d" providerId="LiveId" clId="{A4D5521D-5051-4F46-920A-AA6FADD56EB0}" dt="2022-01-30T03:24:45.826" v="1502" actId="2711"/>
        <pc:sldMkLst>
          <pc:docMk/>
          <pc:sldMk cId="3139137514" sldId="291"/>
        </pc:sldMkLst>
        <pc:spChg chg="mod">
          <ac:chgData name="michael simeoni" userId="506f25aaf3d2b85d" providerId="LiveId" clId="{A4D5521D-5051-4F46-920A-AA6FADD56EB0}" dt="2022-01-30T03:24:45.826" v="1502" actId="2711"/>
          <ac:spMkLst>
            <pc:docMk/>
            <pc:sldMk cId="3139137514" sldId="291"/>
            <ac:spMk id="2" creationId="{00000000-0000-0000-0000-000000000000}"/>
          </ac:spMkLst>
        </pc:spChg>
        <pc:graphicFrameChg chg="add del mod">
          <ac:chgData name="michael simeoni" userId="506f25aaf3d2b85d" providerId="LiveId" clId="{A4D5521D-5051-4F46-920A-AA6FADD56EB0}" dt="2022-01-17T02:16:54.865" v="114"/>
          <ac:graphicFrameMkLst>
            <pc:docMk/>
            <pc:sldMk cId="3139137514" sldId="291"/>
            <ac:graphicFrameMk id="5" creationId="{13EED7E2-BDFA-458D-8D05-2F4AB633F5C3}"/>
          </ac:graphicFrameMkLst>
        </pc:graphicFrameChg>
        <pc:picChg chg="del mod modCrop">
          <ac:chgData name="michael simeoni" userId="506f25aaf3d2b85d" providerId="LiveId" clId="{A4D5521D-5051-4F46-920A-AA6FADD56EB0}" dt="2022-01-17T02:07:48.727" v="95" actId="478"/>
          <ac:picMkLst>
            <pc:docMk/>
            <pc:sldMk cId="3139137514" sldId="291"/>
            <ac:picMk id="3" creationId="{1AD2B743-30DE-48D0-984A-1CAFE1CD51FB}"/>
          </ac:picMkLst>
        </pc:picChg>
        <pc:picChg chg="del">
          <ac:chgData name="michael simeoni" userId="506f25aaf3d2b85d" providerId="LiveId" clId="{A4D5521D-5051-4F46-920A-AA6FADD56EB0}" dt="2022-01-17T02:05:36.108" v="65" actId="478"/>
          <ac:picMkLst>
            <pc:docMk/>
            <pc:sldMk cId="3139137514" sldId="291"/>
            <ac:picMk id="4" creationId="{403AD971-88D1-4008-A6A3-651AED787CE3}"/>
          </ac:picMkLst>
        </pc:picChg>
        <pc:picChg chg="del mod modCrop">
          <ac:chgData name="michael simeoni" userId="506f25aaf3d2b85d" providerId="LiveId" clId="{A4D5521D-5051-4F46-920A-AA6FADD56EB0}" dt="2022-01-17T02:33:33.546" v="157" actId="478"/>
          <ac:picMkLst>
            <pc:docMk/>
            <pc:sldMk cId="3139137514" sldId="291"/>
            <ac:picMk id="6" creationId="{D666DB3C-B797-4504-930E-2F9CEC427AC0}"/>
          </ac:picMkLst>
        </pc:picChg>
        <pc:picChg chg="mod">
          <ac:chgData name="michael simeoni" userId="506f25aaf3d2b85d" providerId="LiveId" clId="{A4D5521D-5051-4F46-920A-AA6FADD56EB0}" dt="2022-01-17T02:33:52.427" v="159" actId="14100"/>
          <ac:picMkLst>
            <pc:docMk/>
            <pc:sldMk cId="3139137514" sldId="291"/>
            <ac:picMk id="7" creationId="{CD45D6B0-048B-4FFE-88EC-61EFF3EBF04F}"/>
          </ac:picMkLst>
        </pc:picChg>
      </pc:sldChg>
      <pc:sldChg chg="modSp mod">
        <pc:chgData name="michael simeoni" userId="506f25aaf3d2b85d" providerId="LiveId" clId="{A4D5521D-5051-4F46-920A-AA6FADD56EB0}" dt="2022-01-30T05:51:58.083" v="1511" actId="1076"/>
        <pc:sldMkLst>
          <pc:docMk/>
          <pc:sldMk cId="2689500957" sldId="292"/>
        </pc:sldMkLst>
        <pc:spChg chg="mod">
          <ac:chgData name="michael simeoni" userId="506f25aaf3d2b85d" providerId="LiveId" clId="{A4D5521D-5051-4F46-920A-AA6FADD56EB0}" dt="2022-01-17T03:19:36.194" v="406" actId="20577"/>
          <ac:spMkLst>
            <pc:docMk/>
            <pc:sldMk cId="2689500957" sldId="292"/>
            <ac:spMk id="2" creationId="{00000000-0000-0000-0000-000000000000}"/>
          </ac:spMkLst>
        </pc:spChg>
        <pc:spChg chg="mod">
          <ac:chgData name="michael simeoni" userId="506f25aaf3d2b85d" providerId="LiveId" clId="{A4D5521D-5051-4F46-920A-AA6FADD56EB0}" dt="2022-01-30T05:51:58.083" v="1511" actId="1076"/>
          <ac:spMkLst>
            <pc:docMk/>
            <pc:sldMk cId="2689500957" sldId="292"/>
            <ac:spMk id="3" creationId="{00000000-0000-0000-0000-000000000000}"/>
          </ac:spMkLst>
        </pc:spChg>
      </pc:sldChg>
      <pc:sldChg chg="modSp del">
        <pc:chgData name="michael simeoni" userId="506f25aaf3d2b85d" providerId="LiveId" clId="{A4D5521D-5051-4F46-920A-AA6FADD56EB0}" dt="2022-01-17T02:36:20.053" v="166" actId="47"/>
        <pc:sldMkLst>
          <pc:docMk/>
          <pc:sldMk cId="2318579169" sldId="293"/>
        </pc:sldMkLst>
        <pc:spChg chg="mod">
          <ac:chgData name="michael simeoni" userId="506f25aaf3d2b85d" providerId="LiveId" clId="{A4D5521D-5051-4F46-920A-AA6FADD56EB0}" dt="2022-01-17T02:18:55.689" v="143"/>
          <ac:spMkLst>
            <pc:docMk/>
            <pc:sldMk cId="2318579169" sldId="293"/>
            <ac:spMk id="2" creationId="{E2C72CA2-0120-4385-88B4-46038046C8BA}"/>
          </ac:spMkLst>
        </pc:spChg>
        <pc:spChg chg="mod">
          <ac:chgData name="michael simeoni" userId="506f25aaf3d2b85d" providerId="LiveId" clId="{A4D5521D-5051-4F46-920A-AA6FADD56EB0}" dt="2022-01-17T02:18:55.689" v="143"/>
          <ac:spMkLst>
            <pc:docMk/>
            <pc:sldMk cId="2318579169" sldId="293"/>
            <ac:spMk id="3" creationId="{A217D22F-3B2F-4799-B816-FCBB4D833CF0}"/>
          </ac:spMkLst>
        </pc:spChg>
      </pc:sldChg>
      <pc:sldChg chg="addSp delSp modSp add mod">
        <pc:chgData name="michael simeoni" userId="506f25aaf3d2b85d" providerId="LiveId" clId="{A4D5521D-5051-4F46-920A-AA6FADD56EB0}" dt="2022-01-30T03:21:06.921" v="1486" actId="2711"/>
        <pc:sldMkLst>
          <pc:docMk/>
          <pc:sldMk cId="1143406842" sldId="294"/>
        </pc:sldMkLst>
        <pc:spChg chg="mod">
          <ac:chgData name="michael simeoni" userId="506f25aaf3d2b85d" providerId="LiveId" clId="{A4D5521D-5051-4F46-920A-AA6FADD56EB0}" dt="2022-01-30T03:21:06.921" v="1486" actId="2711"/>
          <ac:spMkLst>
            <pc:docMk/>
            <pc:sldMk cId="1143406842" sldId="294"/>
            <ac:spMk id="2" creationId="{00000000-0000-0000-0000-000000000000}"/>
          </ac:spMkLst>
        </pc:spChg>
        <pc:spChg chg="add del">
          <ac:chgData name="michael simeoni" userId="506f25aaf3d2b85d" providerId="LiveId" clId="{A4D5521D-5051-4F46-920A-AA6FADD56EB0}" dt="2022-01-17T04:30:17.780" v="1470" actId="478"/>
          <ac:spMkLst>
            <pc:docMk/>
            <pc:sldMk cId="1143406842" sldId="294"/>
            <ac:spMk id="5" creationId="{71C51214-8E48-4377-8687-F757E5024B91}"/>
          </ac:spMkLst>
        </pc:spChg>
        <pc:picChg chg="mod">
          <ac:chgData name="michael simeoni" userId="506f25aaf3d2b85d" providerId="LiveId" clId="{A4D5521D-5051-4F46-920A-AA6FADD56EB0}" dt="2022-01-17T02:34:15.096" v="160" actId="1076"/>
          <ac:picMkLst>
            <pc:docMk/>
            <pc:sldMk cId="1143406842" sldId="294"/>
            <ac:picMk id="3" creationId="{1AD2B743-30DE-48D0-984A-1CAFE1CD51FB}"/>
          </ac:picMkLst>
        </pc:picChg>
      </pc:sldChg>
      <pc:sldChg chg="new del">
        <pc:chgData name="michael simeoni" userId="506f25aaf3d2b85d" providerId="LiveId" clId="{A4D5521D-5051-4F46-920A-AA6FADD56EB0}" dt="2022-01-17T02:36:20.053" v="166" actId="47"/>
        <pc:sldMkLst>
          <pc:docMk/>
          <pc:sldMk cId="2221631210" sldId="295"/>
        </pc:sldMkLst>
      </pc:sldChg>
      <pc:sldChg chg="modSp new mod">
        <pc:chgData name="michael simeoni" userId="506f25aaf3d2b85d" providerId="LiveId" clId="{A4D5521D-5051-4F46-920A-AA6FADD56EB0}" dt="2022-01-17T04:30:26.141" v="1472" actId="14100"/>
        <pc:sldMkLst>
          <pc:docMk/>
          <pc:sldMk cId="2475486054" sldId="295"/>
        </pc:sldMkLst>
        <pc:spChg chg="mod">
          <ac:chgData name="michael simeoni" userId="506f25aaf3d2b85d" providerId="LiveId" clId="{A4D5521D-5051-4F46-920A-AA6FADD56EB0}" dt="2022-01-17T03:18:07.517" v="386" actId="2711"/>
          <ac:spMkLst>
            <pc:docMk/>
            <pc:sldMk cId="2475486054" sldId="295"/>
            <ac:spMk id="2" creationId="{00FB17CE-471E-43C4-A09A-70A7DB0856BD}"/>
          </ac:spMkLst>
        </pc:spChg>
        <pc:spChg chg="mod">
          <ac:chgData name="michael simeoni" userId="506f25aaf3d2b85d" providerId="LiveId" clId="{A4D5521D-5051-4F46-920A-AA6FADD56EB0}" dt="2022-01-17T04:30:26.141" v="1472" actId="14100"/>
          <ac:spMkLst>
            <pc:docMk/>
            <pc:sldMk cId="2475486054" sldId="295"/>
            <ac:spMk id="3" creationId="{3F62B22A-228D-4BB0-A2D6-37E97D9F0432}"/>
          </ac:spMkLst>
        </pc:spChg>
      </pc:sldChg>
      <pc:sldChg chg="modSp add mod">
        <pc:chgData name="michael simeoni" userId="506f25aaf3d2b85d" providerId="LiveId" clId="{A4D5521D-5051-4F46-920A-AA6FADD56EB0}" dt="2022-01-17T03:21:27.306" v="457" actId="20577"/>
        <pc:sldMkLst>
          <pc:docMk/>
          <pc:sldMk cId="583492777" sldId="296"/>
        </pc:sldMkLst>
        <pc:spChg chg="mod">
          <ac:chgData name="michael simeoni" userId="506f25aaf3d2b85d" providerId="LiveId" clId="{A4D5521D-5051-4F46-920A-AA6FADD56EB0}" dt="2022-01-17T03:21:27.306" v="457" actId="20577"/>
          <ac:spMkLst>
            <pc:docMk/>
            <pc:sldMk cId="583492777" sldId="296"/>
            <ac:spMk id="3" creationId="{00000000-0000-0000-0000-000000000000}"/>
          </ac:spMkLst>
        </pc:spChg>
      </pc:sldChg>
      <pc:sldChg chg="delSp modSp add mod">
        <pc:chgData name="michael simeoni" userId="506f25aaf3d2b85d" providerId="LiveId" clId="{A4D5521D-5051-4F46-920A-AA6FADD56EB0}" dt="2022-01-30T06:03:39.780" v="1636" actId="478"/>
        <pc:sldMkLst>
          <pc:docMk/>
          <pc:sldMk cId="397463598" sldId="297"/>
        </pc:sldMkLst>
        <pc:spChg chg="del mod">
          <ac:chgData name="michael simeoni" userId="506f25aaf3d2b85d" providerId="LiveId" clId="{A4D5521D-5051-4F46-920A-AA6FADD56EB0}" dt="2022-01-30T06:03:39.780" v="1636" actId="478"/>
          <ac:spMkLst>
            <pc:docMk/>
            <pc:sldMk cId="397463598" sldId="297"/>
            <ac:spMk id="2" creationId="{00000000-0000-0000-0000-000000000000}"/>
          </ac:spMkLst>
        </pc:spChg>
        <pc:spChg chg="mod">
          <ac:chgData name="michael simeoni" userId="506f25aaf3d2b85d" providerId="LiveId" clId="{A4D5521D-5051-4F46-920A-AA6FADD56EB0}" dt="2022-01-30T06:03:37.316" v="1635" actId="1076"/>
          <ac:spMkLst>
            <pc:docMk/>
            <pc:sldMk cId="397463598" sldId="297"/>
            <ac:spMk id="3" creationId="{00000000-0000-0000-0000-000000000000}"/>
          </ac:spMkLst>
        </pc:spChg>
      </pc:sldChg>
      <pc:sldChg chg="modSp add mod modAnim">
        <pc:chgData name="michael simeoni" userId="506f25aaf3d2b85d" providerId="LiveId" clId="{A4D5521D-5051-4F46-920A-AA6FADD56EB0}" dt="2022-02-01T00:35:41.176" v="1752" actId="1076"/>
        <pc:sldMkLst>
          <pc:docMk/>
          <pc:sldMk cId="3564493958" sldId="298"/>
        </pc:sldMkLst>
        <pc:spChg chg="mod">
          <ac:chgData name="michael simeoni" userId="506f25aaf3d2b85d" providerId="LiveId" clId="{A4D5521D-5051-4F46-920A-AA6FADD56EB0}" dt="2022-01-17T03:27:49.002" v="642" actId="1076"/>
          <ac:spMkLst>
            <pc:docMk/>
            <pc:sldMk cId="3564493958" sldId="298"/>
            <ac:spMk id="2" creationId="{00000000-0000-0000-0000-000000000000}"/>
          </ac:spMkLst>
        </pc:spChg>
        <pc:spChg chg="mod">
          <ac:chgData name="michael simeoni" userId="506f25aaf3d2b85d" providerId="LiveId" clId="{A4D5521D-5051-4F46-920A-AA6FADD56EB0}" dt="2022-02-01T00:35:41.176" v="1752" actId="1076"/>
          <ac:spMkLst>
            <pc:docMk/>
            <pc:sldMk cId="3564493958" sldId="298"/>
            <ac:spMk id="3" creationId="{00000000-0000-0000-0000-000000000000}"/>
          </ac:spMkLst>
        </pc:spChg>
      </pc:sldChg>
      <pc:sldChg chg="add del">
        <pc:chgData name="michael simeoni" userId="506f25aaf3d2b85d" providerId="LiveId" clId="{A4D5521D-5051-4F46-920A-AA6FADD56EB0}" dt="2022-01-30T05:52:47.965" v="1512" actId="47"/>
        <pc:sldMkLst>
          <pc:docMk/>
          <pc:sldMk cId="2459509398" sldId="299"/>
        </pc:sldMkLst>
      </pc:sldChg>
      <pc:sldChg chg="modSp new mod">
        <pc:chgData name="michael simeoni" userId="506f25aaf3d2b85d" providerId="LiveId" clId="{A4D5521D-5051-4F46-920A-AA6FADD56EB0}" dt="2022-01-31T12:21:26.022" v="1703" actId="6549"/>
        <pc:sldMkLst>
          <pc:docMk/>
          <pc:sldMk cId="1810625313" sldId="300"/>
        </pc:sldMkLst>
        <pc:spChg chg="mod">
          <ac:chgData name="michael simeoni" userId="506f25aaf3d2b85d" providerId="LiveId" clId="{A4D5521D-5051-4F46-920A-AA6FADD56EB0}" dt="2022-01-17T03:30:56.509" v="668" actId="1076"/>
          <ac:spMkLst>
            <pc:docMk/>
            <pc:sldMk cId="1810625313" sldId="300"/>
            <ac:spMk id="2" creationId="{0181930B-9208-4E46-ADEB-8FF7196BFB00}"/>
          </ac:spMkLst>
        </pc:spChg>
        <pc:spChg chg="mod">
          <ac:chgData name="michael simeoni" userId="506f25aaf3d2b85d" providerId="LiveId" clId="{A4D5521D-5051-4F46-920A-AA6FADD56EB0}" dt="2022-01-31T12:21:26.022" v="1703" actId="6549"/>
          <ac:spMkLst>
            <pc:docMk/>
            <pc:sldMk cId="1810625313" sldId="300"/>
            <ac:spMk id="3" creationId="{20B6ADFB-DF5B-4DAC-B2C1-0F8B4077114C}"/>
          </ac:spMkLst>
        </pc:spChg>
      </pc:sldChg>
      <pc:sldChg chg="new del">
        <pc:chgData name="michael simeoni" userId="506f25aaf3d2b85d" providerId="LiveId" clId="{A4D5521D-5051-4F46-920A-AA6FADD56EB0}" dt="2022-01-17T03:28:13.460" v="649" actId="47"/>
        <pc:sldMkLst>
          <pc:docMk/>
          <pc:sldMk cId="237042278" sldId="301"/>
        </pc:sldMkLst>
      </pc:sldChg>
      <pc:sldChg chg="modSp add mod">
        <pc:chgData name="michael simeoni" userId="506f25aaf3d2b85d" providerId="LiveId" clId="{A4D5521D-5051-4F46-920A-AA6FADD56EB0}" dt="2022-01-30T05:54:38.133" v="1519" actId="6549"/>
        <pc:sldMkLst>
          <pc:docMk/>
          <pc:sldMk cId="1445262448" sldId="301"/>
        </pc:sldMkLst>
        <pc:spChg chg="mod">
          <ac:chgData name="michael simeoni" userId="506f25aaf3d2b85d" providerId="LiveId" clId="{A4D5521D-5051-4F46-920A-AA6FADD56EB0}" dt="2022-01-17T03:36:40.511" v="874" actId="6549"/>
          <ac:spMkLst>
            <pc:docMk/>
            <pc:sldMk cId="1445262448" sldId="301"/>
            <ac:spMk id="2" creationId="{0181930B-9208-4E46-ADEB-8FF7196BFB00}"/>
          </ac:spMkLst>
        </pc:spChg>
        <pc:spChg chg="mod">
          <ac:chgData name="michael simeoni" userId="506f25aaf3d2b85d" providerId="LiveId" clId="{A4D5521D-5051-4F46-920A-AA6FADD56EB0}" dt="2022-01-30T05:54:38.133" v="1519" actId="6549"/>
          <ac:spMkLst>
            <pc:docMk/>
            <pc:sldMk cId="1445262448" sldId="301"/>
            <ac:spMk id="3" creationId="{20B6ADFB-DF5B-4DAC-B2C1-0F8B4077114C}"/>
          </ac:spMkLst>
        </pc:spChg>
      </pc:sldChg>
      <pc:sldChg chg="modSp add mod ord">
        <pc:chgData name="michael simeoni" userId="506f25aaf3d2b85d" providerId="LiveId" clId="{A4D5521D-5051-4F46-920A-AA6FADD56EB0}" dt="2022-01-30T05:55:13.503" v="1521" actId="6549"/>
        <pc:sldMkLst>
          <pc:docMk/>
          <pc:sldMk cId="1098419676" sldId="302"/>
        </pc:sldMkLst>
        <pc:spChg chg="mod">
          <ac:chgData name="michael simeoni" userId="506f25aaf3d2b85d" providerId="LiveId" clId="{A4D5521D-5051-4F46-920A-AA6FADD56EB0}" dt="2022-01-17T03:43:44.066" v="1008" actId="14100"/>
          <ac:spMkLst>
            <pc:docMk/>
            <pc:sldMk cId="1098419676" sldId="302"/>
            <ac:spMk id="2" creationId="{0181930B-9208-4E46-ADEB-8FF7196BFB00}"/>
          </ac:spMkLst>
        </pc:spChg>
        <pc:spChg chg="mod">
          <ac:chgData name="michael simeoni" userId="506f25aaf3d2b85d" providerId="LiveId" clId="{A4D5521D-5051-4F46-920A-AA6FADD56EB0}" dt="2022-01-30T05:55:13.503" v="1521" actId="6549"/>
          <ac:spMkLst>
            <pc:docMk/>
            <pc:sldMk cId="1098419676" sldId="302"/>
            <ac:spMk id="3" creationId="{20B6ADFB-DF5B-4DAC-B2C1-0F8B4077114C}"/>
          </ac:spMkLst>
        </pc:spChg>
      </pc:sldChg>
      <pc:sldChg chg="new del">
        <pc:chgData name="michael simeoni" userId="506f25aaf3d2b85d" providerId="LiveId" clId="{A4D5521D-5051-4F46-920A-AA6FADD56EB0}" dt="2022-01-17T03:28:13.460" v="649" actId="47"/>
        <pc:sldMkLst>
          <pc:docMk/>
          <pc:sldMk cId="1630840379" sldId="302"/>
        </pc:sldMkLst>
      </pc:sldChg>
      <pc:sldChg chg="new del">
        <pc:chgData name="michael simeoni" userId="506f25aaf3d2b85d" providerId="LiveId" clId="{A4D5521D-5051-4F46-920A-AA6FADD56EB0}" dt="2022-01-17T03:28:13.460" v="649" actId="47"/>
        <pc:sldMkLst>
          <pc:docMk/>
          <pc:sldMk cId="206432291" sldId="303"/>
        </pc:sldMkLst>
      </pc:sldChg>
      <pc:sldChg chg="modSp add mod ord">
        <pc:chgData name="michael simeoni" userId="506f25aaf3d2b85d" providerId="LiveId" clId="{A4D5521D-5051-4F46-920A-AA6FADD56EB0}" dt="2022-01-30T05:53:46.070" v="1515" actId="6549"/>
        <pc:sldMkLst>
          <pc:docMk/>
          <pc:sldMk cId="1759964801" sldId="303"/>
        </pc:sldMkLst>
        <pc:spChg chg="mod">
          <ac:chgData name="michael simeoni" userId="506f25aaf3d2b85d" providerId="LiveId" clId="{A4D5521D-5051-4F46-920A-AA6FADD56EB0}" dt="2022-01-17T03:36:27.348" v="858" actId="20577"/>
          <ac:spMkLst>
            <pc:docMk/>
            <pc:sldMk cId="1759964801" sldId="303"/>
            <ac:spMk id="2" creationId="{0181930B-9208-4E46-ADEB-8FF7196BFB00}"/>
          </ac:spMkLst>
        </pc:spChg>
        <pc:spChg chg="mod">
          <ac:chgData name="michael simeoni" userId="506f25aaf3d2b85d" providerId="LiveId" clId="{A4D5521D-5051-4F46-920A-AA6FADD56EB0}" dt="2022-01-30T05:53:46.070" v="1515" actId="6549"/>
          <ac:spMkLst>
            <pc:docMk/>
            <pc:sldMk cId="1759964801" sldId="303"/>
            <ac:spMk id="3" creationId="{20B6ADFB-DF5B-4DAC-B2C1-0F8B4077114C}"/>
          </ac:spMkLst>
        </pc:spChg>
      </pc:sldChg>
      <pc:sldChg chg="addSp delSp modSp add mod">
        <pc:chgData name="michael simeoni" userId="506f25aaf3d2b85d" providerId="LiveId" clId="{A4D5521D-5051-4F46-920A-AA6FADD56EB0}" dt="2022-01-30T06:07:12.519" v="1645"/>
        <pc:sldMkLst>
          <pc:docMk/>
          <pc:sldMk cId="2899707086" sldId="304"/>
        </pc:sldMkLst>
        <pc:spChg chg="mod">
          <ac:chgData name="michael simeoni" userId="506f25aaf3d2b85d" providerId="LiveId" clId="{A4D5521D-5051-4F46-920A-AA6FADD56EB0}" dt="2022-01-17T03:45:04.807" v="1027" actId="20577"/>
          <ac:spMkLst>
            <pc:docMk/>
            <pc:sldMk cId="2899707086" sldId="304"/>
            <ac:spMk id="2" creationId="{0181930B-9208-4E46-ADEB-8FF7196BFB00}"/>
          </ac:spMkLst>
        </pc:spChg>
        <pc:spChg chg="mod">
          <ac:chgData name="michael simeoni" userId="506f25aaf3d2b85d" providerId="LiveId" clId="{A4D5521D-5051-4F46-920A-AA6FADD56EB0}" dt="2022-01-30T06:04:35.209" v="1643" actId="20577"/>
          <ac:spMkLst>
            <pc:docMk/>
            <pc:sldMk cId="2899707086" sldId="304"/>
            <ac:spMk id="3" creationId="{20B6ADFB-DF5B-4DAC-B2C1-0F8B4077114C}"/>
          </ac:spMkLst>
        </pc:spChg>
        <pc:spChg chg="add del mod">
          <ac:chgData name="michael simeoni" userId="506f25aaf3d2b85d" providerId="LiveId" clId="{A4D5521D-5051-4F46-920A-AA6FADD56EB0}" dt="2022-01-30T06:07:12.519" v="1645"/>
          <ac:spMkLst>
            <pc:docMk/>
            <pc:sldMk cId="2899707086" sldId="304"/>
            <ac:spMk id="4" creationId="{5BCE4576-7098-4437-9FF9-BAEFCB7AFB39}"/>
          </ac:spMkLst>
        </pc:spChg>
      </pc:sldChg>
      <pc:sldChg chg="new del">
        <pc:chgData name="michael simeoni" userId="506f25aaf3d2b85d" providerId="LiveId" clId="{A4D5521D-5051-4F46-920A-AA6FADD56EB0}" dt="2022-01-17T03:28:13.460" v="649" actId="47"/>
        <pc:sldMkLst>
          <pc:docMk/>
          <pc:sldMk cId="4142647531" sldId="304"/>
        </pc:sldMkLst>
      </pc:sldChg>
      <pc:sldChg chg="new del">
        <pc:chgData name="michael simeoni" userId="506f25aaf3d2b85d" providerId="LiveId" clId="{A4D5521D-5051-4F46-920A-AA6FADD56EB0}" dt="2022-01-17T03:28:13.460" v="649" actId="47"/>
        <pc:sldMkLst>
          <pc:docMk/>
          <pc:sldMk cId="456141743" sldId="305"/>
        </pc:sldMkLst>
      </pc:sldChg>
      <pc:sldChg chg="modSp add del mod">
        <pc:chgData name="michael simeoni" userId="506f25aaf3d2b85d" providerId="LiveId" clId="{A4D5521D-5051-4F46-920A-AA6FADD56EB0}" dt="2022-01-17T04:15:54.406" v="1305" actId="47"/>
        <pc:sldMkLst>
          <pc:docMk/>
          <pc:sldMk cId="969680297" sldId="305"/>
        </pc:sldMkLst>
        <pc:spChg chg="mod">
          <ac:chgData name="michael simeoni" userId="506f25aaf3d2b85d" providerId="LiveId" clId="{A4D5521D-5051-4F46-920A-AA6FADD56EB0}" dt="2022-01-17T03:49:31.159" v="1148" actId="14100"/>
          <ac:spMkLst>
            <pc:docMk/>
            <pc:sldMk cId="969680297" sldId="305"/>
            <ac:spMk id="2" creationId="{0181930B-9208-4E46-ADEB-8FF7196BFB00}"/>
          </ac:spMkLst>
        </pc:spChg>
        <pc:spChg chg="mod">
          <ac:chgData name="michael simeoni" userId="506f25aaf3d2b85d" providerId="LiveId" clId="{A4D5521D-5051-4F46-920A-AA6FADD56EB0}" dt="2022-01-17T03:51:27.302" v="1171" actId="1076"/>
          <ac:spMkLst>
            <pc:docMk/>
            <pc:sldMk cId="969680297" sldId="305"/>
            <ac:spMk id="3" creationId="{20B6ADFB-DF5B-4DAC-B2C1-0F8B4077114C}"/>
          </ac:spMkLst>
        </pc:spChg>
      </pc:sldChg>
      <pc:sldChg chg="modSp del mod">
        <pc:chgData name="michael simeoni" userId="506f25aaf3d2b85d" providerId="LiveId" clId="{A4D5521D-5051-4F46-920A-AA6FADD56EB0}" dt="2022-01-31T12:15:12.291" v="1668" actId="47"/>
        <pc:sldMkLst>
          <pc:docMk/>
          <pc:sldMk cId="1313332672" sldId="305"/>
        </pc:sldMkLst>
        <pc:spChg chg="mod">
          <ac:chgData name="michael simeoni" userId="506f25aaf3d2b85d" providerId="LiveId" clId="{A4D5521D-5051-4F46-920A-AA6FADD56EB0}" dt="2022-01-30T03:22:57.614" v="1498" actId="1076"/>
          <ac:spMkLst>
            <pc:docMk/>
            <pc:sldMk cId="1313332672" sldId="305"/>
            <ac:spMk id="3" creationId="{00000000-0000-0000-0000-000000000000}"/>
          </ac:spMkLst>
        </pc:spChg>
      </pc:sldChg>
      <pc:sldChg chg="modSp add mod ord">
        <pc:chgData name="michael simeoni" userId="506f25aaf3d2b85d" providerId="LiveId" clId="{A4D5521D-5051-4F46-920A-AA6FADD56EB0}" dt="2022-02-01T00:34:45.849" v="1750" actId="6549"/>
        <pc:sldMkLst>
          <pc:docMk/>
          <pc:sldMk cId="3082013676" sldId="306"/>
        </pc:sldMkLst>
        <pc:spChg chg="mod">
          <ac:chgData name="michael simeoni" userId="506f25aaf3d2b85d" providerId="LiveId" clId="{A4D5521D-5051-4F46-920A-AA6FADD56EB0}" dt="2022-01-17T04:11:38.840" v="1201" actId="20577"/>
          <ac:spMkLst>
            <pc:docMk/>
            <pc:sldMk cId="3082013676" sldId="306"/>
            <ac:spMk id="2" creationId="{0181930B-9208-4E46-ADEB-8FF7196BFB00}"/>
          </ac:spMkLst>
        </pc:spChg>
        <pc:spChg chg="mod">
          <ac:chgData name="michael simeoni" userId="506f25aaf3d2b85d" providerId="LiveId" clId="{A4D5521D-5051-4F46-920A-AA6FADD56EB0}" dt="2022-02-01T00:34:45.849" v="1750" actId="6549"/>
          <ac:spMkLst>
            <pc:docMk/>
            <pc:sldMk cId="3082013676" sldId="306"/>
            <ac:spMk id="3" creationId="{20B6ADFB-DF5B-4DAC-B2C1-0F8B4077114C}"/>
          </ac:spMkLst>
        </pc:spChg>
      </pc:sldChg>
      <pc:sldChg chg="modSp add mod">
        <pc:chgData name="michael simeoni" userId="506f25aaf3d2b85d" providerId="LiveId" clId="{A4D5521D-5051-4F46-920A-AA6FADD56EB0}" dt="2022-01-31T12:20:15.520" v="1696" actId="732"/>
        <pc:sldMkLst>
          <pc:docMk/>
          <pc:sldMk cId="3375072575" sldId="307"/>
        </pc:sldMkLst>
        <pc:spChg chg="mod">
          <ac:chgData name="michael simeoni" userId="506f25aaf3d2b85d" providerId="LiveId" clId="{A4D5521D-5051-4F46-920A-AA6FADD56EB0}" dt="2022-01-30T05:59:16.404" v="1533" actId="1076"/>
          <ac:spMkLst>
            <pc:docMk/>
            <pc:sldMk cId="3375072575" sldId="307"/>
            <ac:spMk id="2" creationId="{0181930B-9208-4E46-ADEB-8FF7196BFB00}"/>
          </ac:spMkLst>
        </pc:spChg>
        <pc:spChg chg="mod">
          <ac:chgData name="michael simeoni" userId="506f25aaf3d2b85d" providerId="LiveId" clId="{A4D5521D-5051-4F46-920A-AA6FADD56EB0}" dt="2022-01-30T06:01:11.057" v="1544" actId="1076"/>
          <ac:spMkLst>
            <pc:docMk/>
            <pc:sldMk cId="3375072575" sldId="307"/>
            <ac:spMk id="3" creationId="{20B6ADFB-DF5B-4DAC-B2C1-0F8B4077114C}"/>
          </ac:spMkLst>
        </pc:spChg>
        <pc:picChg chg="mod modCrop">
          <ac:chgData name="michael simeoni" userId="506f25aaf3d2b85d" providerId="LiveId" clId="{A4D5521D-5051-4F46-920A-AA6FADD56EB0}" dt="2022-01-31T12:20:15.520" v="1696" actId="732"/>
          <ac:picMkLst>
            <pc:docMk/>
            <pc:sldMk cId="3375072575" sldId="307"/>
            <ac:picMk id="4" creationId="{19F53A4B-5213-4971-A75E-555A054F38FA}"/>
          </ac:picMkLst>
        </pc:picChg>
      </pc:sldChg>
      <pc:sldChg chg="addSp modSp add mod">
        <pc:chgData name="michael simeoni" userId="506f25aaf3d2b85d" providerId="LiveId" clId="{A4D5521D-5051-4F46-920A-AA6FADD56EB0}" dt="2022-02-01T00:34:16.646" v="1749" actId="20577"/>
        <pc:sldMkLst>
          <pc:docMk/>
          <pc:sldMk cId="1662218990" sldId="308"/>
        </pc:sldMkLst>
        <pc:spChg chg="mod">
          <ac:chgData name="michael simeoni" userId="506f25aaf3d2b85d" providerId="LiveId" clId="{A4D5521D-5051-4F46-920A-AA6FADD56EB0}" dt="2022-02-01T00:34:16.646" v="1749" actId="20577"/>
          <ac:spMkLst>
            <pc:docMk/>
            <pc:sldMk cId="1662218990" sldId="308"/>
            <ac:spMk id="2" creationId="{0181930B-9208-4E46-ADEB-8FF7196BFB00}"/>
          </ac:spMkLst>
        </pc:spChg>
        <pc:spChg chg="mod">
          <ac:chgData name="michael simeoni" userId="506f25aaf3d2b85d" providerId="LiveId" clId="{A4D5521D-5051-4F46-920A-AA6FADD56EB0}" dt="2022-01-31T12:19:22.529" v="1695" actId="6549"/>
          <ac:spMkLst>
            <pc:docMk/>
            <pc:sldMk cId="1662218990" sldId="308"/>
            <ac:spMk id="3" creationId="{20B6ADFB-DF5B-4DAC-B2C1-0F8B4077114C}"/>
          </ac:spMkLst>
        </pc:spChg>
        <pc:spChg chg="add mod">
          <ac:chgData name="michael simeoni" userId="506f25aaf3d2b85d" providerId="LiveId" clId="{A4D5521D-5051-4F46-920A-AA6FADD56EB0}" dt="2022-02-01T00:34:12.970" v="1748" actId="20577"/>
          <ac:spMkLst>
            <pc:docMk/>
            <pc:sldMk cId="1662218990" sldId="308"/>
            <ac:spMk id="4" creationId="{45EEB090-CB49-4190-886B-203EB73D619B}"/>
          </ac:spMkLst>
        </pc:spChg>
      </pc:sldChg>
      <pc:sldChg chg="delSp modSp add mod">
        <pc:chgData name="michael simeoni" userId="506f25aaf3d2b85d" providerId="LiveId" clId="{A4D5521D-5051-4F46-920A-AA6FADD56EB0}" dt="2022-02-01T00:32:32.358" v="1707" actId="1076"/>
        <pc:sldMkLst>
          <pc:docMk/>
          <pc:sldMk cId="4247488491" sldId="309"/>
        </pc:sldMkLst>
        <pc:spChg chg="mod">
          <ac:chgData name="michael simeoni" userId="506f25aaf3d2b85d" providerId="LiveId" clId="{A4D5521D-5051-4F46-920A-AA6FADD56EB0}" dt="2022-01-31T12:20:27.854" v="1698" actId="1076"/>
          <ac:spMkLst>
            <pc:docMk/>
            <pc:sldMk cId="4247488491" sldId="309"/>
            <ac:spMk id="2" creationId="{0181930B-9208-4E46-ADEB-8FF7196BFB00}"/>
          </ac:spMkLst>
        </pc:spChg>
        <pc:spChg chg="mod">
          <ac:chgData name="michael simeoni" userId="506f25aaf3d2b85d" providerId="LiveId" clId="{A4D5521D-5051-4F46-920A-AA6FADD56EB0}" dt="2022-02-01T00:32:32.358" v="1707" actId="1076"/>
          <ac:spMkLst>
            <pc:docMk/>
            <pc:sldMk cId="4247488491" sldId="309"/>
            <ac:spMk id="3" creationId="{20B6ADFB-DF5B-4DAC-B2C1-0F8B4077114C}"/>
          </ac:spMkLst>
        </pc:spChg>
        <pc:picChg chg="del">
          <ac:chgData name="michael simeoni" userId="506f25aaf3d2b85d" providerId="LiveId" clId="{A4D5521D-5051-4F46-920A-AA6FADD56EB0}" dt="2022-01-17T04:24:16.419" v="1406" actId="478"/>
          <ac:picMkLst>
            <pc:docMk/>
            <pc:sldMk cId="4247488491" sldId="309"/>
            <ac:picMk id="4" creationId="{19F53A4B-5213-4971-A75E-555A054F38FA}"/>
          </ac:picMkLst>
        </pc:picChg>
      </pc:sldChg>
      <pc:sldChg chg="modSp add mod">
        <pc:chgData name="michael simeoni" userId="506f25aaf3d2b85d" providerId="LiveId" clId="{A4D5521D-5051-4F46-920A-AA6FADD56EB0}" dt="2022-01-30T03:24:23.093" v="1500" actId="1076"/>
        <pc:sldMkLst>
          <pc:docMk/>
          <pc:sldMk cId="3969070206" sldId="310"/>
        </pc:sldMkLst>
        <pc:spChg chg="mod">
          <ac:chgData name="michael simeoni" userId="506f25aaf3d2b85d" providerId="LiveId" clId="{A4D5521D-5051-4F46-920A-AA6FADD56EB0}" dt="2022-01-30T03:24:23.093" v="1500" actId="1076"/>
          <ac:spMkLst>
            <pc:docMk/>
            <pc:sldMk cId="3969070206" sldId="310"/>
            <ac:spMk id="2" creationId="{00000000-0000-0000-0000-000000000000}"/>
          </ac:spMkLst>
        </pc:spChg>
        <pc:spChg chg="mod">
          <ac:chgData name="michael simeoni" userId="506f25aaf3d2b85d" providerId="LiveId" clId="{A4D5521D-5051-4F46-920A-AA6FADD56EB0}" dt="2022-01-30T03:24:18.076" v="1499" actId="1076"/>
          <ac:spMkLst>
            <pc:docMk/>
            <pc:sldMk cId="3969070206" sldId="310"/>
            <ac:spMk id="3" creationId="{00000000-0000-0000-0000-000000000000}"/>
          </ac:spMkLst>
        </pc:spChg>
      </pc:sldChg>
      <pc:sldChg chg="modSp add mod">
        <pc:chgData name="michael simeoni" userId="506f25aaf3d2b85d" providerId="LiveId" clId="{A4D5521D-5051-4F46-920A-AA6FADD56EB0}" dt="2022-01-30T03:24:26.600" v="1501" actId="1076"/>
        <pc:sldMkLst>
          <pc:docMk/>
          <pc:sldMk cId="2721414559" sldId="311"/>
        </pc:sldMkLst>
        <pc:spChg chg="mod">
          <ac:chgData name="michael simeoni" userId="506f25aaf3d2b85d" providerId="LiveId" clId="{A4D5521D-5051-4F46-920A-AA6FADD56EB0}" dt="2022-01-30T03:24:26.600" v="1501" actId="1076"/>
          <ac:spMkLst>
            <pc:docMk/>
            <pc:sldMk cId="2721414559" sldId="311"/>
            <ac:spMk id="2" creationId="{00000000-0000-0000-0000-000000000000}"/>
          </ac:spMkLst>
        </pc:spChg>
      </pc:sldChg>
      <pc:sldChg chg="modSp add mod">
        <pc:chgData name="michael simeoni" userId="506f25aaf3d2b85d" providerId="LiveId" clId="{A4D5521D-5051-4F46-920A-AA6FADD56EB0}" dt="2022-01-30T05:49:36.515" v="1509" actId="1076"/>
        <pc:sldMkLst>
          <pc:docMk/>
          <pc:sldMk cId="1601909538" sldId="312"/>
        </pc:sldMkLst>
        <pc:spChg chg="mod">
          <ac:chgData name="michael simeoni" userId="506f25aaf3d2b85d" providerId="LiveId" clId="{A4D5521D-5051-4F46-920A-AA6FADD56EB0}" dt="2022-01-30T05:49:36.515" v="1509" actId="1076"/>
          <ac:spMkLst>
            <pc:docMk/>
            <pc:sldMk cId="1601909538" sldId="312"/>
            <ac:spMk id="3" creationId="{22843AF9-6741-49C6-94A4-9D8DA94DEE85}"/>
          </ac:spMkLst>
        </pc:spChg>
      </pc:sldChg>
      <pc:sldChg chg="addSp delSp modSp del mod">
        <pc:chgData name="michael simeoni" userId="506f25aaf3d2b85d" providerId="LiveId" clId="{A4D5521D-5051-4F46-920A-AA6FADD56EB0}" dt="2022-02-01T00:29:21.314" v="1706" actId="47"/>
        <pc:sldMkLst>
          <pc:docMk/>
          <pc:sldMk cId="2546306483" sldId="313"/>
        </pc:sldMkLst>
        <pc:spChg chg="add del mod">
          <ac:chgData name="michael simeoni" userId="506f25aaf3d2b85d" providerId="LiveId" clId="{A4D5521D-5051-4F46-920A-AA6FADD56EB0}" dt="2022-01-30T03:24:52.954" v="1503" actId="1076"/>
          <ac:spMkLst>
            <pc:docMk/>
            <pc:sldMk cId="2546306483" sldId="313"/>
            <ac:spMk id="2" creationId="{00000000-0000-0000-0000-000000000000}"/>
          </ac:spMkLst>
        </pc:spChg>
        <pc:spChg chg="del mod">
          <ac:chgData name="michael simeoni" userId="506f25aaf3d2b85d" providerId="LiveId" clId="{A4D5521D-5051-4F46-920A-AA6FADD56EB0}" dt="2022-02-01T00:29:12.651" v="1704" actId="478"/>
          <ac:spMkLst>
            <pc:docMk/>
            <pc:sldMk cId="2546306483" sldId="313"/>
            <ac:spMk id="3" creationId="{00000000-0000-0000-0000-000000000000}"/>
          </ac:spMkLst>
        </pc:spChg>
        <pc:spChg chg="add del mod">
          <ac:chgData name="michael simeoni" userId="506f25aaf3d2b85d" providerId="LiveId" clId="{A4D5521D-5051-4F46-920A-AA6FADD56EB0}" dt="2022-02-01T00:29:16.317" v="1705" actId="478"/>
          <ac:spMkLst>
            <pc:docMk/>
            <pc:sldMk cId="2546306483" sldId="313"/>
            <ac:spMk id="5" creationId="{61740F73-B507-45DE-ABBD-687751CAED4D}"/>
          </ac:spMkLst>
        </pc:spChg>
        <pc:spChg chg="add del mod">
          <ac:chgData name="michael simeoni" userId="506f25aaf3d2b85d" providerId="LiveId" clId="{A4D5521D-5051-4F46-920A-AA6FADD56EB0}" dt="2022-01-30T03:18:23.520" v="1479" actId="478"/>
          <ac:spMkLst>
            <pc:docMk/>
            <pc:sldMk cId="2546306483" sldId="313"/>
            <ac:spMk id="5" creationId="{EF78D8C0-679F-49BC-A984-466F7A5BA683}"/>
          </ac:spMkLst>
        </pc:spChg>
      </pc:sldChg>
      <pc:sldChg chg="modSp mod">
        <pc:chgData name="michael simeoni" userId="506f25aaf3d2b85d" providerId="LiveId" clId="{A4D5521D-5051-4F46-920A-AA6FADD56EB0}" dt="2022-01-31T12:15:59.212" v="1689" actId="20577"/>
        <pc:sldMkLst>
          <pc:docMk/>
          <pc:sldMk cId="870578033" sldId="314"/>
        </pc:sldMkLst>
        <pc:spChg chg="mod">
          <ac:chgData name="michael simeoni" userId="506f25aaf3d2b85d" providerId="LiveId" clId="{A4D5521D-5051-4F46-920A-AA6FADD56EB0}" dt="2022-01-31T12:15:59.212" v="1689" actId="20577"/>
          <ac:spMkLst>
            <pc:docMk/>
            <pc:sldMk cId="870578033" sldId="314"/>
            <ac:spMk id="2" creationId="{00000000-0000-0000-0000-000000000000}"/>
          </ac:spMkLst>
        </pc:spChg>
        <pc:spChg chg="mod">
          <ac:chgData name="michael simeoni" userId="506f25aaf3d2b85d" providerId="LiveId" clId="{A4D5521D-5051-4F46-920A-AA6FADD56EB0}" dt="2022-01-30T03:19:47.291" v="1484" actId="14100"/>
          <ac:spMkLst>
            <pc:docMk/>
            <pc:sldMk cId="870578033" sldId="314"/>
            <ac:spMk id="3" creationId="{00000000-0000-0000-0000-000000000000}"/>
          </ac:spMkLst>
        </pc:spChg>
      </pc:sldChg>
      <pc:sldChg chg="modSp add mod">
        <pc:chgData name="michael simeoni" userId="506f25aaf3d2b85d" providerId="LiveId" clId="{A4D5521D-5051-4F46-920A-AA6FADD56EB0}" dt="2022-01-30T06:03:00.807" v="1634" actId="1076"/>
        <pc:sldMkLst>
          <pc:docMk/>
          <pc:sldMk cId="174864484" sldId="315"/>
        </pc:sldMkLst>
        <pc:spChg chg="mod">
          <ac:chgData name="michael simeoni" userId="506f25aaf3d2b85d" providerId="LiveId" clId="{A4D5521D-5051-4F46-920A-AA6FADD56EB0}" dt="2022-01-30T06:02:56.956" v="1633" actId="1076"/>
          <ac:spMkLst>
            <pc:docMk/>
            <pc:sldMk cId="174864484" sldId="315"/>
            <ac:spMk id="2" creationId="{0181930B-9208-4E46-ADEB-8FF7196BFB00}"/>
          </ac:spMkLst>
        </pc:spChg>
        <pc:spChg chg="mod">
          <ac:chgData name="michael simeoni" userId="506f25aaf3d2b85d" providerId="LiveId" clId="{A4D5521D-5051-4F46-920A-AA6FADD56EB0}" dt="2022-01-30T06:03:00.807" v="1634" actId="1076"/>
          <ac:spMkLst>
            <pc:docMk/>
            <pc:sldMk cId="174864484" sldId="315"/>
            <ac:spMk id="3" creationId="{20B6ADFB-DF5B-4DAC-B2C1-0F8B4077114C}"/>
          </ac:spMkLst>
        </pc:spChg>
      </pc:sldChg>
      <pc:sldChg chg="modSp add del mod">
        <pc:chgData name="michael simeoni" userId="506f25aaf3d2b85d" providerId="LiveId" clId="{A4D5521D-5051-4F46-920A-AA6FADD56EB0}" dt="2022-01-30T06:15:04.651" v="1652" actId="47"/>
        <pc:sldMkLst>
          <pc:docMk/>
          <pc:sldMk cId="471572841" sldId="316"/>
        </pc:sldMkLst>
        <pc:spChg chg="mod">
          <ac:chgData name="michael simeoni" userId="506f25aaf3d2b85d" providerId="LiveId" clId="{A4D5521D-5051-4F46-920A-AA6FADD56EB0}" dt="2022-01-30T06:08:46.762" v="1648" actId="6549"/>
          <ac:spMkLst>
            <pc:docMk/>
            <pc:sldMk cId="471572841" sldId="316"/>
            <ac:spMk id="2" creationId="{0181930B-9208-4E46-ADEB-8FF7196BFB00}"/>
          </ac:spMkLst>
        </pc:spChg>
        <pc:spChg chg="mod">
          <ac:chgData name="michael simeoni" userId="506f25aaf3d2b85d" providerId="LiveId" clId="{A4D5521D-5051-4F46-920A-AA6FADD56EB0}" dt="2022-01-30T06:14:14.057" v="1649" actId="1076"/>
          <ac:spMkLst>
            <pc:docMk/>
            <pc:sldMk cId="471572841" sldId="316"/>
            <ac:spMk id="3" creationId="{20B6ADFB-DF5B-4DAC-B2C1-0F8B4077114C}"/>
          </ac:spMkLst>
        </pc:spChg>
      </pc:sldChg>
      <pc:sldChg chg="modSp add mod">
        <pc:chgData name="michael simeoni" userId="506f25aaf3d2b85d" providerId="LiveId" clId="{A4D5521D-5051-4F46-920A-AA6FADD56EB0}" dt="2022-01-31T12:14:56.225" v="1667" actId="6549"/>
        <pc:sldMkLst>
          <pc:docMk/>
          <pc:sldMk cId="1158781373" sldId="316"/>
        </pc:sldMkLst>
        <pc:spChg chg="mod">
          <ac:chgData name="michael simeoni" userId="506f25aaf3d2b85d" providerId="LiveId" clId="{A4D5521D-5051-4F46-920A-AA6FADD56EB0}" dt="2022-01-31T12:13:04.741" v="1663" actId="1076"/>
          <ac:spMkLst>
            <pc:docMk/>
            <pc:sldMk cId="1158781373" sldId="316"/>
            <ac:spMk id="2" creationId="{21B48C67-BC24-4CE4-968E-04BC93C3D875}"/>
          </ac:spMkLst>
        </pc:spChg>
        <pc:spChg chg="mod">
          <ac:chgData name="michael simeoni" userId="506f25aaf3d2b85d" providerId="LiveId" clId="{A4D5521D-5051-4F46-920A-AA6FADD56EB0}" dt="2022-01-31T12:14:56.225" v="1667" actId="6549"/>
          <ac:spMkLst>
            <pc:docMk/>
            <pc:sldMk cId="1158781373" sldId="316"/>
            <ac:spMk id="3" creationId="{BE6B6091-922F-4BC6-8379-E425C3CAB317}"/>
          </ac:spMkLst>
        </pc:spChg>
      </pc:sldChg>
      <pc:sldMasterChg chg="setBg modSldLayout">
        <pc:chgData name="michael simeoni" userId="506f25aaf3d2b85d" providerId="LiveId" clId="{A4D5521D-5051-4F46-920A-AA6FADD56EB0}" dt="2022-01-17T02:20:03.055" v="149"/>
        <pc:sldMasterMkLst>
          <pc:docMk/>
          <pc:sldMasterMk cId="0" sldId="2147483648"/>
        </pc:sldMasterMkLst>
        <pc:sldLayoutChg chg="setBg">
          <pc:chgData name="michael simeoni" userId="506f25aaf3d2b85d" providerId="LiveId" clId="{A4D5521D-5051-4F46-920A-AA6FADD56EB0}" dt="2022-01-17T02:20:03.055" v="149"/>
          <pc:sldLayoutMkLst>
            <pc:docMk/>
            <pc:sldMasterMk cId="0" sldId="2147483648"/>
            <pc:sldLayoutMk cId="0" sldId="2147483649"/>
          </pc:sldLayoutMkLst>
        </pc:sldLayoutChg>
        <pc:sldLayoutChg chg="setBg">
          <pc:chgData name="michael simeoni" userId="506f25aaf3d2b85d" providerId="LiveId" clId="{A4D5521D-5051-4F46-920A-AA6FADD56EB0}" dt="2022-01-17T02:20:03.055" v="149"/>
          <pc:sldLayoutMkLst>
            <pc:docMk/>
            <pc:sldMasterMk cId="0" sldId="2147483648"/>
            <pc:sldLayoutMk cId="310330983" sldId="2147483650"/>
          </pc:sldLayoutMkLst>
        </pc:sldLayoutChg>
        <pc:sldLayoutChg chg="setBg">
          <pc:chgData name="michael simeoni" userId="506f25aaf3d2b85d" providerId="LiveId" clId="{A4D5521D-5051-4F46-920A-AA6FADD56EB0}" dt="2022-01-17T02:20:03.055" v="149"/>
          <pc:sldLayoutMkLst>
            <pc:docMk/>
            <pc:sldMasterMk cId="0" sldId="2147483648"/>
            <pc:sldLayoutMk cId="273512344" sldId="2147483651"/>
          </pc:sldLayoutMkLst>
        </pc:sldLayoutChg>
        <pc:sldLayoutChg chg="setBg">
          <pc:chgData name="michael simeoni" userId="506f25aaf3d2b85d" providerId="LiveId" clId="{A4D5521D-5051-4F46-920A-AA6FADD56EB0}" dt="2022-01-17T02:20:03.055" v="149"/>
          <pc:sldLayoutMkLst>
            <pc:docMk/>
            <pc:sldMasterMk cId="0" sldId="2147483648"/>
            <pc:sldLayoutMk cId="3509326500" sldId="2147483652"/>
          </pc:sldLayoutMkLst>
        </pc:sldLayoutChg>
        <pc:sldLayoutChg chg="setBg">
          <pc:chgData name="michael simeoni" userId="506f25aaf3d2b85d" providerId="LiveId" clId="{A4D5521D-5051-4F46-920A-AA6FADD56EB0}" dt="2022-01-17T02:20:03.055" v="149"/>
          <pc:sldLayoutMkLst>
            <pc:docMk/>
            <pc:sldMasterMk cId="0" sldId="2147483648"/>
            <pc:sldLayoutMk cId="242476102" sldId="2147483653"/>
          </pc:sldLayoutMkLst>
        </pc:sldLayoutChg>
        <pc:sldLayoutChg chg="setBg">
          <pc:chgData name="michael simeoni" userId="506f25aaf3d2b85d" providerId="LiveId" clId="{A4D5521D-5051-4F46-920A-AA6FADD56EB0}" dt="2022-01-17T02:20:03.055" v="149"/>
          <pc:sldLayoutMkLst>
            <pc:docMk/>
            <pc:sldMasterMk cId="0" sldId="2147483648"/>
            <pc:sldLayoutMk cId="886015121" sldId="2147483654"/>
          </pc:sldLayoutMkLst>
        </pc:sldLayoutChg>
        <pc:sldLayoutChg chg="setBg">
          <pc:chgData name="michael simeoni" userId="506f25aaf3d2b85d" providerId="LiveId" clId="{A4D5521D-5051-4F46-920A-AA6FADD56EB0}" dt="2022-01-17T02:20:03.055" v="149"/>
          <pc:sldLayoutMkLst>
            <pc:docMk/>
            <pc:sldMasterMk cId="0" sldId="2147483648"/>
            <pc:sldLayoutMk cId="1402379198" sldId="2147483655"/>
          </pc:sldLayoutMkLst>
        </pc:sldLayoutChg>
        <pc:sldLayoutChg chg="setBg">
          <pc:chgData name="michael simeoni" userId="506f25aaf3d2b85d" providerId="LiveId" clId="{A4D5521D-5051-4F46-920A-AA6FADD56EB0}" dt="2022-01-17T02:20:03.055" v="149"/>
          <pc:sldLayoutMkLst>
            <pc:docMk/>
            <pc:sldMasterMk cId="0" sldId="2147483648"/>
            <pc:sldLayoutMk cId="550632872" sldId="2147483656"/>
          </pc:sldLayoutMkLst>
        </pc:sldLayoutChg>
        <pc:sldLayoutChg chg="setBg">
          <pc:chgData name="michael simeoni" userId="506f25aaf3d2b85d" providerId="LiveId" clId="{A4D5521D-5051-4F46-920A-AA6FADD56EB0}" dt="2022-01-17T02:20:03.055" v="149"/>
          <pc:sldLayoutMkLst>
            <pc:docMk/>
            <pc:sldMasterMk cId="0" sldId="2147483648"/>
            <pc:sldLayoutMk cId="3897466121" sldId="2147483657"/>
          </pc:sldLayoutMkLst>
        </pc:sldLayoutChg>
        <pc:sldLayoutChg chg="setBg">
          <pc:chgData name="michael simeoni" userId="506f25aaf3d2b85d" providerId="LiveId" clId="{A4D5521D-5051-4F46-920A-AA6FADD56EB0}" dt="2022-01-17T02:20:03.055" v="149"/>
          <pc:sldLayoutMkLst>
            <pc:docMk/>
            <pc:sldMasterMk cId="0" sldId="2147483648"/>
            <pc:sldLayoutMk cId="204836106" sldId="2147483658"/>
          </pc:sldLayoutMkLst>
        </pc:sldLayoutChg>
        <pc:sldLayoutChg chg="setBg">
          <pc:chgData name="michael simeoni" userId="506f25aaf3d2b85d" providerId="LiveId" clId="{A4D5521D-5051-4F46-920A-AA6FADD56EB0}" dt="2022-01-17T02:20:03.055" v="149"/>
          <pc:sldLayoutMkLst>
            <pc:docMk/>
            <pc:sldMasterMk cId="0" sldId="2147483648"/>
            <pc:sldLayoutMk cId="2649569496" sldId="2147483659"/>
          </pc:sldLayoutMkLst>
        </pc:sldLayoutChg>
      </pc:sldMasterChg>
      <pc:sldMasterChg chg="setBg modSldLayout">
        <pc:chgData name="michael simeoni" userId="506f25aaf3d2b85d" providerId="LiveId" clId="{A4D5521D-5051-4F46-920A-AA6FADD56EB0}" dt="2022-01-17T02:20:03.055" v="149"/>
        <pc:sldMasterMkLst>
          <pc:docMk/>
          <pc:sldMasterMk cId="0" sldId="2147483708"/>
        </pc:sldMasterMkLst>
        <pc:sldLayoutChg chg="setBg">
          <pc:chgData name="michael simeoni" userId="506f25aaf3d2b85d" providerId="LiveId" clId="{A4D5521D-5051-4F46-920A-AA6FADD56EB0}" dt="2022-01-17T02:20:03.055" v="149"/>
          <pc:sldLayoutMkLst>
            <pc:docMk/>
            <pc:sldMasterMk cId="0" sldId="2147483708"/>
            <pc:sldLayoutMk cId="0" sldId="2147483709"/>
          </pc:sldLayoutMkLst>
        </pc:sldLayoutChg>
        <pc:sldLayoutChg chg="setBg">
          <pc:chgData name="michael simeoni" userId="506f25aaf3d2b85d" providerId="LiveId" clId="{A4D5521D-5051-4F46-920A-AA6FADD56EB0}" dt="2022-01-17T02:20:03.055" v="149"/>
          <pc:sldLayoutMkLst>
            <pc:docMk/>
            <pc:sldMasterMk cId="0" sldId="2147483708"/>
            <pc:sldLayoutMk cId="0" sldId="2147483710"/>
          </pc:sldLayoutMkLst>
        </pc:sldLayoutChg>
        <pc:sldLayoutChg chg="setBg">
          <pc:chgData name="michael simeoni" userId="506f25aaf3d2b85d" providerId="LiveId" clId="{A4D5521D-5051-4F46-920A-AA6FADD56EB0}" dt="2022-01-17T02:20:03.055" v="149"/>
          <pc:sldLayoutMkLst>
            <pc:docMk/>
            <pc:sldMasterMk cId="0" sldId="2147483708"/>
            <pc:sldLayoutMk cId="0" sldId="2147483711"/>
          </pc:sldLayoutMkLst>
        </pc:sldLayoutChg>
        <pc:sldLayoutChg chg="setBg">
          <pc:chgData name="michael simeoni" userId="506f25aaf3d2b85d" providerId="LiveId" clId="{A4D5521D-5051-4F46-920A-AA6FADD56EB0}" dt="2022-01-17T02:20:03.055" v="149"/>
          <pc:sldLayoutMkLst>
            <pc:docMk/>
            <pc:sldMasterMk cId="0" sldId="2147483708"/>
            <pc:sldLayoutMk cId="0" sldId="2147483712"/>
          </pc:sldLayoutMkLst>
        </pc:sldLayoutChg>
        <pc:sldLayoutChg chg="setBg">
          <pc:chgData name="michael simeoni" userId="506f25aaf3d2b85d" providerId="LiveId" clId="{A4D5521D-5051-4F46-920A-AA6FADD56EB0}" dt="2022-01-17T02:20:03.055" v="149"/>
          <pc:sldLayoutMkLst>
            <pc:docMk/>
            <pc:sldMasterMk cId="0" sldId="2147483708"/>
            <pc:sldLayoutMk cId="0" sldId="2147483713"/>
          </pc:sldLayoutMkLst>
        </pc:sldLayoutChg>
        <pc:sldLayoutChg chg="setBg">
          <pc:chgData name="michael simeoni" userId="506f25aaf3d2b85d" providerId="LiveId" clId="{A4D5521D-5051-4F46-920A-AA6FADD56EB0}" dt="2022-01-17T02:20:03.055" v="149"/>
          <pc:sldLayoutMkLst>
            <pc:docMk/>
            <pc:sldMasterMk cId="0" sldId="2147483708"/>
            <pc:sldLayoutMk cId="0" sldId="2147483714"/>
          </pc:sldLayoutMkLst>
        </pc:sldLayoutChg>
        <pc:sldLayoutChg chg="setBg">
          <pc:chgData name="michael simeoni" userId="506f25aaf3d2b85d" providerId="LiveId" clId="{A4D5521D-5051-4F46-920A-AA6FADD56EB0}" dt="2022-01-17T02:20:03.055" v="149"/>
          <pc:sldLayoutMkLst>
            <pc:docMk/>
            <pc:sldMasterMk cId="0" sldId="2147483708"/>
            <pc:sldLayoutMk cId="0" sldId="2147483715"/>
          </pc:sldLayoutMkLst>
        </pc:sldLayoutChg>
        <pc:sldLayoutChg chg="setBg">
          <pc:chgData name="michael simeoni" userId="506f25aaf3d2b85d" providerId="LiveId" clId="{A4D5521D-5051-4F46-920A-AA6FADD56EB0}" dt="2022-01-17T02:20:03.055" v="149"/>
          <pc:sldLayoutMkLst>
            <pc:docMk/>
            <pc:sldMasterMk cId="0" sldId="2147483708"/>
            <pc:sldLayoutMk cId="0" sldId="2147483716"/>
          </pc:sldLayoutMkLst>
        </pc:sldLayoutChg>
        <pc:sldLayoutChg chg="setBg">
          <pc:chgData name="michael simeoni" userId="506f25aaf3d2b85d" providerId="LiveId" clId="{A4D5521D-5051-4F46-920A-AA6FADD56EB0}" dt="2022-01-17T02:20:03.055" v="149"/>
          <pc:sldLayoutMkLst>
            <pc:docMk/>
            <pc:sldMasterMk cId="0" sldId="2147483708"/>
            <pc:sldLayoutMk cId="0" sldId="2147483717"/>
          </pc:sldLayoutMkLst>
        </pc:sldLayoutChg>
        <pc:sldLayoutChg chg="setBg">
          <pc:chgData name="michael simeoni" userId="506f25aaf3d2b85d" providerId="LiveId" clId="{A4D5521D-5051-4F46-920A-AA6FADD56EB0}" dt="2022-01-17T02:20:03.055" v="149"/>
          <pc:sldLayoutMkLst>
            <pc:docMk/>
            <pc:sldMasterMk cId="0" sldId="2147483708"/>
            <pc:sldLayoutMk cId="0" sldId="2147483718"/>
          </pc:sldLayoutMkLst>
        </pc:sldLayoutChg>
        <pc:sldLayoutChg chg="setBg">
          <pc:chgData name="michael simeoni" userId="506f25aaf3d2b85d" providerId="LiveId" clId="{A4D5521D-5051-4F46-920A-AA6FADD56EB0}" dt="2022-01-17T02:20:03.055" v="149"/>
          <pc:sldLayoutMkLst>
            <pc:docMk/>
            <pc:sldMasterMk cId="0" sldId="2147483708"/>
            <pc:sldLayoutMk cId="0" sldId="2147483719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1CD650-54EE-4C11-B781-A80732A2460B}" type="datetimeFigureOut">
              <a:rPr lang="en-AU" smtClean="0"/>
              <a:t>31/01/2022</a:t>
            </a:fld>
            <a:endParaRPr lang="en-AU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50B30-3CAD-4DAA-8359-1EDEE580FBD8}" type="slidenum">
              <a:rPr lang="en-AU" smtClean="0"/>
              <a:t>‹#›</a:t>
            </a:fld>
            <a:endParaRPr lang="en-AU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1CD650-54EE-4C11-B781-A80732A2460B}" type="datetimeFigureOut">
              <a:rPr lang="en-AU" smtClean="0"/>
              <a:t>31/01/2022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50B30-3CAD-4DAA-8359-1EDEE580FBD8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1CD650-54EE-4C11-B781-A80732A2460B}" type="datetimeFigureOut">
              <a:rPr lang="en-AU" smtClean="0"/>
              <a:t>31/01/2022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50B30-3CAD-4DAA-8359-1EDEE580FBD8}" type="slidenum">
              <a:rPr lang="en-AU" smtClean="0"/>
              <a:t>‹#›</a:t>
            </a:fld>
            <a:endParaRPr lang="en-AU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1CD650-54EE-4C11-B781-A80732A2460B}" type="datetimeFigureOut">
              <a:rPr lang="en-AU" smtClean="0"/>
              <a:t>31/01/2022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50B30-3CAD-4DAA-8359-1EDEE580FBD8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1CD650-54EE-4C11-B781-A80732A2460B}" type="datetimeFigureOut">
              <a:rPr lang="en-AU" smtClean="0"/>
              <a:t>31/01/2022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50B30-3CAD-4DAA-8359-1EDEE580FBD8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1CD650-54EE-4C11-B781-A80732A2460B}" type="datetimeFigureOut">
              <a:rPr lang="en-AU" smtClean="0"/>
              <a:t>31/01/2022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50B30-3CAD-4DAA-8359-1EDEE580FBD8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1CD650-54EE-4C11-B781-A80732A2460B}" type="datetimeFigureOut">
              <a:rPr lang="en-AU" smtClean="0"/>
              <a:t>31/01/2022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50B30-3CAD-4DAA-8359-1EDEE580FBD8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1CD650-54EE-4C11-B781-A80732A2460B}" type="datetimeFigureOut">
              <a:rPr lang="en-AU" smtClean="0"/>
              <a:t>31/01/2022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50B30-3CAD-4DAA-8359-1EDEE580FBD8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1CD650-54EE-4C11-B781-A80732A2460B}" type="datetimeFigureOut">
              <a:rPr lang="en-AU" smtClean="0"/>
              <a:t>31/01/2022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D5E50B30-3CAD-4DAA-8359-1EDEE580FBD8}" type="slidenum">
              <a:rPr lang="en-AU" smtClean="0"/>
              <a:t>‹#›</a:t>
            </a:fld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1CD650-54EE-4C11-B781-A80732A2460B}" type="datetimeFigureOut">
              <a:rPr lang="en-AU" smtClean="0"/>
              <a:t>31/01/2022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50B30-3CAD-4DAA-8359-1EDEE580FBD8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1CD650-54EE-4C11-B781-A80732A2460B}" type="datetimeFigureOut">
              <a:rPr lang="en-AU" smtClean="0"/>
              <a:t>31/01/2022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50B30-3CAD-4DAA-8359-1EDEE580FBD8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ltGray">
          <a:xfrm>
            <a:off x="0" y="0"/>
            <a:ext cx="18034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sp>
        <p:nvSpPr>
          <p:cNvPr id="2051" name="Rectangle 3"/>
          <p:cNvSpPr>
            <a:spLocks noGrp="1" noChangeArrowheads="1"/>
          </p:cNvSpPr>
          <p:nvPr>
            <p:ph type="ctrTitle" sz="quarter"/>
          </p:nvPr>
        </p:nvSpPr>
        <p:spPr>
          <a:xfrm>
            <a:off x="1828800" y="1524000"/>
            <a:ext cx="7162800" cy="1905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2209800" y="3886200"/>
            <a:ext cx="6400800" cy="17526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pPr lvl="0"/>
            <a:r>
              <a:rPr lang="en-US" noProof="0"/>
              <a:t>Click to edit Master subtitle style</a:t>
            </a:r>
          </a:p>
        </p:txBody>
      </p:sp>
      <p:sp>
        <p:nvSpPr>
          <p:cNvPr id="2053" name="Rectangle 5"/>
          <p:cNvSpPr>
            <a:spLocks noGrp="1" noChangeArrowheads="1"/>
          </p:cNvSpPr>
          <p:nvPr>
            <p:ph type="dt" sz="quarter" idx="2"/>
          </p:nvPr>
        </p:nvSpPr>
        <p:spPr>
          <a:xfrm>
            <a:off x="18288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ftr" sz="quarter" idx="3"/>
          </p:nvPr>
        </p:nvSpPr>
        <p:spPr>
          <a:xfrm>
            <a:off x="39624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2055" name="Rectangle 7"/>
          <p:cNvSpPr>
            <a:spLocks noGrp="1" noChangeArrowheads="1"/>
          </p:cNvSpPr>
          <p:nvPr>
            <p:ph type="sldNum" sz="quarter" idx="4"/>
          </p:nvPr>
        </p:nvSpPr>
        <p:spPr>
          <a:xfrm>
            <a:off x="70866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6A1B479B-7702-B447-9707-B9FB1D0436D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B822B4D-5DF0-1F48-8EB8-57D6F8B4475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33098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FC29C4E-4962-A647-A9A5-D0B15F4D7453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51234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19050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29200" y="19050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55BCD6B-EF96-7342-A798-CFCE90FA744E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932650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EEFF5FF-8F79-0A46-95E9-384EA9C3BC10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47610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66E7E18-EEBE-6D40-A5CE-A4C84A2EB1E8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601512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F67C43F-344F-AB40-A483-43603BCBDD11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237919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BAD881D-A79B-4D43-94EF-471886EA4856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063287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Drag picture to placeholder or click icon to add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483F396-1F94-D849-A0C1-5E00DFC68C08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746612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33E1E69-B108-4944-B3CA-EB641EF1E489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83610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96100" y="609600"/>
            <a:ext cx="1943100" cy="5410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609600"/>
            <a:ext cx="56769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BA96BA9-B912-234C-B954-7AC32A051B46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956949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1CD650-54EE-4C11-B781-A80732A2460B}" type="datetimeFigureOut">
              <a:rPr lang="en-AU" smtClean="0"/>
              <a:t>31/01/2022</a:t>
            </a:fld>
            <a:endParaRPr lang="en-AU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50B30-3CAD-4DAA-8359-1EDEE580FBD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3466128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1CD650-54EE-4C11-B781-A80732A2460B}" type="datetimeFigureOut">
              <a:rPr lang="en-AU" smtClean="0"/>
              <a:t>31/01/2022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50B30-3CAD-4DAA-8359-1EDEE580FBD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1896057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1CD650-54EE-4C11-B781-A80732A2460B}" type="datetimeFigureOut">
              <a:rPr lang="en-AU" smtClean="0"/>
              <a:t>31/01/2022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50B30-3CAD-4DAA-8359-1EDEE580FBD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6070952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1CD650-54EE-4C11-B781-A80732A2460B}" type="datetimeFigureOut">
              <a:rPr lang="en-AU" smtClean="0"/>
              <a:t>31/01/2022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50B30-3CAD-4DAA-8359-1EDEE580FBD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9402853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1CD650-54EE-4C11-B781-A80732A2460B}" type="datetimeFigureOut">
              <a:rPr lang="en-AU" smtClean="0"/>
              <a:t>31/01/2022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50B30-3CAD-4DAA-8359-1EDEE580FBD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0811444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1CD650-54EE-4C11-B781-A80732A2460B}" type="datetimeFigureOut">
              <a:rPr lang="en-AU" smtClean="0"/>
              <a:t>31/01/2022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50B30-3CAD-4DAA-8359-1EDEE580FBD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7055913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1CD650-54EE-4C11-B781-A80732A2460B}" type="datetimeFigureOut">
              <a:rPr lang="en-AU" smtClean="0"/>
              <a:t>31/01/2022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50B30-3CAD-4DAA-8359-1EDEE580FBD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6448878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1CD650-54EE-4C11-B781-A80732A2460B}" type="datetimeFigureOut">
              <a:rPr lang="en-AU" smtClean="0"/>
              <a:t>31/01/2022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50B30-3CAD-4DAA-8359-1EDEE580FBD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0394784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1CD650-54EE-4C11-B781-A80732A2460B}" type="datetimeFigureOut">
              <a:rPr lang="en-AU" smtClean="0"/>
              <a:t>31/01/2022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D5E50B30-3CAD-4DAA-8359-1EDEE580FBD8}" type="slidenum">
              <a:rPr lang="en-AU" smtClean="0"/>
              <a:t>‹#›</a:t>
            </a:fld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395177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1CD650-54EE-4C11-B781-A80732A2460B}" type="datetimeFigureOut">
              <a:rPr lang="en-AU" smtClean="0"/>
              <a:t>31/01/2022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50B30-3CAD-4DAA-8359-1EDEE580FBD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3997391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1CD650-54EE-4C11-B781-A80732A2460B}" type="datetimeFigureOut">
              <a:rPr lang="en-AU" smtClean="0"/>
              <a:t>31/01/2022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50B30-3CAD-4DAA-8359-1EDEE580FBD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651376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AE1CD650-54EE-4C11-B781-A80732A2460B}" type="datetimeFigureOut">
              <a:rPr lang="en-AU" smtClean="0"/>
              <a:t>31/01/2022</a:t>
            </a:fld>
            <a:endParaRPr lang="en-AU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D5E50B30-3CAD-4DAA-8359-1EDEE580FBD8}" type="slidenum">
              <a:rPr lang="en-AU" smtClean="0"/>
              <a:t>‹#›</a:t>
            </a:fld>
            <a:endParaRPr lang="en-AU"/>
          </a:p>
        </p:txBody>
      </p:sp>
      <p:grpSp>
        <p:nvGrpSpPr>
          <p:cNvPr id="2" name="Group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8" name="Group 4"/>
          <p:cNvGrpSpPr>
            <a:grpSpLocks/>
          </p:cNvGrpSpPr>
          <p:nvPr/>
        </p:nvGrpSpPr>
        <p:grpSpPr bwMode="auto">
          <a:xfrm>
            <a:off x="0" y="0"/>
            <a:ext cx="8915400" cy="6858000"/>
            <a:chOff x="0" y="0"/>
            <a:chExt cx="5616" cy="4320"/>
          </a:xfrm>
        </p:grpSpPr>
        <p:pic>
          <p:nvPicPr>
            <p:cNvPr id="1026" name="Picture 2"/>
            <p:cNvPicPr>
              <a:picLocks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ltGray">
            <a:xfrm>
              <a:off x="0" y="0"/>
              <a:ext cx="1136" cy="43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pic>
        <p:sp>
          <p:nvSpPr>
            <p:cNvPr id="1027" name="Rectangle 3"/>
            <p:cNvSpPr>
              <a:spLocks noChangeArrowheads="1"/>
            </p:cNvSpPr>
            <p:nvPr/>
          </p:nvSpPr>
          <p:spPr bwMode="white">
            <a:xfrm>
              <a:off x="576" y="1152"/>
              <a:ext cx="5040" cy="2736"/>
            </a:xfrm>
            <a:prstGeom prst="rect">
              <a:avLst/>
            </a:prstGeom>
            <a:solidFill>
              <a:schemeClr val="folHlink">
                <a:alpha val="50000"/>
              </a:schemeClr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029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1066800" y="609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1066800" y="19050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066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/>
          </a:p>
        </p:txBody>
      </p:sp>
      <p:sp>
        <p:nvSpPr>
          <p:cNvPr id="1032" name="Rectangle 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505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1033" name="Rectangle 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934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B3300F8B-04D0-C640-A173-C0A81462706D}" type="slidenum">
              <a:rPr lang="en-US"/>
              <a:pPr/>
              <a:t>‹#›</a:t>
            </a:fld>
            <a:endParaRPr lang="en-US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  <a:ea typeface="ＭＳ Ｐゴシック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  <a:ea typeface="ＭＳ Ｐゴシック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  <a:ea typeface="ＭＳ Ｐゴシック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  <a:ea typeface="ＭＳ Ｐゴシック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  <a:ea typeface="ＭＳ Ｐゴシック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  <a:ea typeface="ＭＳ Ｐゴシック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  <a:ea typeface="ＭＳ Ｐゴシック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  <a:ea typeface="ＭＳ Ｐゴシック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Char char="•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Char char="•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Char char="•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Char char="•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Char char="•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AE1CD650-54EE-4C11-B781-A80732A2460B}" type="datetimeFigureOut">
              <a:rPr lang="en-AU" smtClean="0"/>
              <a:t>31/01/2022</a:t>
            </a:fld>
            <a:endParaRPr lang="en-AU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D5E50B30-3CAD-4DAA-8359-1EDEE580FBD8}" type="slidenum">
              <a:rPr lang="en-AU" smtClean="0"/>
              <a:t>‹#›</a:t>
            </a:fld>
            <a:endParaRPr lang="en-AU"/>
          </a:p>
        </p:txBody>
      </p:sp>
      <p:grpSp>
        <p:nvGrpSpPr>
          <p:cNvPr id="2" name="Group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  <p:extLst>
      <p:ext uri="{BB962C8B-B14F-4D97-AF65-F5344CB8AC3E}">
        <p14:creationId xmlns:p14="http://schemas.microsoft.com/office/powerpoint/2010/main" val="27777468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AU" dirty="0">
                <a:solidFill>
                  <a:srgbClr val="000000"/>
                </a:solidFill>
              </a:rPr>
              <a:t>Welcome to Year 11 Human Biology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33400" y="4437112"/>
            <a:ext cx="7854696" cy="544024"/>
          </a:xfrm>
        </p:spPr>
        <p:txBody>
          <a:bodyPr>
            <a:noAutofit/>
          </a:bodyPr>
          <a:lstStyle/>
          <a:p>
            <a:pPr algn="ctr"/>
            <a:r>
              <a:rPr lang="en-US" sz="4000" dirty="0" err="1">
                <a:solidFill>
                  <a:srgbClr val="000000"/>
                </a:solidFill>
              </a:rPr>
              <a:t>Mr</a:t>
            </a:r>
            <a:r>
              <a:rPr lang="en-US" sz="4000" dirty="0">
                <a:solidFill>
                  <a:srgbClr val="000000"/>
                </a:solidFill>
              </a:rPr>
              <a:t> Simeoni</a:t>
            </a:r>
            <a:endParaRPr lang="en-AU" sz="40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152213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9346" y="476672"/>
            <a:ext cx="8229600" cy="1143000"/>
          </a:xfrm>
        </p:spPr>
        <p:txBody>
          <a:bodyPr/>
          <a:lstStyle/>
          <a:p>
            <a:r>
              <a:rPr lang="en-AU" dirty="0">
                <a:solidFill>
                  <a:schemeClr val="bg1">
                    <a:lumMod val="10000"/>
                  </a:schemeClr>
                </a:solidFill>
              </a:rPr>
              <a:t>Rules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3568" y="1916832"/>
            <a:ext cx="8229600" cy="4389120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AU" sz="2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AU" sz="2800" dirty="0">
                <a:latin typeface="Calibri" panose="020F0502020204030204" pitchFamily="34" charset="0"/>
                <a:cs typeface="Calibri" panose="020F0502020204030204" pitchFamily="34" charset="0"/>
              </a:rPr>
              <a:t>When I am explaining or talking, please listen.</a:t>
            </a:r>
          </a:p>
          <a:p>
            <a:pPr marL="0" indent="0">
              <a:buNone/>
            </a:pPr>
            <a:endParaRPr lang="en-AU" sz="2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AU" sz="2800" dirty="0">
                <a:latin typeface="Calibri" panose="020F0502020204030204" pitchFamily="34" charset="0"/>
                <a:cs typeface="Calibri" panose="020F0502020204030204" pitchFamily="34" charset="0"/>
              </a:rPr>
              <a:t>Follow my instructions when asked.</a:t>
            </a:r>
          </a:p>
          <a:p>
            <a:pPr marL="0" indent="0">
              <a:buNone/>
            </a:pPr>
            <a:endParaRPr lang="en-AU" sz="2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AU" sz="2800" dirty="0">
                <a:latin typeface="Calibri" panose="020F0502020204030204" pitchFamily="34" charset="0"/>
                <a:cs typeface="Calibri" panose="020F0502020204030204" pitchFamily="34" charset="0"/>
              </a:rPr>
              <a:t>Hands up to ask questions.</a:t>
            </a:r>
          </a:p>
          <a:p>
            <a:pPr marL="0" indent="0">
              <a:buNone/>
            </a:pPr>
            <a:endParaRPr lang="en-AU" sz="2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AU" sz="2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74515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3568" y="692696"/>
            <a:ext cx="8229600" cy="1143000"/>
          </a:xfrm>
        </p:spPr>
        <p:txBody>
          <a:bodyPr>
            <a:normAutofit/>
          </a:bodyPr>
          <a:lstStyle/>
          <a:p>
            <a:r>
              <a:rPr lang="en-AU" dirty="0">
                <a:solidFill>
                  <a:schemeClr val="bg1">
                    <a:lumMod val="10000"/>
                  </a:schemeClr>
                </a:solidFill>
              </a:rPr>
              <a:t>No Food or Drink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3568" y="1988840"/>
            <a:ext cx="8229600" cy="4389120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AU" sz="2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AU" sz="2800" dirty="0">
                <a:latin typeface="Calibri" panose="020F0502020204030204" pitchFamily="34" charset="0"/>
                <a:cs typeface="Calibri" panose="020F0502020204030204" pitchFamily="34" charset="0"/>
              </a:rPr>
              <a:t>Water is allowed. Only water.</a:t>
            </a:r>
          </a:p>
          <a:p>
            <a:pPr marL="0" indent="0">
              <a:buNone/>
            </a:pPr>
            <a:endParaRPr lang="en-AU" sz="2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AU" sz="2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90702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5576" y="692696"/>
            <a:ext cx="8229600" cy="114300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1">
                    <a:lumMod val="10000"/>
                  </a:schemeClr>
                </a:solidFill>
              </a:rPr>
              <a:t>P</a:t>
            </a:r>
            <a:r>
              <a:rPr lang="en-AU" dirty="0">
                <a:solidFill>
                  <a:schemeClr val="bg1">
                    <a:lumMod val="10000"/>
                  </a:schemeClr>
                </a:solidFill>
              </a:rPr>
              <a:t>hones off and away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AU" sz="2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AU" sz="2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AU" sz="2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AU" sz="2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14145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9DB529-7E29-45E9-9488-AB3663F2F2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708688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COVID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843AF9-6741-49C6-94A4-9D8DA94DEE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1560" y="1916832"/>
            <a:ext cx="8229600" cy="4389120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Hands Sanitized as you enter class.</a:t>
            </a:r>
          </a:p>
          <a:p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Masks on at all times, unless you answering a questions.</a:t>
            </a:r>
          </a:p>
          <a:p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Students with pre-existing medical reasons are exempt.</a:t>
            </a:r>
          </a:p>
          <a:p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Be sensible.</a:t>
            </a:r>
            <a:endParaRPr lang="en-AU" sz="3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19095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9592" y="6160"/>
            <a:ext cx="7772400" cy="758544"/>
          </a:xfrm>
        </p:spPr>
        <p:txBody>
          <a:bodyPr/>
          <a:lstStyle/>
          <a:p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Program for the year.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D45D6B0-048B-4FFE-88EC-61EFF3EBF0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83" y="980728"/>
            <a:ext cx="7773375" cy="5616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91375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9592" y="6160"/>
            <a:ext cx="7772400" cy="758544"/>
          </a:xfrm>
        </p:spPr>
        <p:txBody>
          <a:bodyPr/>
          <a:lstStyle/>
          <a:p>
            <a:r>
              <a:rPr lang="en-US" dirty="0">
                <a:solidFill>
                  <a:schemeClr val="bg1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Assessments for the year.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AD2B743-30DE-48D0-984A-1CAFE1CD51F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20075" b="2233"/>
          <a:stretch/>
        </p:blipFill>
        <p:spPr>
          <a:xfrm>
            <a:off x="262231" y="790590"/>
            <a:ext cx="8619538" cy="5736216"/>
          </a:xfrm>
          <a:prstGeom prst="rect">
            <a:avLst/>
          </a:prstGeom>
          <a:solidFill>
            <a:srgbClr val="FFFFFF"/>
          </a:solidFill>
        </p:spPr>
      </p:pic>
    </p:spTree>
    <p:extLst>
      <p:ext uri="{BB962C8B-B14F-4D97-AF65-F5344CB8AC3E}">
        <p14:creationId xmlns:p14="http://schemas.microsoft.com/office/powerpoint/2010/main" val="11434068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B48C67-BC24-4CE4-968E-04BC93C3D8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7584" y="44624"/>
            <a:ext cx="7772400" cy="587152"/>
          </a:xfrm>
        </p:spPr>
        <p:txBody>
          <a:bodyPr/>
          <a:lstStyle/>
          <a:p>
            <a:pPr algn="ctr"/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Class Activity</a:t>
            </a:r>
            <a:endParaRPr lang="en-AU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6B6091-922F-4BC6-8379-E425C3CAB3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660" y="1124744"/>
            <a:ext cx="8206680" cy="4114800"/>
          </a:xfrm>
        </p:spPr>
        <p:txBody>
          <a:bodyPr/>
          <a:lstStyle/>
          <a:p>
            <a:pPr marL="0" indent="0">
              <a:buNone/>
            </a:pPr>
            <a:r>
              <a:rPr lang="en-AU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 have a small tin on the table. Without touching the tin with their hands or arms the class must identify if there is anything in the tin or not.</a:t>
            </a:r>
          </a:p>
          <a:p>
            <a:pPr marL="0" indent="0">
              <a:buNone/>
            </a:pPr>
            <a:endParaRPr lang="en-AU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AU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Rule 1: They all must agree on their plan of action before they are doing anything.</a:t>
            </a:r>
          </a:p>
          <a:p>
            <a:r>
              <a:rPr lang="en-AU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Rule 2: Must not damage the tin.</a:t>
            </a:r>
          </a:p>
          <a:p>
            <a:endParaRPr lang="en-US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AU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87813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1188" y="194314"/>
            <a:ext cx="7772400" cy="685800"/>
          </a:xfrm>
        </p:spPr>
        <p:txBody>
          <a:bodyPr/>
          <a:lstStyle/>
          <a:p>
            <a:r>
              <a:rPr lang="en-US" dirty="0">
                <a:solidFill>
                  <a:schemeClr val="bg1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What is science?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0188" y="1700808"/>
            <a:ext cx="8083624" cy="4784576"/>
          </a:xfrm>
          <a:solidFill>
            <a:schemeClr val="tx2"/>
          </a:solidFill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More than just guessing.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Observe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Hypothesize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Test, Collect information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Conclude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Revisit hypothesis</a:t>
            </a:r>
          </a:p>
          <a:p>
            <a:endParaRPr lang="en-US" sz="2800" dirty="0">
              <a:solidFill>
                <a:schemeClr val="bg1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05780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FB17CE-471E-43C4-A09A-70A7DB0856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127" y="188640"/>
            <a:ext cx="7772400" cy="803176"/>
          </a:xfrm>
        </p:spPr>
        <p:txBody>
          <a:bodyPr/>
          <a:lstStyle/>
          <a:p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Lesson Objective</a:t>
            </a:r>
            <a:endParaRPr lang="en-AU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62B22A-228D-4BB0-A2D6-37E97D9F04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700808"/>
            <a:ext cx="7772400" cy="1440160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Recognise the processes that define what it is to be alive.</a:t>
            </a:r>
            <a:endParaRPr lang="en-AU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54860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-30338"/>
            <a:ext cx="7772400" cy="867050"/>
          </a:xfrm>
        </p:spPr>
        <p:txBody>
          <a:bodyPr/>
          <a:lstStyle/>
          <a:p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Life Processes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7597" y="1844824"/>
            <a:ext cx="8208912" cy="1447800"/>
          </a:xfrm>
        </p:spPr>
        <p:txBody>
          <a:bodyPr/>
          <a:lstStyle/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How do you know if someone is alive or dead? 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All living things carry out life processes in order to keep the cells metabolizing and supplying energy for body activities. </a:t>
            </a:r>
          </a:p>
        </p:txBody>
      </p:sp>
    </p:spTree>
    <p:extLst>
      <p:ext uri="{BB962C8B-B14F-4D97-AF65-F5344CB8AC3E}">
        <p14:creationId xmlns:p14="http://schemas.microsoft.com/office/powerpoint/2010/main" val="26895009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-30338"/>
            <a:ext cx="7772400" cy="867050"/>
          </a:xfrm>
        </p:spPr>
        <p:txBody>
          <a:bodyPr/>
          <a:lstStyle/>
          <a:p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Activity: Am I Alive?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0687" y="1998211"/>
            <a:ext cx="8208912" cy="1447800"/>
          </a:xfrm>
        </p:spPr>
        <p:txBody>
          <a:bodyPr/>
          <a:lstStyle/>
          <a:p>
            <a:pPr marL="0" indent="0">
              <a:buClrTx/>
              <a:buNone/>
            </a:pPr>
            <a:r>
              <a:rPr lang="en-US" sz="28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Purpose</a:t>
            </a:r>
          </a:p>
          <a:p>
            <a:pPr>
              <a:buClrTx/>
            </a:pPr>
            <a:endParaRPr lang="en-US" sz="280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ClrTx/>
            </a:pPr>
            <a:r>
              <a:rPr lang="en-US" sz="28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To collect evidence that indicates the operation of life processes in the human body. </a:t>
            </a:r>
          </a:p>
          <a:p>
            <a:pPr>
              <a:buClrTx/>
            </a:pPr>
            <a:r>
              <a:rPr lang="en-US" sz="28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To recognise life processes in the living body and link them to specific body systems and functions.  </a:t>
            </a:r>
          </a:p>
        </p:txBody>
      </p:sp>
    </p:spTree>
    <p:extLst>
      <p:ext uri="{BB962C8B-B14F-4D97-AF65-F5344CB8AC3E}">
        <p14:creationId xmlns:p14="http://schemas.microsoft.com/office/powerpoint/2010/main" val="5834927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80602" y="764704"/>
            <a:ext cx="5108640" cy="1447800"/>
          </a:xfrm>
        </p:spPr>
        <p:txBody>
          <a:bodyPr/>
          <a:lstStyle/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Materials.</a:t>
            </a:r>
          </a:p>
          <a:p>
            <a:pPr marL="0" indent="0">
              <a:buNone/>
            </a:pPr>
            <a:endParaRPr lang="en-US" sz="280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ClrTx/>
            </a:pPr>
            <a:r>
              <a:rPr lang="en-US" sz="28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drinking straw </a:t>
            </a:r>
          </a:p>
          <a:p>
            <a:pPr>
              <a:buClrTx/>
            </a:pPr>
            <a:r>
              <a:rPr lang="en-US" sz="28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50 mL lime water </a:t>
            </a:r>
          </a:p>
          <a:p>
            <a:pPr>
              <a:buClrTx/>
            </a:pPr>
            <a:r>
              <a:rPr lang="en-US" sz="28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100 mL beaker </a:t>
            </a:r>
          </a:p>
          <a:p>
            <a:pPr>
              <a:buClrTx/>
            </a:pPr>
            <a:r>
              <a:rPr lang="en-US" sz="28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calipers </a:t>
            </a:r>
          </a:p>
          <a:p>
            <a:pPr>
              <a:buClrTx/>
            </a:pPr>
            <a:r>
              <a:rPr lang="en-US" sz="28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cotton buds </a:t>
            </a:r>
          </a:p>
          <a:p>
            <a:pPr>
              <a:buClrTx/>
            </a:pPr>
            <a:r>
              <a:rPr lang="en-US" sz="28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reflex hammer </a:t>
            </a:r>
          </a:p>
          <a:p>
            <a:pPr>
              <a:buClrTx/>
            </a:pPr>
            <a:r>
              <a:rPr lang="en-US" sz="28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Internet </a:t>
            </a:r>
          </a:p>
          <a:p>
            <a:pPr>
              <a:buClrTx/>
            </a:pPr>
            <a:r>
              <a:rPr lang="en-US" sz="28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textbooks 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974635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2176" y="220939"/>
            <a:ext cx="8299648" cy="867050"/>
          </a:xfrm>
        </p:spPr>
        <p:txBody>
          <a:bodyPr/>
          <a:lstStyle/>
          <a:p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What are the seven life processes?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9758" y="1916832"/>
            <a:ext cx="3528392" cy="1075678"/>
          </a:xfrm>
        </p:spPr>
        <p:txBody>
          <a:bodyPr/>
          <a:lstStyle/>
          <a:p>
            <a:pPr marL="514350" indent="-514350">
              <a:buClrTx/>
              <a:buFont typeface="+mj-lt"/>
              <a:buAutoNum type="arabicPeriod"/>
            </a:pPr>
            <a:r>
              <a:rPr lang="en-US" sz="2800" dirty="0">
                <a:solidFill>
                  <a:srgbClr val="20212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Respiration</a:t>
            </a:r>
          </a:p>
          <a:p>
            <a:pPr marL="514350" indent="-514350">
              <a:buClrTx/>
              <a:buFont typeface="+mj-lt"/>
              <a:buAutoNum type="arabicPeriod"/>
            </a:pPr>
            <a:r>
              <a:rPr lang="en-US" sz="2800" dirty="0">
                <a:solidFill>
                  <a:srgbClr val="20212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Nutrition </a:t>
            </a:r>
          </a:p>
          <a:p>
            <a:pPr marL="514350" indent="-514350">
              <a:buClrTx/>
              <a:buFont typeface="+mj-lt"/>
              <a:buAutoNum type="arabicPeriod"/>
            </a:pPr>
            <a:r>
              <a:rPr lang="en-US" sz="2800" dirty="0">
                <a:solidFill>
                  <a:srgbClr val="20212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Excretion </a:t>
            </a:r>
          </a:p>
          <a:p>
            <a:pPr marL="514350" indent="-514350">
              <a:buClrTx/>
              <a:buFont typeface="+mj-lt"/>
              <a:buAutoNum type="arabicPeriod"/>
            </a:pPr>
            <a:r>
              <a:rPr lang="en-US" sz="28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Movement </a:t>
            </a:r>
          </a:p>
          <a:p>
            <a:pPr marL="514350" indent="-514350">
              <a:buClrTx/>
              <a:buFont typeface="+mj-lt"/>
              <a:buAutoNum type="arabicPeriod"/>
            </a:pPr>
            <a:r>
              <a:rPr lang="en-US" sz="2800" dirty="0">
                <a:solidFill>
                  <a:srgbClr val="20212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Growth</a:t>
            </a:r>
            <a:endParaRPr lang="en-US" sz="280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514350" indent="-514350">
              <a:buClrTx/>
              <a:buFont typeface="+mj-lt"/>
              <a:buAutoNum type="arabicPeriod"/>
            </a:pPr>
            <a:r>
              <a:rPr lang="en-US" sz="28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Reproduction </a:t>
            </a:r>
          </a:p>
          <a:p>
            <a:pPr marL="514350" indent="-514350">
              <a:buClrTx/>
              <a:buFont typeface="+mj-lt"/>
              <a:buAutoNum type="arabicPeriod"/>
            </a:pPr>
            <a:r>
              <a:rPr lang="en-US" sz="28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Sensitivity</a:t>
            </a:r>
          </a:p>
        </p:txBody>
      </p:sp>
    </p:spTree>
    <p:extLst>
      <p:ext uri="{BB962C8B-B14F-4D97-AF65-F5344CB8AC3E}">
        <p14:creationId xmlns:p14="http://schemas.microsoft.com/office/powerpoint/2010/main" val="35644939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81930B-9208-4E46-ADEB-8FF7196BFB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7207" y="0"/>
            <a:ext cx="7772400" cy="1143000"/>
          </a:xfrm>
        </p:spPr>
        <p:txBody>
          <a:bodyPr/>
          <a:lstStyle/>
          <a:p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Are you respiring? </a:t>
            </a:r>
            <a:endParaRPr lang="en-AU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B6ADFB-DF5B-4DAC-B2C1-0F8B407711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5144" y="1700808"/>
            <a:ext cx="8113712" cy="4114800"/>
          </a:xfrm>
        </p:spPr>
        <p:txBody>
          <a:bodyPr/>
          <a:lstStyle/>
          <a:p>
            <a:pPr marL="514350" indent="-514350">
              <a:buClrTx/>
              <a:buAutoNum type="alphaLcPeriod"/>
            </a:pPr>
            <a:r>
              <a:rPr lang="en-US" sz="28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Blow gently through a straw into a solution of limewater. </a:t>
            </a:r>
          </a:p>
          <a:p>
            <a:pPr marL="514350" indent="-514350">
              <a:buClrTx/>
              <a:buAutoNum type="alphaLcPeriod"/>
            </a:pPr>
            <a:r>
              <a:rPr lang="en-US" sz="28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Note the colour change. </a:t>
            </a:r>
          </a:p>
          <a:p>
            <a:pPr marL="0" indent="0">
              <a:buClrTx/>
              <a:buNone/>
            </a:pPr>
            <a:endParaRPr lang="en-US" sz="280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ClrTx/>
              <a:buNone/>
            </a:pPr>
            <a:r>
              <a:rPr lang="en-US" sz="28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1. What causes the limewater to change colour?</a:t>
            </a:r>
          </a:p>
          <a:p>
            <a:pPr marL="0" indent="0">
              <a:buClrTx/>
              <a:buNone/>
            </a:pPr>
            <a:endParaRPr lang="en-US" sz="280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ClrTx/>
              <a:buNone/>
            </a:pPr>
            <a:r>
              <a:rPr lang="en-US" sz="28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2. What evidence does this test give to indicate that you are respiring?</a:t>
            </a:r>
            <a:endParaRPr lang="en-AU" sz="280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06253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81930B-9208-4E46-ADEB-8FF7196BFB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7207" y="0"/>
            <a:ext cx="7772400" cy="1143000"/>
          </a:xfrm>
        </p:spPr>
        <p:txBody>
          <a:bodyPr/>
          <a:lstStyle/>
          <a:p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Have you ingested today? </a:t>
            </a:r>
            <a:endParaRPr lang="en-AU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B6ADFB-DF5B-4DAC-B2C1-0F8B407711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5144" y="1371600"/>
            <a:ext cx="8113712" cy="4114800"/>
          </a:xfrm>
        </p:spPr>
        <p:txBody>
          <a:bodyPr/>
          <a:lstStyle/>
          <a:p>
            <a:pPr marL="0" indent="0">
              <a:buClrTx/>
              <a:buNone/>
            </a:pPr>
            <a:r>
              <a:rPr lang="en-US" sz="28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1. What have you eaten today?</a:t>
            </a:r>
          </a:p>
          <a:p>
            <a:pPr marL="0" indent="0">
              <a:buClrTx/>
              <a:buNone/>
            </a:pPr>
            <a:endParaRPr lang="en-US" sz="280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ClrTx/>
              <a:buNone/>
            </a:pPr>
            <a:r>
              <a:rPr lang="en-US" sz="28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2. What evidence do you have that the food has been digested (changed the food chemically) and absorbed?</a:t>
            </a:r>
          </a:p>
          <a:p>
            <a:pPr marL="0" indent="0">
              <a:buClrTx/>
              <a:buNone/>
            </a:pPr>
            <a:endParaRPr lang="en-US" sz="280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ClrTx/>
              <a:buNone/>
            </a:pPr>
            <a:r>
              <a:rPr lang="en-US" sz="28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3 . Why is there a need to digest food?</a:t>
            </a:r>
            <a:endParaRPr lang="en-AU" sz="280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99648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81930B-9208-4E46-ADEB-8FF7196BFB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7207" y="0"/>
            <a:ext cx="7772400" cy="1143000"/>
          </a:xfrm>
        </p:spPr>
        <p:txBody>
          <a:bodyPr/>
          <a:lstStyle/>
          <a:p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Are you excreting? </a:t>
            </a:r>
            <a:endParaRPr lang="en-AU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B6ADFB-DF5B-4DAC-B2C1-0F8B407711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5576" y="1700808"/>
            <a:ext cx="7772400" cy="4114800"/>
          </a:xfrm>
        </p:spPr>
        <p:txBody>
          <a:bodyPr/>
          <a:lstStyle/>
          <a:p>
            <a:pPr marL="0" indent="0">
              <a:buClrTx/>
              <a:buNone/>
            </a:pPr>
            <a:r>
              <a:rPr lang="en-US" sz="28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1. Can you recall the colour of your urine?</a:t>
            </a:r>
          </a:p>
          <a:p>
            <a:pPr marL="0" indent="0">
              <a:buClrTx/>
              <a:buNone/>
            </a:pPr>
            <a:endParaRPr lang="en-US" sz="280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ClrTx/>
              <a:buNone/>
            </a:pPr>
            <a:r>
              <a:rPr lang="en-US" sz="28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2. What does the colour signify about the state of your body?</a:t>
            </a:r>
          </a:p>
          <a:p>
            <a:pPr marL="0" indent="0">
              <a:buClrTx/>
              <a:buNone/>
            </a:pPr>
            <a:endParaRPr lang="en-US" sz="280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52624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81930B-9208-4E46-ADEB-8FF7196BFB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7207" y="0"/>
            <a:ext cx="7772400" cy="692696"/>
          </a:xfrm>
        </p:spPr>
        <p:txBody>
          <a:bodyPr/>
          <a:lstStyle/>
          <a:p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Are you moving? </a:t>
            </a:r>
            <a:endParaRPr lang="en-AU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B6ADFB-DF5B-4DAC-B2C1-0F8B407711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5144" y="1268760"/>
            <a:ext cx="8113712" cy="4114800"/>
          </a:xfrm>
        </p:spPr>
        <p:txBody>
          <a:bodyPr/>
          <a:lstStyle/>
          <a:p>
            <a:pPr marL="514350" indent="-514350">
              <a:buClrTx/>
              <a:buAutoNum type="alphaLcPeriod"/>
            </a:pPr>
            <a:r>
              <a:rPr lang="en-US" sz="28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Sit on a chair with your legs crossed so that the foot of the crossed over leg is off the floor. </a:t>
            </a:r>
          </a:p>
          <a:p>
            <a:pPr marL="514350" indent="-514350">
              <a:buClrTx/>
              <a:buAutoNum type="alphaLcPeriod"/>
            </a:pPr>
            <a:r>
              <a:rPr lang="en-US" sz="28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Try to sit as still as possible for 2 minutes. </a:t>
            </a:r>
          </a:p>
          <a:p>
            <a:pPr marL="0" indent="0">
              <a:buClrTx/>
              <a:buNone/>
            </a:pPr>
            <a:endParaRPr lang="en-US" sz="280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ClrTx/>
              <a:buNone/>
            </a:pPr>
            <a:r>
              <a:rPr lang="en-US" sz="28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1. What happened to the cross-over leg? What causes this movement?</a:t>
            </a:r>
          </a:p>
          <a:p>
            <a:pPr marL="0" indent="0">
              <a:buClrTx/>
              <a:buNone/>
            </a:pPr>
            <a:r>
              <a:rPr lang="en-US" sz="28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2. What other movements occur without you thinking about them?</a:t>
            </a:r>
          </a:p>
        </p:txBody>
      </p:sp>
    </p:spTree>
    <p:extLst>
      <p:ext uri="{BB962C8B-B14F-4D97-AF65-F5344CB8AC3E}">
        <p14:creationId xmlns:p14="http://schemas.microsoft.com/office/powerpoint/2010/main" val="10984196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81930B-9208-4E46-ADEB-8FF7196BFB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7207" y="0"/>
            <a:ext cx="7772400" cy="1143000"/>
          </a:xfrm>
        </p:spPr>
        <p:txBody>
          <a:bodyPr/>
          <a:lstStyle/>
          <a:p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Are you growing? </a:t>
            </a:r>
            <a:endParaRPr lang="en-AU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B6ADFB-DF5B-4DAC-B2C1-0F8B407711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5144" y="1628800"/>
            <a:ext cx="8113712" cy="4114800"/>
          </a:xfrm>
        </p:spPr>
        <p:txBody>
          <a:bodyPr/>
          <a:lstStyle/>
          <a:p>
            <a:pPr marL="514350" indent="-514350">
              <a:buClrTx/>
              <a:buFont typeface="+mj-lt"/>
              <a:buAutoNum type="arabicPeriod"/>
            </a:pPr>
            <a:r>
              <a:rPr lang="en-US" sz="28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Nails are made of dead cells. How can the accumulation of dead cells (your nails) be used to indicate the life process of 'growth'?</a:t>
            </a:r>
          </a:p>
          <a:p>
            <a:pPr marL="514350" indent="-514350">
              <a:buClrTx/>
              <a:buFont typeface="+mj-lt"/>
              <a:buAutoNum type="arabicPeriod"/>
            </a:pPr>
            <a:r>
              <a:rPr lang="en-US" sz="28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What is the evidence to indicate that nails are made of non-living material?</a:t>
            </a:r>
          </a:p>
          <a:p>
            <a:pPr marL="514350" indent="-514350">
              <a:buClrTx/>
              <a:buFont typeface="+mj-lt"/>
              <a:buAutoNum type="arabicPeriod"/>
            </a:pPr>
            <a:r>
              <a:rPr lang="en-US" sz="28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Are there any other ways in which you can identify growth in the human body?</a:t>
            </a:r>
          </a:p>
        </p:txBody>
      </p:sp>
    </p:spTree>
    <p:extLst>
      <p:ext uri="{BB962C8B-B14F-4D97-AF65-F5344CB8AC3E}">
        <p14:creationId xmlns:p14="http://schemas.microsoft.com/office/powerpoint/2010/main" val="289970708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81930B-9208-4E46-ADEB-8FF7196BFB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7207" y="0"/>
            <a:ext cx="7772400" cy="1143000"/>
          </a:xfrm>
        </p:spPr>
        <p:txBody>
          <a:bodyPr/>
          <a:lstStyle/>
          <a:p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Reproduction </a:t>
            </a:r>
            <a:endParaRPr lang="en-AU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B6ADFB-DF5B-4DAC-B2C1-0F8B407711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5144" y="1196752"/>
            <a:ext cx="8113712" cy="4114800"/>
          </a:xfrm>
        </p:spPr>
        <p:txBody>
          <a:bodyPr/>
          <a:lstStyle/>
          <a:p>
            <a:pPr marL="0" indent="0">
              <a:buClrTx/>
              <a:buNone/>
            </a:pPr>
            <a:r>
              <a:rPr lang="en-US" sz="2800" i="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 </a:t>
            </a:r>
            <a:endParaRPr lang="en-AU" sz="280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5EEB090-CB49-4190-886B-203EB73D619B}"/>
              </a:ext>
            </a:extLst>
          </p:cNvPr>
          <p:cNvSpPr txBox="1"/>
          <p:nvPr/>
        </p:nvSpPr>
        <p:spPr>
          <a:xfrm>
            <a:off x="1446785" y="2132856"/>
            <a:ext cx="65865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How do we know we are reproducing?</a:t>
            </a:r>
            <a:endParaRPr lang="en-AU" sz="320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221899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81930B-9208-4E46-ADEB-8FF7196BFB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7207" y="0"/>
            <a:ext cx="7772400" cy="1143000"/>
          </a:xfrm>
        </p:spPr>
        <p:txBody>
          <a:bodyPr/>
          <a:lstStyle/>
          <a:p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Response to stimuli? </a:t>
            </a:r>
            <a:endParaRPr lang="en-AU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B6ADFB-DF5B-4DAC-B2C1-0F8B407711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5144" y="1371600"/>
            <a:ext cx="8113712" cy="4114800"/>
          </a:xfrm>
        </p:spPr>
        <p:txBody>
          <a:bodyPr/>
          <a:lstStyle/>
          <a:p>
            <a:pPr marL="0" indent="0">
              <a:buClrTx/>
              <a:buNone/>
            </a:pPr>
            <a:r>
              <a:rPr lang="en-US" sz="28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a. Close your eyes and have some one gently tough your eyes lashes with a cotton bud. </a:t>
            </a:r>
          </a:p>
          <a:p>
            <a:pPr marL="0" indent="0">
              <a:buClrTx/>
              <a:buNone/>
            </a:pPr>
            <a:r>
              <a:rPr lang="en-US" sz="28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b. Sit on a table with your legs dangling over the edge. Gently tap the tendon beneath your kneecap. </a:t>
            </a:r>
          </a:p>
          <a:p>
            <a:pPr marL="0" indent="0">
              <a:buClrTx/>
              <a:buNone/>
            </a:pPr>
            <a:endParaRPr lang="en-US" sz="2800" i="0" dirty="0">
              <a:solidFill>
                <a:srgbClr val="000000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ClrTx/>
              <a:buNone/>
            </a:pPr>
            <a:r>
              <a:rPr lang="en-US" sz="2800" i="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1. Can you stop the reactions caused by the cotton bud or the tap on your tendon?</a:t>
            </a:r>
          </a:p>
          <a:p>
            <a:pPr marL="0" indent="0">
              <a:buClrTx/>
              <a:buNone/>
            </a:pPr>
            <a:r>
              <a:rPr lang="en-US" sz="2800" i="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2. Did you have to think about the reaction to either stimulus?  </a:t>
            </a:r>
            <a:endParaRPr lang="en-AU" sz="280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201367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81930B-9208-4E46-ADEB-8FF7196BFB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4249" y="41255"/>
            <a:ext cx="8809607" cy="764704"/>
          </a:xfrm>
        </p:spPr>
        <p:txBody>
          <a:bodyPr/>
          <a:lstStyle/>
          <a:p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Linking body system to life processes. </a:t>
            </a:r>
            <a:endParaRPr lang="en-AU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B6ADFB-DF5B-4DAC-B2C1-0F8B407711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5144" y="1210717"/>
            <a:ext cx="8113712" cy="1152128"/>
          </a:xfrm>
        </p:spPr>
        <p:txBody>
          <a:bodyPr/>
          <a:lstStyle/>
          <a:p>
            <a:pPr marL="0" indent="0">
              <a:buClrTx/>
              <a:buNone/>
            </a:pPr>
            <a:r>
              <a:rPr lang="en-US" sz="20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Copy Table.</a:t>
            </a:r>
          </a:p>
          <a:p>
            <a:pPr marL="0" indent="0">
              <a:buClrTx/>
              <a:buNone/>
            </a:pPr>
            <a:r>
              <a:rPr lang="en-US" sz="20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Place a tick ( in the column if you think the system listed is involved in any of the life processes. </a:t>
            </a:r>
            <a:endParaRPr lang="en-AU" sz="200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9F53A4B-5213-4971-A75E-555A054F38F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5303"/>
          <a:stretch/>
        </p:blipFill>
        <p:spPr>
          <a:xfrm>
            <a:off x="160852" y="2780928"/>
            <a:ext cx="8780083" cy="316835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</p:pic>
    </p:spTree>
    <p:extLst>
      <p:ext uri="{BB962C8B-B14F-4D97-AF65-F5344CB8AC3E}">
        <p14:creationId xmlns:p14="http://schemas.microsoft.com/office/powerpoint/2010/main" val="337507257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81930B-9208-4E46-ADEB-8FF7196BFB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832" y="260648"/>
            <a:ext cx="8809607" cy="764704"/>
          </a:xfrm>
        </p:spPr>
        <p:txBody>
          <a:bodyPr/>
          <a:lstStyle/>
          <a:p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Linking body system to life processes.</a:t>
            </a:r>
            <a:br>
              <a:rPr lang="en-US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36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Check for understanding </a:t>
            </a:r>
            <a:endParaRPr lang="en-AU" sz="360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B6ADFB-DF5B-4DAC-B2C1-0F8B407711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779" y="1700808"/>
            <a:ext cx="8113712" cy="1152128"/>
          </a:xfrm>
        </p:spPr>
        <p:txBody>
          <a:bodyPr/>
          <a:lstStyle/>
          <a:p>
            <a:pPr marL="0" indent="0">
              <a:buClrTx/>
              <a:buNone/>
            </a:pPr>
            <a:r>
              <a:rPr lang="en-US" sz="28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Which of the body systems can you live without? </a:t>
            </a:r>
          </a:p>
          <a:p>
            <a:pPr marL="0" indent="0">
              <a:buClrTx/>
              <a:buNone/>
            </a:pPr>
            <a:endParaRPr lang="en-US" sz="280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ClrTx/>
              <a:buNone/>
            </a:pPr>
            <a:r>
              <a:rPr lang="en-US" sz="28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Explain which evidence of life processes are not always present in living humans. </a:t>
            </a:r>
          </a:p>
          <a:p>
            <a:pPr marL="0" indent="0">
              <a:buClrTx/>
              <a:buNone/>
            </a:pPr>
            <a:endParaRPr lang="en-US" sz="280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ClrTx/>
              <a:buNone/>
            </a:pPr>
            <a:r>
              <a:rPr lang="en-US" sz="28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How is all this information evidence of you being alive? </a:t>
            </a:r>
          </a:p>
          <a:p>
            <a:pPr marL="0" indent="0">
              <a:buClrTx/>
              <a:buNone/>
            </a:pPr>
            <a:endParaRPr lang="en-US" sz="280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ClrTx/>
              <a:buNone/>
            </a:pPr>
            <a:r>
              <a:rPr lang="en-US" sz="28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How can you tell if a person is unconscious or dead? </a:t>
            </a:r>
          </a:p>
          <a:p>
            <a:pPr marL="0" indent="0">
              <a:buClrTx/>
              <a:buNone/>
            </a:pPr>
            <a:endParaRPr lang="en-US" sz="280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ClrTx/>
              <a:buNone/>
            </a:pPr>
            <a:endParaRPr lang="en-AU" sz="280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748849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81930B-9208-4E46-ADEB-8FF7196BFB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520" y="188640"/>
            <a:ext cx="8809607" cy="764704"/>
          </a:xfrm>
        </p:spPr>
        <p:txBody>
          <a:bodyPr/>
          <a:lstStyle/>
          <a:p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Next Lesson</a:t>
            </a:r>
            <a:endParaRPr lang="en-AU" sz="360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B6ADFB-DF5B-4DAC-B2C1-0F8B407711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9467" y="3140968"/>
            <a:ext cx="8113712" cy="1152128"/>
          </a:xfrm>
        </p:spPr>
        <p:txBody>
          <a:bodyPr/>
          <a:lstStyle/>
          <a:p>
            <a:pPr marL="0" indent="0" algn="ctr">
              <a:buClrTx/>
              <a:buNone/>
            </a:pPr>
            <a:r>
              <a:rPr lang="en-US" sz="44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Cell Theory </a:t>
            </a:r>
          </a:p>
          <a:p>
            <a:pPr marL="0" indent="0" algn="ctr">
              <a:buClrTx/>
              <a:buNone/>
            </a:pPr>
            <a:endParaRPr lang="en-US" sz="440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ctr">
              <a:buClrTx/>
              <a:buNone/>
            </a:pPr>
            <a:endParaRPr lang="en-AU" sz="440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86448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  <a:scene3d>
            <a:camera prst="orthographicFront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M01069053">
  <a:themeElements>
    <a:clrScheme name="Office Theme 1">
      <a:dk1>
        <a:srgbClr val="404075"/>
      </a:dk1>
      <a:lt1>
        <a:srgbClr val="CCECFF"/>
      </a:lt1>
      <a:dk2>
        <a:srgbClr val="99CCFF"/>
      </a:dk2>
      <a:lt2>
        <a:srgbClr val="EAEAEA"/>
      </a:lt2>
      <a:accent1>
        <a:srgbClr val="6600FF"/>
      </a:accent1>
      <a:accent2>
        <a:srgbClr val="CCCC00"/>
      </a:accent2>
      <a:accent3>
        <a:srgbClr val="CAE2FF"/>
      </a:accent3>
      <a:accent4>
        <a:srgbClr val="AEC9DA"/>
      </a:accent4>
      <a:accent5>
        <a:srgbClr val="B8AAFF"/>
      </a:accent5>
      <a:accent6>
        <a:srgbClr val="B9B900"/>
      </a:accent6>
      <a:hlink>
        <a:srgbClr val="996633"/>
      </a:hlink>
      <a:folHlink>
        <a:srgbClr val="0099CC"/>
      </a:folHlink>
    </a:clrScheme>
    <a:fontScheme name="Office Theme">
      <a:majorFont>
        <a:latin typeface="Times New Roman"/>
        <a:ea typeface="ＭＳ Ｐゴシック"/>
        <a:cs typeface=""/>
      </a:majorFont>
      <a:minorFont>
        <a:latin typeface="Times New Roman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="" xmlns:a14="http://schemas.microsoft.com/office/drawing/2010/main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Times New Roman" charset="0"/>
            <a:ea typeface="ＭＳ Ｐゴシック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="" xmlns:a14="http://schemas.microsoft.com/office/drawing/2010/main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Times New Roman" charset="0"/>
            <a:ea typeface="ＭＳ Ｐゴシック" charset="0"/>
          </a:defRPr>
        </a:defPPr>
      </a:lstStyle>
    </a:lnDef>
  </a:objectDefaults>
  <a:extraClrSchemeLst>
    <a:extraClrScheme>
      <a:clrScheme name="Office Theme 1">
        <a:dk1>
          <a:srgbClr val="404075"/>
        </a:dk1>
        <a:lt1>
          <a:srgbClr val="CCECFF"/>
        </a:lt1>
        <a:dk2>
          <a:srgbClr val="99CCFF"/>
        </a:dk2>
        <a:lt2>
          <a:srgbClr val="EAEAEA"/>
        </a:lt2>
        <a:accent1>
          <a:srgbClr val="6600FF"/>
        </a:accent1>
        <a:accent2>
          <a:srgbClr val="CCCC00"/>
        </a:accent2>
        <a:accent3>
          <a:srgbClr val="CAE2FF"/>
        </a:accent3>
        <a:accent4>
          <a:srgbClr val="AEC9DA"/>
        </a:accent4>
        <a:accent5>
          <a:srgbClr val="B8AAFF"/>
        </a:accent5>
        <a:accent6>
          <a:srgbClr val="B9B900"/>
        </a:accent6>
        <a:hlink>
          <a:srgbClr val="996633"/>
        </a:hlink>
        <a:folHlink>
          <a:srgbClr val="0099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2">
        <a:dk1>
          <a:srgbClr val="000000"/>
        </a:dk1>
        <a:lt1>
          <a:srgbClr val="99CCFF"/>
        </a:lt1>
        <a:dk2>
          <a:srgbClr val="000066"/>
        </a:dk2>
        <a:lt2>
          <a:srgbClr val="FFFFFF"/>
        </a:lt2>
        <a:accent1>
          <a:srgbClr val="CCCCFF"/>
        </a:accent1>
        <a:accent2>
          <a:srgbClr val="FFFFCC"/>
        </a:accent2>
        <a:accent3>
          <a:srgbClr val="CAE2FF"/>
        </a:accent3>
        <a:accent4>
          <a:srgbClr val="000000"/>
        </a:accent4>
        <a:accent5>
          <a:srgbClr val="E2E2FF"/>
        </a:accent5>
        <a:accent6>
          <a:srgbClr val="E7E7B9"/>
        </a:accent6>
        <a:hlink>
          <a:srgbClr val="FFCCFF"/>
        </a:hlink>
        <a:folHlink>
          <a:srgbClr val="CCE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3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CBCBCB"/>
        </a:accent1>
        <a:accent2>
          <a:srgbClr val="5F5F5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555555"/>
        </a:accent6>
        <a:hlink>
          <a:srgbClr val="969696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1_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  <a:scene3d>
            <a:camera prst="orthographicFront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2489</TotalTime>
  <Words>715</Words>
  <Application>Microsoft Office PowerPoint</Application>
  <PresentationFormat>On-screen Show (4:3)</PresentationFormat>
  <Paragraphs>112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24</vt:i4>
      </vt:variant>
    </vt:vector>
  </HeadingPairs>
  <TitlesOfParts>
    <vt:vector size="32" baseType="lpstr">
      <vt:lpstr>Arial</vt:lpstr>
      <vt:lpstr>Calibri</vt:lpstr>
      <vt:lpstr>Constantia</vt:lpstr>
      <vt:lpstr>Times New Roman</vt:lpstr>
      <vt:lpstr>Wingdings 2</vt:lpstr>
      <vt:lpstr>Flow</vt:lpstr>
      <vt:lpstr>TM01069053</vt:lpstr>
      <vt:lpstr>1_Flow</vt:lpstr>
      <vt:lpstr>Welcome to Year 11 Human Biology</vt:lpstr>
      <vt:lpstr>Rules</vt:lpstr>
      <vt:lpstr>No Food or Drink</vt:lpstr>
      <vt:lpstr>Phones off and away</vt:lpstr>
      <vt:lpstr>COVID</vt:lpstr>
      <vt:lpstr>Program for the year.</vt:lpstr>
      <vt:lpstr>Assessments for the year.</vt:lpstr>
      <vt:lpstr>Class Activity</vt:lpstr>
      <vt:lpstr>What is science?</vt:lpstr>
      <vt:lpstr>Lesson Objective</vt:lpstr>
      <vt:lpstr>Life Processes</vt:lpstr>
      <vt:lpstr>Activity: Am I Alive?</vt:lpstr>
      <vt:lpstr>PowerPoint Presentation</vt:lpstr>
      <vt:lpstr>What are the seven life processes?</vt:lpstr>
      <vt:lpstr>Are you respiring? </vt:lpstr>
      <vt:lpstr>Have you ingested today? </vt:lpstr>
      <vt:lpstr>Are you excreting? </vt:lpstr>
      <vt:lpstr>Are you moving? </vt:lpstr>
      <vt:lpstr>Are you growing? </vt:lpstr>
      <vt:lpstr>Reproduction </vt:lpstr>
      <vt:lpstr>Response to stimuli? </vt:lpstr>
      <vt:lpstr>Linking body system to life processes. </vt:lpstr>
      <vt:lpstr>Linking body system to life processes. Check for understanding </vt:lpstr>
      <vt:lpstr>Next Lesson</vt:lpstr>
    </vt:vector>
  </TitlesOfParts>
  <Company>The Department of Education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Welcome to Science</dc:title>
  <dc:creator>FARM Malcolm</dc:creator>
  <cp:lastModifiedBy>michael simeoni</cp:lastModifiedBy>
  <cp:revision>14</cp:revision>
  <dcterms:created xsi:type="dcterms:W3CDTF">2018-01-29T06:11:57Z</dcterms:created>
  <dcterms:modified xsi:type="dcterms:W3CDTF">2022-02-01T00:35:45Z</dcterms:modified>
</cp:coreProperties>
</file>