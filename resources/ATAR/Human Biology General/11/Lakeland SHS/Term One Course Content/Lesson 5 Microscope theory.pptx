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99" r:id="rId2"/>
    <p:sldId id="316" r:id="rId3"/>
    <p:sldId id="265" r:id="rId4"/>
    <p:sldId id="269" r:id="rId5"/>
    <p:sldId id="300" r:id="rId6"/>
    <p:sldId id="270" r:id="rId7"/>
    <p:sldId id="271" r:id="rId8"/>
    <p:sldId id="272" r:id="rId9"/>
    <p:sldId id="273" r:id="rId10"/>
    <p:sldId id="274" r:id="rId11"/>
    <p:sldId id="275" r:id="rId12"/>
    <p:sldId id="276" r:id="rId13"/>
    <p:sldId id="277" r:id="rId14"/>
    <p:sldId id="278" r:id="rId15"/>
    <p:sldId id="279" r:id="rId16"/>
    <p:sldId id="281" r:id="rId17"/>
    <p:sldId id="282" r:id="rId18"/>
    <p:sldId id="284" r:id="rId19"/>
    <p:sldId id="285" r:id="rId20"/>
    <p:sldId id="286" r:id="rId21"/>
    <p:sldId id="287" r:id="rId22"/>
    <p:sldId id="291" r:id="rId23"/>
    <p:sldId id="307" r:id="rId24"/>
    <p:sldId id="319" r:id="rId25"/>
    <p:sldId id="320" r:id="rId26"/>
    <p:sldId id="295" r:id="rId27"/>
    <p:sldId id="321" r:id="rId28"/>
    <p:sldId id="267" r:id="rId29"/>
    <p:sldId id="310" r:id="rId30"/>
    <p:sldId id="296" r:id="rId31"/>
    <p:sldId id="304" r:id="rId32"/>
    <p:sldId id="317" r:id="rId33"/>
    <p:sldId id="306" r:id="rId34"/>
    <p:sldId id="302" r:id="rId35"/>
    <p:sldId id="305" r:id="rId36"/>
    <p:sldId id="318" r:id="rId37"/>
    <p:sldId id="312" r:id="rId38"/>
    <p:sldId id="313" r:id="rId39"/>
    <p:sldId id="308" r:id="rId40"/>
    <p:sldId id="309" r:id="rId41"/>
    <p:sldId id="314" r:id="rId42"/>
    <p:sldId id="315" r:id="rId43"/>
  </p:sldIdLst>
  <p:sldSz cx="9144000" cy="6858000" type="screen4x3"/>
  <p:notesSz cx="10234613"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93BDB6-55BD-46FC-A88A-FD80ED17085E}" v="319" dt="2022-02-08T00:36:52.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imeoni" userId="506f25aaf3d2b85d" providerId="LiveId" clId="{3F93BDB6-55BD-46FC-A88A-FD80ED17085E}"/>
    <pc:docChg chg="undo custSel addSld delSld modSld sldOrd modMainMaster">
      <pc:chgData name="michael simeoni" userId="506f25aaf3d2b85d" providerId="LiveId" clId="{3F93BDB6-55BD-46FC-A88A-FD80ED17085E}" dt="2022-02-08T23:06:00.188" v="866" actId="27636"/>
      <pc:docMkLst>
        <pc:docMk/>
      </pc:docMkLst>
      <pc:sldChg chg="setBg">
        <pc:chgData name="michael simeoni" userId="506f25aaf3d2b85d" providerId="LiveId" clId="{3F93BDB6-55BD-46FC-A88A-FD80ED17085E}" dt="2022-02-02T11:40:50.690" v="206"/>
        <pc:sldMkLst>
          <pc:docMk/>
          <pc:sldMk cId="0" sldId="265"/>
        </pc:sldMkLst>
      </pc:sldChg>
      <pc:sldChg chg="addSp delSp modSp mod setBg">
        <pc:chgData name="michael simeoni" userId="506f25aaf3d2b85d" providerId="LiveId" clId="{3F93BDB6-55BD-46FC-A88A-FD80ED17085E}" dt="2022-02-08T00:32:55.349" v="798" actId="478"/>
        <pc:sldMkLst>
          <pc:docMk/>
          <pc:sldMk cId="0" sldId="267"/>
        </pc:sldMkLst>
        <pc:spChg chg="add del mod">
          <ac:chgData name="michael simeoni" userId="506f25aaf3d2b85d" providerId="LiveId" clId="{3F93BDB6-55BD-46FC-A88A-FD80ED17085E}" dt="2022-02-08T00:32:55.349" v="798" actId="478"/>
          <ac:spMkLst>
            <pc:docMk/>
            <pc:sldMk cId="0" sldId="267"/>
            <ac:spMk id="3" creationId="{60E65EC5-8552-4E85-9803-D11259D5ADCA}"/>
          </ac:spMkLst>
        </pc:spChg>
        <pc:spChg chg="mod">
          <ac:chgData name="michael simeoni" userId="506f25aaf3d2b85d" providerId="LiveId" clId="{3F93BDB6-55BD-46FC-A88A-FD80ED17085E}" dt="2022-02-08T00:30:01.720" v="771" actId="1076"/>
          <ac:spMkLst>
            <pc:docMk/>
            <pc:sldMk cId="0" sldId="267"/>
            <ac:spMk id="5" creationId="{00000000-0000-0000-0000-000000000000}"/>
          </ac:spMkLst>
        </pc:spChg>
        <pc:spChg chg="mod">
          <ac:chgData name="michael simeoni" userId="506f25aaf3d2b85d" providerId="LiveId" clId="{3F93BDB6-55BD-46FC-A88A-FD80ED17085E}" dt="2022-02-08T00:30:01.720" v="771" actId="1076"/>
          <ac:spMkLst>
            <pc:docMk/>
            <pc:sldMk cId="0" sldId="267"/>
            <ac:spMk id="6" creationId="{00000000-0000-0000-0000-000000000000}"/>
          </ac:spMkLst>
        </pc:spChg>
        <pc:spChg chg="mod">
          <ac:chgData name="michael simeoni" userId="506f25aaf3d2b85d" providerId="LiveId" clId="{3F93BDB6-55BD-46FC-A88A-FD80ED17085E}" dt="2022-02-08T00:30:01.720" v="771" actId="1076"/>
          <ac:spMkLst>
            <pc:docMk/>
            <pc:sldMk cId="0" sldId="267"/>
            <ac:spMk id="7" creationId="{00000000-0000-0000-0000-000000000000}"/>
          </ac:spMkLst>
        </pc:spChg>
        <pc:spChg chg="del">
          <ac:chgData name="michael simeoni" userId="506f25aaf3d2b85d" providerId="LiveId" clId="{3F93BDB6-55BD-46FC-A88A-FD80ED17085E}" dt="2022-02-08T00:29:38.219" v="732" actId="478"/>
          <ac:spMkLst>
            <pc:docMk/>
            <pc:sldMk cId="0" sldId="267"/>
            <ac:spMk id="15361" creationId="{00000000-0000-0000-0000-000000000000}"/>
          </ac:spMkLst>
        </pc:spChg>
        <pc:picChg chg="mod">
          <ac:chgData name="michael simeoni" userId="506f25aaf3d2b85d" providerId="LiveId" clId="{3F93BDB6-55BD-46FC-A88A-FD80ED17085E}" dt="2022-02-08T00:30:01.720" v="771" actId="1076"/>
          <ac:picMkLst>
            <pc:docMk/>
            <pc:sldMk cId="0" sldId="267"/>
            <ac:picMk id="15364" creationId="{00000000-0000-0000-0000-000000000000}"/>
          </ac:picMkLst>
        </pc:picChg>
      </pc:sldChg>
      <pc:sldChg chg="del">
        <pc:chgData name="michael simeoni" userId="506f25aaf3d2b85d" providerId="LiveId" clId="{3F93BDB6-55BD-46FC-A88A-FD80ED17085E}" dt="2022-01-21T06:23:42.616" v="0" actId="47"/>
        <pc:sldMkLst>
          <pc:docMk/>
          <pc:sldMk cId="0" sldId="268"/>
        </pc:sldMkLst>
      </pc:sldChg>
      <pc:sldChg chg="setBg">
        <pc:chgData name="michael simeoni" userId="506f25aaf3d2b85d" providerId="LiveId" clId="{3F93BDB6-55BD-46FC-A88A-FD80ED17085E}" dt="2022-02-02T11:40:50.690" v="206"/>
        <pc:sldMkLst>
          <pc:docMk/>
          <pc:sldMk cId="0" sldId="269"/>
        </pc:sldMkLst>
      </pc:sldChg>
      <pc:sldChg chg="setBg">
        <pc:chgData name="michael simeoni" userId="506f25aaf3d2b85d" providerId="LiveId" clId="{3F93BDB6-55BD-46FC-A88A-FD80ED17085E}" dt="2022-02-02T11:40:50.690" v="206"/>
        <pc:sldMkLst>
          <pc:docMk/>
          <pc:sldMk cId="0" sldId="270"/>
        </pc:sldMkLst>
      </pc:sldChg>
      <pc:sldChg chg="setBg">
        <pc:chgData name="michael simeoni" userId="506f25aaf3d2b85d" providerId="LiveId" clId="{3F93BDB6-55BD-46FC-A88A-FD80ED17085E}" dt="2022-02-02T11:40:50.690" v="206"/>
        <pc:sldMkLst>
          <pc:docMk/>
          <pc:sldMk cId="0" sldId="271"/>
        </pc:sldMkLst>
      </pc:sldChg>
      <pc:sldChg chg="setBg">
        <pc:chgData name="michael simeoni" userId="506f25aaf3d2b85d" providerId="LiveId" clId="{3F93BDB6-55BD-46FC-A88A-FD80ED17085E}" dt="2022-02-02T11:40:50.690" v="206"/>
        <pc:sldMkLst>
          <pc:docMk/>
          <pc:sldMk cId="0" sldId="272"/>
        </pc:sldMkLst>
      </pc:sldChg>
      <pc:sldChg chg="setBg">
        <pc:chgData name="michael simeoni" userId="506f25aaf3d2b85d" providerId="LiveId" clId="{3F93BDB6-55BD-46FC-A88A-FD80ED17085E}" dt="2022-02-02T11:40:50.690" v="206"/>
        <pc:sldMkLst>
          <pc:docMk/>
          <pc:sldMk cId="0" sldId="273"/>
        </pc:sldMkLst>
      </pc:sldChg>
      <pc:sldChg chg="setBg">
        <pc:chgData name="michael simeoni" userId="506f25aaf3d2b85d" providerId="LiveId" clId="{3F93BDB6-55BD-46FC-A88A-FD80ED17085E}" dt="2022-02-02T11:40:50.690" v="206"/>
        <pc:sldMkLst>
          <pc:docMk/>
          <pc:sldMk cId="0" sldId="274"/>
        </pc:sldMkLst>
      </pc:sldChg>
      <pc:sldChg chg="setBg">
        <pc:chgData name="michael simeoni" userId="506f25aaf3d2b85d" providerId="LiveId" clId="{3F93BDB6-55BD-46FC-A88A-FD80ED17085E}" dt="2022-02-02T11:40:50.690" v="206"/>
        <pc:sldMkLst>
          <pc:docMk/>
          <pc:sldMk cId="0" sldId="275"/>
        </pc:sldMkLst>
      </pc:sldChg>
      <pc:sldChg chg="setBg">
        <pc:chgData name="michael simeoni" userId="506f25aaf3d2b85d" providerId="LiveId" clId="{3F93BDB6-55BD-46FC-A88A-FD80ED17085E}" dt="2022-02-02T11:40:50.690" v="206"/>
        <pc:sldMkLst>
          <pc:docMk/>
          <pc:sldMk cId="0" sldId="276"/>
        </pc:sldMkLst>
      </pc:sldChg>
      <pc:sldChg chg="setBg">
        <pc:chgData name="michael simeoni" userId="506f25aaf3d2b85d" providerId="LiveId" clId="{3F93BDB6-55BD-46FC-A88A-FD80ED17085E}" dt="2022-02-02T11:40:50.690" v="206"/>
        <pc:sldMkLst>
          <pc:docMk/>
          <pc:sldMk cId="0" sldId="277"/>
        </pc:sldMkLst>
      </pc:sldChg>
      <pc:sldChg chg="modSp mod setBg">
        <pc:chgData name="michael simeoni" userId="506f25aaf3d2b85d" providerId="LiveId" clId="{3F93BDB6-55BD-46FC-A88A-FD80ED17085E}" dt="2022-02-02T11:41:57.791" v="207" actId="14100"/>
        <pc:sldMkLst>
          <pc:docMk/>
          <pc:sldMk cId="0" sldId="278"/>
        </pc:sldMkLst>
        <pc:spChg chg="mod">
          <ac:chgData name="michael simeoni" userId="506f25aaf3d2b85d" providerId="LiveId" clId="{3F93BDB6-55BD-46FC-A88A-FD80ED17085E}" dt="2022-02-02T11:41:57.791" v="207" actId="14100"/>
          <ac:spMkLst>
            <pc:docMk/>
            <pc:sldMk cId="0" sldId="278"/>
            <ac:spMk id="36867" creationId="{00000000-0000-0000-0000-000000000000}"/>
          </ac:spMkLst>
        </pc:spChg>
      </pc:sldChg>
      <pc:sldChg chg="setBg">
        <pc:chgData name="michael simeoni" userId="506f25aaf3d2b85d" providerId="LiveId" clId="{3F93BDB6-55BD-46FC-A88A-FD80ED17085E}" dt="2022-02-02T11:40:50.690" v="206"/>
        <pc:sldMkLst>
          <pc:docMk/>
          <pc:sldMk cId="0" sldId="279"/>
        </pc:sldMkLst>
      </pc:sldChg>
      <pc:sldChg chg="setBg">
        <pc:chgData name="michael simeoni" userId="506f25aaf3d2b85d" providerId="LiveId" clId="{3F93BDB6-55BD-46FC-A88A-FD80ED17085E}" dt="2022-02-02T11:40:50.690" v="206"/>
        <pc:sldMkLst>
          <pc:docMk/>
          <pc:sldMk cId="0" sldId="281"/>
        </pc:sldMkLst>
      </pc:sldChg>
      <pc:sldChg chg="setBg">
        <pc:chgData name="michael simeoni" userId="506f25aaf3d2b85d" providerId="LiveId" clId="{3F93BDB6-55BD-46FC-A88A-FD80ED17085E}" dt="2022-02-02T11:40:50.690" v="206"/>
        <pc:sldMkLst>
          <pc:docMk/>
          <pc:sldMk cId="0" sldId="282"/>
        </pc:sldMkLst>
      </pc:sldChg>
      <pc:sldChg chg="setBg">
        <pc:chgData name="michael simeoni" userId="506f25aaf3d2b85d" providerId="LiveId" clId="{3F93BDB6-55BD-46FC-A88A-FD80ED17085E}" dt="2022-02-02T11:40:50.690" v="206"/>
        <pc:sldMkLst>
          <pc:docMk/>
          <pc:sldMk cId="0" sldId="284"/>
        </pc:sldMkLst>
      </pc:sldChg>
      <pc:sldChg chg="setBg">
        <pc:chgData name="michael simeoni" userId="506f25aaf3d2b85d" providerId="LiveId" clId="{3F93BDB6-55BD-46FC-A88A-FD80ED17085E}" dt="2022-02-02T11:40:50.690" v="206"/>
        <pc:sldMkLst>
          <pc:docMk/>
          <pc:sldMk cId="0" sldId="285"/>
        </pc:sldMkLst>
      </pc:sldChg>
      <pc:sldChg chg="setBg">
        <pc:chgData name="michael simeoni" userId="506f25aaf3d2b85d" providerId="LiveId" clId="{3F93BDB6-55BD-46FC-A88A-FD80ED17085E}" dt="2022-02-02T11:40:50.690" v="206"/>
        <pc:sldMkLst>
          <pc:docMk/>
          <pc:sldMk cId="0" sldId="286"/>
        </pc:sldMkLst>
      </pc:sldChg>
      <pc:sldChg chg="setBg">
        <pc:chgData name="michael simeoni" userId="506f25aaf3d2b85d" providerId="LiveId" clId="{3F93BDB6-55BD-46FC-A88A-FD80ED17085E}" dt="2022-02-02T11:40:50.690" v="206"/>
        <pc:sldMkLst>
          <pc:docMk/>
          <pc:sldMk cId="0" sldId="287"/>
        </pc:sldMkLst>
      </pc:sldChg>
      <pc:sldChg chg="setBg">
        <pc:chgData name="michael simeoni" userId="506f25aaf3d2b85d" providerId="LiveId" clId="{3F93BDB6-55BD-46FC-A88A-FD80ED17085E}" dt="2022-02-02T11:40:50.690" v="206"/>
        <pc:sldMkLst>
          <pc:docMk/>
          <pc:sldMk cId="0" sldId="291"/>
        </pc:sldMkLst>
      </pc:sldChg>
      <pc:sldChg chg="delSp modSp mod setBg delAnim">
        <pc:chgData name="michael simeoni" userId="506f25aaf3d2b85d" providerId="LiveId" clId="{3F93BDB6-55BD-46FC-A88A-FD80ED17085E}" dt="2022-02-08T00:32:33.962" v="795" actId="1076"/>
        <pc:sldMkLst>
          <pc:docMk/>
          <pc:sldMk cId="0" sldId="295"/>
        </pc:sldMkLst>
        <pc:spChg chg="mod">
          <ac:chgData name="michael simeoni" userId="506f25aaf3d2b85d" providerId="LiveId" clId="{3F93BDB6-55BD-46FC-A88A-FD80ED17085E}" dt="2022-02-08T00:32:33.962" v="795" actId="1076"/>
          <ac:spMkLst>
            <pc:docMk/>
            <pc:sldMk cId="0" sldId="295"/>
            <ac:spMk id="4098" creationId="{00000000-0000-0000-0000-000000000000}"/>
          </ac:spMkLst>
        </pc:spChg>
        <pc:spChg chg="del">
          <ac:chgData name="michael simeoni" userId="506f25aaf3d2b85d" providerId="LiveId" clId="{3F93BDB6-55BD-46FC-A88A-FD80ED17085E}" dt="2022-02-08T00:32:15.408" v="790" actId="478"/>
          <ac:spMkLst>
            <pc:docMk/>
            <pc:sldMk cId="0" sldId="295"/>
            <ac:spMk id="4103" creationId="{00000000-0000-0000-0000-000000000000}"/>
          </ac:spMkLst>
        </pc:spChg>
        <pc:spChg chg="del">
          <ac:chgData name="michael simeoni" userId="506f25aaf3d2b85d" providerId="LiveId" clId="{3F93BDB6-55BD-46FC-A88A-FD80ED17085E}" dt="2022-02-08T00:32:15.408" v="790" actId="478"/>
          <ac:spMkLst>
            <pc:docMk/>
            <pc:sldMk cId="0" sldId="295"/>
            <ac:spMk id="13318" creationId="{00000000-0000-0000-0000-000000000000}"/>
          </ac:spMkLst>
        </pc:spChg>
        <pc:spChg chg="del">
          <ac:chgData name="michael simeoni" userId="506f25aaf3d2b85d" providerId="LiveId" clId="{3F93BDB6-55BD-46FC-A88A-FD80ED17085E}" dt="2022-02-08T00:32:15.408" v="790" actId="478"/>
          <ac:spMkLst>
            <pc:docMk/>
            <pc:sldMk cId="0" sldId="295"/>
            <ac:spMk id="13319" creationId="{00000000-0000-0000-0000-000000000000}"/>
          </ac:spMkLst>
        </pc:spChg>
        <pc:spChg chg="del mod">
          <ac:chgData name="michael simeoni" userId="506f25aaf3d2b85d" providerId="LiveId" clId="{3F93BDB6-55BD-46FC-A88A-FD80ED17085E}" dt="2022-02-08T00:32:15.408" v="790" actId="478"/>
          <ac:spMkLst>
            <pc:docMk/>
            <pc:sldMk cId="0" sldId="295"/>
            <ac:spMk id="13323" creationId="{00000000-0000-0000-0000-000000000000}"/>
          </ac:spMkLst>
        </pc:spChg>
        <pc:picChg chg="del">
          <ac:chgData name="michael simeoni" userId="506f25aaf3d2b85d" providerId="LiveId" clId="{3F93BDB6-55BD-46FC-A88A-FD80ED17085E}" dt="2022-02-08T00:32:15.408" v="790" actId="478"/>
          <ac:picMkLst>
            <pc:docMk/>
            <pc:sldMk cId="0" sldId="295"/>
            <ac:picMk id="4099" creationId="{00000000-0000-0000-0000-000000000000}"/>
          </ac:picMkLst>
        </pc:picChg>
        <pc:picChg chg="del">
          <ac:chgData name="michael simeoni" userId="506f25aaf3d2b85d" providerId="LiveId" clId="{3F93BDB6-55BD-46FC-A88A-FD80ED17085E}" dt="2022-02-08T00:32:12.775" v="789" actId="478"/>
          <ac:picMkLst>
            <pc:docMk/>
            <pc:sldMk cId="0" sldId="295"/>
            <ac:picMk id="4101" creationId="{00000000-0000-0000-0000-000000000000}"/>
          </ac:picMkLst>
        </pc:picChg>
      </pc:sldChg>
      <pc:sldChg chg="modSp mod setBg">
        <pc:chgData name="michael simeoni" userId="506f25aaf3d2b85d" providerId="LiveId" clId="{3F93BDB6-55BD-46FC-A88A-FD80ED17085E}" dt="2022-02-08T00:33:46.084" v="800" actId="1076"/>
        <pc:sldMkLst>
          <pc:docMk/>
          <pc:sldMk cId="0" sldId="296"/>
        </pc:sldMkLst>
        <pc:grpChg chg="mod">
          <ac:chgData name="michael simeoni" userId="506f25aaf3d2b85d" providerId="LiveId" clId="{3F93BDB6-55BD-46FC-A88A-FD80ED17085E}" dt="2022-02-08T00:33:46.084" v="800" actId="1076"/>
          <ac:grpSpMkLst>
            <pc:docMk/>
            <pc:sldMk cId="0" sldId="296"/>
            <ac:grpSpMk id="2" creationId="{00000000-0000-0000-0000-000000000000}"/>
          </ac:grpSpMkLst>
        </pc:grpChg>
        <pc:grpChg chg="mod">
          <ac:chgData name="michael simeoni" userId="506f25aaf3d2b85d" providerId="LiveId" clId="{3F93BDB6-55BD-46FC-A88A-FD80ED17085E}" dt="2022-02-08T00:33:40.382" v="799" actId="1076"/>
          <ac:grpSpMkLst>
            <pc:docMk/>
            <pc:sldMk cId="0" sldId="296"/>
            <ac:grpSpMk id="3" creationId="{00000000-0000-0000-0000-000000000000}"/>
          </ac:grpSpMkLst>
        </pc:grpChg>
      </pc:sldChg>
      <pc:sldChg chg="del">
        <pc:chgData name="michael simeoni" userId="506f25aaf3d2b85d" providerId="LiveId" clId="{3F93BDB6-55BD-46FC-A88A-FD80ED17085E}" dt="2022-01-21T06:23:42.616" v="0" actId="47"/>
        <pc:sldMkLst>
          <pc:docMk/>
          <pc:sldMk cId="0" sldId="297"/>
        </pc:sldMkLst>
      </pc:sldChg>
      <pc:sldChg chg="del">
        <pc:chgData name="michael simeoni" userId="506f25aaf3d2b85d" providerId="LiveId" clId="{3F93BDB6-55BD-46FC-A88A-FD80ED17085E}" dt="2022-01-21T06:23:42.616" v="0" actId="47"/>
        <pc:sldMkLst>
          <pc:docMk/>
          <pc:sldMk cId="0" sldId="298"/>
        </pc:sldMkLst>
      </pc:sldChg>
      <pc:sldChg chg="setBg">
        <pc:chgData name="michael simeoni" userId="506f25aaf3d2b85d" providerId="LiveId" clId="{3F93BDB6-55BD-46FC-A88A-FD80ED17085E}" dt="2022-02-02T11:40:50.690" v="206"/>
        <pc:sldMkLst>
          <pc:docMk/>
          <pc:sldMk cId="0" sldId="299"/>
        </pc:sldMkLst>
      </pc:sldChg>
      <pc:sldChg chg="setBg">
        <pc:chgData name="michael simeoni" userId="506f25aaf3d2b85d" providerId="LiveId" clId="{3F93BDB6-55BD-46FC-A88A-FD80ED17085E}" dt="2022-02-02T11:40:50.690" v="206"/>
        <pc:sldMkLst>
          <pc:docMk/>
          <pc:sldMk cId="0" sldId="300"/>
        </pc:sldMkLst>
      </pc:sldChg>
      <pc:sldChg chg="modSp del mod setBg">
        <pc:chgData name="michael simeoni" userId="506f25aaf3d2b85d" providerId="LiveId" clId="{3F93BDB6-55BD-46FC-A88A-FD80ED17085E}" dt="2022-02-08T00:34:24.654" v="802" actId="47"/>
        <pc:sldMkLst>
          <pc:docMk/>
          <pc:sldMk cId="0" sldId="301"/>
        </pc:sldMkLst>
        <pc:picChg chg="mod modCrop">
          <ac:chgData name="michael simeoni" userId="506f25aaf3d2b85d" providerId="LiveId" clId="{3F93BDB6-55BD-46FC-A88A-FD80ED17085E}" dt="2022-02-08T00:34:02.404" v="801" actId="732"/>
          <ac:picMkLst>
            <pc:docMk/>
            <pc:sldMk cId="0" sldId="301"/>
            <ac:picMk id="1027" creationId="{00000000-0000-0000-0000-000000000000}"/>
          </ac:picMkLst>
        </pc:picChg>
      </pc:sldChg>
      <pc:sldChg chg="ord setBg">
        <pc:chgData name="michael simeoni" userId="506f25aaf3d2b85d" providerId="LiveId" clId="{3F93BDB6-55BD-46FC-A88A-FD80ED17085E}" dt="2022-02-05T06:30:11.687" v="547"/>
        <pc:sldMkLst>
          <pc:docMk/>
          <pc:sldMk cId="0" sldId="302"/>
        </pc:sldMkLst>
      </pc:sldChg>
      <pc:sldChg chg="del setBg">
        <pc:chgData name="michael simeoni" userId="506f25aaf3d2b85d" providerId="LiveId" clId="{3F93BDB6-55BD-46FC-A88A-FD80ED17085E}" dt="2022-02-08T00:34:24.654" v="802" actId="47"/>
        <pc:sldMkLst>
          <pc:docMk/>
          <pc:sldMk cId="0" sldId="303"/>
        </pc:sldMkLst>
      </pc:sldChg>
      <pc:sldChg chg="addSp delSp modSp mod setBg delAnim modAnim">
        <pc:chgData name="michael simeoni" userId="506f25aaf3d2b85d" providerId="LiveId" clId="{3F93BDB6-55BD-46FC-A88A-FD80ED17085E}" dt="2022-02-05T06:20:10.862" v="389"/>
        <pc:sldMkLst>
          <pc:docMk/>
          <pc:sldMk cId="0" sldId="304"/>
        </pc:sldMkLst>
        <pc:spChg chg="mod">
          <ac:chgData name="michael simeoni" userId="506f25aaf3d2b85d" providerId="LiveId" clId="{3F93BDB6-55BD-46FC-A88A-FD80ED17085E}" dt="2022-02-05T06:19:45.571" v="386" actId="1076"/>
          <ac:spMkLst>
            <pc:docMk/>
            <pc:sldMk cId="0" sldId="304"/>
            <ac:spMk id="3" creationId="{00000000-0000-0000-0000-000000000000}"/>
          </ac:spMkLst>
        </pc:spChg>
        <pc:spChg chg="del">
          <ac:chgData name="michael simeoni" userId="506f25aaf3d2b85d" providerId="LiveId" clId="{3F93BDB6-55BD-46FC-A88A-FD80ED17085E}" dt="2022-02-05T06:13:27.744" v="230" actId="478"/>
          <ac:spMkLst>
            <pc:docMk/>
            <pc:sldMk cId="0" sldId="304"/>
            <ac:spMk id="5" creationId="{00000000-0000-0000-0000-000000000000}"/>
          </ac:spMkLst>
        </pc:spChg>
        <pc:spChg chg="del">
          <ac:chgData name="michael simeoni" userId="506f25aaf3d2b85d" providerId="LiveId" clId="{3F93BDB6-55BD-46FC-A88A-FD80ED17085E}" dt="2022-02-05T06:13:32.417" v="231" actId="478"/>
          <ac:spMkLst>
            <pc:docMk/>
            <pc:sldMk cId="0" sldId="304"/>
            <ac:spMk id="6" creationId="{00000000-0000-0000-0000-000000000000}"/>
          </ac:spMkLst>
        </pc:spChg>
        <pc:spChg chg="del">
          <ac:chgData name="michael simeoni" userId="506f25aaf3d2b85d" providerId="LiveId" clId="{3F93BDB6-55BD-46FC-A88A-FD80ED17085E}" dt="2022-02-05T06:13:35.606" v="232" actId="478"/>
          <ac:spMkLst>
            <pc:docMk/>
            <pc:sldMk cId="0" sldId="304"/>
            <ac:spMk id="7" creationId="{00000000-0000-0000-0000-000000000000}"/>
          </ac:spMkLst>
        </pc:spChg>
        <pc:spChg chg="del">
          <ac:chgData name="michael simeoni" userId="506f25aaf3d2b85d" providerId="LiveId" clId="{3F93BDB6-55BD-46FC-A88A-FD80ED17085E}" dt="2022-02-05T06:13:35.606" v="232" actId="478"/>
          <ac:spMkLst>
            <pc:docMk/>
            <pc:sldMk cId="0" sldId="304"/>
            <ac:spMk id="8" creationId="{00000000-0000-0000-0000-000000000000}"/>
          </ac:spMkLst>
        </pc:spChg>
        <pc:spChg chg="del">
          <ac:chgData name="michael simeoni" userId="506f25aaf3d2b85d" providerId="LiveId" clId="{3F93BDB6-55BD-46FC-A88A-FD80ED17085E}" dt="2022-02-05T06:13:35.606" v="232" actId="478"/>
          <ac:spMkLst>
            <pc:docMk/>
            <pc:sldMk cId="0" sldId="304"/>
            <ac:spMk id="9" creationId="{00000000-0000-0000-0000-000000000000}"/>
          </ac:spMkLst>
        </pc:spChg>
        <pc:spChg chg="add del mod">
          <ac:chgData name="michael simeoni" userId="506f25aaf3d2b85d" providerId="LiveId" clId="{3F93BDB6-55BD-46FC-A88A-FD80ED17085E}" dt="2022-02-05T06:13:12.798" v="225"/>
          <ac:spMkLst>
            <pc:docMk/>
            <pc:sldMk cId="0" sldId="304"/>
            <ac:spMk id="10" creationId="{4BEBE5D6-499E-4FEF-AC85-DCE5AC87CFD9}"/>
          </ac:spMkLst>
        </pc:spChg>
        <pc:spChg chg="add del mod">
          <ac:chgData name="michael simeoni" userId="506f25aaf3d2b85d" providerId="LiveId" clId="{3F93BDB6-55BD-46FC-A88A-FD80ED17085E}" dt="2022-02-05T06:13:16.926" v="227"/>
          <ac:spMkLst>
            <pc:docMk/>
            <pc:sldMk cId="0" sldId="304"/>
            <ac:spMk id="11" creationId="{A1FAB90B-95FF-4626-B262-AEDD6D653DB7}"/>
          </ac:spMkLst>
        </pc:spChg>
        <pc:spChg chg="add mod">
          <ac:chgData name="michael simeoni" userId="506f25aaf3d2b85d" providerId="LiveId" clId="{3F93BDB6-55BD-46FC-A88A-FD80ED17085E}" dt="2022-02-05T06:18:53.882" v="366" actId="1076"/>
          <ac:spMkLst>
            <pc:docMk/>
            <pc:sldMk cId="0" sldId="304"/>
            <ac:spMk id="12" creationId="{96A849B6-28A9-4CA8-93C0-6082A3E3E990}"/>
          </ac:spMkLst>
        </pc:spChg>
        <pc:spChg chg="add mod">
          <ac:chgData name="michael simeoni" userId="506f25aaf3d2b85d" providerId="LiveId" clId="{3F93BDB6-55BD-46FC-A88A-FD80ED17085E}" dt="2022-02-05T06:18:31.089" v="354" actId="20577"/>
          <ac:spMkLst>
            <pc:docMk/>
            <pc:sldMk cId="0" sldId="304"/>
            <ac:spMk id="13" creationId="{9E343976-F4FC-4E92-BA14-987AEB08B652}"/>
          </ac:spMkLst>
        </pc:spChg>
        <pc:spChg chg="add del mod">
          <ac:chgData name="michael simeoni" userId="506f25aaf3d2b85d" providerId="LiveId" clId="{3F93BDB6-55BD-46FC-A88A-FD80ED17085E}" dt="2022-02-05T06:18:07.446" v="331" actId="21"/>
          <ac:spMkLst>
            <pc:docMk/>
            <pc:sldMk cId="0" sldId="304"/>
            <ac:spMk id="14" creationId="{CBE504E4-7EA2-470F-81AF-A03FF1B2A72E}"/>
          </ac:spMkLst>
        </pc:spChg>
        <pc:spChg chg="add mod">
          <ac:chgData name="michael simeoni" userId="506f25aaf3d2b85d" providerId="LiveId" clId="{3F93BDB6-55BD-46FC-A88A-FD80ED17085E}" dt="2022-02-05T06:19:45.571" v="386" actId="1076"/>
          <ac:spMkLst>
            <pc:docMk/>
            <pc:sldMk cId="0" sldId="304"/>
            <ac:spMk id="15" creationId="{76C5226C-538D-468B-8D13-4F3E06193067}"/>
          </ac:spMkLst>
        </pc:spChg>
        <pc:spChg chg="add mod">
          <ac:chgData name="michael simeoni" userId="506f25aaf3d2b85d" providerId="LiveId" clId="{3F93BDB6-55BD-46FC-A88A-FD80ED17085E}" dt="2022-02-05T06:19:42.182" v="384" actId="571"/>
          <ac:spMkLst>
            <pc:docMk/>
            <pc:sldMk cId="0" sldId="304"/>
            <ac:spMk id="16" creationId="{9E605C4C-DFB0-4AAF-9F09-4BD0A13E22B4}"/>
          </ac:spMkLst>
        </pc:spChg>
        <pc:spChg chg="add mod">
          <ac:chgData name="michael simeoni" userId="506f25aaf3d2b85d" providerId="LiveId" clId="{3F93BDB6-55BD-46FC-A88A-FD80ED17085E}" dt="2022-02-05T06:19:42.182" v="384" actId="571"/>
          <ac:spMkLst>
            <pc:docMk/>
            <pc:sldMk cId="0" sldId="304"/>
            <ac:spMk id="17" creationId="{8CA09F1B-6B01-4446-919B-513FAFAB37EA}"/>
          </ac:spMkLst>
        </pc:spChg>
        <pc:spChg chg="add mod">
          <ac:chgData name="michael simeoni" userId="506f25aaf3d2b85d" providerId="LiveId" clId="{3F93BDB6-55BD-46FC-A88A-FD80ED17085E}" dt="2022-02-05T06:19:57.260" v="387" actId="571"/>
          <ac:spMkLst>
            <pc:docMk/>
            <pc:sldMk cId="0" sldId="304"/>
            <ac:spMk id="18" creationId="{4469E1F6-15A2-4BE7-A9FC-9FE2645C952A}"/>
          </ac:spMkLst>
        </pc:spChg>
      </pc:sldChg>
      <pc:sldChg chg="addSp delSp modSp mod setBg delAnim">
        <pc:chgData name="michael simeoni" userId="506f25aaf3d2b85d" providerId="LiveId" clId="{3F93BDB6-55BD-46FC-A88A-FD80ED17085E}" dt="2022-02-08T00:19:07.336" v="577" actId="1076"/>
        <pc:sldMkLst>
          <pc:docMk/>
          <pc:sldMk cId="0" sldId="305"/>
        </pc:sldMkLst>
        <pc:spChg chg="del mod">
          <ac:chgData name="michael simeoni" userId="506f25aaf3d2b85d" providerId="LiveId" clId="{3F93BDB6-55BD-46FC-A88A-FD80ED17085E}" dt="2022-02-08T00:18:49.361" v="571" actId="478"/>
          <ac:spMkLst>
            <pc:docMk/>
            <pc:sldMk cId="0" sldId="305"/>
            <ac:spMk id="3" creationId="{00000000-0000-0000-0000-000000000000}"/>
          </ac:spMkLst>
        </pc:spChg>
        <pc:spChg chg="add del mod">
          <ac:chgData name="michael simeoni" userId="506f25aaf3d2b85d" providerId="LiveId" clId="{3F93BDB6-55BD-46FC-A88A-FD80ED17085E}" dt="2022-02-08T00:18:55.231" v="573" actId="478"/>
          <ac:spMkLst>
            <pc:docMk/>
            <pc:sldMk cId="0" sldId="305"/>
            <ac:spMk id="5" creationId="{B81BC4B6-D8AD-44AA-A662-9202AA77E463}"/>
          </ac:spMkLst>
        </pc:spChg>
        <pc:spChg chg="del mod">
          <ac:chgData name="michael simeoni" userId="506f25aaf3d2b85d" providerId="LiveId" clId="{3F93BDB6-55BD-46FC-A88A-FD80ED17085E}" dt="2022-02-08T00:18:52.493" v="572" actId="478"/>
          <ac:spMkLst>
            <pc:docMk/>
            <pc:sldMk cId="0" sldId="305"/>
            <ac:spMk id="7" creationId="{00000000-0000-0000-0000-000000000000}"/>
          </ac:spMkLst>
        </pc:spChg>
        <pc:picChg chg="mod">
          <ac:chgData name="michael simeoni" userId="506f25aaf3d2b85d" providerId="LiveId" clId="{3F93BDB6-55BD-46FC-A88A-FD80ED17085E}" dt="2022-02-08T00:19:07.336" v="577" actId="1076"/>
          <ac:picMkLst>
            <pc:docMk/>
            <pc:sldMk cId="0" sldId="305"/>
            <ac:picMk id="3074" creationId="{00000000-0000-0000-0000-000000000000}"/>
          </ac:picMkLst>
        </pc:picChg>
      </pc:sldChg>
      <pc:sldChg chg="modSp mod ord setBg">
        <pc:chgData name="michael simeoni" userId="506f25aaf3d2b85d" providerId="LiveId" clId="{3F93BDB6-55BD-46FC-A88A-FD80ED17085E}" dt="2022-02-08T00:37:41.671" v="862" actId="113"/>
        <pc:sldMkLst>
          <pc:docMk/>
          <pc:sldMk cId="0" sldId="306"/>
        </pc:sldMkLst>
        <pc:spChg chg="mod">
          <ac:chgData name="michael simeoni" userId="506f25aaf3d2b85d" providerId="LiveId" clId="{3F93BDB6-55BD-46FC-A88A-FD80ED17085E}" dt="2022-02-08T00:37:41.671" v="862" actId="113"/>
          <ac:spMkLst>
            <pc:docMk/>
            <pc:sldMk cId="0" sldId="306"/>
            <ac:spMk id="15" creationId="{00000000-0000-0000-0000-000000000000}"/>
          </ac:spMkLst>
        </pc:spChg>
        <pc:picChg chg="mod">
          <ac:chgData name="michael simeoni" userId="506f25aaf3d2b85d" providerId="LiveId" clId="{3F93BDB6-55BD-46FC-A88A-FD80ED17085E}" dt="2022-02-08T00:19:17.990" v="578" actId="1076"/>
          <ac:picMkLst>
            <pc:docMk/>
            <pc:sldMk cId="0" sldId="306"/>
            <ac:picMk id="78850" creationId="{00000000-0000-0000-0000-000000000000}"/>
          </ac:picMkLst>
        </pc:picChg>
      </pc:sldChg>
      <pc:sldChg chg="modSp mod setBg">
        <pc:chgData name="michael simeoni" userId="506f25aaf3d2b85d" providerId="LiveId" clId="{3F93BDB6-55BD-46FC-A88A-FD80ED17085E}" dt="2022-02-05T06:10:03.347" v="219" actId="1076"/>
        <pc:sldMkLst>
          <pc:docMk/>
          <pc:sldMk cId="0" sldId="307"/>
        </pc:sldMkLst>
        <pc:spChg chg="mod">
          <ac:chgData name="michael simeoni" userId="506f25aaf3d2b85d" providerId="LiveId" clId="{3F93BDB6-55BD-46FC-A88A-FD80ED17085E}" dt="2022-02-05T06:09:34.098" v="215" actId="1076"/>
          <ac:spMkLst>
            <pc:docMk/>
            <pc:sldMk cId="0" sldId="307"/>
            <ac:spMk id="2051" creationId="{00000000-0000-0000-0000-000000000000}"/>
          </ac:spMkLst>
        </pc:spChg>
        <pc:spChg chg="mod">
          <ac:chgData name="michael simeoni" userId="506f25aaf3d2b85d" providerId="LiveId" clId="{3F93BDB6-55BD-46FC-A88A-FD80ED17085E}" dt="2022-02-05T06:10:03.347" v="219" actId="1076"/>
          <ac:spMkLst>
            <pc:docMk/>
            <pc:sldMk cId="0" sldId="307"/>
            <ac:spMk id="2052" creationId="{00000000-0000-0000-0000-000000000000}"/>
          </ac:spMkLst>
        </pc:spChg>
      </pc:sldChg>
      <pc:sldChg chg="modSp mod setBg">
        <pc:chgData name="michael simeoni" userId="506f25aaf3d2b85d" providerId="LiveId" clId="{3F93BDB6-55BD-46FC-A88A-FD80ED17085E}" dt="2022-02-08T23:06:00.188" v="866" actId="27636"/>
        <pc:sldMkLst>
          <pc:docMk/>
          <pc:sldMk cId="0" sldId="308"/>
        </pc:sldMkLst>
        <pc:spChg chg="mod">
          <ac:chgData name="michael simeoni" userId="506f25aaf3d2b85d" providerId="LiveId" clId="{3F93BDB6-55BD-46FC-A88A-FD80ED17085E}" dt="2022-02-08T23:06:00.188" v="866" actId="27636"/>
          <ac:spMkLst>
            <pc:docMk/>
            <pc:sldMk cId="0" sldId="308"/>
            <ac:spMk id="3" creationId="{00000000-0000-0000-0000-000000000000}"/>
          </ac:spMkLst>
        </pc:spChg>
      </pc:sldChg>
      <pc:sldChg chg="modSp setBg">
        <pc:chgData name="michael simeoni" userId="506f25aaf3d2b85d" providerId="LiveId" clId="{3F93BDB6-55BD-46FC-A88A-FD80ED17085E}" dt="2022-02-08T00:36:52.853" v="839" actId="20577"/>
        <pc:sldMkLst>
          <pc:docMk/>
          <pc:sldMk cId="0" sldId="309"/>
        </pc:sldMkLst>
        <pc:spChg chg="mod">
          <ac:chgData name="michael simeoni" userId="506f25aaf3d2b85d" providerId="LiveId" clId="{3F93BDB6-55BD-46FC-A88A-FD80ED17085E}" dt="2022-02-08T00:36:52.853" v="839" actId="20577"/>
          <ac:spMkLst>
            <pc:docMk/>
            <pc:sldMk cId="0" sldId="309"/>
            <ac:spMk id="3" creationId="{00000000-0000-0000-0000-000000000000}"/>
          </ac:spMkLst>
        </pc:spChg>
      </pc:sldChg>
      <pc:sldChg chg="delSp modSp mod ord setBg delAnim modAnim">
        <pc:chgData name="michael simeoni" userId="506f25aaf3d2b85d" providerId="LiveId" clId="{3F93BDB6-55BD-46FC-A88A-FD80ED17085E}" dt="2022-02-05T06:28:45.912" v="539"/>
        <pc:sldMkLst>
          <pc:docMk/>
          <pc:sldMk cId="0" sldId="310"/>
        </pc:sldMkLst>
        <pc:spChg chg="del mod">
          <ac:chgData name="michael simeoni" userId="506f25aaf3d2b85d" providerId="LiveId" clId="{3F93BDB6-55BD-46FC-A88A-FD80ED17085E}" dt="2022-02-05T06:28:21.418" v="533" actId="478"/>
          <ac:spMkLst>
            <pc:docMk/>
            <pc:sldMk cId="0" sldId="310"/>
            <ac:spMk id="6" creationId="{00000000-0000-0000-0000-000000000000}"/>
          </ac:spMkLst>
        </pc:spChg>
        <pc:spChg chg="del mod">
          <ac:chgData name="michael simeoni" userId="506f25aaf3d2b85d" providerId="LiveId" clId="{3F93BDB6-55BD-46FC-A88A-FD80ED17085E}" dt="2022-02-05T06:28:21.423" v="535"/>
          <ac:spMkLst>
            <pc:docMk/>
            <pc:sldMk cId="0" sldId="310"/>
            <ac:spMk id="8" creationId="{00000000-0000-0000-0000-000000000000}"/>
          </ac:spMkLst>
        </pc:spChg>
        <pc:spChg chg="del mod">
          <ac:chgData name="michael simeoni" userId="506f25aaf3d2b85d" providerId="LiveId" clId="{3F93BDB6-55BD-46FC-A88A-FD80ED17085E}" dt="2022-02-05T06:28:25.039" v="537" actId="478"/>
          <ac:spMkLst>
            <pc:docMk/>
            <pc:sldMk cId="0" sldId="310"/>
            <ac:spMk id="9" creationId="{00000000-0000-0000-0000-000000000000}"/>
          </ac:spMkLst>
        </pc:spChg>
      </pc:sldChg>
      <pc:sldChg chg="setBg">
        <pc:chgData name="michael simeoni" userId="506f25aaf3d2b85d" providerId="LiveId" clId="{3F93BDB6-55BD-46FC-A88A-FD80ED17085E}" dt="2022-02-02T11:40:50.690" v="206"/>
        <pc:sldMkLst>
          <pc:docMk/>
          <pc:sldMk cId="0" sldId="312"/>
        </pc:sldMkLst>
      </pc:sldChg>
      <pc:sldChg chg="setBg">
        <pc:chgData name="michael simeoni" userId="506f25aaf3d2b85d" providerId="LiveId" clId="{3F93BDB6-55BD-46FC-A88A-FD80ED17085E}" dt="2022-02-02T11:40:50.690" v="206"/>
        <pc:sldMkLst>
          <pc:docMk/>
          <pc:sldMk cId="0" sldId="313"/>
        </pc:sldMkLst>
      </pc:sldChg>
      <pc:sldChg chg="modSp setBg">
        <pc:chgData name="michael simeoni" userId="506f25aaf3d2b85d" providerId="LiveId" clId="{3F93BDB6-55BD-46FC-A88A-FD80ED17085E}" dt="2022-02-08T00:34:46.797" v="805" actId="20577"/>
        <pc:sldMkLst>
          <pc:docMk/>
          <pc:sldMk cId="0" sldId="314"/>
        </pc:sldMkLst>
        <pc:spChg chg="mod">
          <ac:chgData name="michael simeoni" userId="506f25aaf3d2b85d" providerId="LiveId" clId="{3F93BDB6-55BD-46FC-A88A-FD80ED17085E}" dt="2022-02-08T00:34:46.797" v="805" actId="20577"/>
          <ac:spMkLst>
            <pc:docMk/>
            <pc:sldMk cId="0" sldId="314"/>
            <ac:spMk id="3" creationId="{00000000-0000-0000-0000-000000000000}"/>
          </ac:spMkLst>
        </pc:spChg>
      </pc:sldChg>
      <pc:sldChg chg="modSp mod setBg">
        <pc:chgData name="michael simeoni" userId="506f25aaf3d2b85d" providerId="LiveId" clId="{3F93BDB6-55BD-46FC-A88A-FD80ED17085E}" dt="2022-02-08T00:35:29.232" v="810" actId="1076"/>
        <pc:sldMkLst>
          <pc:docMk/>
          <pc:sldMk cId="0" sldId="315"/>
        </pc:sldMkLst>
        <pc:spChg chg="mod">
          <ac:chgData name="michael simeoni" userId="506f25aaf3d2b85d" providerId="LiveId" clId="{3F93BDB6-55BD-46FC-A88A-FD80ED17085E}" dt="2022-02-08T00:35:29.232" v="810" actId="1076"/>
          <ac:spMkLst>
            <pc:docMk/>
            <pc:sldMk cId="0" sldId="315"/>
            <ac:spMk id="3" creationId="{00000000-0000-0000-0000-000000000000}"/>
          </ac:spMkLst>
        </pc:spChg>
        <pc:spChg chg="mod">
          <ac:chgData name="michael simeoni" userId="506f25aaf3d2b85d" providerId="LiveId" clId="{3F93BDB6-55BD-46FC-A88A-FD80ED17085E}" dt="2022-02-08T00:35:14.825" v="807" actId="14100"/>
          <ac:spMkLst>
            <pc:docMk/>
            <pc:sldMk cId="0" sldId="315"/>
            <ac:spMk id="4" creationId="{00000000-0000-0000-0000-000000000000}"/>
          </ac:spMkLst>
        </pc:spChg>
        <pc:grpChg chg="mod">
          <ac:chgData name="michael simeoni" userId="506f25aaf3d2b85d" providerId="LiveId" clId="{3F93BDB6-55BD-46FC-A88A-FD80ED17085E}" dt="2022-02-08T00:35:20.673" v="809" actId="1076"/>
          <ac:grpSpMkLst>
            <pc:docMk/>
            <pc:sldMk cId="0" sldId="315"/>
            <ac:grpSpMk id="2" creationId="{00000000-0000-0000-0000-000000000000}"/>
          </ac:grpSpMkLst>
        </pc:grpChg>
        <pc:picChg chg="mod">
          <ac:chgData name="michael simeoni" userId="506f25aaf3d2b85d" providerId="LiveId" clId="{3F93BDB6-55BD-46FC-A88A-FD80ED17085E}" dt="2022-02-08T00:35:20.673" v="809" actId="1076"/>
          <ac:picMkLst>
            <pc:docMk/>
            <pc:sldMk cId="0" sldId="315"/>
            <ac:picMk id="11" creationId="{00000000-0000-0000-0000-000000000000}"/>
          </ac:picMkLst>
        </pc:picChg>
      </pc:sldChg>
      <pc:sldChg chg="del setBg">
        <pc:chgData name="michael simeoni" userId="506f25aaf3d2b85d" providerId="LiveId" clId="{3F93BDB6-55BD-46FC-A88A-FD80ED17085E}" dt="2022-02-02T11:40:50.690" v="206"/>
        <pc:sldMkLst>
          <pc:docMk/>
          <pc:sldMk cId="1449543401" sldId="316"/>
        </pc:sldMkLst>
        <pc:spChg chg="mod">
          <ac:chgData name="michael simeoni" userId="506f25aaf3d2b85d" providerId="LiveId" clId="{3F93BDB6-55BD-46FC-A88A-FD80ED17085E}" dt="2022-01-21T06:27:21.324" v="15" actId="20577"/>
          <ac:spMkLst>
            <pc:docMk/>
            <pc:sldMk cId="1449543401" sldId="316"/>
            <ac:spMk id="6" creationId="{00000000-0000-0000-0000-000000000000}"/>
          </ac:spMkLst>
        </pc:spChg>
        <pc:spChg chg="mod">
          <ac:chgData name="michael simeoni" userId="506f25aaf3d2b85d" providerId="LiveId" clId="{3F93BDB6-55BD-46FC-A88A-FD80ED17085E}" dt="2022-01-21T06:37:15.734" v="203" actId="12"/>
          <ac:spMkLst>
            <pc:docMk/>
            <pc:sldMk cId="1449543401" sldId="316"/>
            <ac:spMk id="5122" creationId="{00000000-0000-0000-0000-000000000000}"/>
          </ac:spMkLst>
        </pc:spChg>
        <pc:spChg chg="del">
          <ac:chgData name="michael simeoni" userId="506f25aaf3d2b85d" providerId="LiveId" clId="{3F93BDB6-55BD-46FC-A88A-FD80ED17085E}" dt="2022-01-21T06:27:25.522" v="17" actId="478"/>
          <ac:spMkLst>
            <pc:docMk/>
            <pc:sldMk cId="1449543401" sldId="316"/>
            <ac:spMk id="5125" creationId="{00000000-0000-0000-0000-000000000000}"/>
          </ac:spMkLst>
        </pc:spChg>
        <pc:picChg chg="del">
          <ac:chgData name="michael simeoni" userId="506f25aaf3d2b85d" providerId="LiveId" clId="{3F93BDB6-55BD-46FC-A88A-FD80ED17085E}" dt="2022-01-21T06:27:24.107" v="16" actId="478"/>
          <ac:picMkLst>
            <pc:docMk/>
            <pc:sldMk cId="1449543401" sldId="316"/>
            <ac:picMk id="5124" creationId="{00000000-0000-0000-0000-000000000000}"/>
          </ac:picMkLst>
        </pc:picChg>
      </pc:sldChg>
      <pc:sldChg chg="add del setBg">
        <pc:chgData name="michael simeoni" userId="506f25aaf3d2b85d" providerId="LiveId" clId="{3F93BDB6-55BD-46FC-A88A-FD80ED17085E}" dt="2022-01-21T06:27:02.482" v="4"/>
        <pc:sldMkLst>
          <pc:docMk/>
          <pc:sldMk cId="2693155415" sldId="316"/>
        </pc:sldMkLst>
      </pc:sldChg>
      <pc:sldChg chg="new del">
        <pc:chgData name="michael simeoni" userId="506f25aaf3d2b85d" providerId="LiveId" clId="{3F93BDB6-55BD-46FC-A88A-FD80ED17085E}" dt="2022-01-21T06:26:55.704" v="2" actId="680"/>
        <pc:sldMkLst>
          <pc:docMk/>
          <pc:sldMk cId="4013866245" sldId="316"/>
        </pc:sldMkLst>
      </pc:sldChg>
      <pc:sldChg chg="addSp delSp modSp add mod delAnim modAnim">
        <pc:chgData name="michael simeoni" userId="506f25aaf3d2b85d" providerId="LiveId" clId="{3F93BDB6-55BD-46FC-A88A-FD80ED17085E}" dt="2022-02-05T06:26:21.351" v="528"/>
        <pc:sldMkLst>
          <pc:docMk/>
          <pc:sldMk cId="1935372741" sldId="317"/>
        </pc:sldMkLst>
        <pc:spChg chg="mod">
          <ac:chgData name="michael simeoni" userId="506f25aaf3d2b85d" providerId="LiveId" clId="{3F93BDB6-55BD-46FC-A88A-FD80ED17085E}" dt="2022-02-05T06:22:17.389" v="451" actId="1076"/>
          <ac:spMkLst>
            <pc:docMk/>
            <pc:sldMk cId="1935372741" sldId="317"/>
            <ac:spMk id="3" creationId="{00000000-0000-0000-0000-000000000000}"/>
          </ac:spMkLst>
        </pc:spChg>
        <pc:spChg chg="del">
          <ac:chgData name="michael simeoni" userId="506f25aaf3d2b85d" providerId="LiveId" clId="{3F93BDB6-55BD-46FC-A88A-FD80ED17085E}" dt="2022-02-05T06:20:33.707" v="397" actId="478"/>
          <ac:spMkLst>
            <pc:docMk/>
            <pc:sldMk cId="1935372741" sldId="317"/>
            <ac:spMk id="4" creationId="{00000000-0000-0000-0000-000000000000}"/>
          </ac:spMkLst>
        </pc:spChg>
        <pc:spChg chg="del">
          <ac:chgData name="michael simeoni" userId="506f25aaf3d2b85d" providerId="LiveId" clId="{3F93BDB6-55BD-46FC-A88A-FD80ED17085E}" dt="2022-02-05T06:14:29.583" v="256" actId="21"/>
          <ac:spMkLst>
            <pc:docMk/>
            <pc:sldMk cId="1935372741" sldId="317"/>
            <ac:spMk id="5" creationId="{00000000-0000-0000-0000-000000000000}"/>
          </ac:spMkLst>
        </pc:spChg>
        <pc:spChg chg="mod">
          <ac:chgData name="michael simeoni" userId="506f25aaf3d2b85d" providerId="LiveId" clId="{3F93BDB6-55BD-46FC-A88A-FD80ED17085E}" dt="2022-02-05T06:21:15.098" v="423" actId="20577"/>
          <ac:spMkLst>
            <pc:docMk/>
            <pc:sldMk cId="1935372741" sldId="317"/>
            <ac:spMk id="6" creationId="{00000000-0000-0000-0000-000000000000}"/>
          </ac:spMkLst>
        </pc:spChg>
        <pc:spChg chg="mod">
          <ac:chgData name="michael simeoni" userId="506f25aaf3d2b85d" providerId="LiveId" clId="{3F93BDB6-55BD-46FC-A88A-FD80ED17085E}" dt="2022-02-05T06:21:41.114" v="441" actId="14100"/>
          <ac:spMkLst>
            <pc:docMk/>
            <pc:sldMk cId="1935372741" sldId="317"/>
            <ac:spMk id="7" creationId="{00000000-0000-0000-0000-000000000000}"/>
          </ac:spMkLst>
        </pc:spChg>
        <pc:spChg chg="mod topLvl">
          <ac:chgData name="michael simeoni" userId="506f25aaf3d2b85d" providerId="LiveId" clId="{3F93BDB6-55BD-46FC-A88A-FD80ED17085E}" dt="2022-02-05T06:26:10.226" v="526" actId="165"/>
          <ac:spMkLst>
            <pc:docMk/>
            <pc:sldMk cId="1935372741" sldId="317"/>
            <ac:spMk id="8" creationId="{00000000-0000-0000-0000-000000000000}"/>
          </ac:spMkLst>
        </pc:spChg>
        <pc:spChg chg="mod topLvl">
          <ac:chgData name="michael simeoni" userId="506f25aaf3d2b85d" providerId="LiveId" clId="{3F93BDB6-55BD-46FC-A88A-FD80ED17085E}" dt="2022-02-05T06:26:10.226" v="526" actId="165"/>
          <ac:spMkLst>
            <pc:docMk/>
            <pc:sldMk cId="1935372741" sldId="317"/>
            <ac:spMk id="9" creationId="{00000000-0000-0000-0000-000000000000}"/>
          </ac:spMkLst>
        </pc:spChg>
        <pc:spChg chg="add del mod">
          <ac:chgData name="michael simeoni" userId="506f25aaf3d2b85d" providerId="LiveId" clId="{3F93BDB6-55BD-46FC-A88A-FD80ED17085E}" dt="2022-02-05T06:20:35.619" v="398" actId="478"/>
          <ac:spMkLst>
            <pc:docMk/>
            <pc:sldMk cId="1935372741" sldId="317"/>
            <ac:spMk id="10" creationId="{EEE93DE9-42F6-4705-9563-D1FAD8B79F66}"/>
          </ac:spMkLst>
        </pc:spChg>
        <pc:spChg chg="add mod topLvl">
          <ac:chgData name="michael simeoni" userId="506f25aaf3d2b85d" providerId="LiveId" clId="{3F93BDB6-55BD-46FC-A88A-FD80ED17085E}" dt="2022-02-05T06:26:10.226" v="526" actId="165"/>
          <ac:spMkLst>
            <pc:docMk/>
            <pc:sldMk cId="1935372741" sldId="317"/>
            <ac:spMk id="11" creationId="{1092462F-7A3D-4712-AA9F-6CDDD29DD614}"/>
          </ac:spMkLst>
        </pc:spChg>
        <pc:spChg chg="add del">
          <ac:chgData name="michael simeoni" userId="506f25aaf3d2b85d" providerId="LiveId" clId="{3F93BDB6-55BD-46FC-A88A-FD80ED17085E}" dt="2022-02-05T06:22:28.197" v="457" actId="22"/>
          <ac:spMkLst>
            <pc:docMk/>
            <pc:sldMk cId="1935372741" sldId="317"/>
            <ac:spMk id="13" creationId="{1FB94256-2D42-46BC-9A48-822DC991E3FE}"/>
          </ac:spMkLst>
        </pc:spChg>
        <pc:grpChg chg="add del mod">
          <ac:chgData name="michael simeoni" userId="506f25aaf3d2b85d" providerId="LiveId" clId="{3F93BDB6-55BD-46FC-A88A-FD80ED17085E}" dt="2022-02-05T06:26:10.226" v="526" actId="165"/>
          <ac:grpSpMkLst>
            <pc:docMk/>
            <pc:sldMk cId="1935372741" sldId="317"/>
            <ac:grpSpMk id="14" creationId="{23DB2D95-C364-4398-A63B-4A71C462B805}"/>
          </ac:grpSpMkLst>
        </pc:grpChg>
      </pc:sldChg>
      <pc:sldChg chg="del">
        <pc:chgData name="michael simeoni" userId="506f25aaf3d2b85d" providerId="LiveId" clId="{3F93BDB6-55BD-46FC-A88A-FD80ED17085E}" dt="2022-01-21T06:23:42.616" v="0" actId="47"/>
        <pc:sldMkLst>
          <pc:docMk/>
          <pc:sldMk cId="3397184125" sldId="318"/>
        </pc:sldMkLst>
      </pc:sldChg>
      <pc:sldChg chg="addSp delSp modSp add mod">
        <pc:chgData name="michael simeoni" userId="506f25aaf3d2b85d" providerId="LiveId" clId="{3F93BDB6-55BD-46FC-A88A-FD80ED17085E}" dt="2022-02-08T00:20:38.890" v="587" actId="1076"/>
        <pc:sldMkLst>
          <pc:docMk/>
          <pc:sldMk cId="3397184125" sldId="318"/>
        </pc:sldMkLst>
        <pc:spChg chg="mod">
          <ac:chgData name="michael simeoni" userId="506f25aaf3d2b85d" providerId="LiveId" clId="{3F93BDB6-55BD-46FC-A88A-FD80ED17085E}" dt="2022-02-08T00:20:24.643" v="584" actId="1076"/>
          <ac:spMkLst>
            <pc:docMk/>
            <pc:sldMk cId="3397184125" sldId="318"/>
            <ac:spMk id="3" creationId="{00000000-0000-0000-0000-000000000000}"/>
          </ac:spMkLst>
        </pc:spChg>
        <pc:spChg chg="del">
          <ac:chgData name="michael simeoni" userId="506f25aaf3d2b85d" providerId="LiveId" clId="{3F93BDB6-55BD-46FC-A88A-FD80ED17085E}" dt="2022-02-08T00:19:57.647" v="580" actId="478"/>
          <ac:spMkLst>
            <pc:docMk/>
            <pc:sldMk cId="3397184125" sldId="318"/>
            <ac:spMk id="4" creationId="{00000000-0000-0000-0000-000000000000}"/>
          </ac:spMkLst>
        </pc:spChg>
        <pc:spChg chg="add del mod">
          <ac:chgData name="michael simeoni" userId="506f25aaf3d2b85d" providerId="LiveId" clId="{3F93BDB6-55BD-46FC-A88A-FD80ED17085E}" dt="2022-02-08T00:20:01" v="581" actId="478"/>
          <ac:spMkLst>
            <pc:docMk/>
            <pc:sldMk cId="3397184125" sldId="318"/>
            <ac:spMk id="5" creationId="{7CD812C3-F355-417B-97AD-4CED10F7F3E1}"/>
          </ac:spMkLst>
        </pc:spChg>
        <pc:spChg chg="mod">
          <ac:chgData name="michael simeoni" userId="506f25aaf3d2b85d" providerId="LiveId" clId="{3F93BDB6-55BD-46FC-A88A-FD80ED17085E}" dt="2022-02-08T00:20:38.890" v="587" actId="1076"/>
          <ac:spMkLst>
            <pc:docMk/>
            <pc:sldMk cId="3397184125" sldId="318"/>
            <ac:spMk id="7" creationId="{00000000-0000-0000-0000-000000000000}"/>
          </ac:spMkLst>
        </pc:spChg>
        <pc:picChg chg="del">
          <ac:chgData name="michael simeoni" userId="506f25aaf3d2b85d" providerId="LiveId" clId="{3F93BDB6-55BD-46FC-A88A-FD80ED17085E}" dt="2022-02-08T00:19:55.952" v="579" actId="478"/>
          <ac:picMkLst>
            <pc:docMk/>
            <pc:sldMk cId="3397184125" sldId="318"/>
            <ac:picMk id="3074" creationId="{00000000-0000-0000-0000-000000000000}"/>
          </ac:picMkLst>
        </pc:picChg>
      </pc:sldChg>
      <pc:sldChg chg="addSp modSp new mod">
        <pc:chgData name="michael simeoni" userId="506f25aaf3d2b85d" providerId="LiveId" clId="{3F93BDB6-55BD-46FC-A88A-FD80ED17085E}" dt="2022-02-08T00:28:36.168" v="727" actId="14100"/>
        <pc:sldMkLst>
          <pc:docMk/>
          <pc:sldMk cId="1429196875" sldId="319"/>
        </pc:sldMkLst>
        <pc:spChg chg="mod">
          <ac:chgData name="michael simeoni" userId="506f25aaf3d2b85d" providerId="LiveId" clId="{3F93BDB6-55BD-46FC-A88A-FD80ED17085E}" dt="2022-02-08T00:27:17.835" v="597" actId="20577"/>
          <ac:spMkLst>
            <pc:docMk/>
            <pc:sldMk cId="1429196875" sldId="319"/>
            <ac:spMk id="2" creationId="{3DBAF7CD-B7E4-4012-907C-FCF9ABEC4395}"/>
          </ac:spMkLst>
        </pc:spChg>
        <pc:spChg chg="add mod">
          <ac:chgData name="michael simeoni" userId="506f25aaf3d2b85d" providerId="LiveId" clId="{3F93BDB6-55BD-46FC-A88A-FD80ED17085E}" dt="2022-02-08T00:28:36.168" v="727" actId="14100"/>
          <ac:spMkLst>
            <pc:docMk/>
            <pc:sldMk cId="1429196875" sldId="319"/>
            <ac:spMk id="3" creationId="{72DCBD76-BEC0-402D-A716-9156525F6A64}"/>
          </ac:spMkLst>
        </pc:spChg>
      </pc:sldChg>
      <pc:sldChg chg="del">
        <pc:chgData name="michael simeoni" userId="506f25aaf3d2b85d" providerId="LiveId" clId="{3F93BDB6-55BD-46FC-A88A-FD80ED17085E}" dt="2022-01-21T06:23:42.616" v="0" actId="47"/>
        <pc:sldMkLst>
          <pc:docMk/>
          <pc:sldMk cId="1429196875" sldId="319"/>
        </pc:sldMkLst>
      </pc:sldChg>
      <pc:sldChg chg="del">
        <pc:chgData name="michael simeoni" userId="506f25aaf3d2b85d" providerId="LiveId" clId="{3F93BDB6-55BD-46FC-A88A-FD80ED17085E}" dt="2022-01-21T06:23:42.616" v="0" actId="47"/>
        <pc:sldMkLst>
          <pc:docMk/>
          <pc:sldMk cId="1100752374" sldId="320"/>
        </pc:sldMkLst>
      </pc:sldChg>
      <pc:sldChg chg="delSp modSp add mod delAnim">
        <pc:chgData name="michael simeoni" userId="506f25aaf3d2b85d" providerId="LiveId" clId="{3F93BDB6-55BD-46FC-A88A-FD80ED17085E}" dt="2022-02-08T00:31:54.799" v="787" actId="6549"/>
        <pc:sldMkLst>
          <pc:docMk/>
          <pc:sldMk cId="1100752374" sldId="320"/>
        </pc:sldMkLst>
        <pc:spChg chg="del">
          <ac:chgData name="michael simeoni" userId="506f25aaf3d2b85d" providerId="LiveId" clId="{3F93BDB6-55BD-46FC-A88A-FD80ED17085E}" dt="2022-02-08T00:29:29.865" v="731" actId="478"/>
          <ac:spMkLst>
            <pc:docMk/>
            <pc:sldMk cId="1100752374" sldId="320"/>
            <ac:spMk id="5" creationId="{00000000-0000-0000-0000-000000000000}"/>
          </ac:spMkLst>
        </pc:spChg>
        <pc:spChg chg="del">
          <ac:chgData name="michael simeoni" userId="506f25aaf3d2b85d" providerId="LiveId" clId="{3F93BDB6-55BD-46FC-A88A-FD80ED17085E}" dt="2022-02-08T00:29:29.865" v="731" actId="478"/>
          <ac:spMkLst>
            <pc:docMk/>
            <pc:sldMk cId="1100752374" sldId="320"/>
            <ac:spMk id="6" creationId="{00000000-0000-0000-0000-000000000000}"/>
          </ac:spMkLst>
        </pc:spChg>
        <pc:spChg chg="del">
          <ac:chgData name="michael simeoni" userId="506f25aaf3d2b85d" providerId="LiveId" clId="{3F93BDB6-55BD-46FC-A88A-FD80ED17085E}" dt="2022-02-08T00:29:29.865" v="731" actId="478"/>
          <ac:spMkLst>
            <pc:docMk/>
            <pc:sldMk cId="1100752374" sldId="320"/>
            <ac:spMk id="7" creationId="{00000000-0000-0000-0000-000000000000}"/>
          </ac:spMkLst>
        </pc:spChg>
        <pc:spChg chg="mod">
          <ac:chgData name="michael simeoni" userId="506f25aaf3d2b85d" providerId="LiveId" clId="{3F93BDB6-55BD-46FC-A88A-FD80ED17085E}" dt="2022-02-08T00:31:54.799" v="787" actId="6549"/>
          <ac:spMkLst>
            <pc:docMk/>
            <pc:sldMk cId="1100752374" sldId="320"/>
            <ac:spMk id="15361" creationId="{00000000-0000-0000-0000-000000000000}"/>
          </ac:spMkLst>
        </pc:spChg>
        <pc:picChg chg="del">
          <ac:chgData name="michael simeoni" userId="506f25aaf3d2b85d" providerId="LiveId" clId="{3F93BDB6-55BD-46FC-A88A-FD80ED17085E}" dt="2022-02-08T00:29:22.102" v="729" actId="478"/>
          <ac:picMkLst>
            <pc:docMk/>
            <pc:sldMk cId="1100752374" sldId="320"/>
            <ac:picMk id="15364" creationId="{00000000-0000-0000-0000-000000000000}"/>
          </ac:picMkLst>
        </pc:picChg>
      </pc:sldChg>
      <pc:sldChg chg="del">
        <pc:chgData name="michael simeoni" userId="506f25aaf3d2b85d" providerId="LiveId" clId="{3F93BDB6-55BD-46FC-A88A-FD80ED17085E}" dt="2022-01-21T06:23:42.616" v="0" actId="47"/>
        <pc:sldMkLst>
          <pc:docMk/>
          <pc:sldMk cId="2008851881" sldId="321"/>
        </pc:sldMkLst>
      </pc:sldChg>
      <pc:sldChg chg="delSp modSp add mod">
        <pc:chgData name="michael simeoni" userId="506f25aaf3d2b85d" providerId="LiveId" clId="{3F93BDB6-55BD-46FC-A88A-FD80ED17085E}" dt="2022-02-08T00:32:48.360" v="797" actId="1076"/>
        <pc:sldMkLst>
          <pc:docMk/>
          <pc:sldMk cId="2008851881" sldId="321"/>
        </pc:sldMkLst>
        <pc:spChg chg="mod">
          <ac:chgData name="michael simeoni" userId="506f25aaf3d2b85d" providerId="LiveId" clId="{3F93BDB6-55BD-46FC-A88A-FD80ED17085E}" dt="2022-02-08T00:32:48.360" v="797" actId="1076"/>
          <ac:spMkLst>
            <pc:docMk/>
            <pc:sldMk cId="2008851881" sldId="321"/>
            <ac:spMk id="10" creationId="{00000000-0000-0000-0000-000000000000}"/>
          </ac:spMkLst>
        </pc:spChg>
        <pc:spChg chg="del">
          <ac:chgData name="michael simeoni" userId="506f25aaf3d2b85d" providerId="LiveId" clId="{3F93BDB6-55BD-46FC-A88A-FD80ED17085E}" dt="2022-02-08T00:32:43.041" v="796" actId="478"/>
          <ac:spMkLst>
            <pc:docMk/>
            <pc:sldMk cId="2008851881" sldId="321"/>
            <ac:spMk id="4098" creationId="{00000000-0000-0000-0000-000000000000}"/>
          </ac:spMkLst>
        </pc:spChg>
        <pc:spChg chg="mod">
          <ac:chgData name="michael simeoni" userId="506f25aaf3d2b85d" providerId="LiveId" clId="{3F93BDB6-55BD-46FC-A88A-FD80ED17085E}" dt="2022-02-08T00:32:48.360" v="797" actId="1076"/>
          <ac:spMkLst>
            <pc:docMk/>
            <pc:sldMk cId="2008851881" sldId="321"/>
            <ac:spMk id="4103" creationId="{00000000-0000-0000-0000-000000000000}"/>
          </ac:spMkLst>
        </pc:spChg>
        <pc:spChg chg="mod">
          <ac:chgData name="michael simeoni" userId="506f25aaf3d2b85d" providerId="LiveId" clId="{3F93BDB6-55BD-46FC-A88A-FD80ED17085E}" dt="2022-02-08T00:32:48.360" v="797" actId="1076"/>
          <ac:spMkLst>
            <pc:docMk/>
            <pc:sldMk cId="2008851881" sldId="321"/>
            <ac:spMk id="13318" creationId="{00000000-0000-0000-0000-000000000000}"/>
          </ac:spMkLst>
        </pc:spChg>
        <pc:spChg chg="mod">
          <ac:chgData name="michael simeoni" userId="506f25aaf3d2b85d" providerId="LiveId" clId="{3F93BDB6-55BD-46FC-A88A-FD80ED17085E}" dt="2022-02-08T00:32:48.360" v="797" actId="1076"/>
          <ac:spMkLst>
            <pc:docMk/>
            <pc:sldMk cId="2008851881" sldId="321"/>
            <ac:spMk id="13319" creationId="{00000000-0000-0000-0000-000000000000}"/>
          </ac:spMkLst>
        </pc:spChg>
        <pc:spChg chg="mod">
          <ac:chgData name="michael simeoni" userId="506f25aaf3d2b85d" providerId="LiveId" clId="{3F93BDB6-55BD-46FC-A88A-FD80ED17085E}" dt="2022-02-08T00:32:48.360" v="797" actId="1076"/>
          <ac:spMkLst>
            <pc:docMk/>
            <pc:sldMk cId="2008851881" sldId="321"/>
            <ac:spMk id="13323" creationId="{00000000-0000-0000-0000-000000000000}"/>
          </ac:spMkLst>
        </pc:spChg>
        <pc:picChg chg="mod">
          <ac:chgData name="michael simeoni" userId="506f25aaf3d2b85d" providerId="LiveId" clId="{3F93BDB6-55BD-46FC-A88A-FD80ED17085E}" dt="2022-02-08T00:32:48.360" v="797" actId="1076"/>
          <ac:picMkLst>
            <pc:docMk/>
            <pc:sldMk cId="2008851881" sldId="321"/>
            <ac:picMk id="4099" creationId="{00000000-0000-0000-0000-000000000000}"/>
          </ac:picMkLst>
        </pc:picChg>
        <pc:picChg chg="mod">
          <ac:chgData name="michael simeoni" userId="506f25aaf3d2b85d" providerId="LiveId" clId="{3F93BDB6-55BD-46FC-A88A-FD80ED17085E}" dt="2022-02-08T00:32:48.360" v="797" actId="1076"/>
          <ac:picMkLst>
            <pc:docMk/>
            <pc:sldMk cId="2008851881" sldId="321"/>
            <ac:picMk id="4101" creationId="{00000000-0000-0000-0000-000000000000}"/>
          </ac:picMkLst>
        </pc:picChg>
      </pc:sldChg>
      <pc:sldChg chg="del">
        <pc:chgData name="michael simeoni" userId="506f25aaf3d2b85d" providerId="LiveId" clId="{3F93BDB6-55BD-46FC-A88A-FD80ED17085E}" dt="2022-01-21T06:23:42.616" v="0" actId="47"/>
        <pc:sldMkLst>
          <pc:docMk/>
          <pc:sldMk cId="0" sldId="322"/>
        </pc:sldMkLst>
      </pc:sldChg>
      <pc:sldChg chg="modSp new del mod">
        <pc:chgData name="michael simeoni" userId="506f25aaf3d2b85d" providerId="LiveId" clId="{3F93BDB6-55BD-46FC-A88A-FD80ED17085E}" dt="2022-02-08T00:36:43.184" v="822" actId="680"/>
        <pc:sldMkLst>
          <pc:docMk/>
          <pc:sldMk cId="202413147" sldId="322"/>
        </pc:sldMkLst>
        <pc:spChg chg="mod">
          <ac:chgData name="michael simeoni" userId="506f25aaf3d2b85d" providerId="LiveId" clId="{3F93BDB6-55BD-46FC-A88A-FD80ED17085E}" dt="2022-02-08T00:36:42.800" v="821" actId="20577"/>
          <ac:spMkLst>
            <pc:docMk/>
            <pc:sldMk cId="202413147" sldId="322"/>
            <ac:spMk id="2" creationId="{4F0C3B2D-E5C9-4123-94AC-E939616EC316}"/>
          </ac:spMkLst>
        </pc:spChg>
      </pc:sldChg>
      <pc:sldChg chg="del">
        <pc:chgData name="michael simeoni" userId="506f25aaf3d2b85d" providerId="LiveId" clId="{3F93BDB6-55BD-46FC-A88A-FD80ED17085E}" dt="2022-01-21T06:23:42.616" v="0" actId="47"/>
        <pc:sldMkLst>
          <pc:docMk/>
          <pc:sldMk cId="0" sldId="323"/>
        </pc:sldMkLst>
      </pc:sldChg>
      <pc:sldChg chg="del">
        <pc:chgData name="michael simeoni" userId="506f25aaf3d2b85d" providerId="LiveId" clId="{3F93BDB6-55BD-46FC-A88A-FD80ED17085E}" dt="2022-01-21T06:23:42.616" v="0" actId="47"/>
        <pc:sldMkLst>
          <pc:docMk/>
          <pc:sldMk cId="0" sldId="324"/>
        </pc:sldMkLst>
      </pc:sldChg>
      <pc:sldChg chg="del">
        <pc:chgData name="michael simeoni" userId="506f25aaf3d2b85d" providerId="LiveId" clId="{3F93BDB6-55BD-46FC-A88A-FD80ED17085E}" dt="2022-01-21T06:23:42.616" v="0" actId="47"/>
        <pc:sldMkLst>
          <pc:docMk/>
          <pc:sldMk cId="0" sldId="325"/>
        </pc:sldMkLst>
      </pc:sldChg>
      <pc:sldChg chg="del">
        <pc:chgData name="michael simeoni" userId="506f25aaf3d2b85d" providerId="LiveId" clId="{3F93BDB6-55BD-46FC-A88A-FD80ED17085E}" dt="2022-01-21T06:23:42.616" v="0" actId="47"/>
        <pc:sldMkLst>
          <pc:docMk/>
          <pc:sldMk cId="0" sldId="326"/>
        </pc:sldMkLst>
      </pc:sldChg>
      <pc:sldChg chg="del">
        <pc:chgData name="michael simeoni" userId="506f25aaf3d2b85d" providerId="LiveId" clId="{3F93BDB6-55BD-46FC-A88A-FD80ED17085E}" dt="2022-01-21T06:23:42.616" v="0" actId="47"/>
        <pc:sldMkLst>
          <pc:docMk/>
          <pc:sldMk cId="0" sldId="327"/>
        </pc:sldMkLst>
      </pc:sldChg>
      <pc:sldMasterChg chg="setBg modSldLayout">
        <pc:chgData name="michael simeoni" userId="506f25aaf3d2b85d" providerId="LiveId" clId="{3F93BDB6-55BD-46FC-A88A-FD80ED17085E}" dt="2022-02-02T11:40:50.690" v="206"/>
        <pc:sldMasterMkLst>
          <pc:docMk/>
          <pc:sldMasterMk cId="0" sldId="2147483648"/>
        </pc:sldMasterMkLst>
        <pc:sldLayoutChg chg="setBg">
          <pc:chgData name="michael simeoni" userId="506f25aaf3d2b85d" providerId="LiveId" clId="{3F93BDB6-55BD-46FC-A88A-FD80ED17085E}" dt="2022-02-02T11:40:50.690" v="206"/>
          <pc:sldLayoutMkLst>
            <pc:docMk/>
            <pc:sldMasterMk cId="0" sldId="2147483648"/>
            <pc:sldLayoutMk cId="0" sldId="2147483649"/>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0"/>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1"/>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2"/>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3"/>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4"/>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5"/>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6"/>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7"/>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8"/>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59"/>
          </pc:sldLayoutMkLst>
        </pc:sldLayoutChg>
        <pc:sldLayoutChg chg="setBg">
          <pc:chgData name="michael simeoni" userId="506f25aaf3d2b85d" providerId="LiveId" clId="{3F93BDB6-55BD-46FC-A88A-FD80ED17085E}" dt="2022-02-02T11:40:50.690" v="206"/>
          <pc:sldLayoutMkLst>
            <pc:docMk/>
            <pc:sldMasterMk cId="0" sldId="2147483648"/>
            <pc:sldLayoutMk cId="0" sldId="214748366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4999" cy="355124"/>
          </a:xfrm>
          <a:prstGeom prst="rect">
            <a:avLst/>
          </a:prstGeom>
        </p:spPr>
        <p:txBody>
          <a:bodyPr vert="horz" lIns="99066" tIns="49533" rIns="99066" bIns="49533" rtlCol="0"/>
          <a:lstStyle>
            <a:lvl1pPr algn="l">
              <a:defRPr sz="1300"/>
            </a:lvl1pPr>
          </a:lstStyle>
          <a:p>
            <a:endParaRPr lang="en-US"/>
          </a:p>
        </p:txBody>
      </p:sp>
      <p:sp>
        <p:nvSpPr>
          <p:cNvPr id="3" name="Date Placeholder 2"/>
          <p:cNvSpPr>
            <a:spLocks noGrp="1"/>
          </p:cNvSpPr>
          <p:nvPr>
            <p:ph type="dt" sz="quarter" idx="1"/>
          </p:nvPr>
        </p:nvSpPr>
        <p:spPr>
          <a:xfrm>
            <a:off x="5797246" y="0"/>
            <a:ext cx="4434999" cy="355124"/>
          </a:xfrm>
          <a:prstGeom prst="rect">
            <a:avLst/>
          </a:prstGeom>
        </p:spPr>
        <p:txBody>
          <a:bodyPr vert="horz" lIns="99066" tIns="49533" rIns="99066" bIns="49533" rtlCol="0"/>
          <a:lstStyle>
            <a:lvl1pPr algn="r">
              <a:defRPr sz="1300"/>
            </a:lvl1pPr>
          </a:lstStyle>
          <a:p>
            <a:fld id="{99436B33-1BD5-4CCF-862B-C3280215974E}" type="datetimeFigureOut">
              <a:rPr lang="en-US" smtClean="0"/>
              <a:t>2/9/2022</a:t>
            </a:fld>
            <a:endParaRPr lang="en-US"/>
          </a:p>
        </p:txBody>
      </p:sp>
      <p:sp>
        <p:nvSpPr>
          <p:cNvPr id="4" name="Footer Placeholder 3"/>
          <p:cNvSpPr>
            <a:spLocks noGrp="1"/>
          </p:cNvSpPr>
          <p:nvPr>
            <p:ph type="ftr" sz="quarter" idx="2"/>
          </p:nvPr>
        </p:nvSpPr>
        <p:spPr>
          <a:xfrm>
            <a:off x="0" y="6746119"/>
            <a:ext cx="4434999" cy="355124"/>
          </a:xfrm>
          <a:prstGeom prst="rect">
            <a:avLst/>
          </a:prstGeom>
        </p:spPr>
        <p:txBody>
          <a:bodyPr vert="horz" lIns="99066" tIns="49533" rIns="99066" bIns="49533" rtlCol="0" anchor="b"/>
          <a:lstStyle>
            <a:lvl1pPr algn="l">
              <a:defRPr sz="1300"/>
            </a:lvl1pPr>
          </a:lstStyle>
          <a:p>
            <a:endParaRPr lang="en-US"/>
          </a:p>
        </p:txBody>
      </p:sp>
      <p:sp>
        <p:nvSpPr>
          <p:cNvPr id="5" name="Slide Number Placeholder 4"/>
          <p:cNvSpPr>
            <a:spLocks noGrp="1"/>
          </p:cNvSpPr>
          <p:nvPr>
            <p:ph type="sldNum" sz="quarter" idx="3"/>
          </p:nvPr>
        </p:nvSpPr>
        <p:spPr>
          <a:xfrm>
            <a:off x="5797246" y="6746119"/>
            <a:ext cx="4434999" cy="355124"/>
          </a:xfrm>
          <a:prstGeom prst="rect">
            <a:avLst/>
          </a:prstGeom>
        </p:spPr>
        <p:txBody>
          <a:bodyPr vert="horz" lIns="99066" tIns="49533" rIns="99066" bIns="49533" rtlCol="0" anchor="b"/>
          <a:lstStyle>
            <a:lvl1pPr algn="r">
              <a:defRPr sz="1300"/>
            </a:lvl1pPr>
          </a:lstStyle>
          <a:p>
            <a:fld id="{0E65B935-1CF5-4A65-8AC1-039E4848D088}" type="slidenum">
              <a:rPr lang="en-US" smtClean="0"/>
              <a:t>‹#›</a:t>
            </a:fld>
            <a:endParaRPr lang="en-US"/>
          </a:p>
        </p:txBody>
      </p:sp>
    </p:spTree>
    <p:extLst>
      <p:ext uri="{BB962C8B-B14F-4D97-AF65-F5344CB8AC3E}">
        <p14:creationId xmlns:p14="http://schemas.microsoft.com/office/powerpoint/2010/main" val="2701615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4999" cy="355124"/>
          </a:xfrm>
          <a:prstGeom prst="rect">
            <a:avLst/>
          </a:prstGeom>
        </p:spPr>
        <p:txBody>
          <a:bodyPr vert="horz" lIns="99066" tIns="49533" rIns="99066" bIns="49533" rtlCol="0"/>
          <a:lstStyle>
            <a:lvl1pPr algn="l">
              <a:defRPr sz="1300"/>
            </a:lvl1pPr>
          </a:lstStyle>
          <a:p>
            <a:endParaRPr lang="en-US"/>
          </a:p>
        </p:txBody>
      </p:sp>
      <p:sp>
        <p:nvSpPr>
          <p:cNvPr id="3" name="Date Placeholder 2"/>
          <p:cNvSpPr>
            <a:spLocks noGrp="1"/>
          </p:cNvSpPr>
          <p:nvPr>
            <p:ph type="dt" idx="1"/>
          </p:nvPr>
        </p:nvSpPr>
        <p:spPr>
          <a:xfrm>
            <a:off x="5797246" y="0"/>
            <a:ext cx="4434999" cy="355124"/>
          </a:xfrm>
          <a:prstGeom prst="rect">
            <a:avLst/>
          </a:prstGeom>
        </p:spPr>
        <p:txBody>
          <a:bodyPr vert="horz" lIns="99066" tIns="49533" rIns="99066" bIns="49533" rtlCol="0"/>
          <a:lstStyle>
            <a:lvl1pPr algn="r">
              <a:defRPr sz="1300"/>
            </a:lvl1pPr>
          </a:lstStyle>
          <a:p>
            <a:fld id="{A11E1A42-28A2-4882-8C57-C15A11736788}" type="datetimeFigureOut">
              <a:rPr lang="en-US" smtClean="0"/>
              <a:pPr/>
              <a:t>2/9/2022</a:t>
            </a:fld>
            <a:endParaRPr lang="en-US"/>
          </a:p>
        </p:txBody>
      </p:sp>
      <p:sp>
        <p:nvSpPr>
          <p:cNvPr id="4" name="Slide Image Placeholder 3"/>
          <p:cNvSpPr>
            <a:spLocks noGrp="1" noRot="1" noChangeAspect="1"/>
          </p:cNvSpPr>
          <p:nvPr>
            <p:ph type="sldImg" idx="2"/>
          </p:nvPr>
        </p:nvSpPr>
        <p:spPr>
          <a:xfrm>
            <a:off x="3341688" y="533400"/>
            <a:ext cx="3551237" cy="2662238"/>
          </a:xfrm>
          <a:prstGeom prst="rect">
            <a:avLst/>
          </a:prstGeom>
          <a:noFill/>
          <a:ln w="12700">
            <a:solidFill>
              <a:prstClr val="black"/>
            </a:solidFill>
          </a:ln>
        </p:spPr>
        <p:txBody>
          <a:bodyPr vert="horz" lIns="99066" tIns="49533" rIns="99066" bIns="49533" rtlCol="0" anchor="ctr"/>
          <a:lstStyle/>
          <a:p>
            <a:endParaRPr lang="en-US"/>
          </a:p>
        </p:txBody>
      </p:sp>
      <p:sp>
        <p:nvSpPr>
          <p:cNvPr id="5" name="Notes Placeholder 4"/>
          <p:cNvSpPr>
            <a:spLocks noGrp="1"/>
          </p:cNvSpPr>
          <p:nvPr>
            <p:ph type="body" sz="quarter" idx="3"/>
          </p:nvPr>
        </p:nvSpPr>
        <p:spPr>
          <a:xfrm>
            <a:off x="1023462" y="3373676"/>
            <a:ext cx="8187690" cy="3196114"/>
          </a:xfrm>
          <a:prstGeom prst="rect">
            <a:avLst/>
          </a:prstGeom>
        </p:spPr>
        <p:txBody>
          <a:bodyPr vert="horz" lIns="99066" tIns="49533" rIns="99066" bIns="4953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746119"/>
            <a:ext cx="4434999" cy="355124"/>
          </a:xfrm>
          <a:prstGeom prst="rect">
            <a:avLst/>
          </a:prstGeom>
        </p:spPr>
        <p:txBody>
          <a:bodyPr vert="horz" lIns="99066" tIns="49533" rIns="99066" bIns="49533" rtlCol="0" anchor="b"/>
          <a:lstStyle>
            <a:lvl1pPr algn="l">
              <a:defRPr sz="1300"/>
            </a:lvl1pPr>
          </a:lstStyle>
          <a:p>
            <a:endParaRPr lang="en-US"/>
          </a:p>
        </p:txBody>
      </p:sp>
      <p:sp>
        <p:nvSpPr>
          <p:cNvPr id="7" name="Slide Number Placeholder 6"/>
          <p:cNvSpPr>
            <a:spLocks noGrp="1"/>
          </p:cNvSpPr>
          <p:nvPr>
            <p:ph type="sldNum" sz="quarter" idx="5"/>
          </p:nvPr>
        </p:nvSpPr>
        <p:spPr>
          <a:xfrm>
            <a:off x="5797246" y="6746119"/>
            <a:ext cx="4434999" cy="355124"/>
          </a:xfrm>
          <a:prstGeom prst="rect">
            <a:avLst/>
          </a:prstGeom>
        </p:spPr>
        <p:txBody>
          <a:bodyPr vert="horz" lIns="99066" tIns="49533" rIns="99066" bIns="49533" rtlCol="0" anchor="b"/>
          <a:lstStyle>
            <a:lvl1pPr algn="r">
              <a:defRPr sz="1300"/>
            </a:lvl1pPr>
          </a:lstStyle>
          <a:p>
            <a:fld id="{FEA25BF7-6150-4B7B-9D71-FEAB4B9F2EEC}" type="slidenum">
              <a:rPr lang="en-US" smtClean="0"/>
              <a:pPr/>
              <a:t>‹#›</a:t>
            </a:fld>
            <a:endParaRPr lang="en-US"/>
          </a:p>
        </p:txBody>
      </p:sp>
    </p:spTree>
    <p:extLst>
      <p:ext uri="{BB962C8B-B14F-4D97-AF65-F5344CB8AC3E}">
        <p14:creationId xmlns:p14="http://schemas.microsoft.com/office/powerpoint/2010/main" val="1245158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p>
            <a:fld id="{CBD77734-4E31-4AE3-93CF-5DD80CF93E9D}" type="slidenum">
              <a:rPr lang="en-US"/>
              <a:pPr/>
              <a:t>1</a:t>
            </a:fld>
            <a:endParaRPr lang="en-US"/>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p>
            <a:fld id="{112144EB-0A95-4D17-80E0-2E22514A284D}" type="slidenum">
              <a:rPr lang="en-US"/>
              <a:pPr/>
              <a:t>5</a:t>
            </a:fld>
            <a:endParaRPr 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88A01E82-A255-48F1-B431-F4F6BB8A8574}" type="slidenum">
              <a:rPr lang="en-US" smtClean="0"/>
              <a:pPr/>
              <a:t>6</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0E960624-401E-477F-AB8C-9410E7BD7821}" type="slidenum">
              <a:rPr lang="en-US" smtClean="0"/>
              <a:pPr/>
              <a:t>7</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CCA144D9-58D3-45AA-B99B-75AA8B4DC685}" type="slidenum">
              <a:rPr lang="en-US" smtClean="0"/>
              <a:pPr/>
              <a:t>8</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568BC36-2CF9-4CEE-A3E6-27134AE12D0B}" type="slidenum">
              <a:rPr lang="en-US" smtClean="0"/>
              <a:pPr/>
              <a:t>9</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ACF0FB8D-314E-4BBA-BE9E-9911563A615D}" type="slidenum">
              <a:rPr lang="en-US" smtClean="0"/>
              <a:pPr/>
              <a:t>10</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EF6C48A6-0D86-4541-9B0A-9C7CB5B49770}" type="slidenum">
              <a:rPr lang="en-US" smtClean="0"/>
              <a:pPr/>
              <a:t>11</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05EA81B9-2EF1-422E-B2B4-D43ED6D5C26F}" type="slidenum">
              <a:rPr lang="en-US" smtClean="0"/>
              <a:pPr/>
              <a:t>12</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A7FC3AA4-2024-4A12-99D2-EB656F28DD14}" type="slidenum">
              <a:rPr lang="en-US" smtClean="0"/>
              <a:pPr/>
              <a:t>13</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C25BAF5F-399A-4BBB-8EAB-FF1E4A32BD0E}" type="slidenum">
              <a:rPr lang="en-US" smtClean="0"/>
              <a:pPr/>
              <a:t>14</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62E11BC0-F145-4ACD-82E5-8120BC1331E7}" type="slidenum">
              <a:rPr lang="en-US" smtClean="0"/>
              <a:pPr/>
              <a:t>15</a:t>
            </a:fld>
            <a:endParaRPr 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4B654395-B39B-4B6D-95E2-8B729166BDEA}" type="slidenum">
              <a:rPr lang="en-US" smtClean="0"/>
              <a:pPr/>
              <a:t>16</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B5461BEC-BCDD-4869-8A9D-A7872DA07CC8}" type="slidenum">
              <a:rPr lang="en-US" smtClean="0"/>
              <a:pPr/>
              <a:t>17</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C329B558-3B3C-45FA-B7EC-AE56620EA65A}" type="slidenum">
              <a:rPr lang="en-US" smtClean="0"/>
              <a:pPr/>
              <a:t>18</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A9ACF7A3-128B-4A31-BC3B-2E26E46D878D}" type="slidenum">
              <a:rPr lang="en-US" smtClean="0"/>
              <a:pPr/>
              <a:t>19</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BA703A66-66FA-4A2F-B54C-FBFD03A142B1}" type="slidenum">
              <a:rPr lang="en-US" smtClean="0"/>
              <a:pPr/>
              <a:t>20</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5B12DEE0-73E1-4D5B-855D-45C37820FC97}" type="slidenum">
              <a:rPr lang="en-US" smtClean="0"/>
              <a:pPr/>
              <a:t>21</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1DCECD0E-D5CC-4CAB-830F-14492DE6DE42}" type="slidenum">
              <a:rPr lang="en-US" smtClean="0"/>
              <a:pPr/>
              <a:t>22</a:t>
            </a:fld>
            <a:endParaRPr 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p>
            <a:fld id="{CBD77734-4E31-4AE3-93CF-5DD80CF93E9D}" type="slidenum">
              <a:rPr lang="en-US"/>
              <a:pPr/>
              <a:t>23</a:t>
            </a:fld>
            <a:endParaRPr lang="en-US"/>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3E34A4BD-BE0A-4888-A2DE-03FA4FB83E8F}" type="slidenum">
              <a:rPr lang="en-US"/>
              <a:pPr/>
              <a:t>26</a:t>
            </a:fld>
            <a:endParaRPr lang="en-US"/>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3E34A4BD-BE0A-4888-A2DE-03FA4FB83E8F}" type="slidenum">
              <a:rPr lang="en-US"/>
              <a:pPr/>
              <a:t>27</a:t>
            </a:fld>
            <a:endParaRPr lang="en-US"/>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39265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9C1DAF65-8EA0-4A22-84B3-C9CE2E6AC423}" type="slidenum">
              <a:rPr lang="en-US"/>
              <a:pPr/>
              <a:t>30</a:t>
            </a:fld>
            <a:endParaRPr 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51A8E5E-EF44-47DD-95F3-F77D68B53A4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1A8E5E-EF44-47DD-95F3-F77D68B53A4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1A8E5E-EF44-47DD-95F3-F77D68B53A4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1A8E5E-EF44-47DD-95F3-F77D68B53A49}" type="datetimeFigureOut">
              <a:rPr lang="en-US" smtClean="0"/>
              <a:pPr/>
              <a:t>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51A8E5E-EF44-47DD-95F3-F77D68B53A49}" type="datetimeFigureOut">
              <a:rPr lang="en-US" smtClean="0"/>
              <a:pPr/>
              <a:t>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51A8E5E-EF44-47DD-95F3-F77D68B53A49}" type="datetimeFigureOut">
              <a:rPr lang="en-US" smtClean="0"/>
              <a:pPr/>
              <a:t>2/9/2022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1A8E5E-EF44-47DD-95F3-F77D68B53A49}" type="datetimeFigureOut">
              <a:rPr lang="en-US" smtClean="0"/>
              <a:pPr/>
              <a:t>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1A8E5E-EF44-47DD-95F3-F77D68B53A49}" type="datetimeFigureOut">
              <a:rPr lang="en-US" smtClean="0"/>
              <a:pPr/>
              <a:t>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1A8E5E-EF44-47DD-95F3-F77D68B53A49}" type="datetimeFigureOut">
              <a:rPr lang="en-US" smtClean="0"/>
              <a:pPr/>
              <a:t>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1A8E5E-EF44-47DD-95F3-F77D68B53A4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1A8E5E-EF44-47DD-95F3-F77D68B53A4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51D73-5216-4FDD-9C8D-57A6C0C252B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066800" y="381000"/>
            <a:ext cx="7620000" cy="1143000"/>
          </a:xfrm>
        </p:spPr>
        <p:txBody>
          <a:bodyPr/>
          <a:lstStyle/>
          <a:p>
            <a:r>
              <a:rPr lang="en-US"/>
              <a:t>Click to edit Master title style</a:t>
            </a:r>
          </a:p>
        </p:txBody>
      </p:sp>
      <p:sp>
        <p:nvSpPr>
          <p:cNvPr id="3" name="Text Placeholder 2"/>
          <p:cNvSpPr>
            <a:spLocks noGrp="1"/>
          </p:cNvSpPr>
          <p:nvPr>
            <p:ph type="body" sz="half" idx="1"/>
          </p:nvPr>
        </p:nvSpPr>
        <p:spPr>
          <a:xfrm>
            <a:off x="1066800" y="1752600"/>
            <a:ext cx="3733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953000" y="1752600"/>
            <a:ext cx="3733800" cy="4114800"/>
          </a:xfrm>
        </p:spPr>
        <p:txBody>
          <a:bodyPr/>
          <a:lstStyle/>
          <a:p>
            <a:pPr lvl="0"/>
            <a:endParaRPr lang="en-US" noProof="0"/>
          </a:p>
        </p:txBody>
      </p:sp>
      <p:sp>
        <p:nvSpPr>
          <p:cNvPr id="5" name="Rectangle 1032"/>
          <p:cNvSpPr>
            <a:spLocks noGrp="1" noChangeArrowheads="1"/>
          </p:cNvSpPr>
          <p:nvPr>
            <p:ph type="dt" sz="half" idx="10"/>
          </p:nvPr>
        </p:nvSpPr>
        <p:spPr>
          <a:ln/>
        </p:spPr>
        <p:txBody>
          <a:bodyPr/>
          <a:lstStyle>
            <a:lvl1pPr>
              <a:defRPr/>
            </a:lvl1pPr>
          </a:lstStyle>
          <a:p>
            <a:pPr>
              <a:defRPr/>
            </a:pPr>
            <a:endParaRPr lang="en-US"/>
          </a:p>
        </p:txBody>
      </p:sp>
      <p:sp>
        <p:nvSpPr>
          <p:cNvPr id="6" name="Rectangle 1033"/>
          <p:cNvSpPr>
            <a:spLocks noGrp="1" noChangeArrowheads="1"/>
          </p:cNvSpPr>
          <p:nvPr>
            <p:ph type="ftr" sz="quarter" idx="11"/>
          </p:nvPr>
        </p:nvSpPr>
        <p:spPr>
          <a:ln/>
        </p:spPr>
        <p:txBody>
          <a:bodyPr/>
          <a:lstStyle>
            <a:lvl1pPr>
              <a:defRPr/>
            </a:lvl1pPr>
          </a:lstStyle>
          <a:p>
            <a:pPr>
              <a:defRPr/>
            </a:pPr>
            <a:endParaRPr lang="en-US"/>
          </a:p>
        </p:txBody>
      </p:sp>
      <p:sp>
        <p:nvSpPr>
          <p:cNvPr id="7" name="Rectangle 1034"/>
          <p:cNvSpPr>
            <a:spLocks noGrp="1" noChangeArrowheads="1"/>
          </p:cNvSpPr>
          <p:nvPr>
            <p:ph type="sldNum" sz="quarter" idx="12"/>
          </p:nvPr>
        </p:nvSpPr>
        <p:spPr>
          <a:ln/>
        </p:spPr>
        <p:txBody>
          <a:bodyPr/>
          <a:lstStyle>
            <a:lvl1pPr>
              <a:defRPr/>
            </a:lvl1pPr>
          </a:lstStyle>
          <a:p>
            <a:pPr>
              <a:defRPr/>
            </a:pPr>
            <a:fld id="{B638C056-042F-44C8-9C0E-83823A59AC75}" type="slidenum">
              <a:rPr lang="en-US"/>
              <a:pPr>
                <a:defRPr/>
              </a:pPr>
              <a:t>‹#›</a:t>
            </a:fld>
            <a:endParaRPr lang="en-US"/>
          </a:p>
        </p:txBody>
      </p:sp>
    </p:spTree>
  </p:cSld>
  <p:clrMapOvr>
    <a:masterClrMapping/>
  </p:clrMapOvr>
  <p:transition advClick="0">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1A8E5E-EF44-47DD-95F3-F77D68B53A49}" type="datetimeFigureOut">
              <a:rPr lang="en-US" smtClean="0"/>
              <a:pPr/>
              <a:t>2/9/2022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651D73-5216-4FDD-9C8D-57A6C0C252B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3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4" descr="j0410859"/>
          <p:cNvPicPr>
            <a:picLocks noChangeAspect="1" noChangeArrowheads="1"/>
          </p:cNvPicPr>
          <p:nvPr/>
        </p:nvPicPr>
        <p:blipFill>
          <a:blip r:embed="rId3"/>
          <a:srcRect/>
          <a:stretch>
            <a:fillRect/>
          </a:stretch>
        </p:blipFill>
        <p:spPr bwMode="auto">
          <a:xfrm>
            <a:off x="685800" y="3200400"/>
            <a:ext cx="2743200" cy="2697163"/>
          </a:xfrm>
          <a:prstGeom prst="rect">
            <a:avLst/>
          </a:prstGeom>
          <a:noFill/>
          <a:ln w="9525">
            <a:noFill/>
            <a:miter lim="800000"/>
            <a:headEnd/>
            <a:tailEnd/>
          </a:ln>
        </p:spPr>
      </p:pic>
      <p:sp>
        <p:nvSpPr>
          <p:cNvPr id="2051" name="WordArt 5"/>
          <p:cNvSpPr>
            <a:spLocks noChangeArrowheads="1" noChangeShapeType="1" noTextEdit="1"/>
          </p:cNvSpPr>
          <p:nvPr/>
        </p:nvSpPr>
        <p:spPr bwMode="auto">
          <a:xfrm>
            <a:off x="457200" y="381000"/>
            <a:ext cx="8153400" cy="3200400"/>
          </a:xfrm>
          <a:prstGeom prst="rect">
            <a:avLst/>
          </a:prstGeom>
        </p:spPr>
        <p:txBody>
          <a:bodyPr wrap="none" fromWordArt="1">
            <a:prstTxWarp prst="textDoubleWave1">
              <a:avLst>
                <a:gd name="adj1" fmla="val 6500"/>
                <a:gd name="adj2" fmla="val 0"/>
              </a:avLst>
            </a:prstTxWarp>
          </a:bodyPr>
          <a:lstStyle/>
          <a:p>
            <a:pPr algn="ctr"/>
            <a:r>
              <a:rPr lang="en-US" sz="3600" kern="10" spc="-180">
                <a:ln w="25400">
                  <a:solidFill>
                    <a:srgbClr val="000000"/>
                  </a:solidFill>
                  <a:round/>
                  <a:headEnd/>
                  <a:tailEnd/>
                </a:ln>
                <a:solidFill>
                  <a:schemeClr val="accent2"/>
                </a:solidFill>
                <a:effectLst>
                  <a:outerShdw dist="125724" dir="18900000" algn="ctr" rotWithShape="0">
                    <a:srgbClr val="00CC00"/>
                  </a:outerShdw>
                </a:effectLst>
                <a:latin typeface="Cooper Black"/>
              </a:rPr>
              <a:t>Microscope</a:t>
            </a:r>
          </a:p>
        </p:txBody>
      </p:sp>
      <p:sp>
        <p:nvSpPr>
          <p:cNvPr id="2052" name="WordArt 7"/>
          <p:cNvSpPr>
            <a:spLocks noChangeArrowheads="1" noChangeShapeType="1" noTextEdit="1"/>
          </p:cNvSpPr>
          <p:nvPr/>
        </p:nvSpPr>
        <p:spPr bwMode="auto">
          <a:xfrm>
            <a:off x="3581400" y="3429000"/>
            <a:ext cx="4800600" cy="2514600"/>
          </a:xfrm>
          <a:prstGeom prst="rect">
            <a:avLst/>
          </a:prstGeom>
        </p:spPr>
        <p:txBody>
          <a:bodyPr wrap="none" fromWordArt="1">
            <a:prstTxWarp prst="textDoubleWave1">
              <a:avLst>
                <a:gd name="adj1" fmla="val 6500"/>
                <a:gd name="adj2" fmla="val 0"/>
              </a:avLst>
            </a:prstTxWarp>
          </a:bodyPr>
          <a:lstStyle/>
          <a:p>
            <a:pPr algn="ctr"/>
            <a:r>
              <a:rPr lang="en-US" sz="3600" kern="10" spc="-180" dirty="0">
                <a:ln w="25400">
                  <a:solidFill>
                    <a:srgbClr val="000000"/>
                  </a:solidFill>
                  <a:round/>
                  <a:headEnd/>
                  <a:tailEnd/>
                </a:ln>
                <a:solidFill>
                  <a:schemeClr val="accent2"/>
                </a:solidFill>
                <a:effectLst>
                  <a:outerShdw dist="125724" dir="18900000" algn="ctr" rotWithShape="0">
                    <a:srgbClr val="00CC00"/>
                  </a:outerShdw>
                </a:effectLst>
                <a:latin typeface="Cooper Black"/>
              </a:rPr>
              <a:t>Basics</a:t>
            </a:r>
          </a:p>
        </p:txBody>
      </p:sp>
      <p:sp>
        <p:nvSpPr>
          <p:cNvPr id="5" name="Subtitle 2"/>
          <p:cNvSpPr txBox="1">
            <a:spLocks/>
          </p:cNvSpPr>
          <p:nvPr/>
        </p:nvSpPr>
        <p:spPr>
          <a:xfrm>
            <a:off x="1371600" y="6000768"/>
            <a:ext cx="6400800" cy="642942"/>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tabLst/>
              <a:defRPr/>
            </a:pPr>
            <a:endParaRPr kumimoji="0" lang="en-US" sz="44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221457" y="1071546"/>
            <a:ext cx="8652510" cy="1935956"/>
          </a:xfrm>
        </p:spPr>
        <p:txBody>
          <a:bodyPr lIns="0" tIns="0" rIns="0" bIns="0">
            <a:normAutofit/>
          </a:bodyPr>
          <a:lstStyle/>
          <a:p>
            <a:pPr>
              <a:lnSpc>
                <a:spcPct val="95000"/>
              </a:lnSpc>
              <a:spcBef>
                <a:spcPct val="0"/>
              </a:spcBef>
            </a:pPr>
            <a:r>
              <a:rPr lang="en-US" dirty="0">
                <a:latin typeface="Arial" pitchFamily="34" charset="0"/>
              </a:rPr>
              <a:t>Identify the parts of a microscope </a:t>
            </a:r>
          </a:p>
          <a:p>
            <a:pPr>
              <a:lnSpc>
                <a:spcPct val="95000"/>
              </a:lnSpc>
              <a:spcBef>
                <a:spcPct val="0"/>
              </a:spcBef>
            </a:pPr>
            <a:r>
              <a:rPr lang="en-US" dirty="0">
                <a:latin typeface="Arial" pitchFamily="34" charset="0"/>
              </a:rPr>
              <a:t>calculate magnification and field of view and estimate cell size.</a:t>
            </a:r>
          </a:p>
        </p:txBody>
      </p:sp>
      <p:sp>
        <p:nvSpPr>
          <p:cNvPr id="6" name="Title 5"/>
          <p:cNvSpPr>
            <a:spLocks noGrp="1"/>
          </p:cNvSpPr>
          <p:nvPr>
            <p:ph type="title"/>
          </p:nvPr>
        </p:nvSpPr>
        <p:spPr>
          <a:xfrm>
            <a:off x="457200" y="142852"/>
            <a:ext cx="8229600" cy="939784"/>
          </a:xfrm>
        </p:spPr>
        <p:txBody>
          <a:bodyPr>
            <a:normAutofit/>
          </a:bodyPr>
          <a:lstStyle/>
          <a:p>
            <a:r>
              <a:rPr lang="en-AU" sz="5400" b="1" dirty="0"/>
              <a:t>Objective</a:t>
            </a:r>
            <a:endParaRPr lang="en-US" sz="5400" b="1" dirty="0"/>
          </a:p>
        </p:txBody>
      </p:sp>
    </p:spTree>
    <p:extLst>
      <p:ext uri="{BB962C8B-B14F-4D97-AF65-F5344CB8AC3E}">
        <p14:creationId xmlns:p14="http://schemas.microsoft.com/office/powerpoint/2010/main" val="1449543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221457" y="1071546"/>
            <a:ext cx="8652510" cy="1935956"/>
          </a:xfrm>
        </p:spPr>
        <p:txBody>
          <a:bodyPr lIns="0" tIns="0" rIns="0" bIns="0">
            <a:normAutofit/>
          </a:bodyPr>
          <a:lstStyle/>
          <a:p>
            <a:pPr marL="0" indent="0">
              <a:lnSpc>
                <a:spcPct val="95000"/>
              </a:lnSpc>
              <a:spcBef>
                <a:spcPct val="0"/>
              </a:spcBef>
              <a:buNone/>
            </a:pPr>
            <a:r>
              <a:rPr lang="en-US" dirty="0">
                <a:latin typeface="Arial" pitchFamily="34" charset="0"/>
              </a:rPr>
              <a:t>Light Microscope -  the models found in most schools, use compound lenses to magnify objects. The lenses bend or refract light to make the object beneath them appear closer.</a:t>
            </a:r>
            <a:endParaRPr lang="en-US" dirty="0"/>
          </a:p>
          <a:p>
            <a:pPr marL="0" indent="0">
              <a:lnSpc>
                <a:spcPct val="95000"/>
              </a:lnSpc>
              <a:spcBef>
                <a:spcPct val="0"/>
              </a:spcBef>
              <a:buNone/>
            </a:pPr>
            <a:endParaRPr lang="en-US" dirty="0">
              <a:latin typeface="Arial" pitchFamily="34" charset="0"/>
            </a:endParaRPr>
          </a:p>
        </p:txBody>
      </p:sp>
      <p:pic>
        <p:nvPicPr>
          <p:cNvPr id="5124" name="Picture 4"/>
          <p:cNvPicPr>
            <a:picLocks noChangeAspect="1" noChangeArrowheads="1"/>
          </p:cNvPicPr>
          <p:nvPr/>
        </p:nvPicPr>
        <p:blipFill>
          <a:blip r:embed="rId2" cstate="print"/>
          <a:srcRect/>
          <a:stretch>
            <a:fillRect/>
          </a:stretch>
        </p:blipFill>
        <p:spPr bwMode="auto">
          <a:xfrm>
            <a:off x="357158" y="3000372"/>
            <a:ext cx="3714776" cy="3714776"/>
          </a:xfrm>
          <a:prstGeom prst="rect">
            <a:avLst/>
          </a:prstGeom>
          <a:noFill/>
        </p:spPr>
      </p:pic>
      <p:sp>
        <p:nvSpPr>
          <p:cNvPr id="5125" name="Text Box 5"/>
          <p:cNvSpPr txBox="1">
            <a:spLocks noChangeArrowheads="1"/>
          </p:cNvSpPr>
          <p:nvPr/>
        </p:nvSpPr>
        <p:spPr bwMode="auto">
          <a:xfrm>
            <a:off x="4572000" y="4272362"/>
            <a:ext cx="4214841" cy="1871282"/>
          </a:xfrm>
          <a:prstGeom prst="rect">
            <a:avLst/>
          </a:prstGeom>
          <a:noFill/>
          <a:ln w="9525">
            <a:noFill/>
            <a:miter lim="800000"/>
            <a:headEnd/>
            <a:tailEnd/>
          </a:ln>
          <a:effectLst/>
        </p:spPr>
        <p:txBody>
          <a:bodyPr wrap="square" lIns="0" tIns="0" rIns="0" bIns="0">
            <a:spAutoFit/>
          </a:bodyPr>
          <a:lstStyle/>
          <a:p>
            <a:pPr>
              <a:lnSpc>
                <a:spcPct val="95000"/>
              </a:lnSpc>
            </a:pPr>
            <a:r>
              <a:rPr lang="en-US" sz="3200" dirty="0"/>
              <a:t>Common magnifications: 40x, 100x, 400x</a:t>
            </a:r>
          </a:p>
          <a:p>
            <a:pPr>
              <a:lnSpc>
                <a:spcPct val="95000"/>
              </a:lnSpc>
            </a:pPr>
            <a:endParaRPr lang="en-US" sz="3200" dirty="0"/>
          </a:p>
          <a:p>
            <a:pPr>
              <a:lnSpc>
                <a:spcPct val="95000"/>
              </a:lnSpc>
            </a:pPr>
            <a:endParaRPr lang="en-US" sz="3200" dirty="0"/>
          </a:p>
        </p:txBody>
      </p:sp>
      <p:sp>
        <p:nvSpPr>
          <p:cNvPr id="6" name="Title 5"/>
          <p:cNvSpPr>
            <a:spLocks noGrp="1"/>
          </p:cNvSpPr>
          <p:nvPr>
            <p:ph type="title"/>
          </p:nvPr>
        </p:nvSpPr>
        <p:spPr>
          <a:xfrm>
            <a:off x="457200" y="142852"/>
            <a:ext cx="8229600" cy="939784"/>
          </a:xfrm>
        </p:spPr>
        <p:txBody>
          <a:bodyPr>
            <a:normAutofit/>
          </a:bodyPr>
          <a:lstStyle/>
          <a:p>
            <a:r>
              <a:rPr lang="en-AU" sz="5400" b="1" dirty="0"/>
              <a:t>The Light Microscope</a:t>
            </a:r>
            <a:endParaRPr lang="en-US" sz="5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p:cNvPicPr>
            <a:picLocks noChangeAspect="1" noChangeArrowheads="1"/>
          </p:cNvPicPr>
          <p:nvPr/>
        </p:nvPicPr>
        <p:blipFill>
          <a:blip r:embed="rId2" cstate="print"/>
          <a:srcRect/>
          <a:stretch>
            <a:fillRect/>
          </a:stretch>
        </p:blipFill>
        <p:spPr bwMode="auto">
          <a:xfrm>
            <a:off x="1402059" y="642918"/>
            <a:ext cx="6385580" cy="5986482"/>
          </a:xfrm>
          <a:prstGeom prst="rect">
            <a:avLst/>
          </a:prstGeom>
          <a:noFill/>
        </p:spPr>
      </p:pic>
      <p:sp>
        <p:nvSpPr>
          <p:cNvPr id="28677" name="Text Box 5"/>
          <p:cNvSpPr txBox="1">
            <a:spLocks noChangeArrowheads="1"/>
          </p:cNvSpPr>
          <p:nvPr/>
        </p:nvSpPr>
        <p:spPr bwMode="auto">
          <a:xfrm>
            <a:off x="127160" y="180022"/>
            <a:ext cx="4373402" cy="584775"/>
          </a:xfrm>
          <a:prstGeom prst="rect">
            <a:avLst/>
          </a:prstGeom>
          <a:noFill/>
          <a:ln w="9525">
            <a:noFill/>
            <a:miter lim="800000"/>
            <a:headEnd/>
            <a:tailEnd/>
          </a:ln>
          <a:effectLst/>
        </p:spPr>
        <p:txBody>
          <a:bodyPr wrap="square" lIns="0" tIns="0" rIns="0" bIns="0">
            <a:spAutoFit/>
          </a:bodyPr>
          <a:lstStyle/>
          <a:p>
            <a:pPr>
              <a:lnSpc>
                <a:spcPct val="95000"/>
              </a:lnSpc>
            </a:pPr>
            <a:r>
              <a:rPr lang="en-US" sz="4000" dirty="0">
                <a:solidFill>
                  <a:srgbClr val="333333"/>
                </a:solidFill>
                <a:latin typeface="Arial" pitchFamily="34" charset="0"/>
              </a:rPr>
              <a:t>Labeling the Parts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srcRect/>
          <a:stretch>
            <a:fillRect/>
          </a:stretch>
        </p:blipFill>
        <p:spPr bwMode="auto">
          <a:xfrm>
            <a:off x="1143000" y="228600"/>
            <a:ext cx="6858000" cy="6407150"/>
          </a:xfrm>
          <a:prstGeom prst="rect">
            <a:avLst/>
          </a:prstGeom>
          <a:noFill/>
          <a:ln w="9525">
            <a:noFill/>
            <a:miter lim="800000"/>
            <a:headEnd/>
            <a:tailEnd/>
          </a:ln>
        </p:spPr>
      </p:pic>
      <p:grpSp>
        <p:nvGrpSpPr>
          <p:cNvPr id="2" name="Group 18"/>
          <p:cNvGrpSpPr>
            <a:grpSpLocks/>
          </p:cNvGrpSpPr>
          <p:nvPr/>
        </p:nvGrpSpPr>
        <p:grpSpPr bwMode="auto">
          <a:xfrm>
            <a:off x="914400" y="228600"/>
            <a:ext cx="7315200" cy="5638800"/>
            <a:chOff x="576" y="144"/>
            <a:chExt cx="4608" cy="3552"/>
          </a:xfrm>
        </p:grpSpPr>
        <p:grpSp>
          <p:nvGrpSpPr>
            <p:cNvPr id="3" name="Group 16"/>
            <p:cNvGrpSpPr>
              <a:grpSpLocks/>
            </p:cNvGrpSpPr>
            <p:nvPr/>
          </p:nvGrpSpPr>
          <p:grpSpPr bwMode="auto">
            <a:xfrm>
              <a:off x="576" y="480"/>
              <a:ext cx="768" cy="2768"/>
              <a:chOff x="576" y="480"/>
              <a:chExt cx="768" cy="2768"/>
            </a:xfrm>
          </p:grpSpPr>
          <p:sp>
            <p:nvSpPr>
              <p:cNvPr id="3100" name="Rectangle 3"/>
              <p:cNvSpPr>
                <a:spLocks noChangeArrowheads="1"/>
              </p:cNvSpPr>
              <p:nvPr/>
            </p:nvSpPr>
            <p:spPr bwMode="auto">
              <a:xfrm>
                <a:off x="672" y="480"/>
                <a:ext cx="672" cy="240"/>
              </a:xfrm>
              <a:prstGeom prst="rect">
                <a:avLst/>
              </a:prstGeom>
              <a:solidFill>
                <a:schemeClr val="bg1"/>
              </a:solidFill>
              <a:ln w="9525">
                <a:noFill/>
                <a:miter lim="800000"/>
                <a:headEnd/>
                <a:tailEnd/>
              </a:ln>
            </p:spPr>
            <p:txBody>
              <a:bodyPr wrap="none" anchor="ctr"/>
              <a:lstStyle/>
              <a:p>
                <a:endParaRPr lang="en-US"/>
              </a:p>
            </p:txBody>
          </p:sp>
          <p:sp>
            <p:nvSpPr>
              <p:cNvPr id="3101" name="Rectangle 5"/>
              <p:cNvSpPr>
                <a:spLocks noChangeArrowheads="1"/>
              </p:cNvSpPr>
              <p:nvPr/>
            </p:nvSpPr>
            <p:spPr bwMode="auto">
              <a:xfrm>
                <a:off x="672" y="1200"/>
                <a:ext cx="672" cy="240"/>
              </a:xfrm>
              <a:prstGeom prst="rect">
                <a:avLst/>
              </a:prstGeom>
              <a:solidFill>
                <a:schemeClr val="bg1"/>
              </a:solidFill>
              <a:ln w="9525">
                <a:noFill/>
                <a:miter lim="800000"/>
                <a:headEnd/>
                <a:tailEnd/>
              </a:ln>
            </p:spPr>
            <p:txBody>
              <a:bodyPr wrap="none" anchor="ctr"/>
              <a:lstStyle/>
              <a:p>
                <a:endParaRPr lang="en-US"/>
              </a:p>
            </p:txBody>
          </p:sp>
          <p:sp>
            <p:nvSpPr>
              <p:cNvPr id="3102" name="Rectangle 6"/>
              <p:cNvSpPr>
                <a:spLocks noChangeArrowheads="1"/>
              </p:cNvSpPr>
              <p:nvPr/>
            </p:nvSpPr>
            <p:spPr bwMode="auto">
              <a:xfrm>
                <a:off x="624" y="1536"/>
                <a:ext cx="672" cy="240"/>
              </a:xfrm>
              <a:prstGeom prst="rect">
                <a:avLst/>
              </a:prstGeom>
              <a:solidFill>
                <a:schemeClr val="bg1"/>
              </a:solidFill>
              <a:ln w="9525">
                <a:noFill/>
                <a:miter lim="800000"/>
                <a:headEnd/>
                <a:tailEnd/>
              </a:ln>
            </p:spPr>
            <p:txBody>
              <a:bodyPr wrap="none" anchor="ctr"/>
              <a:lstStyle/>
              <a:p>
                <a:endParaRPr lang="en-US"/>
              </a:p>
            </p:txBody>
          </p:sp>
          <p:sp>
            <p:nvSpPr>
              <p:cNvPr id="3103" name="Rectangle 7"/>
              <p:cNvSpPr>
                <a:spLocks noChangeArrowheads="1"/>
              </p:cNvSpPr>
              <p:nvPr/>
            </p:nvSpPr>
            <p:spPr bwMode="auto">
              <a:xfrm>
                <a:off x="624" y="2304"/>
                <a:ext cx="672" cy="240"/>
              </a:xfrm>
              <a:prstGeom prst="rect">
                <a:avLst/>
              </a:prstGeom>
              <a:solidFill>
                <a:schemeClr val="bg1"/>
              </a:solidFill>
              <a:ln w="9525">
                <a:noFill/>
                <a:miter lim="800000"/>
                <a:headEnd/>
                <a:tailEnd/>
              </a:ln>
            </p:spPr>
            <p:txBody>
              <a:bodyPr wrap="none" anchor="ctr"/>
              <a:lstStyle/>
              <a:p>
                <a:endParaRPr lang="en-US"/>
              </a:p>
            </p:txBody>
          </p:sp>
          <p:sp>
            <p:nvSpPr>
              <p:cNvPr id="3104" name="Rectangle 8"/>
              <p:cNvSpPr>
                <a:spLocks noChangeArrowheads="1"/>
              </p:cNvSpPr>
              <p:nvPr/>
            </p:nvSpPr>
            <p:spPr bwMode="auto">
              <a:xfrm>
                <a:off x="624" y="2592"/>
                <a:ext cx="672" cy="240"/>
              </a:xfrm>
              <a:prstGeom prst="rect">
                <a:avLst/>
              </a:prstGeom>
              <a:solidFill>
                <a:schemeClr val="bg1"/>
              </a:solidFill>
              <a:ln w="9525">
                <a:noFill/>
                <a:miter lim="800000"/>
                <a:headEnd/>
                <a:tailEnd/>
              </a:ln>
            </p:spPr>
            <p:txBody>
              <a:bodyPr wrap="none" anchor="ctr"/>
              <a:lstStyle/>
              <a:p>
                <a:endParaRPr lang="en-US"/>
              </a:p>
            </p:txBody>
          </p:sp>
          <p:sp>
            <p:nvSpPr>
              <p:cNvPr id="3105" name="Rectangle 9"/>
              <p:cNvSpPr>
                <a:spLocks noChangeArrowheads="1"/>
              </p:cNvSpPr>
              <p:nvPr/>
            </p:nvSpPr>
            <p:spPr bwMode="auto">
              <a:xfrm>
                <a:off x="576" y="3008"/>
                <a:ext cx="672" cy="240"/>
              </a:xfrm>
              <a:prstGeom prst="rect">
                <a:avLst/>
              </a:prstGeom>
              <a:solidFill>
                <a:schemeClr val="bg1"/>
              </a:solidFill>
              <a:ln w="9525">
                <a:noFill/>
                <a:miter lim="800000"/>
                <a:headEnd/>
                <a:tailEnd/>
              </a:ln>
            </p:spPr>
            <p:txBody>
              <a:bodyPr wrap="none" anchor="ctr"/>
              <a:lstStyle/>
              <a:p>
                <a:endParaRPr lang="en-US"/>
              </a:p>
            </p:txBody>
          </p:sp>
        </p:grpSp>
        <p:grpSp>
          <p:nvGrpSpPr>
            <p:cNvPr id="4" name="Group 17"/>
            <p:cNvGrpSpPr>
              <a:grpSpLocks/>
            </p:cNvGrpSpPr>
            <p:nvPr/>
          </p:nvGrpSpPr>
          <p:grpSpPr bwMode="auto">
            <a:xfrm>
              <a:off x="4272" y="144"/>
              <a:ext cx="912" cy="3552"/>
              <a:chOff x="4272" y="144"/>
              <a:chExt cx="912" cy="3552"/>
            </a:xfrm>
          </p:grpSpPr>
          <p:sp>
            <p:nvSpPr>
              <p:cNvPr id="3094" name="Rectangle 4"/>
              <p:cNvSpPr>
                <a:spLocks noChangeArrowheads="1"/>
              </p:cNvSpPr>
              <p:nvPr/>
            </p:nvSpPr>
            <p:spPr bwMode="auto">
              <a:xfrm>
                <a:off x="4416" y="144"/>
                <a:ext cx="672" cy="240"/>
              </a:xfrm>
              <a:prstGeom prst="rect">
                <a:avLst/>
              </a:prstGeom>
              <a:solidFill>
                <a:schemeClr val="bg1"/>
              </a:solidFill>
              <a:ln w="9525">
                <a:noFill/>
                <a:miter lim="800000"/>
                <a:headEnd/>
                <a:tailEnd/>
              </a:ln>
            </p:spPr>
            <p:txBody>
              <a:bodyPr wrap="none" anchor="ctr"/>
              <a:lstStyle/>
              <a:p>
                <a:endParaRPr lang="en-US"/>
              </a:p>
            </p:txBody>
          </p:sp>
          <p:sp>
            <p:nvSpPr>
              <p:cNvPr id="3095" name="Rectangle 10"/>
              <p:cNvSpPr>
                <a:spLocks noChangeArrowheads="1"/>
              </p:cNvSpPr>
              <p:nvPr/>
            </p:nvSpPr>
            <p:spPr bwMode="auto">
              <a:xfrm>
                <a:off x="4464" y="1344"/>
                <a:ext cx="672" cy="240"/>
              </a:xfrm>
              <a:prstGeom prst="rect">
                <a:avLst/>
              </a:prstGeom>
              <a:solidFill>
                <a:schemeClr val="bg1"/>
              </a:solidFill>
              <a:ln w="9525">
                <a:noFill/>
                <a:miter lim="800000"/>
                <a:headEnd/>
                <a:tailEnd/>
              </a:ln>
            </p:spPr>
            <p:txBody>
              <a:bodyPr wrap="none" anchor="ctr"/>
              <a:lstStyle/>
              <a:p>
                <a:endParaRPr lang="en-US"/>
              </a:p>
            </p:txBody>
          </p:sp>
          <p:sp>
            <p:nvSpPr>
              <p:cNvPr id="3096" name="Rectangle 11"/>
              <p:cNvSpPr>
                <a:spLocks noChangeArrowheads="1"/>
              </p:cNvSpPr>
              <p:nvPr/>
            </p:nvSpPr>
            <p:spPr bwMode="auto">
              <a:xfrm>
                <a:off x="4512" y="2064"/>
                <a:ext cx="672" cy="240"/>
              </a:xfrm>
              <a:prstGeom prst="rect">
                <a:avLst/>
              </a:prstGeom>
              <a:solidFill>
                <a:schemeClr val="bg1"/>
              </a:solidFill>
              <a:ln w="9525">
                <a:noFill/>
                <a:miter lim="800000"/>
                <a:headEnd/>
                <a:tailEnd/>
              </a:ln>
            </p:spPr>
            <p:txBody>
              <a:bodyPr wrap="none" anchor="ctr"/>
              <a:lstStyle/>
              <a:p>
                <a:endParaRPr lang="en-US"/>
              </a:p>
            </p:txBody>
          </p:sp>
          <p:sp>
            <p:nvSpPr>
              <p:cNvPr id="3097" name="Rectangle 12"/>
              <p:cNvSpPr>
                <a:spLocks noChangeArrowheads="1"/>
              </p:cNvSpPr>
              <p:nvPr/>
            </p:nvSpPr>
            <p:spPr bwMode="auto">
              <a:xfrm>
                <a:off x="4272" y="2352"/>
                <a:ext cx="672" cy="384"/>
              </a:xfrm>
              <a:prstGeom prst="rect">
                <a:avLst/>
              </a:prstGeom>
              <a:solidFill>
                <a:schemeClr val="bg1"/>
              </a:solidFill>
              <a:ln w="9525">
                <a:noFill/>
                <a:miter lim="800000"/>
                <a:headEnd/>
                <a:tailEnd/>
              </a:ln>
            </p:spPr>
            <p:txBody>
              <a:bodyPr wrap="none" anchor="ctr"/>
              <a:lstStyle/>
              <a:p>
                <a:endParaRPr lang="en-US"/>
              </a:p>
            </p:txBody>
          </p:sp>
          <p:sp>
            <p:nvSpPr>
              <p:cNvPr id="3098" name="Rectangle 13"/>
              <p:cNvSpPr>
                <a:spLocks noChangeArrowheads="1"/>
              </p:cNvSpPr>
              <p:nvPr/>
            </p:nvSpPr>
            <p:spPr bwMode="auto">
              <a:xfrm>
                <a:off x="4320" y="2784"/>
                <a:ext cx="672" cy="384"/>
              </a:xfrm>
              <a:prstGeom prst="rect">
                <a:avLst/>
              </a:prstGeom>
              <a:solidFill>
                <a:schemeClr val="bg1"/>
              </a:solidFill>
              <a:ln w="9525">
                <a:noFill/>
                <a:miter lim="800000"/>
                <a:headEnd/>
                <a:tailEnd/>
              </a:ln>
            </p:spPr>
            <p:txBody>
              <a:bodyPr wrap="none" anchor="ctr"/>
              <a:lstStyle/>
              <a:p>
                <a:endParaRPr lang="en-US"/>
              </a:p>
            </p:txBody>
          </p:sp>
          <p:sp>
            <p:nvSpPr>
              <p:cNvPr id="3099" name="Rectangle 14"/>
              <p:cNvSpPr>
                <a:spLocks noChangeArrowheads="1"/>
              </p:cNvSpPr>
              <p:nvPr/>
            </p:nvSpPr>
            <p:spPr bwMode="auto">
              <a:xfrm>
                <a:off x="4512" y="3312"/>
                <a:ext cx="672" cy="384"/>
              </a:xfrm>
              <a:prstGeom prst="rect">
                <a:avLst/>
              </a:prstGeom>
              <a:solidFill>
                <a:schemeClr val="bg1"/>
              </a:solidFill>
              <a:ln w="9525">
                <a:noFill/>
                <a:miter lim="800000"/>
                <a:headEnd/>
                <a:tailEnd/>
              </a:ln>
            </p:spPr>
            <p:txBody>
              <a:bodyPr wrap="none" anchor="ctr"/>
              <a:lstStyle/>
              <a:p>
                <a:endParaRPr lang="en-US"/>
              </a:p>
            </p:txBody>
          </p:sp>
        </p:grpSp>
      </p:grpSp>
      <p:sp>
        <p:nvSpPr>
          <p:cNvPr id="8211" name="Text Box 19"/>
          <p:cNvSpPr txBox="1">
            <a:spLocks noChangeArrowheads="1"/>
          </p:cNvSpPr>
          <p:nvPr/>
        </p:nvSpPr>
        <p:spPr bwMode="auto">
          <a:xfrm>
            <a:off x="609600" y="685800"/>
            <a:ext cx="1828800" cy="457200"/>
          </a:xfrm>
          <a:prstGeom prst="rect">
            <a:avLst/>
          </a:prstGeom>
          <a:noFill/>
          <a:ln w="9525">
            <a:noFill/>
            <a:miter lim="800000"/>
            <a:headEnd/>
            <a:tailEnd/>
          </a:ln>
        </p:spPr>
        <p:txBody>
          <a:bodyPr>
            <a:spAutoFit/>
          </a:bodyPr>
          <a:lstStyle/>
          <a:p>
            <a:pPr>
              <a:spcBef>
                <a:spcPct val="50000"/>
              </a:spcBef>
            </a:pPr>
            <a:r>
              <a:rPr lang="en-US"/>
              <a:t>Body Tube</a:t>
            </a:r>
          </a:p>
        </p:txBody>
      </p:sp>
      <p:sp>
        <p:nvSpPr>
          <p:cNvPr id="8212" name="Text Box 20"/>
          <p:cNvSpPr txBox="1">
            <a:spLocks noChangeArrowheads="1"/>
          </p:cNvSpPr>
          <p:nvPr/>
        </p:nvSpPr>
        <p:spPr bwMode="auto">
          <a:xfrm>
            <a:off x="685800" y="1828800"/>
            <a:ext cx="1828800" cy="457200"/>
          </a:xfrm>
          <a:prstGeom prst="rect">
            <a:avLst/>
          </a:prstGeom>
          <a:noFill/>
          <a:ln w="9525">
            <a:noFill/>
            <a:miter lim="800000"/>
            <a:headEnd/>
            <a:tailEnd/>
          </a:ln>
        </p:spPr>
        <p:txBody>
          <a:bodyPr>
            <a:spAutoFit/>
          </a:bodyPr>
          <a:lstStyle/>
          <a:p>
            <a:pPr>
              <a:spcBef>
                <a:spcPct val="50000"/>
              </a:spcBef>
            </a:pPr>
            <a:r>
              <a:rPr lang="en-US"/>
              <a:t>Nosepiece</a:t>
            </a:r>
          </a:p>
        </p:txBody>
      </p:sp>
      <p:sp>
        <p:nvSpPr>
          <p:cNvPr id="8213" name="Text Box 21"/>
          <p:cNvSpPr txBox="1">
            <a:spLocks noChangeArrowheads="1"/>
          </p:cNvSpPr>
          <p:nvPr/>
        </p:nvSpPr>
        <p:spPr bwMode="auto">
          <a:xfrm>
            <a:off x="609600" y="2400300"/>
            <a:ext cx="2057400" cy="457200"/>
          </a:xfrm>
          <a:prstGeom prst="rect">
            <a:avLst/>
          </a:prstGeom>
          <a:noFill/>
          <a:ln w="9525">
            <a:noFill/>
            <a:miter lim="800000"/>
            <a:headEnd/>
            <a:tailEnd/>
          </a:ln>
        </p:spPr>
        <p:txBody>
          <a:bodyPr>
            <a:spAutoFit/>
          </a:bodyPr>
          <a:lstStyle/>
          <a:p>
            <a:pPr>
              <a:spcBef>
                <a:spcPct val="50000"/>
              </a:spcBef>
            </a:pPr>
            <a:r>
              <a:rPr lang="en-US"/>
              <a:t>Objectives</a:t>
            </a:r>
            <a:endParaRPr lang="en-US" sz="1400" i="1"/>
          </a:p>
        </p:txBody>
      </p:sp>
      <p:sp>
        <p:nvSpPr>
          <p:cNvPr id="8214" name="Text Box 22"/>
          <p:cNvSpPr txBox="1">
            <a:spLocks noChangeArrowheads="1"/>
          </p:cNvSpPr>
          <p:nvPr/>
        </p:nvSpPr>
        <p:spPr bwMode="auto">
          <a:xfrm>
            <a:off x="558800" y="3568700"/>
            <a:ext cx="1828800" cy="457200"/>
          </a:xfrm>
          <a:prstGeom prst="rect">
            <a:avLst/>
          </a:prstGeom>
          <a:noFill/>
          <a:ln w="9525">
            <a:noFill/>
            <a:miter lim="800000"/>
            <a:headEnd/>
            <a:tailEnd/>
          </a:ln>
        </p:spPr>
        <p:txBody>
          <a:bodyPr>
            <a:spAutoFit/>
          </a:bodyPr>
          <a:lstStyle/>
          <a:p>
            <a:pPr>
              <a:spcBef>
                <a:spcPct val="50000"/>
              </a:spcBef>
            </a:pPr>
            <a:r>
              <a:rPr lang="en-US"/>
              <a:t>Stage Clips</a:t>
            </a:r>
          </a:p>
        </p:txBody>
      </p:sp>
      <p:sp>
        <p:nvSpPr>
          <p:cNvPr id="8216" name="Text Box 24"/>
          <p:cNvSpPr txBox="1">
            <a:spLocks noChangeArrowheads="1"/>
          </p:cNvSpPr>
          <p:nvPr/>
        </p:nvSpPr>
        <p:spPr bwMode="auto">
          <a:xfrm>
            <a:off x="723900" y="4673600"/>
            <a:ext cx="1828800" cy="457200"/>
          </a:xfrm>
          <a:prstGeom prst="rect">
            <a:avLst/>
          </a:prstGeom>
          <a:noFill/>
          <a:ln w="9525">
            <a:noFill/>
            <a:miter lim="800000"/>
            <a:headEnd/>
            <a:tailEnd/>
          </a:ln>
        </p:spPr>
        <p:txBody>
          <a:bodyPr>
            <a:spAutoFit/>
          </a:bodyPr>
          <a:lstStyle/>
          <a:p>
            <a:pPr algn="ctr">
              <a:spcBef>
                <a:spcPct val="50000"/>
              </a:spcBef>
            </a:pPr>
            <a:r>
              <a:rPr lang="en-US"/>
              <a:t>Light</a:t>
            </a:r>
          </a:p>
        </p:txBody>
      </p:sp>
      <p:sp>
        <p:nvSpPr>
          <p:cNvPr id="8217" name="Text Box 25"/>
          <p:cNvSpPr txBox="1">
            <a:spLocks noChangeArrowheads="1"/>
          </p:cNvSpPr>
          <p:nvPr/>
        </p:nvSpPr>
        <p:spPr bwMode="auto">
          <a:xfrm>
            <a:off x="7086600" y="152400"/>
            <a:ext cx="1828800" cy="822325"/>
          </a:xfrm>
          <a:prstGeom prst="rect">
            <a:avLst/>
          </a:prstGeom>
          <a:noFill/>
          <a:ln w="9525">
            <a:noFill/>
            <a:miter lim="800000"/>
            <a:headEnd/>
            <a:tailEnd/>
          </a:ln>
        </p:spPr>
        <p:txBody>
          <a:bodyPr>
            <a:spAutoFit/>
          </a:bodyPr>
          <a:lstStyle/>
          <a:p>
            <a:pPr>
              <a:spcBef>
                <a:spcPct val="50000"/>
              </a:spcBef>
            </a:pPr>
            <a:r>
              <a:rPr lang="en-US"/>
              <a:t>Ocular lens</a:t>
            </a:r>
            <a:br>
              <a:rPr lang="en-US"/>
            </a:br>
            <a:r>
              <a:rPr lang="en-US"/>
              <a:t>(Eyepiece)</a:t>
            </a:r>
          </a:p>
        </p:txBody>
      </p:sp>
      <p:sp>
        <p:nvSpPr>
          <p:cNvPr id="8218" name="Text Box 26"/>
          <p:cNvSpPr txBox="1">
            <a:spLocks noChangeArrowheads="1"/>
          </p:cNvSpPr>
          <p:nvPr/>
        </p:nvSpPr>
        <p:spPr bwMode="auto">
          <a:xfrm>
            <a:off x="7086600" y="2133600"/>
            <a:ext cx="1828800" cy="457200"/>
          </a:xfrm>
          <a:prstGeom prst="rect">
            <a:avLst/>
          </a:prstGeom>
          <a:noFill/>
          <a:ln w="9525">
            <a:noFill/>
            <a:miter lim="800000"/>
            <a:headEnd/>
            <a:tailEnd/>
          </a:ln>
        </p:spPr>
        <p:txBody>
          <a:bodyPr>
            <a:spAutoFit/>
          </a:bodyPr>
          <a:lstStyle/>
          <a:p>
            <a:pPr>
              <a:spcBef>
                <a:spcPct val="50000"/>
              </a:spcBef>
            </a:pPr>
            <a:r>
              <a:rPr lang="en-US"/>
              <a:t>Arm</a:t>
            </a:r>
          </a:p>
        </p:txBody>
      </p:sp>
      <p:sp>
        <p:nvSpPr>
          <p:cNvPr id="8219" name="Text Box 27"/>
          <p:cNvSpPr txBox="1">
            <a:spLocks noChangeArrowheads="1"/>
          </p:cNvSpPr>
          <p:nvPr/>
        </p:nvSpPr>
        <p:spPr bwMode="auto">
          <a:xfrm>
            <a:off x="7086600" y="3200400"/>
            <a:ext cx="1828800" cy="457200"/>
          </a:xfrm>
          <a:prstGeom prst="rect">
            <a:avLst/>
          </a:prstGeom>
          <a:noFill/>
          <a:ln w="9525">
            <a:noFill/>
            <a:miter lim="800000"/>
            <a:headEnd/>
            <a:tailEnd/>
          </a:ln>
        </p:spPr>
        <p:txBody>
          <a:bodyPr>
            <a:spAutoFit/>
          </a:bodyPr>
          <a:lstStyle/>
          <a:p>
            <a:pPr>
              <a:spcBef>
                <a:spcPct val="50000"/>
              </a:spcBef>
            </a:pPr>
            <a:r>
              <a:rPr lang="en-US"/>
              <a:t>Stage</a:t>
            </a:r>
          </a:p>
        </p:txBody>
      </p:sp>
      <p:sp>
        <p:nvSpPr>
          <p:cNvPr id="8220" name="Text Box 28"/>
          <p:cNvSpPr txBox="1">
            <a:spLocks noChangeArrowheads="1"/>
          </p:cNvSpPr>
          <p:nvPr/>
        </p:nvSpPr>
        <p:spPr bwMode="auto">
          <a:xfrm>
            <a:off x="6172200" y="3733800"/>
            <a:ext cx="2590800" cy="457200"/>
          </a:xfrm>
          <a:prstGeom prst="rect">
            <a:avLst/>
          </a:prstGeom>
          <a:noFill/>
          <a:ln w="9525">
            <a:noFill/>
            <a:miter lim="800000"/>
            <a:headEnd/>
            <a:tailEnd/>
          </a:ln>
        </p:spPr>
        <p:txBody>
          <a:bodyPr>
            <a:spAutoFit/>
          </a:bodyPr>
          <a:lstStyle/>
          <a:p>
            <a:pPr>
              <a:spcBef>
                <a:spcPct val="50000"/>
              </a:spcBef>
            </a:pPr>
            <a:r>
              <a:rPr lang="en-US"/>
              <a:t>Coarse Adjustment</a:t>
            </a:r>
          </a:p>
        </p:txBody>
      </p:sp>
      <p:sp>
        <p:nvSpPr>
          <p:cNvPr id="8221" name="Text Box 29"/>
          <p:cNvSpPr txBox="1">
            <a:spLocks noChangeArrowheads="1"/>
          </p:cNvSpPr>
          <p:nvPr/>
        </p:nvSpPr>
        <p:spPr bwMode="auto">
          <a:xfrm>
            <a:off x="6172200" y="4511675"/>
            <a:ext cx="2590800" cy="457200"/>
          </a:xfrm>
          <a:prstGeom prst="rect">
            <a:avLst/>
          </a:prstGeom>
          <a:noFill/>
          <a:ln w="9525">
            <a:noFill/>
            <a:miter lim="800000"/>
            <a:headEnd/>
            <a:tailEnd/>
          </a:ln>
        </p:spPr>
        <p:txBody>
          <a:bodyPr>
            <a:spAutoFit/>
          </a:bodyPr>
          <a:lstStyle/>
          <a:p>
            <a:pPr>
              <a:spcBef>
                <a:spcPct val="50000"/>
              </a:spcBef>
            </a:pPr>
            <a:r>
              <a:rPr lang="en-US"/>
              <a:t>Fine Adjustment</a:t>
            </a:r>
          </a:p>
        </p:txBody>
      </p:sp>
      <p:grpSp>
        <p:nvGrpSpPr>
          <p:cNvPr id="5" name="Group 33"/>
          <p:cNvGrpSpPr>
            <a:grpSpLocks/>
          </p:cNvGrpSpPr>
          <p:nvPr/>
        </p:nvGrpSpPr>
        <p:grpSpPr bwMode="auto">
          <a:xfrm>
            <a:off x="228600" y="5372100"/>
            <a:ext cx="8432800" cy="1317625"/>
            <a:chOff x="144" y="3384"/>
            <a:chExt cx="5312" cy="830"/>
          </a:xfrm>
        </p:grpSpPr>
        <p:sp>
          <p:nvSpPr>
            <p:cNvPr id="3090" name="Text Box 15"/>
            <p:cNvSpPr txBox="1">
              <a:spLocks noChangeArrowheads="1"/>
            </p:cNvSpPr>
            <p:nvPr/>
          </p:nvSpPr>
          <p:spPr bwMode="auto">
            <a:xfrm>
              <a:off x="144" y="3696"/>
              <a:ext cx="3792" cy="518"/>
            </a:xfrm>
            <a:prstGeom prst="rect">
              <a:avLst/>
            </a:prstGeom>
            <a:solidFill>
              <a:srgbClr val="FFCC00"/>
            </a:solidFill>
            <a:ln w="9525">
              <a:noFill/>
              <a:miter lim="800000"/>
              <a:headEnd/>
              <a:tailEnd/>
            </a:ln>
          </p:spPr>
          <p:txBody>
            <a:bodyPr>
              <a:spAutoFit/>
            </a:bodyPr>
            <a:lstStyle/>
            <a:p>
              <a:pPr algn="ctr">
                <a:spcBef>
                  <a:spcPct val="50000"/>
                </a:spcBef>
              </a:pPr>
              <a:r>
                <a:rPr lang="en-US"/>
                <a:t>Always carry a microscope with one hand holding the </a:t>
              </a:r>
              <a:r>
                <a:rPr lang="en-US" b="1"/>
                <a:t>arm</a:t>
              </a:r>
              <a:r>
                <a:rPr lang="en-US"/>
                <a:t> and one hand under the </a:t>
              </a:r>
              <a:r>
                <a:rPr lang="en-US" b="1"/>
                <a:t>base</a:t>
              </a:r>
              <a:r>
                <a:rPr lang="en-US"/>
                <a:t>.</a:t>
              </a:r>
            </a:p>
          </p:txBody>
        </p:sp>
        <p:sp>
          <p:nvSpPr>
            <p:cNvPr id="3091" name="Text Box 30"/>
            <p:cNvSpPr txBox="1">
              <a:spLocks noChangeArrowheads="1"/>
            </p:cNvSpPr>
            <p:nvPr/>
          </p:nvSpPr>
          <p:spPr bwMode="auto">
            <a:xfrm>
              <a:off x="4448" y="3384"/>
              <a:ext cx="1008" cy="288"/>
            </a:xfrm>
            <a:prstGeom prst="rect">
              <a:avLst/>
            </a:prstGeom>
            <a:noFill/>
            <a:ln w="9525">
              <a:noFill/>
              <a:miter lim="800000"/>
              <a:headEnd/>
              <a:tailEnd/>
            </a:ln>
          </p:spPr>
          <p:txBody>
            <a:bodyPr>
              <a:spAutoFit/>
            </a:bodyPr>
            <a:lstStyle/>
            <a:p>
              <a:pPr>
                <a:spcBef>
                  <a:spcPct val="50000"/>
                </a:spcBef>
              </a:pPr>
              <a:r>
                <a:rPr lang="en-US"/>
                <a:t> Base</a:t>
              </a:r>
            </a:p>
          </p:txBody>
        </p:sp>
      </p:grpSp>
      <p:grpSp>
        <p:nvGrpSpPr>
          <p:cNvPr id="6" name="Group 32"/>
          <p:cNvGrpSpPr>
            <a:grpSpLocks/>
          </p:cNvGrpSpPr>
          <p:nvPr/>
        </p:nvGrpSpPr>
        <p:grpSpPr bwMode="auto">
          <a:xfrm>
            <a:off x="500063" y="4064000"/>
            <a:ext cx="3505200" cy="660400"/>
            <a:chOff x="315" y="2560"/>
            <a:chExt cx="2208" cy="416"/>
          </a:xfrm>
        </p:grpSpPr>
        <p:sp>
          <p:nvSpPr>
            <p:cNvPr id="3088" name="Text Box 23"/>
            <p:cNvSpPr txBox="1">
              <a:spLocks noChangeArrowheads="1"/>
            </p:cNvSpPr>
            <p:nvPr/>
          </p:nvSpPr>
          <p:spPr bwMode="auto">
            <a:xfrm>
              <a:off x="336" y="2560"/>
              <a:ext cx="1152" cy="288"/>
            </a:xfrm>
            <a:prstGeom prst="rect">
              <a:avLst/>
            </a:prstGeom>
            <a:noFill/>
            <a:ln w="9525">
              <a:noFill/>
              <a:miter lim="800000"/>
              <a:headEnd/>
              <a:tailEnd/>
            </a:ln>
          </p:spPr>
          <p:txBody>
            <a:bodyPr>
              <a:spAutoFit/>
            </a:bodyPr>
            <a:lstStyle/>
            <a:p>
              <a:pPr>
                <a:spcBef>
                  <a:spcPct val="50000"/>
                </a:spcBef>
              </a:pPr>
              <a:r>
                <a:rPr lang="en-US"/>
                <a:t>Diaphragm</a:t>
              </a:r>
            </a:p>
          </p:txBody>
        </p:sp>
        <p:sp>
          <p:nvSpPr>
            <p:cNvPr id="3089" name="Text Box 31"/>
            <p:cNvSpPr txBox="1">
              <a:spLocks noChangeArrowheads="1"/>
            </p:cNvSpPr>
            <p:nvPr/>
          </p:nvSpPr>
          <p:spPr bwMode="auto">
            <a:xfrm>
              <a:off x="315" y="2784"/>
              <a:ext cx="2208" cy="192"/>
            </a:xfrm>
            <a:prstGeom prst="rect">
              <a:avLst/>
            </a:prstGeom>
            <a:noFill/>
            <a:ln w="9525">
              <a:noFill/>
              <a:miter lim="800000"/>
              <a:headEnd/>
              <a:tailEnd/>
            </a:ln>
          </p:spPr>
          <p:txBody>
            <a:bodyPr>
              <a:spAutoFit/>
            </a:bodyPr>
            <a:lstStyle/>
            <a:p>
              <a:pPr algn="ctr">
                <a:spcBef>
                  <a:spcPct val="50000"/>
                </a:spcBef>
              </a:pPr>
              <a:endParaRPr lang="en-US" sz="1400"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2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2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2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2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2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2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1" grpId="0"/>
      <p:bldP spid="8212" grpId="0"/>
      <p:bldP spid="8213" grpId="0"/>
      <p:bldP spid="8214" grpId="0"/>
      <p:bldP spid="8216" grpId="0"/>
      <p:bldP spid="8217" grpId="0"/>
      <p:bldP spid="8218" grpId="0"/>
      <p:bldP spid="8219" grpId="0"/>
      <p:bldP spid="8220" grpId="0"/>
      <p:bldP spid="8221"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8674" name="Picture 5" descr="C:\My Documents\My Pictures\MICRO.gif"/>
          <p:cNvPicPr>
            <a:picLocks noChangeAspect="1" noChangeArrowheads="1"/>
          </p:cNvPicPr>
          <p:nvPr/>
        </p:nvPicPr>
        <p:blipFill>
          <a:blip r:embed="rId3"/>
          <a:srcRect l="4510" r="16541"/>
          <a:stretch>
            <a:fillRect/>
          </a:stretch>
        </p:blipFill>
        <p:spPr bwMode="auto">
          <a:xfrm>
            <a:off x="990600" y="2133600"/>
            <a:ext cx="2667000" cy="4343400"/>
          </a:xfrm>
          <a:prstGeom prst="rect">
            <a:avLst/>
          </a:prstGeom>
          <a:noFill/>
          <a:ln w="9525">
            <a:noFill/>
            <a:miter lim="800000"/>
            <a:headEnd/>
            <a:tailEnd/>
          </a:ln>
        </p:spPr>
      </p:pic>
      <p:sp>
        <p:nvSpPr>
          <p:cNvPr id="28675" name="Text Box 6"/>
          <p:cNvSpPr txBox="1">
            <a:spLocks noChangeArrowheads="1"/>
          </p:cNvSpPr>
          <p:nvPr/>
        </p:nvSpPr>
        <p:spPr bwMode="auto">
          <a:xfrm>
            <a:off x="3581400" y="2000240"/>
            <a:ext cx="2098651" cy="461665"/>
          </a:xfrm>
          <a:prstGeom prst="rect">
            <a:avLst/>
          </a:prstGeom>
          <a:noFill/>
          <a:ln w="9525">
            <a:noFill/>
            <a:miter lim="800000"/>
            <a:headEnd/>
            <a:tailEnd/>
          </a:ln>
        </p:spPr>
        <p:txBody>
          <a:bodyPr wrap="none">
            <a:spAutoFit/>
          </a:bodyPr>
          <a:lstStyle/>
          <a:p>
            <a:r>
              <a:rPr lang="en-US" sz="2400" dirty="0">
                <a:solidFill>
                  <a:srgbClr val="FF0000"/>
                </a:solidFill>
                <a:latin typeface="Arial Black" pitchFamily="34" charset="0"/>
              </a:rPr>
              <a:t>ocular lens</a:t>
            </a:r>
          </a:p>
        </p:txBody>
      </p:sp>
      <p:sp>
        <p:nvSpPr>
          <p:cNvPr id="28676"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ocular lens</a:t>
            </a:r>
          </a:p>
        </p:txBody>
      </p:sp>
      <p:sp>
        <p:nvSpPr>
          <p:cNvPr id="28677" name="TextBox 15"/>
          <p:cNvSpPr txBox="1">
            <a:spLocks noChangeArrowheads="1"/>
          </p:cNvSpPr>
          <p:nvPr/>
        </p:nvSpPr>
        <p:spPr bwMode="auto">
          <a:xfrm>
            <a:off x="4143372" y="3071810"/>
            <a:ext cx="4800600" cy="3416320"/>
          </a:xfrm>
          <a:prstGeom prst="rect">
            <a:avLst/>
          </a:prstGeom>
          <a:noFill/>
          <a:ln w="9525">
            <a:noFill/>
            <a:miter lim="800000"/>
            <a:headEnd/>
            <a:tailEnd/>
          </a:ln>
        </p:spPr>
        <p:txBody>
          <a:bodyPr>
            <a:spAutoFit/>
          </a:bodyPr>
          <a:lstStyle/>
          <a:p>
            <a:r>
              <a:rPr lang="en-US" sz="3600" dirty="0"/>
              <a:t>Magnifies; where you look through to see the image of your specimen. They are usually 10X power.</a:t>
            </a:r>
          </a:p>
          <a:p>
            <a:r>
              <a:rPr lang="en-US" sz="3600" dirty="0"/>
              <a:t> </a:t>
            </a: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9698" name="Picture 5" descr="C:\My Documents\My Pictures\MICRO.gif"/>
          <p:cNvPicPr>
            <a:picLocks noChangeAspect="1" noChangeArrowheads="1"/>
          </p:cNvPicPr>
          <p:nvPr/>
        </p:nvPicPr>
        <p:blipFill>
          <a:blip r:embed="rId3"/>
          <a:srcRect l="4510" r="16541"/>
          <a:stretch>
            <a:fillRect/>
          </a:stretch>
        </p:blipFill>
        <p:spPr bwMode="auto">
          <a:xfrm>
            <a:off x="990600" y="2133600"/>
            <a:ext cx="2667000" cy="4343400"/>
          </a:xfrm>
          <a:prstGeom prst="rect">
            <a:avLst/>
          </a:prstGeom>
          <a:noFill/>
          <a:ln w="9525">
            <a:noFill/>
            <a:miter lim="800000"/>
            <a:headEnd/>
            <a:tailEnd/>
          </a:ln>
        </p:spPr>
      </p:pic>
      <p:sp>
        <p:nvSpPr>
          <p:cNvPr id="29699" name="Text Box 6"/>
          <p:cNvSpPr txBox="1">
            <a:spLocks noChangeArrowheads="1"/>
          </p:cNvSpPr>
          <p:nvPr/>
        </p:nvSpPr>
        <p:spPr bwMode="auto">
          <a:xfrm>
            <a:off x="3581400" y="3357562"/>
            <a:ext cx="844077" cy="461665"/>
          </a:xfrm>
          <a:prstGeom prst="rect">
            <a:avLst/>
          </a:prstGeom>
          <a:noFill/>
          <a:ln w="9525">
            <a:noFill/>
            <a:miter lim="800000"/>
            <a:headEnd/>
            <a:tailEnd/>
          </a:ln>
        </p:spPr>
        <p:txBody>
          <a:bodyPr wrap="none">
            <a:spAutoFit/>
          </a:bodyPr>
          <a:lstStyle/>
          <a:p>
            <a:r>
              <a:rPr lang="en-US" sz="2400" dirty="0">
                <a:solidFill>
                  <a:srgbClr val="FF0000"/>
                </a:solidFill>
                <a:latin typeface="Arial Black" pitchFamily="34" charset="0"/>
              </a:rPr>
              <a:t>arm</a:t>
            </a:r>
          </a:p>
        </p:txBody>
      </p:sp>
      <p:sp>
        <p:nvSpPr>
          <p:cNvPr id="29700"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arm</a:t>
            </a:r>
          </a:p>
        </p:txBody>
      </p:sp>
      <p:sp>
        <p:nvSpPr>
          <p:cNvPr id="29701" name="TextBox 15"/>
          <p:cNvSpPr txBox="1">
            <a:spLocks noChangeArrowheads="1"/>
          </p:cNvSpPr>
          <p:nvPr/>
        </p:nvSpPr>
        <p:spPr bwMode="auto">
          <a:xfrm>
            <a:off x="4572000" y="4143380"/>
            <a:ext cx="4114800" cy="1754188"/>
          </a:xfrm>
          <a:prstGeom prst="rect">
            <a:avLst/>
          </a:prstGeom>
          <a:noFill/>
          <a:ln w="9525">
            <a:noFill/>
            <a:miter lim="800000"/>
            <a:headEnd/>
            <a:tailEnd/>
          </a:ln>
        </p:spPr>
        <p:txBody>
          <a:bodyPr>
            <a:spAutoFit/>
          </a:bodyPr>
          <a:lstStyle/>
          <a:p>
            <a:r>
              <a:rPr lang="en-US" sz="3600" dirty="0"/>
              <a:t>Supports the tube and connects it to the base</a:t>
            </a: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0722" name="Picture 5" descr="C:\My Documents\My Pictures\MICRO.gif"/>
          <p:cNvPicPr>
            <a:picLocks noChangeAspect="1" noChangeArrowheads="1"/>
          </p:cNvPicPr>
          <p:nvPr/>
        </p:nvPicPr>
        <p:blipFill>
          <a:blip r:embed="rId3"/>
          <a:srcRect l="4510" r="16541"/>
          <a:stretch>
            <a:fillRect/>
          </a:stretch>
        </p:blipFill>
        <p:spPr bwMode="auto">
          <a:xfrm>
            <a:off x="990600" y="2133600"/>
            <a:ext cx="2667000" cy="4343400"/>
          </a:xfrm>
          <a:prstGeom prst="rect">
            <a:avLst/>
          </a:prstGeom>
          <a:noFill/>
          <a:ln w="9525">
            <a:noFill/>
            <a:miter lim="800000"/>
            <a:headEnd/>
            <a:tailEnd/>
          </a:ln>
        </p:spPr>
      </p:pic>
      <p:sp>
        <p:nvSpPr>
          <p:cNvPr id="30723" name="Text Box 6"/>
          <p:cNvSpPr txBox="1">
            <a:spLocks noChangeArrowheads="1"/>
          </p:cNvSpPr>
          <p:nvPr/>
        </p:nvSpPr>
        <p:spPr bwMode="auto">
          <a:xfrm>
            <a:off x="3581400" y="4071942"/>
            <a:ext cx="1124026" cy="461665"/>
          </a:xfrm>
          <a:prstGeom prst="rect">
            <a:avLst/>
          </a:prstGeom>
          <a:noFill/>
          <a:ln w="9525">
            <a:noFill/>
            <a:miter lim="800000"/>
            <a:headEnd/>
            <a:tailEnd/>
          </a:ln>
        </p:spPr>
        <p:txBody>
          <a:bodyPr wrap="none">
            <a:spAutoFit/>
          </a:bodyPr>
          <a:lstStyle/>
          <a:p>
            <a:r>
              <a:rPr lang="en-US" sz="2400" dirty="0">
                <a:solidFill>
                  <a:srgbClr val="FF0000"/>
                </a:solidFill>
                <a:latin typeface="Arial Black" pitchFamily="34" charset="0"/>
              </a:rPr>
              <a:t>stage</a:t>
            </a:r>
          </a:p>
        </p:txBody>
      </p:sp>
      <p:sp>
        <p:nvSpPr>
          <p:cNvPr id="30724"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stage</a:t>
            </a:r>
          </a:p>
        </p:txBody>
      </p:sp>
      <p:sp>
        <p:nvSpPr>
          <p:cNvPr id="30725" name="TextBox 15"/>
          <p:cNvSpPr txBox="1">
            <a:spLocks noChangeArrowheads="1"/>
          </p:cNvSpPr>
          <p:nvPr/>
        </p:nvSpPr>
        <p:spPr bwMode="auto">
          <a:xfrm>
            <a:off x="4419600" y="2133600"/>
            <a:ext cx="4114800" cy="1754188"/>
          </a:xfrm>
          <a:prstGeom prst="rect">
            <a:avLst/>
          </a:prstGeom>
          <a:noFill/>
          <a:ln w="9525">
            <a:noFill/>
            <a:miter lim="800000"/>
            <a:headEnd/>
            <a:tailEnd/>
          </a:ln>
        </p:spPr>
        <p:txBody>
          <a:bodyPr>
            <a:spAutoFit/>
          </a:bodyPr>
          <a:lstStyle/>
          <a:p>
            <a:r>
              <a:rPr lang="en-US" sz="3600" dirty="0"/>
              <a:t>The flat platform where you place your slides.</a:t>
            </a: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1746" name="Picture 5" descr="C:\My Documents\My Pictures\MICRO.gif"/>
          <p:cNvPicPr>
            <a:picLocks noChangeAspect="1" noChangeArrowheads="1"/>
          </p:cNvPicPr>
          <p:nvPr/>
        </p:nvPicPr>
        <p:blipFill>
          <a:blip r:embed="rId3"/>
          <a:srcRect l="4510" r="16541"/>
          <a:stretch>
            <a:fillRect/>
          </a:stretch>
        </p:blipFill>
        <p:spPr bwMode="auto">
          <a:xfrm>
            <a:off x="990600" y="2133600"/>
            <a:ext cx="2667000" cy="4343400"/>
          </a:xfrm>
          <a:prstGeom prst="rect">
            <a:avLst/>
          </a:prstGeom>
          <a:noFill/>
          <a:ln w="9525">
            <a:noFill/>
            <a:miter lim="800000"/>
            <a:headEnd/>
            <a:tailEnd/>
          </a:ln>
        </p:spPr>
      </p:pic>
      <p:sp>
        <p:nvSpPr>
          <p:cNvPr id="31747" name="Text Box 6"/>
          <p:cNvSpPr txBox="1">
            <a:spLocks noChangeArrowheads="1"/>
          </p:cNvSpPr>
          <p:nvPr/>
        </p:nvSpPr>
        <p:spPr bwMode="auto">
          <a:xfrm>
            <a:off x="3581400" y="4503738"/>
            <a:ext cx="4572000" cy="830997"/>
          </a:xfrm>
          <a:prstGeom prst="rect">
            <a:avLst/>
          </a:prstGeom>
          <a:noFill/>
          <a:ln w="9525">
            <a:noFill/>
            <a:miter lim="800000"/>
            <a:headEnd/>
            <a:tailEnd/>
          </a:ln>
        </p:spPr>
        <p:txBody>
          <a:bodyPr>
            <a:spAutoFit/>
          </a:bodyPr>
          <a:lstStyle/>
          <a:p>
            <a:r>
              <a:rPr lang="en-US" sz="2400" dirty="0">
                <a:solidFill>
                  <a:srgbClr val="FF0000"/>
                </a:solidFill>
                <a:latin typeface="Arial Black" pitchFamily="34" charset="0"/>
              </a:rPr>
              <a:t>coarse adjustment knob</a:t>
            </a:r>
          </a:p>
          <a:p>
            <a:endParaRPr lang="en-US" sz="2400" dirty="0">
              <a:solidFill>
                <a:srgbClr val="FF0000"/>
              </a:solidFill>
              <a:latin typeface="Arial Black" pitchFamily="34" charset="0"/>
            </a:endParaRPr>
          </a:p>
        </p:txBody>
      </p:sp>
      <p:sp>
        <p:nvSpPr>
          <p:cNvPr id="31748"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coarse adjustment knob</a:t>
            </a:r>
          </a:p>
        </p:txBody>
      </p:sp>
      <p:sp>
        <p:nvSpPr>
          <p:cNvPr id="31749" name="TextBox 15"/>
          <p:cNvSpPr txBox="1">
            <a:spLocks noChangeArrowheads="1"/>
          </p:cNvSpPr>
          <p:nvPr/>
        </p:nvSpPr>
        <p:spPr bwMode="auto">
          <a:xfrm>
            <a:off x="4495800" y="1981200"/>
            <a:ext cx="4114800" cy="1754326"/>
          </a:xfrm>
          <a:prstGeom prst="rect">
            <a:avLst/>
          </a:prstGeom>
          <a:noFill/>
          <a:ln w="9525">
            <a:noFill/>
            <a:miter lim="800000"/>
            <a:headEnd/>
            <a:tailEnd/>
          </a:ln>
        </p:spPr>
        <p:txBody>
          <a:bodyPr>
            <a:spAutoFit/>
          </a:bodyPr>
          <a:lstStyle/>
          <a:p>
            <a:r>
              <a:rPr lang="en-US" sz="3600" dirty="0"/>
              <a:t>Moves stage (or body tube) up and down.</a:t>
            </a: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2770" name="Picture 5" descr="C:\My Documents\My Pictures\MICRO.gif"/>
          <p:cNvPicPr>
            <a:picLocks noChangeAspect="1" noChangeArrowheads="1"/>
          </p:cNvPicPr>
          <p:nvPr/>
        </p:nvPicPr>
        <p:blipFill>
          <a:blip r:embed="rId3"/>
          <a:srcRect l="4510" r="16541"/>
          <a:stretch>
            <a:fillRect/>
          </a:stretch>
        </p:blipFill>
        <p:spPr bwMode="auto">
          <a:xfrm>
            <a:off x="0" y="2133600"/>
            <a:ext cx="2667000" cy="4343400"/>
          </a:xfrm>
          <a:prstGeom prst="rect">
            <a:avLst/>
          </a:prstGeom>
          <a:noFill/>
          <a:ln w="9525">
            <a:noFill/>
            <a:miter lim="800000"/>
            <a:headEnd/>
            <a:tailEnd/>
          </a:ln>
        </p:spPr>
      </p:pic>
      <p:sp>
        <p:nvSpPr>
          <p:cNvPr id="32771" name="Text Box 6"/>
          <p:cNvSpPr txBox="1">
            <a:spLocks noChangeArrowheads="1"/>
          </p:cNvSpPr>
          <p:nvPr/>
        </p:nvSpPr>
        <p:spPr bwMode="auto">
          <a:xfrm>
            <a:off x="2590800" y="4808538"/>
            <a:ext cx="3052770" cy="1200329"/>
          </a:xfrm>
          <a:prstGeom prst="rect">
            <a:avLst/>
          </a:prstGeom>
          <a:noFill/>
          <a:ln w="9525">
            <a:noFill/>
            <a:miter lim="800000"/>
            <a:headEnd/>
            <a:tailEnd/>
          </a:ln>
        </p:spPr>
        <p:txBody>
          <a:bodyPr wrap="square">
            <a:spAutoFit/>
          </a:bodyPr>
          <a:lstStyle/>
          <a:p>
            <a:r>
              <a:rPr lang="en-US" sz="2400" dirty="0">
                <a:solidFill>
                  <a:srgbClr val="FF0000"/>
                </a:solidFill>
                <a:latin typeface="Arial Black" pitchFamily="34" charset="0"/>
              </a:rPr>
              <a:t>fine adjustment knob</a:t>
            </a:r>
          </a:p>
          <a:p>
            <a:endParaRPr lang="en-US" sz="2400" dirty="0">
              <a:solidFill>
                <a:srgbClr val="FF0000"/>
              </a:solidFill>
              <a:latin typeface="Arial Black" pitchFamily="34" charset="0"/>
            </a:endParaRPr>
          </a:p>
        </p:txBody>
      </p:sp>
      <p:sp>
        <p:nvSpPr>
          <p:cNvPr id="32772"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fine adjustment knob</a:t>
            </a:r>
          </a:p>
        </p:txBody>
      </p:sp>
      <p:sp>
        <p:nvSpPr>
          <p:cNvPr id="32773" name="TextBox 15"/>
          <p:cNvSpPr txBox="1">
            <a:spLocks noChangeArrowheads="1"/>
          </p:cNvSpPr>
          <p:nvPr/>
        </p:nvSpPr>
        <p:spPr bwMode="auto">
          <a:xfrm>
            <a:off x="3000364" y="1952625"/>
            <a:ext cx="5857916" cy="2862322"/>
          </a:xfrm>
          <a:prstGeom prst="rect">
            <a:avLst/>
          </a:prstGeom>
          <a:noFill/>
          <a:ln w="9525">
            <a:noFill/>
            <a:miter lim="800000"/>
            <a:headEnd/>
            <a:tailEnd/>
          </a:ln>
        </p:spPr>
        <p:txBody>
          <a:bodyPr wrap="square">
            <a:spAutoFit/>
          </a:bodyPr>
          <a:lstStyle/>
          <a:p>
            <a:r>
              <a:rPr lang="en-US" sz="3600" dirty="0"/>
              <a:t>Small, round knob on the side of the microscope used to fine-tune the focus of your specimen after using the coarse adjustment knob.</a:t>
            </a: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3794" name="Picture 5" descr="C:\My Documents\My Pictures\MICRO.gif"/>
          <p:cNvPicPr>
            <a:picLocks noChangeAspect="1" noChangeArrowheads="1"/>
          </p:cNvPicPr>
          <p:nvPr/>
        </p:nvPicPr>
        <p:blipFill>
          <a:blip r:embed="rId3"/>
          <a:srcRect l="4510" r="16541"/>
          <a:stretch>
            <a:fillRect/>
          </a:stretch>
        </p:blipFill>
        <p:spPr bwMode="auto">
          <a:xfrm>
            <a:off x="990600" y="2133600"/>
            <a:ext cx="2667000" cy="4343400"/>
          </a:xfrm>
          <a:prstGeom prst="rect">
            <a:avLst/>
          </a:prstGeom>
          <a:noFill/>
          <a:ln w="9525">
            <a:noFill/>
            <a:miter lim="800000"/>
            <a:headEnd/>
            <a:tailEnd/>
          </a:ln>
        </p:spPr>
      </p:pic>
      <p:sp>
        <p:nvSpPr>
          <p:cNvPr id="33795" name="Text Box 6"/>
          <p:cNvSpPr txBox="1">
            <a:spLocks noChangeArrowheads="1"/>
          </p:cNvSpPr>
          <p:nvPr/>
        </p:nvSpPr>
        <p:spPr bwMode="auto">
          <a:xfrm>
            <a:off x="3581400" y="5494338"/>
            <a:ext cx="4572000" cy="830997"/>
          </a:xfrm>
          <a:prstGeom prst="rect">
            <a:avLst/>
          </a:prstGeom>
          <a:noFill/>
          <a:ln w="9525">
            <a:noFill/>
            <a:miter lim="800000"/>
            <a:headEnd/>
            <a:tailEnd/>
          </a:ln>
        </p:spPr>
        <p:txBody>
          <a:bodyPr>
            <a:spAutoFit/>
          </a:bodyPr>
          <a:lstStyle/>
          <a:p>
            <a:r>
              <a:rPr lang="en-US" sz="2400" dirty="0">
                <a:solidFill>
                  <a:srgbClr val="FF0000"/>
                </a:solidFill>
                <a:latin typeface="Arial Black" pitchFamily="34" charset="0"/>
              </a:rPr>
              <a:t>base</a:t>
            </a:r>
          </a:p>
          <a:p>
            <a:endParaRPr lang="en-US" sz="2400" dirty="0">
              <a:solidFill>
                <a:srgbClr val="FF0000"/>
              </a:solidFill>
              <a:latin typeface="Arial Black" pitchFamily="34" charset="0"/>
            </a:endParaRPr>
          </a:p>
        </p:txBody>
      </p:sp>
      <p:sp>
        <p:nvSpPr>
          <p:cNvPr id="33796"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base</a:t>
            </a:r>
          </a:p>
        </p:txBody>
      </p:sp>
      <p:sp>
        <p:nvSpPr>
          <p:cNvPr id="33797" name="TextBox 15"/>
          <p:cNvSpPr txBox="1">
            <a:spLocks noChangeArrowheads="1"/>
          </p:cNvSpPr>
          <p:nvPr/>
        </p:nvSpPr>
        <p:spPr bwMode="auto">
          <a:xfrm>
            <a:off x="4648200" y="2589213"/>
            <a:ext cx="4191000" cy="1754187"/>
          </a:xfrm>
          <a:prstGeom prst="rect">
            <a:avLst/>
          </a:prstGeom>
          <a:noFill/>
          <a:ln w="9525">
            <a:noFill/>
            <a:miter lim="800000"/>
            <a:headEnd/>
            <a:tailEnd/>
          </a:ln>
        </p:spPr>
        <p:txBody>
          <a:bodyPr>
            <a:spAutoFit/>
          </a:bodyPr>
          <a:lstStyle/>
          <a:p>
            <a:r>
              <a:rPr lang="en-US" sz="3600" dirty="0"/>
              <a:t>The bottom of the microscope, used for support.</a:t>
            </a: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818" name="Picture 5" descr="C:\My Documents\My Pictures\MICRO.gif"/>
          <p:cNvPicPr>
            <a:picLocks noChangeAspect="1" noChangeArrowheads="1"/>
          </p:cNvPicPr>
          <p:nvPr/>
        </p:nvPicPr>
        <p:blipFill>
          <a:blip r:embed="rId3"/>
          <a:srcRect l="4510" r="16541"/>
          <a:stretch>
            <a:fillRect/>
          </a:stretch>
        </p:blipFill>
        <p:spPr bwMode="auto">
          <a:xfrm>
            <a:off x="6477000" y="2514600"/>
            <a:ext cx="2667000" cy="4343400"/>
          </a:xfrm>
          <a:prstGeom prst="rect">
            <a:avLst/>
          </a:prstGeom>
          <a:noFill/>
          <a:ln w="9525">
            <a:noFill/>
            <a:miter lim="800000"/>
            <a:headEnd/>
            <a:tailEnd/>
          </a:ln>
        </p:spPr>
      </p:pic>
      <p:sp>
        <p:nvSpPr>
          <p:cNvPr id="34819" name="Text Box 6"/>
          <p:cNvSpPr txBox="1">
            <a:spLocks noChangeArrowheads="1"/>
          </p:cNvSpPr>
          <p:nvPr/>
        </p:nvSpPr>
        <p:spPr bwMode="auto">
          <a:xfrm>
            <a:off x="5081590" y="2782669"/>
            <a:ext cx="2205054" cy="830997"/>
          </a:xfrm>
          <a:prstGeom prst="rect">
            <a:avLst/>
          </a:prstGeom>
          <a:noFill/>
          <a:ln w="9525">
            <a:noFill/>
            <a:miter lim="800000"/>
            <a:headEnd/>
            <a:tailEnd/>
          </a:ln>
        </p:spPr>
        <p:txBody>
          <a:bodyPr wrap="square">
            <a:spAutoFit/>
          </a:bodyPr>
          <a:lstStyle/>
          <a:p>
            <a:r>
              <a:rPr lang="en-US" sz="2400" dirty="0">
                <a:solidFill>
                  <a:srgbClr val="FF0000"/>
                </a:solidFill>
                <a:latin typeface="Arial Black" pitchFamily="34" charset="0"/>
              </a:rPr>
              <a:t>body tube</a:t>
            </a:r>
          </a:p>
          <a:p>
            <a:endParaRPr lang="en-US" sz="2400" dirty="0">
              <a:solidFill>
                <a:srgbClr val="FF0000"/>
              </a:solidFill>
              <a:latin typeface="Arial Black" pitchFamily="34" charset="0"/>
            </a:endParaRPr>
          </a:p>
        </p:txBody>
      </p:sp>
      <p:sp>
        <p:nvSpPr>
          <p:cNvPr id="34820"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body tube</a:t>
            </a:r>
          </a:p>
        </p:txBody>
      </p:sp>
      <p:sp>
        <p:nvSpPr>
          <p:cNvPr id="34821" name="TextBox 15"/>
          <p:cNvSpPr txBox="1">
            <a:spLocks noChangeArrowheads="1"/>
          </p:cNvSpPr>
          <p:nvPr/>
        </p:nvSpPr>
        <p:spPr bwMode="auto">
          <a:xfrm>
            <a:off x="714348" y="3286124"/>
            <a:ext cx="4191000" cy="1754187"/>
          </a:xfrm>
          <a:prstGeom prst="rect">
            <a:avLst/>
          </a:prstGeom>
          <a:noFill/>
          <a:ln w="9525">
            <a:noFill/>
            <a:miter lim="800000"/>
            <a:headEnd/>
            <a:tailEnd/>
          </a:ln>
        </p:spPr>
        <p:txBody>
          <a:bodyPr>
            <a:spAutoFit/>
          </a:bodyPr>
          <a:lstStyle/>
          <a:p>
            <a:r>
              <a:rPr lang="en-US" sz="3600" dirty="0"/>
              <a:t>Connects the eyepiece to the objective lenses.</a:t>
            </a:r>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5" name="TextBox 15"/>
          <p:cNvSpPr txBox="1">
            <a:spLocks noChangeArrowheads="1"/>
          </p:cNvSpPr>
          <p:nvPr/>
        </p:nvSpPr>
        <p:spPr bwMode="auto">
          <a:xfrm>
            <a:off x="285720" y="2286000"/>
            <a:ext cx="4286280" cy="2862322"/>
          </a:xfrm>
          <a:prstGeom prst="rect">
            <a:avLst/>
          </a:prstGeom>
          <a:noFill/>
          <a:ln w="9525">
            <a:noFill/>
            <a:miter lim="800000"/>
            <a:headEnd/>
            <a:tailEnd/>
          </a:ln>
        </p:spPr>
        <p:txBody>
          <a:bodyPr wrap="square">
            <a:spAutoFit/>
          </a:bodyPr>
          <a:lstStyle/>
          <a:p>
            <a:r>
              <a:rPr lang="en-US" sz="3600" dirty="0"/>
              <a:t>The part that holds two or more objective lenses and can be rotated to</a:t>
            </a:r>
          </a:p>
          <a:p>
            <a:r>
              <a:rPr lang="en-US" sz="3600" dirty="0"/>
              <a:t>easily change power.</a:t>
            </a:r>
          </a:p>
        </p:txBody>
      </p:sp>
      <p:pic>
        <p:nvPicPr>
          <p:cNvPr id="35842" name="Picture 5" descr="C:\My Documents\My Pictures\MICRO.gif"/>
          <p:cNvPicPr>
            <a:picLocks noChangeAspect="1" noChangeArrowheads="1"/>
          </p:cNvPicPr>
          <p:nvPr/>
        </p:nvPicPr>
        <p:blipFill>
          <a:blip r:embed="rId3"/>
          <a:srcRect l="4510" r="16541"/>
          <a:stretch>
            <a:fillRect/>
          </a:stretch>
        </p:blipFill>
        <p:spPr bwMode="auto">
          <a:xfrm>
            <a:off x="6477000" y="2514600"/>
            <a:ext cx="2667000" cy="4343400"/>
          </a:xfrm>
          <a:prstGeom prst="rect">
            <a:avLst/>
          </a:prstGeom>
          <a:noFill/>
          <a:ln w="9525">
            <a:noFill/>
            <a:miter lim="800000"/>
            <a:headEnd/>
            <a:tailEnd/>
          </a:ln>
        </p:spPr>
      </p:pic>
      <p:sp>
        <p:nvSpPr>
          <p:cNvPr id="35843" name="Text Box 6"/>
          <p:cNvSpPr txBox="1">
            <a:spLocks noChangeArrowheads="1"/>
          </p:cNvSpPr>
          <p:nvPr/>
        </p:nvSpPr>
        <p:spPr bwMode="auto">
          <a:xfrm>
            <a:off x="4714876" y="3286124"/>
            <a:ext cx="2143140" cy="1200329"/>
          </a:xfrm>
          <a:prstGeom prst="rect">
            <a:avLst/>
          </a:prstGeom>
          <a:noFill/>
          <a:ln w="9525">
            <a:noFill/>
            <a:miter lim="800000"/>
            <a:headEnd/>
            <a:tailEnd/>
          </a:ln>
        </p:spPr>
        <p:txBody>
          <a:bodyPr wrap="square">
            <a:spAutoFit/>
          </a:bodyPr>
          <a:lstStyle/>
          <a:p>
            <a:r>
              <a:rPr lang="en-US" sz="2400" dirty="0">
                <a:solidFill>
                  <a:srgbClr val="FF0000"/>
                </a:solidFill>
                <a:latin typeface="Arial Black" pitchFamily="34" charset="0"/>
              </a:rPr>
              <a:t>revolving nosepiece</a:t>
            </a:r>
          </a:p>
          <a:p>
            <a:endParaRPr lang="en-US" sz="2400" dirty="0">
              <a:solidFill>
                <a:srgbClr val="FF0000"/>
              </a:solidFill>
              <a:latin typeface="Arial Black" pitchFamily="34" charset="0"/>
            </a:endParaRPr>
          </a:p>
        </p:txBody>
      </p:sp>
      <p:sp>
        <p:nvSpPr>
          <p:cNvPr id="35844"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revolving nosepiece</a:t>
            </a:r>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70" name="TextBox 5"/>
          <p:cNvSpPr txBox="1">
            <a:spLocks noChangeArrowheads="1"/>
          </p:cNvSpPr>
          <p:nvPr/>
        </p:nvSpPr>
        <p:spPr bwMode="auto">
          <a:xfrm>
            <a:off x="214282" y="2286000"/>
            <a:ext cx="4643470" cy="3970318"/>
          </a:xfrm>
          <a:prstGeom prst="rect">
            <a:avLst/>
          </a:prstGeom>
          <a:noFill/>
          <a:ln w="9525">
            <a:noFill/>
            <a:miter lim="800000"/>
            <a:headEnd/>
            <a:tailEnd/>
          </a:ln>
        </p:spPr>
        <p:txBody>
          <a:bodyPr wrap="square">
            <a:spAutoFit/>
          </a:bodyPr>
          <a:lstStyle/>
          <a:p>
            <a:r>
              <a:rPr lang="en-US" sz="3600" dirty="0"/>
              <a:t>Usually you will find 3 objective lenses on a microscope.  They almost always consist of 4X, 10X, and 40X powers. This is coupled with a 10X ocular lens.</a:t>
            </a:r>
          </a:p>
        </p:txBody>
      </p:sp>
      <p:pic>
        <p:nvPicPr>
          <p:cNvPr id="36866" name="Picture 5" descr="C:\My Documents\My Pictures\MICRO.gif"/>
          <p:cNvPicPr>
            <a:picLocks noChangeAspect="1" noChangeArrowheads="1"/>
          </p:cNvPicPr>
          <p:nvPr/>
        </p:nvPicPr>
        <p:blipFill>
          <a:blip r:embed="rId3"/>
          <a:srcRect l="4510" r="16541"/>
          <a:stretch>
            <a:fillRect/>
          </a:stretch>
        </p:blipFill>
        <p:spPr bwMode="auto">
          <a:xfrm>
            <a:off x="6477000" y="2514600"/>
            <a:ext cx="2667000" cy="4343400"/>
          </a:xfrm>
          <a:prstGeom prst="rect">
            <a:avLst/>
          </a:prstGeom>
          <a:noFill/>
          <a:ln w="9525">
            <a:noFill/>
            <a:miter lim="800000"/>
            <a:headEnd/>
            <a:tailEnd/>
          </a:ln>
        </p:spPr>
      </p:pic>
      <p:sp>
        <p:nvSpPr>
          <p:cNvPr id="36867" name="Text Box 6"/>
          <p:cNvSpPr txBox="1">
            <a:spLocks noChangeArrowheads="1"/>
          </p:cNvSpPr>
          <p:nvPr/>
        </p:nvSpPr>
        <p:spPr bwMode="auto">
          <a:xfrm>
            <a:off x="4716016" y="3857628"/>
            <a:ext cx="1856248" cy="1200329"/>
          </a:xfrm>
          <a:prstGeom prst="rect">
            <a:avLst/>
          </a:prstGeom>
          <a:noFill/>
          <a:ln w="9525">
            <a:noFill/>
            <a:miter lim="800000"/>
            <a:headEnd/>
            <a:tailEnd/>
          </a:ln>
        </p:spPr>
        <p:txBody>
          <a:bodyPr wrap="square">
            <a:spAutoFit/>
          </a:bodyPr>
          <a:lstStyle/>
          <a:p>
            <a:r>
              <a:rPr lang="en-US" sz="2400" dirty="0">
                <a:solidFill>
                  <a:srgbClr val="FF0000"/>
                </a:solidFill>
                <a:latin typeface="Arial Black" pitchFamily="34" charset="0"/>
              </a:rPr>
              <a:t>objective lens</a:t>
            </a:r>
          </a:p>
          <a:p>
            <a:endParaRPr lang="en-US" sz="2400" dirty="0">
              <a:solidFill>
                <a:srgbClr val="FF0000"/>
              </a:solidFill>
              <a:latin typeface="Arial Black" pitchFamily="34" charset="0"/>
            </a:endParaRPr>
          </a:p>
        </p:txBody>
      </p:sp>
      <p:sp>
        <p:nvSpPr>
          <p:cNvPr id="36868"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objective lenses</a:t>
            </a:r>
          </a:p>
        </p:txBody>
      </p:sp>
      <p:sp>
        <p:nvSpPr>
          <p:cNvPr id="36869" name="TextBox 15"/>
          <p:cNvSpPr txBox="1">
            <a:spLocks noChangeArrowheads="1"/>
          </p:cNvSpPr>
          <p:nvPr/>
        </p:nvSpPr>
        <p:spPr bwMode="auto">
          <a:xfrm>
            <a:off x="2133600" y="1676400"/>
            <a:ext cx="5562600" cy="646113"/>
          </a:xfrm>
          <a:prstGeom prst="rect">
            <a:avLst/>
          </a:prstGeom>
          <a:noFill/>
          <a:ln w="9525">
            <a:noFill/>
            <a:miter lim="800000"/>
            <a:headEnd/>
            <a:tailEnd/>
          </a:ln>
        </p:spPr>
        <p:txBody>
          <a:bodyPr>
            <a:spAutoFit/>
          </a:bodyPr>
          <a:lstStyle/>
          <a:p>
            <a:r>
              <a:rPr lang="en-US" sz="3600" b="1" dirty="0">
                <a:solidFill>
                  <a:srgbClr val="FF0000"/>
                </a:solidFill>
              </a:rPr>
              <a:t>Adds to the magnification</a:t>
            </a:r>
          </a:p>
        </p:txBody>
      </p:sp>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7890" name="Picture 5" descr="C:\My Documents\My Pictures\MICRO.gif"/>
          <p:cNvPicPr>
            <a:picLocks noChangeAspect="1" noChangeArrowheads="1"/>
          </p:cNvPicPr>
          <p:nvPr/>
        </p:nvPicPr>
        <p:blipFill>
          <a:blip r:embed="rId3"/>
          <a:srcRect l="4510" r="16541"/>
          <a:stretch>
            <a:fillRect/>
          </a:stretch>
        </p:blipFill>
        <p:spPr bwMode="auto">
          <a:xfrm>
            <a:off x="6477000" y="2514600"/>
            <a:ext cx="2667000" cy="4343400"/>
          </a:xfrm>
          <a:prstGeom prst="rect">
            <a:avLst/>
          </a:prstGeom>
          <a:noFill/>
          <a:ln w="9525">
            <a:noFill/>
            <a:miter lim="800000"/>
            <a:headEnd/>
            <a:tailEnd/>
          </a:ln>
        </p:spPr>
      </p:pic>
      <p:sp>
        <p:nvSpPr>
          <p:cNvPr id="37891" name="Text Box 6"/>
          <p:cNvSpPr txBox="1">
            <a:spLocks noChangeArrowheads="1"/>
          </p:cNvSpPr>
          <p:nvPr/>
        </p:nvSpPr>
        <p:spPr bwMode="auto">
          <a:xfrm>
            <a:off x="4857752" y="3857628"/>
            <a:ext cx="1928826" cy="1200329"/>
          </a:xfrm>
          <a:prstGeom prst="rect">
            <a:avLst/>
          </a:prstGeom>
          <a:noFill/>
          <a:ln w="9525">
            <a:noFill/>
            <a:miter lim="800000"/>
            <a:headEnd/>
            <a:tailEnd/>
          </a:ln>
        </p:spPr>
        <p:txBody>
          <a:bodyPr wrap="square">
            <a:spAutoFit/>
          </a:bodyPr>
          <a:lstStyle/>
          <a:p>
            <a:r>
              <a:rPr lang="en-US" sz="2400" dirty="0">
                <a:solidFill>
                  <a:srgbClr val="FF0000"/>
                </a:solidFill>
                <a:latin typeface="Arial Black" pitchFamily="34" charset="0"/>
              </a:rPr>
              <a:t>objective lenses</a:t>
            </a:r>
          </a:p>
          <a:p>
            <a:endParaRPr lang="en-US" sz="2400" dirty="0">
              <a:solidFill>
                <a:srgbClr val="FF0000"/>
              </a:solidFill>
              <a:latin typeface="Arial Black" pitchFamily="34" charset="0"/>
            </a:endParaRPr>
          </a:p>
        </p:txBody>
      </p:sp>
      <p:sp>
        <p:nvSpPr>
          <p:cNvPr id="37892"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objective lenses</a:t>
            </a:r>
          </a:p>
        </p:txBody>
      </p:sp>
      <p:sp>
        <p:nvSpPr>
          <p:cNvPr id="37893" name="TextBox 5"/>
          <p:cNvSpPr txBox="1">
            <a:spLocks noChangeArrowheads="1"/>
          </p:cNvSpPr>
          <p:nvPr/>
        </p:nvSpPr>
        <p:spPr bwMode="auto">
          <a:xfrm>
            <a:off x="285720" y="1785926"/>
            <a:ext cx="4786346" cy="2862322"/>
          </a:xfrm>
          <a:prstGeom prst="rect">
            <a:avLst/>
          </a:prstGeom>
          <a:noFill/>
          <a:ln w="9525">
            <a:noFill/>
            <a:miter lim="800000"/>
            <a:headEnd/>
            <a:tailEnd/>
          </a:ln>
        </p:spPr>
        <p:txBody>
          <a:bodyPr wrap="square">
            <a:spAutoFit/>
          </a:bodyPr>
          <a:lstStyle/>
          <a:p>
            <a:r>
              <a:rPr lang="en-US" sz="3600" dirty="0"/>
              <a:t>The shortest lens is the lowest power, the longest one is the lens with the greatest power. </a:t>
            </a:r>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9938" name="Picture 5" descr="C:\My Documents\My Pictures\MICRO.gif"/>
          <p:cNvPicPr>
            <a:picLocks noChangeAspect="1" noChangeArrowheads="1"/>
          </p:cNvPicPr>
          <p:nvPr/>
        </p:nvPicPr>
        <p:blipFill>
          <a:blip r:embed="rId3"/>
          <a:srcRect l="4510" r="16541"/>
          <a:stretch>
            <a:fillRect/>
          </a:stretch>
        </p:blipFill>
        <p:spPr bwMode="auto">
          <a:xfrm>
            <a:off x="6477000" y="2514600"/>
            <a:ext cx="2667000" cy="4343400"/>
          </a:xfrm>
          <a:prstGeom prst="rect">
            <a:avLst/>
          </a:prstGeom>
          <a:noFill/>
          <a:ln w="9525">
            <a:noFill/>
            <a:miter lim="800000"/>
            <a:headEnd/>
            <a:tailEnd/>
          </a:ln>
        </p:spPr>
      </p:pic>
      <p:sp>
        <p:nvSpPr>
          <p:cNvPr id="39939" name="Text Box 6"/>
          <p:cNvSpPr txBox="1">
            <a:spLocks noChangeArrowheads="1"/>
          </p:cNvSpPr>
          <p:nvPr/>
        </p:nvSpPr>
        <p:spPr bwMode="auto">
          <a:xfrm>
            <a:off x="4500562" y="4656138"/>
            <a:ext cx="3448048" cy="830997"/>
          </a:xfrm>
          <a:prstGeom prst="rect">
            <a:avLst/>
          </a:prstGeom>
          <a:noFill/>
          <a:ln w="9525">
            <a:noFill/>
            <a:miter lim="800000"/>
            <a:headEnd/>
            <a:tailEnd/>
          </a:ln>
        </p:spPr>
        <p:txBody>
          <a:bodyPr wrap="square">
            <a:spAutoFit/>
          </a:bodyPr>
          <a:lstStyle/>
          <a:p>
            <a:r>
              <a:rPr lang="en-US" sz="2400" dirty="0">
                <a:solidFill>
                  <a:srgbClr val="FF0000"/>
                </a:solidFill>
                <a:latin typeface="Arial Black" pitchFamily="34" charset="0"/>
              </a:rPr>
              <a:t>stage clips</a:t>
            </a:r>
          </a:p>
          <a:p>
            <a:endParaRPr lang="en-US" sz="2400" dirty="0">
              <a:solidFill>
                <a:srgbClr val="FF0000"/>
              </a:solidFill>
              <a:latin typeface="Arial Black" pitchFamily="34" charset="0"/>
            </a:endParaRPr>
          </a:p>
        </p:txBody>
      </p:sp>
      <p:sp>
        <p:nvSpPr>
          <p:cNvPr id="39940"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stage clips</a:t>
            </a:r>
          </a:p>
        </p:txBody>
      </p:sp>
      <p:sp>
        <p:nvSpPr>
          <p:cNvPr id="39941" name="TextBox 5"/>
          <p:cNvSpPr txBox="1">
            <a:spLocks noChangeArrowheads="1"/>
          </p:cNvSpPr>
          <p:nvPr/>
        </p:nvSpPr>
        <p:spPr bwMode="auto">
          <a:xfrm>
            <a:off x="357158" y="2714620"/>
            <a:ext cx="4500594" cy="1200329"/>
          </a:xfrm>
          <a:prstGeom prst="rect">
            <a:avLst/>
          </a:prstGeom>
          <a:noFill/>
          <a:ln w="9525">
            <a:noFill/>
            <a:miter lim="800000"/>
            <a:headEnd/>
            <a:tailEnd/>
          </a:ln>
        </p:spPr>
        <p:txBody>
          <a:bodyPr wrap="square">
            <a:spAutoFit/>
          </a:bodyPr>
          <a:lstStyle/>
          <a:p>
            <a:r>
              <a:rPr lang="en-US" sz="3600" dirty="0"/>
              <a:t>Stage clips hold the slides in place. </a:t>
            </a:r>
          </a:p>
        </p:txBody>
      </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0962" name="Picture 5" descr="C:\My Documents\My Pictures\MICRO.gif"/>
          <p:cNvPicPr>
            <a:picLocks noChangeAspect="1" noChangeArrowheads="1"/>
          </p:cNvPicPr>
          <p:nvPr/>
        </p:nvPicPr>
        <p:blipFill>
          <a:blip r:embed="rId3"/>
          <a:srcRect l="4510" r="16541"/>
          <a:stretch>
            <a:fillRect/>
          </a:stretch>
        </p:blipFill>
        <p:spPr bwMode="auto">
          <a:xfrm>
            <a:off x="6477000" y="2514600"/>
            <a:ext cx="2667000" cy="4343400"/>
          </a:xfrm>
          <a:prstGeom prst="rect">
            <a:avLst/>
          </a:prstGeom>
          <a:noFill/>
          <a:ln w="9525">
            <a:noFill/>
            <a:miter lim="800000"/>
            <a:headEnd/>
            <a:tailEnd/>
          </a:ln>
        </p:spPr>
      </p:pic>
      <p:sp>
        <p:nvSpPr>
          <p:cNvPr id="40963" name="Text Box 6"/>
          <p:cNvSpPr txBox="1">
            <a:spLocks noChangeArrowheads="1"/>
          </p:cNvSpPr>
          <p:nvPr/>
        </p:nvSpPr>
        <p:spPr bwMode="auto">
          <a:xfrm>
            <a:off x="4643438" y="5000636"/>
            <a:ext cx="3233734" cy="830997"/>
          </a:xfrm>
          <a:prstGeom prst="rect">
            <a:avLst/>
          </a:prstGeom>
          <a:noFill/>
          <a:ln w="9525">
            <a:noFill/>
            <a:miter lim="800000"/>
            <a:headEnd/>
            <a:tailEnd/>
          </a:ln>
        </p:spPr>
        <p:txBody>
          <a:bodyPr wrap="square">
            <a:spAutoFit/>
          </a:bodyPr>
          <a:lstStyle/>
          <a:p>
            <a:r>
              <a:rPr lang="en-US" sz="2400" dirty="0">
                <a:solidFill>
                  <a:srgbClr val="FF0000"/>
                </a:solidFill>
                <a:latin typeface="Arial Black" pitchFamily="34" charset="0"/>
              </a:rPr>
              <a:t>diaphragm</a:t>
            </a:r>
          </a:p>
          <a:p>
            <a:endParaRPr lang="en-US" sz="2400" dirty="0">
              <a:solidFill>
                <a:srgbClr val="FF0000"/>
              </a:solidFill>
              <a:latin typeface="Arial Black" pitchFamily="34" charset="0"/>
            </a:endParaRPr>
          </a:p>
        </p:txBody>
      </p:sp>
      <p:sp>
        <p:nvSpPr>
          <p:cNvPr id="40964"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diaphragm</a:t>
            </a:r>
          </a:p>
        </p:txBody>
      </p:sp>
      <p:sp>
        <p:nvSpPr>
          <p:cNvPr id="40965" name="TextBox 5"/>
          <p:cNvSpPr txBox="1">
            <a:spLocks noChangeArrowheads="1"/>
          </p:cNvSpPr>
          <p:nvPr/>
        </p:nvSpPr>
        <p:spPr bwMode="auto">
          <a:xfrm>
            <a:off x="357158" y="1571612"/>
            <a:ext cx="5786478" cy="1200329"/>
          </a:xfrm>
          <a:prstGeom prst="rect">
            <a:avLst/>
          </a:prstGeom>
          <a:noFill/>
          <a:ln w="9525">
            <a:noFill/>
            <a:miter lim="800000"/>
            <a:headEnd/>
            <a:tailEnd/>
          </a:ln>
        </p:spPr>
        <p:txBody>
          <a:bodyPr wrap="square">
            <a:spAutoFit/>
          </a:bodyPr>
          <a:lstStyle/>
          <a:p>
            <a:r>
              <a:rPr lang="en-US" sz="3600" dirty="0"/>
              <a:t>Controls the amount of light going through the specimen.</a:t>
            </a:r>
          </a:p>
        </p:txBody>
      </p:sp>
      <p:sp>
        <p:nvSpPr>
          <p:cNvPr id="40966" name="TextBox 7"/>
          <p:cNvSpPr txBox="1">
            <a:spLocks noChangeArrowheads="1"/>
          </p:cNvSpPr>
          <p:nvPr/>
        </p:nvSpPr>
        <p:spPr bwMode="auto">
          <a:xfrm>
            <a:off x="357158" y="2714620"/>
            <a:ext cx="4786346" cy="3970318"/>
          </a:xfrm>
          <a:prstGeom prst="rect">
            <a:avLst/>
          </a:prstGeom>
          <a:noFill/>
          <a:ln w="9525">
            <a:noFill/>
            <a:miter lim="800000"/>
            <a:headEnd/>
            <a:tailEnd/>
          </a:ln>
        </p:spPr>
        <p:txBody>
          <a:bodyPr wrap="square">
            <a:spAutoFit/>
          </a:bodyPr>
          <a:lstStyle/>
          <a:p>
            <a:r>
              <a:rPr lang="en-US" sz="3600" dirty="0"/>
              <a:t>Many microscopes have a rotating disk under the stage.  This diaphragm has different sized holes and is used to vary the intensity and size of the cone of light.</a:t>
            </a:r>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3010" name="Picture 5" descr="C:\My Documents\My Pictures\MICRO.gif"/>
          <p:cNvPicPr>
            <a:picLocks noChangeAspect="1" noChangeArrowheads="1"/>
          </p:cNvPicPr>
          <p:nvPr/>
        </p:nvPicPr>
        <p:blipFill>
          <a:blip r:embed="rId3"/>
          <a:srcRect l="4510" r="16541"/>
          <a:stretch>
            <a:fillRect/>
          </a:stretch>
        </p:blipFill>
        <p:spPr bwMode="auto">
          <a:xfrm>
            <a:off x="6477000" y="2514600"/>
            <a:ext cx="2667000" cy="4343400"/>
          </a:xfrm>
          <a:prstGeom prst="rect">
            <a:avLst/>
          </a:prstGeom>
          <a:noFill/>
          <a:ln w="9525">
            <a:noFill/>
            <a:miter lim="800000"/>
            <a:headEnd/>
            <a:tailEnd/>
          </a:ln>
        </p:spPr>
      </p:pic>
      <p:sp>
        <p:nvSpPr>
          <p:cNvPr id="43011" name="Text Box 6"/>
          <p:cNvSpPr txBox="1">
            <a:spLocks noChangeArrowheads="1"/>
          </p:cNvSpPr>
          <p:nvPr/>
        </p:nvSpPr>
        <p:spPr bwMode="auto">
          <a:xfrm>
            <a:off x="5572132" y="5410200"/>
            <a:ext cx="990600" cy="830997"/>
          </a:xfrm>
          <a:prstGeom prst="rect">
            <a:avLst/>
          </a:prstGeom>
          <a:noFill/>
          <a:ln w="9525">
            <a:noFill/>
            <a:miter lim="800000"/>
            <a:headEnd/>
            <a:tailEnd/>
          </a:ln>
        </p:spPr>
        <p:txBody>
          <a:bodyPr>
            <a:spAutoFit/>
          </a:bodyPr>
          <a:lstStyle/>
          <a:p>
            <a:r>
              <a:rPr lang="en-US" sz="2400" dirty="0">
                <a:solidFill>
                  <a:srgbClr val="FF0000"/>
                </a:solidFill>
                <a:latin typeface="Arial Black" pitchFamily="34" charset="0"/>
              </a:rPr>
              <a:t>light</a:t>
            </a:r>
          </a:p>
          <a:p>
            <a:endParaRPr lang="en-US" sz="2400" dirty="0">
              <a:solidFill>
                <a:srgbClr val="FF0000"/>
              </a:solidFill>
              <a:latin typeface="Arial Black" pitchFamily="34" charset="0"/>
            </a:endParaRPr>
          </a:p>
        </p:txBody>
      </p:sp>
      <p:sp>
        <p:nvSpPr>
          <p:cNvPr id="43012" name="WordArt 20"/>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light</a:t>
            </a:r>
          </a:p>
        </p:txBody>
      </p:sp>
      <p:sp>
        <p:nvSpPr>
          <p:cNvPr id="43013" name="TextBox 7"/>
          <p:cNvSpPr txBox="1">
            <a:spLocks noChangeArrowheads="1"/>
          </p:cNvSpPr>
          <p:nvPr/>
        </p:nvSpPr>
        <p:spPr bwMode="auto">
          <a:xfrm>
            <a:off x="1714480" y="2743200"/>
            <a:ext cx="4343400" cy="1200150"/>
          </a:xfrm>
          <a:prstGeom prst="rect">
            <a:avLst/>
          </a:prstGeom>
          <a:noFill/>
          <a:ln w="9525">
            <a:noFill/>
            <a:miter lim="800000"/>
            <a:headEnd/>
            <a:tailEnd/>
          </a:ln>
        </p:spPr>
        <p:txBody>
          <a:bodyPr>
            <a:spAutoFit/>
          </a:bodyPr>
          <a:lstStyle/>
          <a:p>
            <a:r>
              <a:rPr lang="en-US" sz="3600" dirty="0"/>
              <a:t>Makes the specimen </a:t>
            </a:r>
          </a:p>
          <a:p>
            <a:r>
              <a:rPr lang="en-US" sz="3600" dirty="0"/>
              <a:t>easier to see</a:t>
            </a: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WordArt 36"/>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Using the Microscope</a:t>
            </a:r>
          </a:p>
        </p:txBody>
      </p:sp>
      <p:sp>
        <p:nvSpPr>
          <p:cNvPr id="44035" name="TextBox 5"/>
          <p:cNvSpPr txBox="1">
            <a:spLocks noChangeArrowheads="1"/>
          </p:cNvSpPr>
          <p:nvPr/>
        </p:nvSpPr>
        <p:spPr bwMode="auto">
          <a:xfrm>
            <a:off x="357158" y="1571612"/>
            <a:ext cx="8548718" cy="5262979"/>
          </a:xfrm>
          <a:prstGeom prst="rect">
            <a:avLst/>
          </a:prstGeom>
          <a:noFill/>
          <a:ln w="9525">
            <a:noFill/>
            <a:miter lim="800000"/>
            <a:headEnd/>
            <a:tailEnd/>
          </a:ln>
        </p:spPr>
        <p:txBody>
          <a:bodyPr wrap="square">
            <a:spAutoFit/>
          </a:bodyPr>
          <a:lstStyle/>
          <a:p>
            <a:r>
              <a:rPr lang="en-US" sz="3200" dirty="0"/>
              <a:t>The proper way to focus a microscope is to start with the lowest power objective lens first and while looking from the side, crank the lens down as close to the specimen as possible without touching it.  </a:t>
            </a:r>
          </a:p>
          <a:p>
            <a:endParaRPr lang="en-US" sz="2000" dirty="0"/>
          </a:p>
          <a:p>
            <a:r>
              <a:rPr lang="en-US" sz="3200" dirty="0"/>
              <a:t>Now, look through the eyepiece lens and </a:t>
            </a:r>
            <a:r>
              <a:rPr lang="en-US" sz="3200" b="1" dirty="0"/>
              <a:t>focus upward only</a:t>
            </a:r>
            <a:r>
              <a:rPr lang="en-US" sz="3200" dirty="0"/>
              <a:t> until the image is sharp.  </a:t>
            </a:r>
          </a:p>
          <a:p>
            <a:endParaRPr lang="en-US" sz="2000" dirty="0"/>
          </a:p>
          <a:p>
            <a:r>
              <a:rPr lang="en-US" sz="3200" dirty="0"/>
              <a:t>If you can't get it in focus, repeat the process again.  </a:t>
            </a:r>
          </a:p>
        </p:txBody>
      </p:sp>
    </p:spTree>
  </p:cSld>
  <p:clrMapOvr>
    <a:masterClrMapping/>
  </p:clrMapOvr>
  <p:transition advClick="0">
    <p:pull/>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WordArt 36"/>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Using the Microscope</a:t>
            </a:r>
          </a:p>
        </p:txBody>
      </p:sp>
      <p:sp>
        <p:nvSpPr>
          <p:cNvPr id="45059" name="TextBox 5"/>
          <p:cNvSpPr txBox="1">
            <a:spLocks noChangeArrowheads="1"/>
          </p:cNvSpPr>
          <p:nvPr/>
        </p:nvSpPr>
        <p:spPr bwMode="auto">
          <a:xfrm>
            <a:off x="642910" y="2032710"/>
            <a:ext cx="7858180" cy="3539430"/>
          </a:xfrm>
          <a:prstGeom prst="rect">
            <a:avLst/>
          </a:prstGeom>
          <a:noFill/>
          <a:ln w="9525">
            <a:noFill/>
            <a:miter lim="800000"/>
            <a:headEnd/>
            <a:tailEnd/>
          </a:ln>
        </p:spPr>
        <p:txBody>
          <a:bodyPr wrap="square">
            <a:spAutoFit/>
          </a:bodyPr>
          <a:lstStyle/>
          <a:p>
            <a:r>
              <a:rPr lang="en-US" sz="3200" dirty="0"/>
              <a:t>Once the image is sharp with the low power lens, you should be able to simply click in the next power lens and do minor adjustments with the fine focus adjustment knob.  </a:t>
            </a:r>
          </a:p>
          <a:p>
            <a:endParaRPr lang="en-US" sz="3200" dirty="0"/>
          </a:p>
          <a:p>
            <a:r>
              <a:rPr lang="en-US" sz="3200" dirty="0"/>
              <a:t>Continue with subsequent objective lenses and fine focus each time. </a:t>
            </a:r>
          </a:p>
        </p:txBody>
      </p:sp>
    </p:spTree>
  </p:cSld>
  <p:clrMapOvr>
    <a:masterClrMapping/>
  </p:clrMapOvr>
  <p:transition advClick="0">
    <p:pull/>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WordArt 5"/>
          <p:cNvSpPr>
            <a:spLocks noChangeArrowheads="1" noChangeShapeType="1"/>
          </p:cNvSpPr>
          <p:nvPr/>
        </p:nvSpPr>
        <p:spPr bwMode="auto">
          <a:xfrm>
            <a:off x="971600" y="183216"/>
            <a:ext cx="7753672" cy="12478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Hints to Using High Power</a:t>
            </a:r>
          </a:p>
        </p:txBody>
      </p:sp>
      <p:sp>
        <p:nvSpPr>
          <p:cNvPr id="46083" name="TextBox 6"/>
          <p:cNvSpPr txBox="1">
            <a:spLocks noChangeArrowheads="1"/>
          </p:cNvSpPr>
          <p:nvPr/>
        </p:nvSpPr>
        <p:spPr bwMode="auto">
          <a:xfrm>
            <a:off x="212316" y="1556792"/>
            <a:ext cx="8892480" cy="2062103"/>
          </a:xfrm>
          <a:prstGeom prst="rect">
            <a:avLst/>
          </a:prstGeom>
          <a:noFill/>
          <a:ln w="9525">
            <a:noFill/>
            <a:miter lim="800000"/>
            <a:headEnd/>
            <a:tailEnd/>
          </a:ln>
        </p:spPr>
        <p:txBody>
          <a:bodyPr wrap="square">
            <a:spAutoFit/>
          </a:bodyPr>
          <a:lstStyle/>
          <a:p>
            <a:r>
              <a:rPr lang="en-US" sz="3200" dirty="0"/>
              <a:t>If your Ocular lens has a black pin show then locate the desired portion of the specimen on the tip of the black pin (if you have no black pin, then position the desired portion of the specimen in the center). </a:t>
            </a:r>
          </a:p>
        </p:txBody>
      </p:sp>
      <p:pic>
        <p:nvPicPr>
          <p:cNvPr id="46084" name="Picture 7" descr="40x.jpg"/>
          <p:cNvPicPr>
            <a:picLocks noChangeAspect="1"/>
          </p:cNvPicPr>
          <p:nvPr/>
        </p:nvPicPr>
        <p:blipFill>
          <a:blip r:embed="rId3"/>
          <a:srcRect/>
          <a:stretch>
            <a:fillRect/>
          </a:stretch>
        </p:blipFill>
        <p:spPr bwMode="auto">
          <a:xfrm>
            <a:off x="5076057" y="3898571"/>
            <a:ext cx="4067944" cy="2959429"/>
          </a:xfrm>
          <a:prstGeom prst="rect">
            <a:avLst/>
          </a:prstGeom>
          <a:noFill/>
          <a:ln w="9525">
            <a:noFill/>
            <a:miter lim="800000"/>
            <a:headEnd/>
            <a:tailEnd/>
          </a:ln>
        </p:spPr>
      </p:pic>
      <p:sp>
        <p:nvSpPr>
          <p:cNvPr id="6" name="TextBox 5">
            <a:extLst>
              <a:ext uri="{FF2B5EF4-FFF2-40B4-BE49-F238E27FC236}">
                <a16:creationId xmlns:a16="http://schemas.microsoft.com/office/drawing/2014/main" id="{923C2F96-CB79-4AB8-8AE8-FA550BF0963A}"/>
              </a:ext>
            </a:extLst>
          </p:cNvPr>
          <p:cNvSpPr txBox="1"/>
          <p:nvPr/>
        </p:nvSpPr>
        <p:spPr>
          <a:xfrm>
            <a:off x="212316" y="4437112"/>
            <a:ext cx="4643020" cy="2062103"/>
          </a:xfrm>
          <a:prstGeom prst="rect">
            <a:avLst/>
          </a:prstGeom>
          <a:noFill/>
        </p:spPr>
        <p:txBody>
          <a:bodyPr wrap="square">
            <a:spAutoFit/>
          </a:bodyPr>
          <a:lstStyle/>
          <a:p>
            <a:r>
              <a:rPr lang="en-US" sz="3200" dirty="0"/>
              <a:t>Adjust to the High Power and refocus very carefully using the fine adjustment focus knob.</a:t>
            </a:r>
            <a:endParaRPr lang="en-AU" sz="3200" dirty="0"/>
          </a:p>
        </p:txBody>
      </p:sp>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WordArt 5"/>
          <p:cNvSpPr>
            <a:spLocks noChangeArrowheads="1" noChangeShapeType="1"/>
          </p:cNvSpPr>
          <p:nvPr/>
        </p:nvSpPr>
        <p:spPr bwMode="auto">
          <a:xfrm>
            <a:off x="1011424" y="173854"/>
            <a:ext cx="7681664" cy="1319808"/>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Using High Power</a:t>
            </a:r>
          </a:p>
        </p:txBody>
      </p:sp>
      <p:sp>
        <p:nvSpPr>
          <p:cNvPr id="50179" name="TextBox 6"/>
          <p:cNvSpPr txBox="1">
            <a:spLocks noChangeArrowheads="1"/>
          </p:cNvSpPr>
          <p:nvPr/>
        </p:nvSpPr>
        <p:spPr bwMode="auto">
          <a:xfrm>
            <a:off x="560512" y="1627961"/>
            <a:ext cx="8583488" cy="1615827"/>
          </a:xfrm>
          <a:prstGeom prst="rect">
            <a:avLst/>
          </a:prstGeom>
          <a:noFill/>
          <a:ln w="9525">
            <a:noFill/>
            <a:miter lim="800000"/>
            <a:headEnd/>
            <a:tailEnd/>
          </a:ln>
        </p:spPr>
        <p:txBody>
          <a:bodyPr wrap="square">
            <a:spAutoFit/>
          </a:bodyPr>
          <a:lstStyle/>
          <a:p>
            <a:r>
              <a:rPr lang="en-US" sz="3300" dirty="0"/>
              <a:t>Focus </a:t>
            </a:r>
            <a:r>
              <a:rPr lang="en-US" sz="3300" b="1" dirty="0"/>
              <a:t>only</a:t>
            </a:r>
            <a:r>
              <a:rPr lang="en-US" sz="3300" dirty="0"/>
              <a:t> with fine focus. Hopefully, the specimen will come into focus easily. Do not change focus dramatically.</a:t>
            </a:r>
          </a:p>
        </p:txBody>
      </p:sp>
      <p:pic>
        <p:nvPicPr>
          <p:cNvPr id="50180" name="Picture 5" descr="05_rotate_100x_lens_in_P1092674crop.jpg"/>
          <p:cNvPicPr>
            <a:picLocks noChangeAspect="1"/>
          </p:cNvPicPr>
          <p:nvPr/>
        </p:nvPicPr>
        <p:blipFill>
          <a:blip r:embed="rId3"/>
          <a:srcRect/>
          <a:stretch>
            <a:fillRect/>
          </a:stretch>
        </p:blipFill>
        <p:spPr bwMode="auto">
          <a:xfrm>
            <a:off x="2794000" y="3486110"/>
            <a:ext cx="4165600" cy="3271837"/>
          </a:xfrm>
          <a:prstGeom prst="rect">
            <a:avLst/>
          </a:prstGeom>
          <a:noFill/>
          <a:ln w="9525">
            <a:noFill/>
            <a:miter lim="800000"/>
            <a:headEnd/>
            <a:tailEnd/>
          </a:ln>
        </p:spPr>
      </p:pic>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4" descr="j0410859"/>
          <p:cNvPicPr>
            <a:picLocks noChangeAspect="1" noChangeArrowheads="1"/>
          </p:cNvPicPr>
          <p:nvPr/>
        </p:nvPicPr>
        <p:blipFill>
          <a:blip r:embed="rId3"/>
          <a:srcRect/>
          <a:stretch>
            <a:fillRect/>
          </a:stretch>
        </p:blipFill>
        <p:spPr bwMode="auto">
          <a:xfrm>
            <a:off x="249780" y="3342022"/>
            <a:ext cx="3381372" cy="3324625"/>
          </a:xfrm>
          <a:prstGeom prst="rect">
            <a:avLst/>
          </a:prstGeom>
          <a:noFill/>
          <a:ln w="9525">
            <a:noFill/>
            <a:miter lim="800000"/>
            <a:headEnd/>
            <a:tailEnd/>
          </a:ln>
        </p:spPr>
      </p:pic>
      <p:sp>
        <p:nvSpPr>
          <p:cNvPr id="2051" name="WordArt 5"/>
          <p:cNvSpPr>
            <a:spLocks noChangeArrowheads="1" noChangeShapeType="1" noTextEdit="1"/>
          </p:cNvSpPr>
          <p:nvPr/>
        </p:nvSpPr>
        <p:spPr bwMode="auto">
          <a:xfrm>
            <a:off x="605136" y="898858"/>
            <a:ext cx="7776864" cy="864096"/>
          </a:xfrm>
          <a:prstGeom prst="rect">
            <a:avLst/>
          </a:prstGeom>
        </p:spPr>
        <p:txBody>
          <a:bodyPr wrap="none" fromWordArt="1">
            <a:prstTxWarp prst="textDoubleWave1">
              <a:avLst>
                <a:gd name="adj1" fmla="val 6500"/>
                <a:gd name="adj2" fmla="val 0"/>
              </a:avLst>
            </a:prstTxWarp>
          </a:bodyPr>
          <a:lstStyle/>
          <a:p>
            <a:pPr algn="ctr"/>
            <a:r>
              <a:rPr lang="en-US" sz="3600" kern="10" spc="-180" dirty="0">
                <a:ln w="25400">
                  <a:solidFill>
                    <a:srgbClr val="000000"/>
                  </a:solidFill>
                  <a:round/>
                  <a:headEnd/>
                  <a:tailEnd/>
                </a:ln>
                <a:solidFill>
                  <a:schemeClr val="accent2"/>
                </a:solidFill>
                <a:effectLst>
                  <a:outerShdw dist="125724" dir="18900000" algn="ctr" rotWithShape="0">
                    <a:srgbClr val="00CC00"/>
                  </a:outerShdw>
                </a:effectLst>
                <a:latin typeface="Cooper Black"/>
              </a:rPr>
              <a:t>Magnification &amp; Field</a:t>
            </a:r>
          </a:p>
        </p:txBody>
      </p:sp>
      <p:sp>
        <p:nvSpPr>
          <p:cNvPr id="2052" name="WordArt 7"/>
          <p:cNvSpPr>
            <a:spLocks noChangeArrowheads="1" noChangeShapeType="1" noTextEdit="1"/>
          </p:cNvSpPr>
          <p:nvPr/>
        </p:nvSpPr>
        <p:spPr bwMode="auto">
          <a:xfrm>
            <a:off x="4067944" y="3342274"/>
            <a:ext cx="3017912" cy="864096"/>
          </a:xfrm>
          <a:prstGeom prst="rect">
            <a:avLst/>
          </a:prstGeom>
        </p:spPr>
        <p:txBody>
          <a:bodyPr wrap="none" fromWordArt="1">
            <a:prstTxWarp prst="textDoubleWave1">
              <a:avLst>
                <a:gd name="adj1" fmla="val 6500"/>
                <a:gd name="adj2" fmla="val 0"/>
              </a:avLst>
            </a:prstTxWarp>
          </a:bodyPr>
          <a:lstStyle/>
          <a:p>
            <a:pPr algn="ctr"/>
            <a:r>
              <a:rPr lang="en-US" sz="3600" kern="10" spc="-180" dirty="0">
                <a:ln w="25400">
                  <a:solidFill>
                    <a:srgbClr val="000000"/>
                  </a:solidFill>
                  <a:round/>
                  <a:headEnd/>
                  <a:tailEnd/>
                </a:ln>
                <a:solidFill>
                  <a:schemeClr val="accent2"/>
                </a:solidFill>
                <a:effectLst>
                  <a:outerShdw dist="125724" dir="18900000" algn="ctr" rotWithShape="0">
                    <a:srgbClr val="00CC00"/>
                  </a:outerShdw>
                </a:effectLst>
                <a:latin typeface="Cooper Black"/>
              </a:rPr>
              <a:t>Of view</a:t>
            </a:r>
          </a:p>
        </p:txBody>
      </p:sp>
      <p:sp>
        <p:nvSpPr>
          <p:cNvPr id="5" name="Subtitle 2"/>
          <p:cNvSpPr txBox="1">
            <a:spLocks/>
          </p:cNvSpPr>
          <p:nvPr/>
        </p:nvSpPr>
        <p:spPr>
          <a:xfrm>
            <a:off x="1371600" y="6000768"/>
            <a:ext cx="6400800" cy="642942"/>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tabLst/>
              <a:defRPr/>
            </a:pPr>
            <a:endParaRPr kumimoji="0" lang="en-US" sz="44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F7CD-B7E4-4012-907C-FCF9ABEC4395}"/>
              </a:ext>
            </a:extLst>
          </p:cNvPr>
          <p:cNvSpPr>
            <a:spLocks noGrp="1"/>
          </p:cNvSpPr>
          <p:nvPr>
            <p:ph type="title"/>
          </p:nvPr>
        </p:nvSpPr>
        <p:spPr/>
        <p:txBody>
          <a:bodyPr/>
          <a:lstStyle/>
          <a:p>
            <a:r>
              <a:rPr lang="en-US" dirty="0"/>
              <a:t>Objective</a:t>
            </a:r>
            <a:endParaRPr lang="en-AU" dirty="0"/>
          </a:p>
        </p:txBody>
      </p:sp>
      <p:sp>
        <p:nvSpPr>
          <p:cNvPr id="3" name="TextBox 2">
            <a:extLst>
              <a:ext uri="{FF2B5EF4-FFF2-40B4-BE49-F238E27FC236}">
                <a16:creationId xmlns:a16="http://schemas.microsoft.com/office/drawing/2014/main" id="{72DCBD76-BEC0-402D-A716-9156525F6A64}"/>
              </a:ext>
            </a:extLst>
          </p:cNvPr>
          <p:cNvSpPr txBox="1"/>
          <p:nvPr/>
        </p:nvSpPr>
        <p:spPr>
          <a:xfrm>
            <a:off x="1115616" y="2351782"/>
            <a:ext cx="6840760" cy="1754326"/>
          </a:xfrm>
          <a:prstGeom prst="rect">
            <a:avLst/>
          </a:prstGeom>
          <a:noFill/>
        </p:spPr>
        <p:txBody>
          <a:bodyPr wrap="square" rtlCol="0">
            <a:spAutoFit/>
          </a:bodyPr>
          <a:lstStyle/>
          <a:p>
            <a:r>
              <a:rPr lang="en-US" sz="3600" dirty="0"/>
              <a:t>Recall and calculate the magnification and field of view of a microscope.</a:t>
            </a:r>
            <a:endParaRPr lang="en-AU" sz="3600" dirty="0"/>
          </a:p>
        </p:txBody>
      </p:sp>
    </p:spTree>
    <p:extLst>
      <p:ext uri="{BB962C8B-B14F-4D97-AF65-F5344CB8AC3E}">
        <p14:creationId xmlns:p14="http://schemas.microsoft.com/office/powerpoint/2010/main" val="1429196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330026" y="2119310"/>
            <a:ext cx="8634462" cy="2857520"/>
          </a:xfrm>
        </p:spPr>
        <p:txBody>
          <a:bodyPr lIns="0" tIns="0" rIns="0" bIns="0" anchor="t">
            <a:noAutofit/>
          </a:bodyPr>
          <a:lstStyle/>
          <a:p>
            <a:pPr algn="l">
              <a:lnSpc>
                <a:spcPct val="95000"/>
              </a:lnSpc>
            </a:pPr>
            <a:r>
              <a:rPr lang="en-US" sz="3200" dirty="0">
                <a:solidFill>
                  <a:srgbClr val="000000"/>
                </a:solidFill>
                <a:latin typeface="Arial" pitchFamily="34" charset="0"/>
              </a:rPr>
              <a:t>Your microscope has 3 magnifications: Scanning, Low and High. Each objective will have written the magnification. </a:t>
            </a:r>
            <a:br>
              <a:rPr lang="en-US" sz="3200" dirty="0">
                <a:solidFill>
                  <a:srgbClr val="000000"/>
                </a:solidFill>
                <a:latin typeface="Arial" pitchFamily="34" charset="0"/>
              </a:rPr>
            </a:br>
            <a:r>
              <a:rPr lang="en-US" sz="3200" dirty="0">
                <a:solidFill>
                  <a:srgbClr val="000000"/>
                </a:solidFill>
                <a:latin typeface="Arial" pitchFamily="34" charset="0"/>
              </a:rPr>
              <a:t>In addition to this, the ocular lens (eyepiece) has a magnification. </a:t>
            </a:r>
            <a:br>
              <a:rPr lang="en-US" sz="3200" dirty="0">
                <a:solidFill>
                  <a:srgbClr val="000000"/>
                </a:solidFill>
                <a:latin typeface="Arial" pitchFamily="34" charset="0"/>
              </a:rPr>
            </a:br>
            <a:br>
              <a:rPr lang="en-US" sz="3200" dirty="0">
                <a:solidFill>
                  <a:srgbClr val="000000"/>
                </a:solidFill>
                <a:latin typeface="Arial" pitchFamily="34" charset="0"/>
              </a:rPr>
            </a:br>
            <a:br>
              <a:rPr lang="en-US" sz="3200" dirty="0">
                <a:solidFill>
                  <a:srgbClr val="000000"/>
                </a:solidFill>
                <a:latin typeface="Arial" pitchFamily="34" charset="0"/>
              </a:rPr>
            </a:br>
            <a:endParaRPr lang="en-US" sz="3200" b="1" dirty="0">
              <a:solidFill>
                <a:srgbClr val="000000"/>
              </a:solidFill>
              <a:latin typeface="Arial" pitchFamily="34" charset="0"/>
            </a:endParaRPr>
          </a:p>
        </p:txBody>
      </p:sp>
      <p:sp>
        <p:nvSpPr>
          <p:cNvPr id="4" name="WordArt 5"/>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Magnification</a:t>
            </a:r>
          </a:p>
        </p:txBody>
      </p:sp>
    </p:spTree>
    <p:extLst>
      <p:ext uri="{BB962C8B-B14F-4D97-AF65-F5344CB8AC3E}">
        <p14:creationId xmlns:p14="http://schemas.microsoft.com/office/powerpoint/2010/main" val="1100752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2643182"/>
            <a:ext cx="9144000" cy="50006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8" name="Text Box 3"/>
          <p:cNvSpPr txBox="1">
            <a:spLocks noChangeArrowheads="1"/>
          </p:cNvSpPr>
          <p:nvPr/>
        </p:nvSpPr>
        <p:spPr bwMode="auto">
          <a:xfrm>
            <a:off x="275671" y="1844824"/>
            <a:ext cx="8858312" cy="4278094"/>
          </a:xfrm>
          <a:prstGeom prst="rect">
            <a:avLst/>
          </a:prstGeom>
          <a:noFill/>
          <a:ln w="9525">
            <a:noFill/>
            <a:miter lim="800000"/>
            <a:headEnd/>
            <a:tailEnd/>
          </a:ln>
        </p:spPr>
        <p:txBody>
          <a:bodyPr wrap="square">
            <a:spAutoFit/>
          </a:bodyPr>
          <a:lstStyle/>
          <a:p>
            <a:pPr>
              <a:spcBef>
                <a:spcPct val="50000"/>
              </a:spcBef>
            </a:pPr>
            <a:r>
              <a:rPr lang="en-US" sz="3200" dirty="0"/>
              <a:t>To calculate the total of magnification, </a:t>
            </a:r>
            <a:r>
              <a:rPr lang="en-US" sz="3200" u="sng" dirty="0"/>
              <a:t>multiply</a:t>
            </a:r>
            <a:r>
              <a:rPr lang="en-US" sz="3200" dirty="0"/>
              <a:t> the </a:t>
            </a:r>
            <a:r>
              <a:rPr lang="en-US" sz="3200" u="sng" dirty="0"/>
              <a:t>power</a:t>
            </a:r>
            <a:r>
              <a:rPr lang="en-US" sz="3200" dirty="0"/>
              <a:t> of the </a:t>
            </a:r>
            <a:r>
              <a:rPr lang="en-US" sz="3200" u="sng" dirty="0"/>
              <a:t>ocular lens</a:t>
            </a:r>
            <a:r>
              <a:rPr lang="en-US" sz="3200" dirty="0"/>
              <a:t> by the </a:t>
            </a:r>
            <a:r>
              <a:rPr lang="en-US" sz="3200" u="sng" dirty="0"/>
              <a:t>power</a:t>
            </a:r>
            <a:r>
              <a:rPr lang="en-US" sz="3200" dirty="0"/>
              <a:t> of the </a:t>
            </a:r>
            <a:r>
              <a:rPr lang="en-US" sz="3200" u="sng" dirty="0"/>
              <a:t>objective</a:t>
            </a:r>
            <a:r>
              <a:rPr lang="en-US" sz="3200" dirty="0"/>
              <a:t>.</a:t>
            </a:r>
          </a:p>
          <a:p>
            <a:pPr>
              <a:spcBef>
                <a:spcPct val="50000"/>
              </a:spcBef>
            </a:pPr>
            <a:endParaRPr lang="en-US" sz="3200" dirty="0"/>
          </a:p>
          <a:p>
            <a:pPr>
              <a:spcBef>
                <a:spcPct val="50000"/>
              </a:spcBef>
            </a:pPr>
            <a:r>
              <a:rPr lang="en-AU" sz="3200" b="1" dirty="0"/>
              <a:t>Total magnification = </a:t>
            </a:r>
          </a:p>
          <a:p>
            <a:pPr>
              <a:spcBef>
                <a:spcPct val="50000"/>
              </a:spcBef>
            </a:pPr>
            <a:r>
              <a:rPr lang="en-AU" sz="3200" b="1" dirty="0"/>
              <a:t>magnification of eyepiece x magnification of objective lens</a:t>
            </a:r>
            <a:endParaRPr lang="en-US" sz="3200" b="1" dirty="0"/>
          </a:p>
        </p:txBody>
      </p:sp>
      <p:sp>
        <p:nvSpPr>
          <p:cNvPr id="9" name="WordArt 5"/>
          <p:cNvSpPr>
            <a:spLocks noChangeArrowheads="1" noChangeShapeType="1"/>
          </p:cNvSpPr>
          <p:nvPr/>
        </p:nvSpPr>
        <p:spPr bwMode="auto">
          <a:xfrm>
            <a:off x="714348" y="285728"/>
            <a:ext cx="76200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Magnification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1988840"/>
            <a:ext cx="9144000" cy="50006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9" name="Picture 5"/>
          <p:cNvPicPr>
            <a:picLocks noChangeAspect="1" noChangeArrowheads="1"/>
          </p:cNvPicPr>
          <p:nvPr/>
        </p:nvPicPr>
        <p:blipFill>
          <a:blip r:embed="rId3"/>
          <a:srcRect/>
          <a:stretch>
            <a:fillRect/>
          </a:stretch>
        </p:blipFill>
        <p:spPr bwMode="auto">
          <a:xfrm>
            <a:off x="0" y="2703220"/>
            <a:ext cx="1750219" cy="2368456"/>
          </a:xfrm>
          <a:prstGeom prst="rect">
            <a:avLst/>
          </a:prstGeom>
          <a:noFill/>
          <a:ln w="9525">
            <a:noFill/>
            <a:miter lim="800000"/>
            <a:headEnd/>
            <a:tailEnd/>
          </a:ln>
        </p:spPr>
      </p:pic>
      <p:sp>
        <p:nvSpPr>
          <p:cNvPr id="13318" name="Oval 6"/>
          <p:cNvSpPr>
            <a:spLocks noChangeArrowheads="1"/>
          </p:cNvSpPr>
          <p:nvPr/>
        </p:nvSpPr>
        <p:spPr bwMode="auto">
          <a:xfrm>
            <a:off x="785786" y="3264845"/>
            <a:ext cx="487623" cy="487623"/>
          </a:xfrm>
          <a:prstGeom prst="ellipse">
            <a:avLst/>
          </a:prstGeom>
          <a:noFill/>
          <a:ln w="38100">
            <a:solidFill>
              <a:srgbClr val="FFCC00"/>
            </a:solidFill>
            <a:round/>
            <a:headEnd/>
            <a:tailEnd/>
          </a:ln>
        </p:spPr>
        <p:txBody>
          <a:bodyPr wrap="none" anchor="ctr"/>
          <a:lstStyle/>
          <a:p>
            <a:endParaRPr lang="en-US"/>
          </a:p>
        </p:txBody>
      </p:sp>
      <p:pic>
        <p:nvPicPr>
          <p:cNvPr id="4101" name="Picture 4"/>
          <p:cNvPicPr>
            <a:picLocks noChangeAspect="1" noChangeArrowheads="1"/>
          </p:cNvPicPr>
          <p:nvPr/>
        </p:nvPicPr>
        <p:blipFill>
          <a:blip r:embed="rId4"/>
          <a:srcRect l="14786" t="16483" r="45258" b="6927"/>
          <a:stretch>
            <a:fillRect/>
          </a:stretch>
        </p:blipFill>
        <p:spPr bwMode="auto">
          <a:xfrm>
            <a:off x="1676400" y="2703220"/>
            <a:ext cx="2438116" cy="3500438"/>
          </a:xfrm>
          <a:prstGeom prst="rect">
            <a:avLst/>
          </a:prstGeom>
          <a:noFill/>
          <a:ln w="9525">
            <a:noFill/>
            <a:miter lim="800000"/>
            <a:headEnd/>
            <a:tailEnd/>
          </a:ln>
        </p:spPr>
      </p:pic>
      <p:sp>
        <p:nvSpPr>
          <p:cNvPr id="13319" name="Oval 7"/>
          <p:cNvSpPr>
            <a:spLocks noChangeArrowheads="1"/>
          </p:cNvSpPr>
          <p:nvPr/>
        </p:nvSpPr>
        <p:spPr bwMode="auto">
          <a:xfrm>
            <a:off x="2285984" y="4072985"/>
            <a:ext cx="487623" cy="487623"/>
          </a:xfrm>
          <a:prstGeom prst="ellipse">
            <a:avLst/>
          </a:prstGeom>
          <a:noFill/>
          <a:ln w="38100">
            <a:solidFill>
              <a:srgbClr val="FFCC00"/>
            </a:solidFill>
            <a:round/>
            <a:headEnd/>
            <a:tailEnd/>
          </a:ln>
        </p:spPr>
        <p:txBody>
          <a:bodyPr wrap="none" anchor="ctr"/>
          <a:lstStyle/>
          <a:p>
            <a:endParaRPr lang="en-US"/>
          </a:p>
        </p:txBody>
      </p:sp>
      <p:sp>
        <p:nvSpPr>
          <p:cNvPr id="4103" name="Text Box 10"/>
          <p:cNvSpPr txBox="1">
            <a:spLocks noChangeArrowheads="1"/>
          </p:cNvSpPr>
          <p:nvPr/>
        </p:nvSpPr>
        <p:spPr bwMode="auto">
          <a:xfrm>
            <a:off x="7070725" y="3349333"/>
            <a:ext cx="1844675" cy="457200"/>
          </a:xfrm>
          <a:prstGeom prst="rect">
            <a:avLst/>
          </a:prstGeom>
          <a:noFill/>
          <a:ln w="9525">
            <a:noFill/>
            <a:miter lim="800000"/>
            <a:headEnd/>
            <a:tailEnd/>
          </a:ln>
        </p:spPr>
        <p:txBody>
          <a:bodyPr>
            <a:spAutoFit/>
          </a:bodyPr>
          <a:lstStyle/>
          <a:p>
            <a:endParaRPr lang="en-US"/>
          </a:p>
        </p:txBody>
      </p:sp>
      <p:sp>
        <p:nvSpPr>
          <p:cNvPr id="13323" name="Text Box 11"/>
          <p:cNvSpPr txBox="1">
            <a:spLocks noChangeArrowheads="1"/>
          </p:cNvSpPr>
          <p:nvPr/>
        </p:nvSpPr>
        <p:spPr bwMode="auto">
          <a:xfrm>
            <a:off x="4706428" y="2703220"/>
            <a:ext cx="3810000" cy="2893100"/>
          </a:xfrm>
          <a:prstGeom prst="rect">
            <a:avLst/>
          </a:prstGeom>
          <a:solidFill>
            <a:srgbClr val="FFCC00"/>
          </a:solidFill>
          <a:ln w="9525">
            <a:noFill/>
            <a:miter lim="800000"/>
            <a:headEnd/>
            <a:tailEnd/>
          </a:ln>
        </p:spPr>
        <p:txBody>
          <a:bodyPr>
            <a:spAutoFit/>
          </a:bodyPr>
          <a:lstStyle/>
          <a:p>
            <a:pPr>
              <a:spcBef>
                <a:spcPct val="50000"/>
              </a:spcBef>
            </a:pPr>
            <a:r>
              <a:rPr lang="en-US" sz="2800" dirty="0"/>
              <a:t>What are the powers of magnification for each of </a:t>
            </a:r>
            <a:br>
              <a:rPr lang="en-US" sz="2800" dirty="0"/>
            </a:br>
            <a:r>
              <a:rPr lang="en-US" sz="2800" dirty="0"/>
              <a:t>the objectives we have on our microscopes?</a:t>
            </a:r>
          </a:p>
          <a:p>
            <a:pPr>
              <a:spcBef>
                <a:spcPct val="50000"/>
              </a:spcBef>
            </a:pPr>
            <a:r>
              <a:rPr lang="en-US" sz="2800" dirty="0"/>
              <a:t>Fill in the table in </a:t>
            </a:r>
            <a:br>
              <a:rPr lang="en-US" sz="2800" dirty="0"/>
            </a:br>
            <a:r>
              <a:rPr lang="en-US" sz="2800" dirty="0"/>
              <a:t>your workbooks.</a:t>
            </a:r>
          </a:p>
        </p:txBody>
      </p:sp>
      <p:sp>
        <p:nvSpPr>
          <p:cNvPr id="9" name="WordArt 5"/>
          <p:cNvSpPr>
            <a:spLocks noChangeArrowheads="1" noChangeShapeType="1"/>
          </p:cNvSpPr>
          <p:nvPr/>
        </p:nvSpPr>
        <p:spPr bwMode="auto">
          <a:xfrm>
            <a:off x="714348" y="285728"/>
            <a:ext cx="76200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Magnification</a:t>
            </a:r>
          </a:p>
        </p:txBody>
      </p:sp>
    </p:spTree>
    <p:extLst>
      <p:ext uri="{BB962C8B-B14F-4D97-AF65-F5344CB8AC3E}">
        <p14:creationId xmlns:p14="http://schemas.microsoft.com/office/powerpoint/2010/main" val="200885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nimBg="1"/>
      <p:bldP spid="13319" grpId="0" animBg="1"/>
      <p:bldP spid="133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4" name="Picture 4"/>
          <p:cNvPicPr>
            <a:picLocks noChangeAspect="1" noChangeArrowheads="1"/>
          </p:cNvPicPr>
          <p:nvPr/>
        </p:nvPicPr>
        <p:blipFill>
          <a:blip r:embed="rId2" cstate="print"/>
          <a:srcRect/>
          <a:stretch>
            <a:fillRect/>
          </a:stretch>
        </p:blipFill>
        <p:spPr bwMode="auto">
          <a:xfrm>
            <a:off x="371843" y="2636912"/>
            <a:ext cx="8320924" cy="1872208"/>
          </a:xfrm>
          <a:prstGeom prst="rect">
            <a:avLst/>
          </a:prstGeom>
          <a:noFill/>
        </p:spPr>
      </p:pic>
      <p:sp>
        <p:nvSpPr>
          <p:cNvPr id="4" name="WordArt 5"/>
          <p:cNvSpPr>
            <a:spLocks noChangeArrowheads="1" noChangeShapeType="1"/>
          </p:cNvSpPr>
          <p:nvPr/>
        </p:nvSpPr>
        <p:spPr bwMode="auto">
          <a:xfrm>
            <a:off x="1066800" y="381000"/>
            <a:ext cx="76200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Magnification</a:t>
            </a:r>
          </a:p>
        </p:txBody>
      </p:sp>
      <p:sp>
        <p:nvSpPr>
          <p:cNvPr id="5" name="Rectangle 4"/>
          <p:cNvSpPr/>
          <p:nvPr/>
        </p:nvSpPr>
        <p:spPr>
          <a:xfrm>
            <a:off x="6878297" y="3215826"/>
            <a:ext cx="107157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878297" y="3644454"/>
            <a:ext cx="107157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878297" y="4073082"/>
            <a:ext cx="107157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6" y="1285860"/>
            <a:ext cx="8929718" cy="5143536"/>
          </a:xfrm>
        </p:spPr>
        <p:txBody>
          <a:bodyPr>
            <a:normAutofit/>
          </a:bodyPr>
          <a:lstStyle/>
          <a:p>
            <a:pPr marL="514350" indent="-514350">
              <a:buAutoNum type="arabicPeriod"/>
            </a:pPr>
            <a:r>
              <a:rPr lang="en-AU" sz="2800" dirty="0"/>
              <a:t>A microscope has an eyepiece lens with a power of 5X. The objective lens being used has a power of 10X. Find the total magnification.</a:t>
            </a:r>
          </a:p>
          <a:p>
            <a:pPr marL="514350" indent="-514350">
              <a:buAutoNum type="arabicPeriod"/>
            </a:pPr>
            <a:endParaRPr lang="en-AU" sz="2800" dirty="0"/>
          </a:p>
          <a:p>
            <a:pPr>
              <a:buNone/>
            </a:pPr>
            <a:r>
              <a:rPr lang="en-AU" sz="2800" dirty="0"/>
              <a:t>2. A microscope has an eyepiece lens with a power of 15X.  The objective lens being used has a power of 40X. Find the total magnification. </a:t>
            </a:r>
          </a:p>
          <a:p>
            <a:pPr>
              <a:buNone/>
            </a:pPr>
            <a:endParaRPr lang="en-AU" sz="2800" dirty="0"/>
          </a:p>
          <a:p>
            <a:pPr>
              <a:buNone/>
            </a:pPr>
            <a:r>
              <a:rPr lang="en-AU" sz="2800" dirty="0"/>
              <a:t>3. A microscope has an eyepiece lens with a power of 10X.  The objective lens being used has a power of 10X. Find the total magnification. </a:t>
            </a:r>
          </a:p>
          <a:p>
            <a:pPr>
              <a:buNone/>
            </a:pPr>
            <a:endParaRPr lang="en-AU" sz="2800" dirty="0"/>
          </a:p>
        </p:txBody>
      </p:sp>
      <p:sp>
        <p:nvSpPr>
          <p:cNvPr id="4" name="WordArt 5"/>
          <p:cNvSpPr>
            <a:spLocks noGrp="1" noChangeArrowheads="1" noChangeShapeType="1"/>
          </p:cNvSpPr>
          <p:nvPr>
            <p:ph type="title"/>
          </p:nvPr>
        </p:nvSpPr>
        <p:spPr bwMode="auto">
          <a:xfrm>
            <a:off x="500034" y="142860"/>
            <a:ext cx="82296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Examples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9"/>
          <p:cNvSpPr txBox="1">
            <a:spLocks noChangeArrowheads="1"/>
          </p:cNvSpPr>
          <p:nvPr/>
        </p:nvSpPr>
        <p:spPr bwMode="auto">
          <a:xfrm>
            <a:off x="7070725" y="4003675"/>
            <a:ext cx="1844675" cy="457200"/>
          </a:xfrm>
          <a:prstGeom prst="rect">
            <a:avLst/>
          </a:prstGeom>
          <a:noFill/>
          <a:ln w="9525">
            <a:noFill/>
            <a:miter lim="800000"/>
            <a:headEnd/>
            <a:tailEnd/>
          </a:ln>
        </p:spPr>
        <p:txBody>
          <a:bodyPr>
            <a:spAutoFit/>
          </a:bodyPr>
          <a:lstStyle/>
          <a:p>
            <a:endParaRPr lang="en-US"/>
          </a:p>
        </p:txBody>
      </p:sp>
      <p:grpSp>
        <p:nvGrpSpPr>
          <p:cNvPr id="2" name="Group 16"/>
          <p:cNvGrpSpPr>
            <a:grpSpLocks/>
          </p:cNvGrpSpPr>
          <p:nvPr/>
        </p:nvGrpSpPr>
        <p:grpSpPr bwMode="auto">
          <a:xfrm>
            <a:off x="762000" y="1529904"/>
            <a:ext cx="7620000" cy="1816100"/>
            <a:chOff x="576" y="763"/>
            <a:chExt cx="4800" cy="1144"/>
          </a:xfrm>
        </p:grpSpPr>
        <p:pic>
          <p:nvPicPr>
            <p:cNvPr id="5128" name="Picture 11"/>
            <p:cNvPicPr>
              <a:picLocks noChangeAspect="1" noChangeArrowheads="1"/>
            </p:cNvPicPr>
            <p:nvPr/>
          </p:nvPicPr>
          <p:blipFill>
            <a:blip r:embed="rId3"/>
            <a:srcRect/>
            <a:stretch>
              <a:fillRect/>
            </a:stretch>
          </p:blipFill>
          <p:spPr bwMode="auto">
            <a:xfrm>
              <a:off x="576" y="768"/>
              <a:ext cx="1344" cy="1075"/>
            </a:xfrm>
            <a:prstGeom prst="rect">
              <a:avLst/>
            </a:prstGeom>
            <a:noFill/>
            <a:ln w="9525">
              <a:noFill/>
              <a:miter lim="800000"/>
              <a:headEnd/>
              <a:tailEnd/>
            </a:ln>
          </p:spPr>
        </p:pic>
        <p:sp>
          <p:nvSpPr>
            <p:cNvPr id="5129" name="Text Box 13"/>
            <p:cNvSpPr txBox="1">
              <a:spLocks noChangeArrowheads="1"/>
            </p:cNvSpPr>
            <p:nvPr/>
          </p:nvSpPr>
          <p:spPr bwMode="auto">
            <a:xfrm>
              <a:off x="1920" y="763"/>
              <a:ext cx="3456" cy="1144"/>
            </a:xfrm>
            <a:prstGeom prst="rect">
              <a:avLst/>
            </a:prstGeom>
            <a:noFill/>
            <a:ln w="9525">
              <a:noFill/>
              <a:miter lim="800000"/>
              <a:headEnd/>
              <a:tailEnd/>
            </a:ln>
          </p:spPr>
          <p:txBody>
            <a:bodyPr>
              <a:spAutoFit/>
            </a:bodyPr>
            <a:lstStyle/>
            <a:p>
              <a:pPr algn="just">
                <a:spcBef>
                  <a:spcPct val="50000"/>
                </a:spcBef>
              </a:pPr>
              <a:r>
                <a:rPr lang="en-US" sz="2800" dirty="0"/>
                <a:t>We can see better details with higher the powers of magnification, but we cannot see as much of the image.</a:t>
              </a:r>
            </a:p>
          </p:txBody>
        </p:sp>
      </p:grpSp>
      <p:grpSp>
        <p:nvGrpSpPr>
          <p:cNvPr id="3" name="Group 15"/>
          <p:cNvGrpSpPr>
            <a:grpSpLocks/>
          </p:cNvGrpSpPr>
          <p:nvPr/>
        </p:nvGrpSpPr>
        <p:grpSpPr bwMode="auto">
          <a:xfrm>
            <a:off x="495300" y="3463882"/>
            <a:ext cx="8191500" cy="3143250"/>
            <a:chOff x="192" y="1968"/>
            <a:chExt cx="5160" cy="1980"/>
          </a:xfrm>
        </p:grpSpPr>
        <p:pic>
          <p:nvPicPr>
            <p:cNvPr id="5126" name="Picture 12"/>
            <p:cNvPicPr>
              <a:picLocks noChangeAspect="1" noChangeArrowheads="1"/>
            </p:cNvPicPr>
            <p:nvPr/>
          </p:nvPicPr>
          <p:blipFill>
            <a:blip r:embed="rId4"/>
            <a:srcRect/>
            <a:stretch>
              <a:fillRect/>
            </a:stretch>
          </p:blipFill>
          <p:spPr bwMode="auto">
            <a:xfrm>
              <a:off x="2352" y="1968"/>
              <a:ext cx="3000" cy="1980"/>
            </a:xfrm>
            <a:prstGeom prst="rect">
              <a:avLst/>
            </a:prstGeom>
            <a:noFill/>
            <a:ln w="9525">
              <a:noFill/>
              <a:miter lim="800000"/>
              <a:headEnd/>
              <a:tailEnd/>
            </a:ln>
          </p:spPr>
        </p:pic>
        <p:sp>
          <p:nvSpPr>
            <p:cNvPr id="5127" name="Text Box 14"/>
            <p:cNvSpPr txBox="1">
              <a:spLocks noChangeArrowheads="1"/>
            </p:cNvSpPr>
            <p:nvPr/>
          </p:nvSpPr>
          <p:spPr bwMode="auto">
            <a:xfrm>
              <a:off x="192" y="2469"/>
              <a:ext cx="2064" cy="1415"/>
            </a:xfrm>
            <a:prstGeom prst="rect">
              <a:avLst/>
            </a:prstGeom>
            <a:noFill/>
            <a:ln w="9525">
              <a:noFill/>
              <a:miter lim="800000"/>
              <a:headEnd/>
              <a:tailEnd/>
            </a:ln>
          </p:spPr>
          <p:txBody>
            <a:bodyPr>
              <a:spAutoFit/>
            </a:bodyPr>
            <a:lstStyle/>
            <a:p>
              <a:pPr>
                <a:spcBef>
                  <a:spcPct val="50000"/>
                </a:spcBef>
              </a:pPr>
              <a:r>
                <a:rPr lang="en-US" sz="2800" dirty="0"/>
                <a:t>Which of these images would be viewed at a higher power of magnification?</a:t>
              </a:r>
            </a:p>
          </p:txBody>
        </p:sp>
      </p:grpSp>
      <p:sp>
        <p:nvSpPr>
          <p:cNvPr id="10" name="WordArt 5"/>
          <p:cNvSpPr txBox="1">
            <a:spLocks noChangeArrowheads="1" noChangeShapeType="1"/>
          </p:cNvSpPr>
          <p:nvPr/>
        </p:nvSpPr>
        <p:spPr bwMode="auto">
          <a:xfrm>
            <a:off x="457200" y="274638"/>
            <a:ext cx="8229600" cy="1143000"/>
          </a:xfrm>
          <a:prstGeom prst="rect">
            <a:avLst/>
          </a:prstGeom>
        </p:spPr>
        <p:txBody>
          <a:bodyPr wrap="none" numCol="1" fromWordArt="1">
            <a:prstTxWarp prst="textPlain">
              <a:avLst>
                <a:gd name="adj" fmla="val 50000"/>
              </a:avLst>
            </a:prstTxWarp>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0" cap="none" spc="0" normalizeH="0" baseline="0" noProof="0">
                <a:ln w="19050">
                  <a:solidFill>
                    <a:srgbClr val="99CCFF"/>
                  </a:solidFill>
                  <a:round/>
                  <a:headEnd/>
                  <a:tailEnd/>
                </a:ln>
                <a:solidFill>
                  <a:srgbClr val="0066CC"/>
                </a:solidFill>
                <a:effectLst>
                  <a:outerShdw dist="35921" dir="2700000" algn="ctr" rotWithShape="0">
                    <a:srgbClr val="990000"/>
                  </a:outerShdw>
                </a:effectLst>
                <a:uLnTx/>
                <a:uFillTx/>
                <a:latin typeface="Impact"/>
                <a:ea typeface="+mj-ea"/>
                <a:cs typeface="+mj-cs"/>
              </a:rPr>
              <a:t>Magnification</a:t>
            </a:r>
            <a:endParaRPr kumimoji="0" lang="en-US" sz="3600" b="0" i="0" u="none" strike="noStrike" kern="10" cap="none" spc="0" normalizeH="0" baseline="0" noProof="0" dirty="0">
              <a:ln w="19050">
                <a:solidFill>
                  <a:srgbClr val="99CCFF"/>
                </a:solidFill>
                <a:round/>
                <a:headEnd/>
                <a:tailEnd/>
              </a:ln>
              <a:solidFill>
                <a:srgbClr val="0066CC"/>
              </a:solidFill>
              <a:effectLst>
                <a:outerShdw dist="35921" dir="2700000" algn="ctr" rotWithShape="0">
                  <a:srgbClr val="990000"/>
                </a:outerShdw>
              </a:effectLst>
              <a:uLnTx/>
              <a:uFillTx/>
              <a:latin typeface="Impac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57364"/>
            <a:ext cx="8229600" cy="4667980"/>
          </a:xfrm>
        </p:spPr>
        <p:txBody>
          <a:bodyPr>
            <a:normAutofit lnSpcReduction="10000"/>
          </a:bodyPr>
          <a:lstStyle/>
          <a:p>
            <a:pPr>
              <a:buNone/>
            </a:pPr>
            <a:r>
              <a:rPr lang="en-AU" dirty="0"/>
              <a:t>1mm = 1000 </a:t>
            </a:r>
            <a:r>
              <a:rPr lang="el-GR" dirty="0"/>
              <a:t>μ</a:t>
            </a:r>
            <a:r>
              <a:rPr lang="en-AU" dirty="0"/>
              <a:t>m   (mm x 1000)</a:t>
            </a:r>
          </a:p>
          <a:p>
            <a:pPr>
              <a:buNone/>
            </a:pPr>
            <a:r>
              <a:rPr lang="en-AU" dirty="0"/>
              <a:t>E.g.</a:t>
            </a:r>
          </a:p>
          <a:p>
            <a:pPr>
              <a:buNone/>
            </a:pPr>
            <a:r>
              <a:rPr lang="en-AU" dirty="0"/>
              <a:t>2 mm  =</a:t>
            </a:r>
          </a:p>
          <a:p>
            <a:pPr>
              <a:buNone/>
            </a:pPr>
            <a:endParaRPr lang="en-AU" dirty="0"/>
          </a:p>
          <a:p>
            <a:pPr>
              <a:buNone/>
            </a:pPr>
            <a:r>
              <a:rPr lang="en-AU" dirty="0"/>
              <a:t>1000 </a:t>
            </a:r>
            <a:r>
              <a:rPr lang="el-GR" dirty="0"/>
              <a:t>μ</a:t>
            </a:r>
            <a:r>
              <a:rPr lang="en-AU" dirty="0"/>
              <a:t>m = 1 mm  (mm / 1000)</a:t>
            </a:r>
          </a:p>
          <a:p>
            <a:pPr>
              <a:buNone/>
            </a:pPr>
            <a:r>
              <a:rPr lang="en-AU" dirty="0"/>
              <a:t>E.g.</a:t>
            </a:r>
          </a:p>
          <a:p>
            <a:pPr>
              <a:buNone/>
            </a:pPr>
            <a:r>
              <a:rPr lang="en-AU" dirty="0"/>
              <a:t>100 </a:t>
            </a:r>
            <a:r>
              <a:rPr lang="el-GR" dirty="0"/>
              <a:t>μ</a:t>
            </a:r>
            <a:r>
              <a:rPr lang="en-AU" dirty="0"/>
              <a:t>m =         </a:t>
            </a:r>
          </a:p>
          <a:p>
            <a:pPr>
              <a:buNone/>
            </a:pPr>
            <a:r>
              <a:rPr lang="en-AU" dirty="0"/>
              <a:t>	</a:t>
            </a:r>
            <a:endParaRPr lang="en-US" dirty="0"/>
          </a:p>
        </p:txBody>
      </p:sp>
      <p:sp>
        <p:nvSpPr>
          <p:cNvPr id="4" name="WordArt 5"/>
          <p:cNvSpPr>
            <a:spLocks noGrp="1" noChangeArrowheads="1" noChangeShapeType="1"/>
          </p:cNvSpPr>
          <p:nvPr>
            <p:ph type="title"/>
          </p:nvPr>
        </p:nvSpPr>
        <p:spPr bwMode="auto">
          <a:xfrm>
            <a:off x="457200" y="160337"/>
            <a:ext cx="82296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Changing Units</a:t>
            </a:r>
          </a:p>
        </p:txBody>
      </p:sp>
      <p:sp>
        <p:nvSpPr>
          <p:cNvPr id="12" name="TextBox 11">
            <a:extLst>
              <a:ext uri="{FF2B5EF4-FFF2-40B4-BE49-F238E27FC236}">
                <a16:creationId xmlns:a16="http://schemas.microsoft.com/office/drawing/2014/main" id="{96A849B6-28A9-4CA8-93C0-6082A3E3E990}"/>
              </a:ext>
            </a:extLst>
          </p:cNvPr>
          <p:cNvSpPr txBox="1"/>
          <p:nvPr/>
        </p:nvSpPr>
        <p:spPr>
          <a:xfrm>
            <a:off x="2915816" y="2905780"/>
            <a:ext cx="5184576" cy="523220"/>
          </a:xfrm>
          <a:prstGeom prst="rect">
            <a:avLst/>
          </a:prstGeom>
          <a:noFill/>
        </p:spPr>
        <p:txBody>
          <a:bodyPr wrap="square" rtlCol="0">
            <a:spAutoFit/>
          </a:bodyPr>
          <a:lstStyle/>
          <a:p>
            <a:r>
              <a:rPr lang="en-AU" sz="2800" b="1" dirty="0">
                <a:solidFill>
                  <a:schemeClr val="tx2">
                    <a:lumMod val="75000"/>
                  </a:schemeClr>
                </a:solidFill>
              </a:rPr>
              <a:t>2 mm x 1000 =        2000 </a:t>
            </a:r>
            <a:r>
              <a:rPr lang="el-GR" sz="2800" b="1" dirty="0">
                <a:solidFill>
                  <a:schemeClr val="tx2">
                    <a:lumMod val="75000"/>
                  </a:schemeClr>
                </a:solidFill>
              </a:rPr>
              <a:t>μ</a:t>
            </a:r>
            <a:r>
              <a:rPr lang="en-AU" sz="2800" b="1" dirty="0">
                <a:solidFill>
                  <a:schemeClr val="tx2">
                    <a:lumMod val="75000"/>
                  </a:schemeClr>
                </a:solidFill>
              </a:rPr>
              <a:t>m</a:t>
            </a:r>
            <a:endParaRPr lang="en-US" sz="2800" b="1" dirty="0">
              <a:solidFill>
                <a:schemeClr val="tx2">
                  <a:lumMod val="75000"/>
                </a:schemeClr>
              </a:solidFill>
            </a:endParaRPr>
          </a:p>
        </p:txBody>
      </p:sp>
      <p:sp>
        <p:nvSpPr>
          <p:cNvPr id="13" name="TextBox 12">
            <a:extLst>
              <a:ext uri="{FF2B5EF4-FFF2-40B4-BE49-F238E27FC236}">
                <a16:creationId xmlns:a16="http://schemas.microsoft.com/office/drawing/2014/main" id="{9E343976-F4FC-4E92-BA14-987AEB08B652}"/>
              </a:ext>
            </a:extLst>
          </p:cNvPr>
          <p:cNvSpPr txBox="1"/>
          <p:nvPr/>
        </p:nvSpPr>
        <p:spPr>
          <a:xfrm>
            <a:off x="2914827" y="5013176"/>
            <a:ext cx="5184576" cy="523220"/>
          </a:xfrm>
          <a:prstGeom prst="rect">
            <a:avLst/>
          </a:prstGeom>
          <a:noFill/>
        </p:spPr>
        <p:txBody>
          <a:bodyPr wrap="square" rtlCol="0">
            <a:spAutoFit/>
          </a:bodyPr>
          <a:lstStyle/>
          <a:p>
            <a:r>
              <a:rPr lang="en-AU" sz="2800" b="1" dirty="0">
                <a:solidFill>
                  <a:schemeClr val="tx2">
                    <a:lumMod val="75000"/>
                  </a:schemeClr>
                </a:solidFill>
              </a:rPr>
              <a:t>10 </a:t>
            </a:r>
            <a:r>
              <a:rPr lang="el-GR" sz="2800" b="1" dirty="0">
                <a:solidFill>
                  <a:schemeClr val="tx2">
                    <a:lumMod val="75000"/>
                  </a:schemeClr>
                </a:solidFill>
              </a:rPr>
              <a:t>μ</a:t>
            </a:r>
            <a:r>
              <a:rPr lang="en-AU" sz="2800" b="1" dirty="0">
                <a:solidFill>
                  <a:schemeClr val="tx2">
                    <a:lumMod val="75000"/>
                  </a:schemeClr>
                </a:solidFill>
              </a:rPr>
              <a:t>m / 1000 =     0.1 mm</a:t>
            </a:r>
            <a:endParaRPr lang="en-US" sz="2800" b="1" dirty="0">
              <a:solidFill>
                <a:schemeClr val="tx2">
                  <a:lumMod val="75000"/>
                </a:schemeClr>
              </a:solidFill>
            </a:endParaRPr>
          </a:p>
        </p:txBody>
      </p:sp>
      <p:sp>
        <p:nvSpPr>
          <p:cNvPr id="15" name="TextBox 14">
            <a:extLst>
              <a:ext uri="{FF2B5EF4-FFF2-40B4-BE49-F238E27FC236}">
                <a16:creationId xmlns:a16="http://schemas.microsoft.com/office/drawing/2014/main" id="{76C5226C-538D-468B-8D13-4F3E06193067}"/>
              </a:ext>
            </a:extLst>
          </p:cNvPr>
          <p:cNvSpPr txBox="1"/>
          <p:nvPr/>
        </p:nvSpPr>
        <p:spPr>
          <a:xfrm>
            <a:off x="2904961" y="2905780"/>
            <a:ext cx="5184576" cy="523220"/>
          </a:xfrm>
          <a:prstGeom prst="rect">
            <a:avLst/>
          </a:prstGeom>
          <a:noFill/>
        </p:spPr>
        <p:txBody>
          <a:bodyPr wrap="square" rtlCol="0">
            <a:spAutoFit/>
          </a:bodyPr>
          <a:lstStyle/>
          <a:p>
            <a:r>
              <a:rPr lang="en-AU" sz="2800" b="1" dirty="0">
                <a:solidFill>
                  <a:schemeClr val="tx2">
                    <a:lumMod val="75000"/>
                  </a:schemeClr>
                </a:solidFill>
              </a:rPr>
              <a:t>2 mm x 1000 =        2000 </a:t>
            </a:r>
            <a:r>
              <a:rPr lang="el-GR" sz="2800" b="1" dirty="0">
                <a:solidFill>
                  <a:schemeClr val="tx2">
                    <a:lumMod val="75000"/>
                  </a:schemeClr>
                </a:solidFill>
              </a:rPr>
              <a:t>μ</a:t>
            </a:r>
            <a:r>
              <a:rPr lang="en-AU" sz="2800" b="1" dirty="0">
                <a:solidFill>
                  <a:schemeClr val="tx2">
                    <a:lumMod val="75000"/>
                  </a:schemeClr>
                </a:solidFill>
              </a:rPr>
              <a:t>m</a:t>
            </a:r>
            <a:endParaRPr lang="en-US" sz="2800" b="1" dirty="0">
              <a:solidFill>
                <a:schemeClr val="tx2">
                  <a:lumMod val="75000"/>
                </a:schemeClr>
              </a:solidFill>
            </a:endParaRPr>
          </a:p>
        </p:txBody>
      </p:sp>
      <p:sp>
        <p:nvSpPr>
          <p:cNvPr id="18" name="TextBox 17">
            <a:extLst>
              <a:ext uri="{FF2B5EF4-FFF2-40B4-BE49-F238E27FC236}">
                <a16:creationId xmlns:a16="http://schemas.microsoft.com/office/drawing/2014/main" id="{4469E1F6-15A2-4BE7-A9FC-9FE2645C952A}"/>
              </a:ext>
            </a:extLst>
          </p:cNvPr>
          <p:cNvSpPr txBox="1"/>
          <p:nvPr/>
        </p:nvSpPr>
        <p:spPr>
          <a:xfrm>
            <a:off x="2914827" y="2905780"/>
            <a:ext cx="5184576" cy="523220"/>
          </a:xfrm>
          <a:prstGeom prst="rect">
            <a:avLst/>
          </a:prstGeom>
          <a:noFill/>
        </p:spPr>
        <p:txBody>
          <a:bodyPr wrap="square" rtlCol="0">
            <a:spAutoFit/>
          </a:bodyPr>
          <a:lstStyle/>
          <a:p>
            <a:r>
              <a:rPr lang="en-AU" sz="2800" b="1" dirty="0">
                <a:solidFill>
                  <a:schemeClr val="tx2">
                    <a:lumMod val="75000"/>
                  </a:schemeClr>
                </a:solidFill>
              </a:rPr>
              <a:t>2 mm x 1000 =        2000 </a:t>
            </a:r>
            <a:r>
              <a:rPr lang="el-GR" sz="2800" b="1" dirty="0">
                <a:solidFill>
                  <a:schemeClr val="tx2">
                    <a:lumMod val="75000"/>
                  </a:schemeClr>
                </a:solidFill>
              </a:rPr>
              <a:t>μ</a:t>
            </a:r>
            <a:r>
              <a:rPr lang="en-AU" sz="2800" b="1" dirty="0">
                <a:solidFill>
                  <a:schemeClr val="tx2">
                    <a:lumMod val="75000"/>
                  </a:schemeClr>
                </a:solidFill>
              </a:rPr>
              <a:t>m</a:t>
            </a:r>
            <a:endParaRPr lang="en-US" sz="2800" b="1" dirty="0">
              <a:solidFill>
                <a:schemeClr val="tx2">
                  <a:lumMod val="75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167" y="1029713"/>
            <a:ext cx="8229600" cy="2437799"/>
          </a:xfrm>
        </p:spPr>
        <p:txBody>
          <a:bodyPr>
            <a:normAutofit/>
          </a:bodyPr>
          <a:lstStyle/>
          <a:p>
            <a:pPr>
              <a:buNone/>
            </a:pPr>
            <a:r>
              <a:rPr lang="en-AU" dirty="0"/>
              <a:t>Examples-: Convert mm to </a:t>
            </a:r>
            <a:r>
              <a:rPr lang="el-GR" dirty="0"/>
              <a:t>μ</a:t>
            </a:r>
            <a:r>
              <a:rPr lang="en-AU" dirty="0"/>
              <a:t>m</a:t>
            </a:r>
          </a:p>
          <a:p>
            <a:pPr>
              <a:buNone/>
            </a:pPr>
            <a:r>
              <a:rPr lang="en-AU" dirty="0"/>
              <a:t>	a) 250 mm</a:t>
            </a:r>
          </a:p>
          <a:p>
            <a:pPr>
              <a:buNone/>
            </a:pPr>
            <a:r>
              <a:rPr lang="en-AU" dirty="0"/>
              <a:t>	b) 0.1 mm</a:t>
            </a:r>
          </a:p>
          <a:p>
            <a:pPr>
              <a:buNone/>
            </a:pPr>
            <a:r>
              <a:rPr lang="en-AU" dirty="0"/>
              <a:t>	</a:t>
            </a:r>
            <a:endParaRPr lang="en-US" dirty="0"/>
          </a:p>
        </p:txBody>
      </p:sp>
      <p:sp>
        <p:nvSpPr>
          <p:cNvPr id="6" name="TextBox 5"/>
          <p:cNvSpPr txBox="1"/>
          <p:nvPr/>
        </p:nvSpPr>
        <p:spPr>
          <a:xfrm>
            <a:off x="4133672" y="1700808"/>
            <a:ext cx="4643470" cy="523220"/>
          </a:xfrm>
          <a:prstGeom prst="rect">
            <a:avLst/>
          </a:prstGeom>
          <a:noFill/>
        </p:spPr>
        <p:txBody>
          <a:bodyPr wrap="square" rtlCol="0">
            <a:spAutoFit/>
          </a:bodyPr>
          <a:lstStyle/>
          <a:p>
            <a:r>
              <a:rPr lang="en-AU" sz="2800" b="1" dirty="0">
                <a:solidFill>
                  <a:schemeClr val="tx2">
                    <a:lumMod val="75000"/>
                  </a:schemeClr>
                </a:solidFill>
              </a:rPr>
              <a:t>250 mm x 1000 = 250 000 </a:t>
            </a:r>
            <a:r>
              <a:rPr lang="el-GR" sz="2800" b="1" dirty="0">
                <a:solidFill>
                  <a:schemeClr val="tx2">
                    <a:lumMod val="75000"/>
                  </a:schemeClr>
                </a:solidFill>
              </a:rPr>
              <a:t>μ</a:t>
            </a:r>
            <a:r>
              <a:rPr lang="en-AU" sz="2800" b="1" dirty="0">
                <a:solidFill>
                  <a:schemeClr val="tx2">
                    <a:lumMod val="75000"/>
                  </a:schemeClr>
                </a:solidFill>
              </a:rPr>
              <a:t>m</a:t>
            </a:r>
            <a:endParaRPr lang="en-US" sz="2800" b="1" dirty="0">
              <a:solidFill>
                <a:schemeClr val="tx2">
                  <a:lumMod val="75000"/>
                </a:schemeClr>
              </a:solidFill>
            </a:endParaRPr>
          </a:p>
        </p:txBody>
      </p:sp>
      <p:sp>
        <p:nvSpPr>
          <p:cNvPr id="7" name="TextBox 6"/>
          <p:cNvSpPr txBox="1"/>
          <p:nvPr/>
        </p:nvSpPr>
        <p:spPr>
          <a:xfrm>
            <a:off x="4133672" y="2272312"/>
            <a:ext cx="4254752" cy="523220"/>
          </a:xfrm>
          <a:prstGeom prst="rect">
            <a:avLst/>
          </a:prstGeom>
          <a:noFill/>
        </p:spPr>
        <p:txBody>
          <a:bodyPr wrap="square" rtlCol="0">
            <a:spAutoFit/>
          </a:bodyPr>
          <a:lstStyle/>
          <a:p>
            <a:r>
              <a:rPr lang="en-AU" sz="2800" b="1" dirty="0">
                <a:solidFill>
                  <a:schemeClr val="tx2">
                    <a:lumMod val="75000"/>
                  </a:schemeClr>
                </a:solidFill>
              </a:rPr>
              <a:t>0.1 mm x 1000 = 100 </a:t>
            </a:r>
            <a:r>
              <a:rPr lang="el-GR" sz="2800" b="1" dirty="0">
                <a:solidFill>
                  <a:schemeClr val="tx2">
                    <a:lumMod val="75000"/>
                  </a:schemeClr>
                </a:solidFill>
              </a:rPr>
              <a:t>μ</a:t>
            </a:r>
            <a:r>
              <a:rPr lang="en-AU" sz="2800" b="1" dirty="0">
                <a:solidFill>
                  <a:schemeClr val="tx2">
                    <a:lumMod val="75000"/>
                  </a:schemeClr>
                </a:solidFill>
              </a:rPr>
              <a:t>m</a:t>
            </a:r>
            <a:endParaRPr lang="en-US" sz="2800" b="1" dirty="0">
              <a:solidFill>
                <a:schemeClr val="tx2">
                  <a:lumMod val="75000"/>
                </a:schemeClr>
              </a:solidFill>
            </a:endParaRPr>
          </a:p>
        </p:txBody>
      </p:sp>
      <p:sp>
        <p:nvSpPr>
          <p:cNvPr id="8" name="TextBox 7"/>
          <p:cNvSpPr txBox="1"/>
          <p:nvPr/>
        </p:nvSpPr>
        <p:spPr>
          <a:xfrm>
            <a:off x="4129736" y="4447831"/>
            <a:ext cx="5786478" cy="523220"/>
          </a:xfrm>
          <a:prstGeom prst="rect">
            <a:avLst/>
          </a:prstGeom>
          <a:noFill/>
        </p:spPr>
        <p:txBody>
          <a:bodyPr wrap="square" rtlCol="0">
            <a:spAutoFit/>
          </a:bodyPr>
          <a:lstStyle/>
          <a:p>
            <a:r>
              <a:rPr lang="en-AU" sz="2800" b="1" dirty="0">
                <a:solidFill>
                  <a:schemeClr val="tx2">
                    <a:lumMod val="75000"/>
                  </a:schemeClr>
                </a:solidFill>
              </a:rPr>
              <a:t>50 </a:t>
            </a:r>
            <a:r>
              <a:rPr lang="el-GR" sz="2800" b="1" dirty="0">
                <a:solidFill>
                  <a:schemeClr val="tx2">
                    <a:lumMod val="75000"/>
                  </a:schemeClr>
                </a:solidFill>
              </a:rPr>
              <a:t>μ</a:t>
            </a:r>
            <a:r>
              <a:rPr lang="en-AU" sz="2800" b="1" dirty="0">
                <a:solidFill>
                  <a:schemeClr val="tx2">
                    <a:lumMod val="75000"/>
                  </a:schemeClr>
                </a:solidFill>
              </a:rPr>
              <a:t>m / 1000 = 0.05 mm</a:t>
            </a:r>
            <a:endParaRPr lang="en-US" sz="2800" b="1" dirty="0">
              <a:solidFill>
                <a:schemeClr val="tx2">
                  <a:lumMod val="75000"/>
                </a:schemeClr>
              </a:solidFill>
            </a:endParaRPr>
          </a:p>
        </p:txBody>
      </p:sp>
      <p:sp>
        <p:nvSpPr>
          <p:cNvPr id="9" name="TextBox 8"/>
          <p:cNvSpPr txBox="1"/>
          <p:nvPr/>
        </p:nvSpPr>
        <p:spPr>
          <a:xfrm>
            <a:off x="4129736" y="4983651"/>
            <a:ext cx="5786478" cy="523220"/>
          </a:xfrm>
          <a:prstGeom prst="rect">
            <a:avLst/>
          </a:prstGeom>
          <a:noFill/>
        </p:spPr>
        <p:txBody>
          <a:bodyPr wrap="square" rtlCol="0">
            <a:spAutoFit/>
          </a:bodyPr>
          <a:lstStyle/>
          <a:p>
            <a:r>
              <a:rPr lang="en-AU" sz="2800" b="1" dirty="0">
                <a:solidFill>
                  <a:schemeClr val="tx2">
                    <a:lumMod val="75000"/>
                  </a:schemeClr>
                </a:solidFill>
              </a:rPr>
              <a:t>20000 </a:t>
            </a:r>
            <a:r>
              <a:rPr lang="el-GR" sz="2800" b="1" dirty="0">
                <a:solidFill>
                  <a:schemeClr val="tx2">
                    <a:lumMod val="75000"/>
                  </a:schemeClr>
                </a:solidFill>
              </a:rPr>
              <a:t>μ</a:t>
            </a:r>
            <a:r>
              <a:rPr lang="en-AU" sz="2800" b="1" dirty="0">
                <a:solidFill>
                  <a:schemeClr val="tx2">
                    <a:lumMod val="75000"/>
                  </a:schemeClr>
                </a:solidFill>
              </a:rPr>
              <a:t>m / 1000 = 20 </a:t>
            </a:r>
            <a:r>
              <a:rPr lang="en-US" sz="2800" b="1" dirty="0">
                <a:solidFill>
                  <a:schemeClr val="tx2">
                    <a:lumMod val="75000"/>
                  </a:schemeClr>
                </a:solidFill>
              </a:rPr>
              <a:t>m</a:t>
            </a:r>
            <a:r>
              <a:rPr lang="en-AU" sz="2800" b="1" dirty="0">
                <a:solidFill>
                  <a:schemeClr val="tx2">
                    <a:lumMod val="75000"/>
                  </a:schemeClr>
                </a:solidFill>
              </a:rPr>
              <a:t>m</a:t>
            </a:r>
            <a:endParaRPr lang="en-US" sz="2800" b="1" dirty="0">
              <a:solidFill>
                <a:schemeClr val="tx2">
                  <a:lumMod val="75000"/>
                </a:schemeClr>
              </a:solidFill>
            </a:endParaRPr>
          </a:p>
        </p:txBody>
      </p:sp>
      <p:sp>
        <p:nvSpPr>
          <p:cNvPr id="11" name="Content Placeholder 2">
            <a:extLst>
              <a:ext uri="{FF2B5EF4-FFF2-40B4-BE49-F238E27FC236}">
                <a16:creationId xmlns:a16="http://schemas.microsoft.com/office/drawing/2014/main" id="{1092462F-7A3D-4712-AA9F-6CDDD29DD614}"/>
              </a:ext>
            </a:extLst>
          </p:cNvPr>
          <p:cNvSpPr txBox="1">
            <a:spLocks/>
          </p:cNvSpPr>
          <p:nvPr/>
        </p:nvSpPr>
        <p:spPr>
          <a:xfrm>
            <a:off x="547542" y="3752151"/>
            <a:ext cx="8229600" cy="24377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AU" dirty="0"/>
              <a:t>Examples-: Convert </a:t>
            </a:r>
            <a:r>
              <a:rPr lang="el-GR" dirty="0"/>
              <a:t>μ</a:t>
            </a:r>
            <a:r>
              <a:rPr lang="en-AU" dirty="0"/>
              <a:t>m to mm</a:t>
            </a:r>
          </a:p>
          <a:p>
            <a:pPr>
              <a:buNone/>
            </a:pPr>
            <a:r>
              <a:rPr lang="en-AU" dirty="0"/>
              <a:t>	a) 50 </a:t>
            </a:r>
            <a:r>
              <a:rPr lang="el-GR" dirty="0"/>
              <a:t>μ</a:t>
            </a:r>
            <a:r>
              <a:rPr lang="en-AU" dirty="0"/>
              <a:t>m</a:t>
            </a:r>
          </a:p>
          <a:p>
            <a:pPr>
              <a:buNone/>
            </a:pPr>
            <a:r>
              <a:rPr lang="en-AU" dirty="0"/>
              <a:t>	b) 20000 </a:t>
            </a:r>
            <a:r>
              <a:rPr lang="el-GR" dirty="0"/>
              <a:t>μ</a:t>
            </a:r>
            <a:r>
              <a:rPr lang="en-AU" dirty="0"/>
              <a:t>m</a:t>
            </a:r>
          </a:p>
          <a:p>
            <a:pPr>
              <a:buFont typeface="Arial" pitchFamily="34" charset="0"/>
              <a:buNone/>
            </a:pPr>
            <a:r>
              <a:rPr lang="en-AU" dirty="0"/>
              <a:t>	</a:t>
            </a:r>
            <a:endParaRPr lang="en-US" dirty="0"/>
          </a:p>
        </p:txBody>
      </p:sp>
    </p:spTree>
    <p:extLst>
      <p:ext uri="{BB962C8B-B14F-4D97-AF65-F5344CB8AC3E}">
        <p14:creationId xmlns:p14="http://schemas.microsoft.com/office/powerpoint/2010/main" val="193537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WordArt 5"/>
          <p:cNvSpPr>
            <a:spLocks noGrp="1" noChangeArrowheads="1" noChangeShapeType="1"/>
          </p:cNvSpPr>
          <p:nvPr>
            <p:ph type="title"/>
          </p:nvPr>
        </p:nvSpPr>
        <p:spPr bwMode="auto">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Field of View</a:t>
            </a:r>
          </a:p>
        </p:txBody>
      </p:sp>
      <p:sp>
        <p:nvSpPr>
          <p:cNvPr id="15" name="TextBox 14"/>
          <p:cNvSpPr txBox="1"/>
          <p:nvPr/>
        </p:nvSpPr>
        <p:spPr>
          <a:xfrm>
            <a:off x="357158" y="1772816"/>
            <a:ext cx="8895362" cy="1077218"/>
          </a:xfrm>
          <a:prstGeom prst="rect">
            <a:avLst/>
          </a:prstGeom>
          <a:noFill/>
        </p:spPr>
        <p:txBody>
          <a:bodyPr wrap="square" rtlCol="0">
            <a:spAutoFit/>
          </a:bodyPr>
          <a:lstStyle/>
          <a:p>
            <a:r>
              <a:rPr lang="en-AU" sz="3200" b="1" dirty="0"/>
              <a:t>Field of View </a:t>
            </a:r>
            <a:r>
              <a:rPr lang="en-AU" sz="3200" dirty="0"/>
              <a:t>is the actual size of the object/particle being viewed at different magnifications.</a:t>
            </a:r>
            <a:endParaRPr lang="en-US" sz="3200" dirty="0"/>
          </a:p>
        </p:txBody>
      </p:sp>
      <p:pic>
        <p:nvPicPr>
          <p:cNvPr id="78850" name="Picture 2" descr="http://cf.synergylearning.org/images/447.gif"/>
          <p:cNvPicPr>
            <a:picLocks noChangeAspect="1" noChangeArrowheads="1"/>
          </p:cNvPicPr>
          <p:nvPr/>
        </p:nvPicPr>
        <p:blipFill>
          <a:blip r:embed="rId2"/>
          <a:srcRect/>
          <a:stretch>
            <a:fillRect/>
          </a:stretch>
        </p:blipFill>
        <p:spPr bwMode="auto">
          <a:xfrm>
            <a:off x="731249" y="3205212"/>
            <a:ext cx="7681501" cy="35719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929198"/>
            <a:ext cx="8643998" cy="1196965"/>
          </a:xfrm>
        </p:spPr>
        <p:txBody>
          <a:bodyPr>
            <a:normAutofit fontScale="92500" lnSpcReduction="20000"/>
          </a:bodyPr>
          <a:lstStyle/>
          <a:p>
            <a:pPr>
              <a:buNone/>
            </a:pPr>
            <a:r>
              <a:rPr lang="en-US" sz="2800" dirty="0"/>
              <a:t>alfalfa stem 		         alfalfa stem 		alfalfa stem                          @ 40X 			@ 100X 		    @ 400X</a:t>
            </a:r>
          </a:p>
          <a:p>
            <a:pPr>
              <a:buNone/>
            </a:pPr>
            <a:r>
              <a:rPr lang="en-AU" sz="2800" dirty="0"/>
              <a:t>objective lens	         objective lens		 objective lens</a:t>
            </a:r>
            <a:endParaRPr lang="en-US" sz="2800" dirty="0"/>
          </a:p>
          <a:p>
            <a:endParaRPr lang="en-US" sz="2800" dirty="0"/>
          </a:p>
        </p:txBody>
      </p:sp>
      <p:sp>
        <p:nvSpPr>
          <p:cNvPr id="4" name="WordArt 5"/>
          <p:cNvSpPr>
            <a:spLocks noGrp="1" noChangeArrowheads="1" noChangeShapeType="1"/>
          </p:cNvSpPr>
          <p:nvPr>
            <p:ph type="title"/>
          </p:nvPr>
        </p:nvSpPr>
        <p:spPr bwMode="auto">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Field of View</a:t>
            </a:r>
          </a:p>
        </p:txBody>
      </p:sp>
      <p:pic>
        <p:nvPicPr>
          <p:cNvPr id="4098" name="Picture 2" descr="http://www.scs.sk.ca/cyber/elem/learningcommunity/sciences/biology20/curr_content/biology20/Library/alfa_40x.jpg"/>
          <p:cNvPicPr>
            <a:picLocks noChangeAspect="1" noChangeArrowheads="1"/>
          </p:cNvPicPr>
          <p:nvPr/>
        </p:nvPicPr>
        <p:blipFill>
          <a:blip r:embed="rId2"/>
          <a:srcRect/>
          <a:stretch>
            <a:fillRect/>
          </a:stretch>
        </p:blipFill>
        <p:spPr bwMode="auto">
          <a:xfrm rot="5400000">
            <a:off x="11874" y="2059772"/>
            <a:ext cx="2762269" cy="2071702"/>
          </a:xfrm>
          <a:prstGeom prst="rect">
            <a:avLst/>
          </a:prstGeom>
          <a:noFill/>
        </p:spPr>
      </p:pic>
      <p:pic>
        <p:nvPicPr>
          <p:cNvPr id="4100" name="Picture 4" descr="http://www.scs.sk.ca/cyber/elem/learningcommunity/sciences/biology20/curr_content/biology20/Library/alfa100x.jpg"/>
          <p:cNvPicPr>
            <a:picLocks noChangeAspect="1" noChangeArrowheads="1"/>
          </p:cNvPicPr>
          <p:nvPr/>
        </p:nvPicPr>
        <p:blipFill>
          <a:blip r:embed="rId3"/>
          <a:srcRect/>
          <a:stretch>
            <a:fillRect/>
          </a:stretch>
        </p:blipFill>
        <p:spPr bwMode="auto">
          <a:xfrm rot="5400000">
            <a:off x="3223608" y="2062748"/>
            <a:ext cx="2786082" cy="2089562"/>
          </a:xfrm>
          <a:prstGeom prst="rect">
            <a:avLst/>
          </a:prstGeom>
          <a:noFill/>
        </p:spPr>
      </p:pic>
      <p:pic>
        <p:nvPicPr>
          <p:cNvPr id="4102" name="Picture 6" descr="http://www.scs.sk.ca/cyber/elem/learningcommunity/sciences/biology20/curr_content/biology20/Library/alfa400x.jpg"/>
          <p:cNvPicPr>
            <a:picLocks noChangeAspect="1" noChangeArrowheads="1"/>
          </p:cNvPicPr>
          <p:nvPr/>
        </p:nvPicPr>
        <p:blipFill>
          <a:blip r:embed="rId4"/>
          <a:srcRect/>
          <a:stretch>
            <a:fillRect/>
          </a:stretch>
        </p:blipFill>
        <p:spPr bwMode="auto">
          <a:xfrm rot="5400000">
            <a:off x="6298418" y="2059772"/>
            <a:ext cx="2762270" cy="2071702"/>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WordArt 5"/>
          <p:cNvSpPr>
            <a:spLocks noGrp="1" noChangeArrowheads="1" noChangeShapeType="1"/>
          </p:cNvSpPr>
          <p:nvPr>
            <p:ph type="title"/>
          </p:nvPr>
        </p:nvSpPr>
        <p:spPr bwMode="auto">
          <a:xfrm>
            <a:off x="457200" y="177302"/>
            <a:ext cx="82296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Field of View</a:t>
            </a:r>
          </a:p>
        </p:txBody>
      </p:sp>
      <p:pic>
        <p:nvPicPr>
          <p:cNvPr id="3074" name="Picture 2" descr="http://www.scs.sk.ca/cyber/elem/learningcommunity/sciences/biology20/curr_content/biology20/Library/fov_calc.gif"/>
          <p:cNvPicPr>
            <a:picLocks noChangeAspect="1" noChangeArrowheads="1"/>
          </p:cNvPicPr>
          <p:nvPr/>
        </p:nvPicPr>
        <p:blipFill>
          <a:blip r:embed="rId2"/>
          <a:srcRect/>
          <a:stretch>
            <a:fillRect/>
          </a:stretch>
        </p:blipFill>
        <p:spPr bwMode="auto">
          <a:xfrm>
            <a:off x="58365" y="2996952"/>
            <a:ext cx="9085635" cy="1325796"/>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141" y="260648"/>
            <a:ext cx="8929718" cy="1394310"/>
          </a:xfrm>
        </p:spPr>
        <p:txBody>
          <a:bodyPr>
            <a:noAutofit/>
          </a:bodyPr>
          <a:lstStyle/>
          <a:p>
            <a:pPr>
              <a:buNone/>
            </a:pPr>
            <a:r>
              <a:rPr lang="en-AU" dirty="0"/>
              <a:t>Example: The field of view for a school microscope measures at 1.8mm when using total magnification of 40X. </a:t>
            </a:r>
          </a:p>
          <a:p>
            <a:pPr>
              <a:buNone/>
            </a:pPr>
            <a:r>
              <a:rPr lang="en-AU" dirty="0"/>
              <a:t>What is the field of view at 100X total magnification in </a:t>
            </a:r>
            <a:r>
              <a:rPr lang="el-GR" dirty="0"/>
              <a:t>μ</a:t>
            </a:r>
            <a:r>
              <a:rPr lang="en-AU" dirty="0"/>
              <a:t>m?   </a:t>
            </a:r>
          </a:p>
        </p:txBody>
      </p:sp>
      <p:sp>
        <p:nvSpPr>
          <p:cNvPr id="7" name="TextBox 6"/>
          <p:cNvSpPr txBox="1"/>
          <p:nvPr/>
        </p:nvSpPr>
        <p:spPr>
          <a:xfrm>
            <a:off x="2843808" y="2836678"/>
            <a:ext cx="6621941" cy="4031873"/>
          </a:xfrm>
          <a:prstGeom prst="rect">
            <a:avLst/>
          </a:prstGeom>
          <a:noFill/>
        </p:spPr>
        <p:txBody>
          <a:bodyPr wrap="square" rtlCol="0">
            <a:spAutoFit/>
          </a:bodyPr>
          <a:lstStyle/>
          <a:p>
            <a:pPr marL="342900" indent="-342900"/>
            <a:r>
              <a:rPr lang="en-AU" sz="3200" dirty="0">
                <a:solidFill>
                  <a:schemeClr val="accent2">
                    <a:lumMod val="50000"/>
                  </a:schemeClr>
                </a:solidFill>
              </a:rPr>
              <a:t>STEP 1: Convert 1.8 mm field of view in </a:t>
            </a:r>
            <a:r>
              <a:rPr lang="el-GR" sz="3200" dirty="0">
                <a:solidFill>
                  <a:schemeClr val="accent2">
                    <a:lumMod val="50000"/>
                  </a:schemeClr>
                </a:solidFill>
              </a:rPr>
              <a:t>μ</a:t>
            </a:r>
            <a:r>
              <a:rPr lang="en-AU" sz="3200" dirty="0">
                <a:solidFill>
                  <a:schemeClr val="accent2">
                    <a:lumMod val="50000"/>
                  </a:schemeClr>
                </a:solidFill>
              </a:rPr>
              <a:t>m </a:t>
            </a:r>
          </a:p>
          <a:p>
            <a:pPr marL="342900" indent="-342900"/>
            <a:r>
              <a:rPr lang="en-AU" sz="3200" dirty="0">
                <a:solidFill>
                  <a:schemeClr val="accent2">
                    <a:lumMod val="50000"/>
                  </a:schemeClr>
                </a:solidFill>
              </a:rPr>
              <a:t>1.8 x 1000 = 1800 </a:t>
            </a:r>
            <a:r>
              <a:rPr lang="el-GR" sz="3200" dirty="0">
                <a:solidFill>
                  <a:schemeClr val="accent2">
                    <a:lumMod val="50000"/>
                  </a:schemeClr>
                </a:solidFill>
              </a:rPr>
              <a:t>μ</a:t>
            </a:r>
            <a:r>
              <a:rPr lang="en-AU" sz="3200" dirty="0">
                <a:solidFill>
                  <a:schemeClr val="accent2">
                    <a:lumMod val="50000"/>
                  </a:schemeClr>
                </a:solidFill>
              </a:rPr>
              <a:t>m</a:t>
            </a:r>
          </a:p>
          <a:p>
            <a:pPr marL="342900" indent="-342900"/>
            <a:r>
              <a:rPr lang="en-AU" sz="3200" dirty="0">
                <a:solidFill>
                  <a:schemeClr val="accent2">
                    <a:lumMod val="50000"/>
                  </a:schemeClr>
                </a:solidFill>
              </a:rPr>
              <a:t>STEP 2: Field of view for 100X magnification </a:t>
            </a:r>
          </a:p>
          <a:p>
            <a:pPr marL="342900" indent="-342900"/>
            <a:r>
              <a:rPr lang="en-AU" sz="3200" u="sng" dirty="0">
                <a:solidFill>
                  <a:schemeClr val="accent2">
                    <a:lumMod val="50000"/>
                  </a:schemeClr>
                </a:solidFill>
              </a:rPr>
              <a:t>   40   </a:t>
            </a:r>
            <a:r>
              <a:rPr lang="en-AU" sz="3200" dirty="0">
                <a:solidFill>
                  <a:schemeClr val="accent2">
                    <a:lumMod val="50000"/>
                  </a:schemeClr>
                </a:solidFill>
              </a:rPr>
              <a:t>  =  </a:t>
            </a:r>
            <a:r>
              <a:rPr lang="en-AU" sz="3200" u="sng" dirty="0">
                <a:solidFill>
                  <a:schemeClr val="accent2">
                    <a:lumMod val="50000"/>
                  </a:schemeClr>
                </a:solidFill>
              </a:rPr>
              <a:t>      ?    .</a:t>
            </a:r>
          </a:p>
          <a:p>
            <a:pPr marL="342900" indent="-342900"/>
            <a:r>
              <a:rPr lang="en-AU" sz="3200" dirty="0">
                <a:solidFill>
                  <a:schemeClr val="accent2">
                    <a:lumMod val="50000"/>
                  </a:schemeClr>
                </a:solidFill>
              </a:rPr>
              <a:t>  100          1800</a:t>
            </a:r>
          </a:p>
          <a:p>
            <a:pPr marL="342900" indent="-342900"/>
            <a:r>
              <a:rPr lang="en-AU" sz="3200" dirty="0">
                <a:solidFill>
                  <a:schemeClr val="accent2">
                    <a:lumMod val="50000"/>
                  </a:schemeClr>
                </a:solidFill>
              </a:rPr>
              <a:t>? = 720</a:t>
            </a:r>
            <a:endParaRPr lang="en-US" sz="3200" dirty="0">
              <a:solidFill>
                <a:schemeClr val="accent2">
                  <a:lumMod val="50000"/>
                </a:schemeClr>
              </a:solidFill>
            </a:endParaRPr>
          </a:p>
        </p:txBody>
      </p:sp>
    </p:spTree>
    <p:extLst>
      <p:ext uri="{BB962C8B-B14F-4D97-AF65-F5344CB8AC3E}">
        <p14:creationId xmlns:p14="http://schemas.microsoft.com/office/powerpoint/2010/main" val="339718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6" y="1285860"/>
            <a:ext cx="8929718" cy="5072098"/>
          </a:xfrm>
        </p:spPr>
        <p:txBody>
          <a:bodyPr>
            <a:noAutofit/>
          </a:bodyPr>
          <a:lstStyle/>
          <a:p>
            <a:pPr>
              <a:buNone/>
            </a:pPr>
            <a:r>
              <a:rPr lang="en-AU" sz="2800" dirty="0"/>
              <a:t>4. Sue observes a clear plastic, millimetre ruler under low power of her microscope.  She sees three divisions of the ruler.  What would be the field diameter of Sue’s microscope on low power? (in micrometers ('µm')</a:t>
            </a:r>
          </a:p>
          <a:p>
            <a:pPr>
              <a:buNone/>
            </a:pPr>
            <a:endParaRPr lang="en-AU" sz="2800" dirty="0"/>
          </a:p>
          <a:p>
            <a:pPr>
              <a:buNone/>
            </a:pPr>
            <a:endParaRPr lang="en-AU" sz="2800" dirty="0"/>
          </a:p>
          <a:p>
            <a:pPr>
              <a:buNone/>
            </a:pPr>
            <a:r>
              <a:rPr lang="en-AU" sz="2800" dirty="0"/>
              <a:t>5.      Convert each of the following to micrometers (µm).</a:t>
            </a:r>
          </a:p>
          <a:p>
            <a:pPr>
              <a:buNone/>
            </a:pPr>
            <a:r>
              <a:rPr lang="en-AU" sz="2800" dirty="0"/>
              <a:t>	a)     3.5mm</a:t>
            </a:r>
          </a:p>
          <a:p>
            <a:pPr>
              <a:buNone/>
            </a:pPr>
            <a:r>
              <a:rPr lang="en-AU" sz="2800" dirty="0"/>
              <a:t>	b)     4.0mm</a:t>
            </a:r>
          </a:p>
          <a:p>
            <a:pPr>
              <a:buNone/>
            </a:pPr>
            <a:r>
              <a:rPr lang="en-AU" sz="2800" dirty="0"/>
              <a:t>	c)      1.5 cm</a:t>
            </a:r>
          </a:p>
          <a:p>
            <a:pPr>
              <a:buNone/>
            </a:pPr>
            <a:r>
              <a:rPr lang="en-AU" sz="2800" dirty="0"/>
              <a:t>	d)     0.5 cm</a:t>
            </a:r>
          </a:p>
          <a:p>
            <a:pPr>
              <a:buNone/>
            </a:pPr>
            <a:endParaRPr lang="en-AU" sz="2800" dirty="0"/>
          </a:p>
        </p:txBody>
      </p:sp>
      <p:sp>
        <p:nvSpPr>
          <p:cNvPr id="4" name="WordArt 5"/>
          <p:cNvSpPr>
            <a:spLocks noGrp="1" noChangeArrowheads="1" noChangeShapeType="1"/>
          </p:cNvSpPr>
          <p:nvPr>
            <p:ph type="title"/>
          </p:nvPr>
        </p:nvSpPr>
        <p:spPr bwMode="auto">
          <a:xfrm>
            <a:off x="457200" y="71414"/>
            <a:ext cx="82296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Examples</a:t>
            </a:r>
          </a:p>
        </p:txBody>
      </p:sp>
      <p:sp>
        <p:nvSpPr>
          <p:cNvPr id="5" name="TextBox 4"/>
          <p:cNvSpPr txBox="1"/>
          <p:nvPr/>
        </p:nvSpPr>
        <p:spPr>
          <a:xfrm>
            <a:off x="2000232" y="3071810"/>
            <a:ext cx="6157776" cy="954107"/>
          </a:xfrm>
          <a:prstGeom prst="rect">
            <a:avLst/>
          </a:prstGeom>
          <a:noFill/>
        </p:spPr>
        <p:txBody>
          <a:bodyPr wrap="none" rtlCol="0">
            <a:spAutoFit/>
          </a:bodyPr>
          <a:lstStyle/>
          <a:p>
            <a:r>
              <a:rPr lang="en-AU" sz="2800" dirty="0">
                <a:solidFill>
                  <a:schemeClr val="tx2">
                    <a:lumMod val="75000"/>
                  </a:schemeClr>
                </a:solidFill>
              </a:rPr>
              <a:t>Low power field of view = 3mm x 1000   </a:t>
            </a:r>
          </a:p>
          <a:p>
            <a:r>
              <a:rPr lang="en-AU" sz="2800" dirty="0">
                <a:solidFill>
                  <a:schemeClr val="tx2">
                    <a:lumMod val="75000"/>
                  </a:schemeClr>
                </a:solidFill>
              </a:rPr>
              <a:t>		                     =  </a:t>
            </a:r>
            <a:r>
              <a:rPr lang="en-AU" sz="2800" b="1" dirty="0">
                <a:solidFill>
                  <a:schemeClr val="tx2">
                    <a:lumMod val="75000"/>
                  </a:schemeClr>
                </a:solidFill>
              </a:rPr>
              <a:t>3000µm</a:t>
            </a:r>
            <a:endParaRPr lang="en-US" sz="2800" dirty="0">
              <a:solidFill>
                <a:schemeClr val="tx2">
                  <a:lumMod val="75000"/>
                </a:schemeClr>
              </a:solidFill>
            </a:endParaRPr>
          </a:p>
        </p:txBody>
      </p:sp>
      <p:sp>
        <p:nvSpPr>
          <p:cNvPr id="6" name="TextBox 5"/>
          <p:cNvSpPr txBox="1"/>
          <p:nvPr/>
        </p:nvSpPr>
        <p:spPr>
          <a:xfrm>
            <a:off x="2428860" y="4620292"/>
            <a:ext cx="6091604" cy="523220"/>
          </a:xfrm>
          <a:prstGeom prst="rect">
            <a:avLst/>
          </a:prstGeom>
          <a:noFill/>
        </p:spPr>
        <p:txBody>
          <a:bodyPr wrap="none" rtlCol="0">
            <a:spAutoFit/>
          </a:bodyPr>
          <a:lstStyle/>
          <a:p>
            <a:r>
              <a:rPr lang="en-AU" sz="2800" dirty="0">
                <a:solidFill>
                  <a:schemeClr val="tx2">
                    <a:lumMod val="75000"/>
                  </a:schemeClr>
                </a:solidFill>
              </a:rPr>
              <a:t>Field of view = 3.5mm x 1000 =  </a:t>
            </a:r>
            <a:r>
              <a:rPr lang="en-AU" sz="2800" b="1" dirty="0">
                <a:solidFill>
                  <a:schemeClr val="tx2">
                    <a:lumMod val="75000"/>
                  </a:schemeClr>
                </a:solidFill>
              </a:rPr>
              <a:t>3500µm</a:t>
            </a:r>
            <a:endParaRPr lang="en-US" sz="2800" dirty="0">
              <a:solidFill>
                <a:schemeClr val="tx2">
                  <a:lumMod val="75000"/>
                </a:schemeClr>
              </a:solidFill>
            </a:endParaRPr>
          </a:p>
        </p:txBody>
      </p:sp>
      <p:sp>
        <p:nvSpPr>
          <p:cNvPr id="7" name="TextBox 6"/>
          <p:cNvSpPr txBox="1"/>
          <p:nvPr/>
        </p:nvSpPr>
        <p:spPr>
          <a:xfrm>
            <a:off x="2428860" y="5120358"/>
            <a:ext cx="6091604" cy="523220"/>
          </a:xfrm>
          <a:prstGeom prst="rect">
            <a:avLst/>
          </a:prstGeom>
          <a:noFill/>
        </p:spPr>
        <p:txBody>
          <a:bodyPr wrap="none" rtlCol="0">
            <a:spAutoFit/>
          </a:bodyPr>
          <a:lstStyle/>
          <a:p>
            <a:r>
              <a:rPr lang="en-AU" sz="2800" dirty="0">
                <a:solidFill>
                  <a:schemeClr val="tx2">
                    <a:lumMod val="75000"/>
                  </a:schemeClr>
                </a:solidFill>
              </a:rPr>
              <a:t>Field of view = 4.0mm x 1000 =  </a:t>
            </a:r>
            <a:r>
              <a:rPr lang="en-AU" sz="2800" b="1" dirty="0">
                <a:solidFill>
                  <a:schemeClr val="tx2">
                    <a:lumMod val="75000"/>
                  </a:schemeClr>
                </a:solidFill>
              </a:rPr>
              <a:t>4000µm</a:t>
            </a:r>
            <a:endParaRPr lang="en-US" sz="2800" dirty="0">
              <a:solidFill>
                <a:schemeClr val="tx2">
                  <a:lumMod val="75000"/>
                </a:schemeClr>
              </a:solidFill>
            </a:endParaRPr>
          </a:p>
        </p:txBody>
      </p:sp>
      <p:sp>
        <p:nvSpPr>
          <p:cNvPr id="8" name="TextBox 7"/>
          <p:cNvSpPr txBox="1"/>
          <p:nvPr/>
        </p:nvSpPr>
        <p:spPr>
          <a:xfrm>
            <a:off x="2428860" y="5620424"/>
            <a:ext cx="6182975" cy="523220"/>
          </a:xfrm>
          <a:prstGeom prst="rect">
            <a:avLst/>
          </a:prstGeom>
          <a:noFill/>
        </p:spPr>
        <p:txBody>
          <a:bodyPr wrap="none" rtlCol="0">
            <a:spAutoFit/>
          </a:bodyPr>
          <a:lstStyle/>
          <a:p>
            <a:r>
              <a:rPr lang="en-AU" sz="2800" dirty="0">
                <a:solidFill>
                  <a:schemeClr val="tx2">
                    <a:lumMod val="75000"/>
                  </a:schemeClr>
                </a:solidFill>
              </a:rPr>
              <a:t>Field of view = 15mm x 1000 =  </a:t>
            </a:r>
            <a:r>
              <a:rPr lang="en-AU" sz="2800" b="1" dirty="0">
                <a:solidFill>
                  <a:schemeClr val="tx2">
                    <a:lumMod val="75000"/>
                  </a:schemeClr>
                </a:solidFill>
              </a:rPr>
              <a:t>15000µm</a:t>
            </a:r>
            <a:endParaRPr lang="en-US" sz="2800" dirty="0">
              <a:solidFill>
                <a:schemeClr val="tx2">
                  <a:lumMod val="75000"/>
                </a:schemeClr>
              </a:solidFill>
            </a:endParaRPr>
          </a:p>
        </p:txBody>
      </p:sp>
      <p:sp>
        <p:nvSpPr>
          <p:cNvPr id="9" name="TextBox 8"/>
          <p:cNvSpPr txBox="1"/>
          <p:nvPr/>
        </p:nvSpPr>
        <p:spPr>
          <a:xfrm>
            <a:off x="2428860" y="6120490"/>
            <a:ext cx="6091604" cy="523220"/>
          </a:xfrm>
          <a:prstGeom prst="rect">
            <a:avLst/>
          </a:prstGeom>
          <a:noFill/>
        </p:spPr>
        <p:txBody>
          <a:bodyPr wrap="none" rtlCol="0">
            <a:spAutoFit/>
          </a:bodyPr>
          <a:lstStyle/>
          <a:p>
            <a:r>
              <a:rPr lang="en-AU" sz="2800" dirty="0">
                <a:solidFill>
                  <a:schemeClr val="tx2">
                    <a:lumMod val="75000"/>
                  </a:schemeClr>
                </a:solidFill>
              </a:rPr>
              <a:t>Field of view = 5.0mm x 1000 =  </a:t>
            </a:r>
            <a:r>
              <a:rPr lang="en-AU" sz="2800" b="1" dirty="0">
                <a:solidFill>
                  <a:schemeClr val="tx2">
                    <a:lumMod val="75000"/>
                  </a:schemeClr>
                </a:solidFill>
              </a:rPr>
              <a:t>5000µm</a:t>
            </a:r>
            <a:endParaRPr lang="en-US" sz="2800" dirty="0">
              <a:solidFill>
                <a:schemeClr val="tx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6" y="1285860"/>
            <a:ext cx="8929718" cy="5072098"/>
          </a:xfrm>
        </p:spPr>
        <p:txBody>
          <a:bodyPr>
            <a:noAutofit/>
          </a:bodyPr>
          <a:lstStyle/>
          <a:p>
            <a:pPr>
              <a:buNone/>
            </a:pPr>
            <a:r>
              <a:rPr lang="en-AU" sz="2800" dirty="0"/>
              <a:t>6. The following information is for a microscope which has an eyepiece lens (ocular lens) with a power of 10X:</a:t>
            </a:r>
          </a:p>
          <a:p>
            <a:pPr>
              <a:buNone/>
            </a:pPr>
            <a:endParaRPr lang="en-AU" sz="2800" dirty="0"/>
          </a:p>
          <a:p>
            <a:pPr>
              <a:buNone/>
            </a:pPr>
            <a:endParaRPr lang="en-AU" sz="2800" dirty="0"/>
          </a:p>
          <a:p>
            <a:pPr>
              <a:buNone/>
            </a:pPr>
            <a:endParaRPr lang="en-AU" sz="2800" dirty="0"/>
          </a:p>
          <a:p>
            <a:endParaRPr lang="en-AU" sz="2800" dirty="0"/>
          </a:p>
          <a:p>
            <a:endParaRPr lang="en-AU" sz="2800" dirty="0"/>
          </a:p>
          <a:p>
            <a:pPr>
              <a:buNone/>
            </a:pPr>
            <a:r>
              <a:rPr lang="en-AU" sz="2800" dirty="0"/>
              <a:t>	</a:t>
            </a:r>
          </a:p>
          <a:p>
            <a:pPr>
              <a:buNone/>
            </a:pPr>
            <a:r>
              <a:rPr lang="en-AU" sz="2800" dirty="0"/>
              <a:t>	Using the information provided above, calculate the field diameter for medium and high power. </a:t>
            </a:r>
          </a:p>
          <a:p>
            <a:pPr>
              <a:buNone/>
            </a:pPr>
            <a:endParaRPr lang="en-AU" sz="2800" dirty="0"/>
          </a:p>
        </p:txBody>
      </p:sp>
      <p:sp>
        <p:nvSpPr>
          <p:cNvPr id="4" name="WordArt 5"/>
          <p:cNvSpPr>
            <a:spLocks noGrp="1" noChangeArrowheads="1" noChangeShapeType="1"/>
          </p:cNvSpPr>
          <p:nvPr>
            <p:ph type="title"/>
          </p:nvPr>
        </p:nvSpPr>
        <p:spPr bwMode="auto">
          <a:xfrm>
            <a:off x="457200" y="71414"/>
            <a:ext cx="8229600" cy="11430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Examples</a:t>
            </a:r>
          </a:p>
        </p:txBody>
      </p:sp>
      <p:graphicFrame>
        <p:nvGraphicFramePr>
          <p:cNvPr id="10" name="Table 9"/>
          <p:cNvGraphicFramePr>
            <a:graphicFrameLocks noGrp="1"/>
          </p:cNvGraphicFramePr>
          <p:nvPr>
            <p:extLst>
              <p:ext uri="{D42A27DB-BD31-4B8C-83A1-F6EECF244321}">
                <p14:modId xmlns:p14="http://schemas.microsoft.com/office/powerpoint/2010/main" val="523103022"/>
              </p:ext>
            </p:extLst>
          </p:nvPr>
        </p:nvGraphicFramePr>
        <p:xfrm>
          <a:off x="228072" y="2420888"/>
          <a:ext cx="8786875" cy="2499360"/>
        </p:xfrm>
        <a:graphic>
          <a:graphicData uri="http://schemas.openxmlformats.org/drawingml/2006/table">
            <a:tbl>
              <a:tblPr firstRow="1" bandRow="1">
                <a:tableStyleId>{5C22544A-7EE6-4342-B048-85BDC9FD1C3A}</a:tableStyleId>
              </a:tblPr>
              <a:tblGrid>
                <a:gridCol w="1643074">
                  <a:extLst>
                    <a:ext uri="{9D8B030D-6E8A-4147-A177-3AD203B41FA5}">
                      <a16:colId xmlns:a16="http://schemas.microsoft.com/office/drawing/2014/main" val="20000"/>
                    </a:ext>
                  </a:extLst>
                </a:gridCol>
                <a:gridCol w="2000264">
                  <a:extLst>
                    <a:ext uri="{9D8B030D-6E8A-4147-A177-3AD203B41FA5}">
                      <a16:colId xmlns:a16="http://schemas.microsoft.com/office/drawing/2014/main" val="20001"/>
                    </a:ext>
                  </a:extLst>
                </a:gridCol>
                <a:gridCol w="2428892">
                  <a:extLst>
                    <a:ext uri="{9D8B030D-6E8A-4147-A177-3AD203B41FA5}">
                      <a16:colId xmlns:a16="http://schemas.microsoft.com/office/drawing/2014/main" val="20002"/>
                    </a:ext>
                  </a:extLst>
                </a:gridCol>
                <a:gridCol w="2714645">
                  <a:extLst>
                    <a:ext uri="{9D8B030D-6E8A-4147-A177-3AD203B41FA5}">
                      <a16:colId xmlns:a16="http://schemas.microsoft.com/office/drawing/2014/main" val="20003"/>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2800" dirty="0"/>
                        <a:t>Objective Lens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2800" dirty="0"/>
                        <a:t>Objective Lens Power</a:t>
                      </a:r>
                    </a:p>
                  </a:txBody>
                  <a:tcPr/>
                </a:tc>
                <a:tc>
                  <a:txBody>
                    <a:bodyPr/>
                    <a:lstStyle/>
                    <a:p>
                      <a:r>
                        <a:rPr lang="en-AU" sz="2800" dirty="0"/>
                        <a:t>Field Diameter</a:t>
                      </a:r>
                    </a:p>
                    <a:p>
                      <a:r>
                        <a:rPr lang="en-AU" sz="2800" dirty="0"/>
                        <a:t>(mm)</a:t>
                      </a:r>
                      <a:endParaRPr lang="en-US" sz="2800" dirty="0"/>
                    </a:p>
                  </a:txBody>
                  <a:tcPr/>
                </a:tc>
                <a:tc>
                  <a:txBody>
                    <a:bodyPr/>
                    <a:lstStyle/>
                    <a:p>
                      <a:r>
                        <a:rPr lang="en-AU" sz="2800" dirty="0"/>
                        <a:t>Field Diameter</a:t>
                      </a:r>
                    </a:p>
                    <a:p>
                      <a:r>
                        <a:rPr lang="en-AU" sz="2800" dirty="0"/>
                        <a:t>(</a:t>
                      </a:r>
                      <a:r>
                        <a:rPr lang="el-GR" sz="2800" dirty="0"/>
                        <a:t>μ</a:t>
                      </a:r>
                      <a:r>
                        <a:rPr lang="en-AU" sz="2800" dirty="0"/>
                        <a:t>m)</a:t>
                      </a:r>
                      <a:endParaRPr lang="en-US" sz="2800"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2800" dirty="0"/>
                        <a:t>low</a:t>
                      </a:r>
                    </a:p>
                  </a:txBody>
                  <a:tcPr/>
                </a:tc>
                <a:tc>
                  <a:txBody>
                    <a:bodyPr/>
                    <a:lstStyle/>
                    <a:p>
                      <a:r>
                        <a:rPr lang="en-AU" sz="2800" dirty="0"/>
                        <a:t>4X</a:t>
                      </a:r>
                      <a:endParaRPr lang="en-US" sz="2800" dirty="0"/>
                    </a:p>
                  </a:txBody>
                  <a:tcPr/>
                </a:tc>
                <a:tc>
                  <a:txBody>
                    <a:bodyPr/>
                    <a:lstStyle/>
                    <a:p>
                      <a:r>
                        <a:rPr lang="en-AU" sz="2800" dirty="0"/>
                        <a:t>3.5</a:t>
                      </a:r>
                      <a:endParaRPr lang="en-US" sz="2800" dirty="0"/>
                    </a:p>
                  </a:txBody>
                  <a:tcPr/>
                </a:tc>
                <a:tc>
                  <a:txBody>
                    <a:bodyPr/>
                    <a:lstStyle/>
                    <a:p>
                      <a:endParaRPr lang="en-US" sz="2800" dirty="0"/>
                    </a:p>
                  </a:txBody>
                  <a:tcPr/>
                </a:tc>
                <a:extLst>
                  <a:ext uri="{0D108BD9-81ED-4DB2-BD59-A6C34878D82A}">
                    <a16:rowId xmlns:a16="http://schemas.microsoft.com/office/drawing/2014/main" val="10001"/>
                  </a:ext>
                </a:extLst>
              </a:tr>
              <a:tr h="370840">
                <a:tc>
                  <a:txBody>
                    <a:bodyPr/>
                    <a:lstStyle/>
                    <a:p>
                      <a:r>
                        <a:rPr lang="en-AU" sz="2800" dirty="0"/>
                        <a:t>medium</a:t>
                      </a:r>
                      <a:endParaRPr lang="en-US" sz="2800" dirty="0"/>
                    </a:p>
                  </a:txBody>
                  <a:tcPr/>
                </a:tc>
                <a:tc>
                  <a:txBody>
                    <a:bodyPr/>
                    <a:lstStyle/>
                    <a:p>
                      <a:r>
                        <a:rPr lang="en-AU" sz="2800" dirty="0"/>
                        <a:t>10X</a:t>
                      </a:r>
                      <a:endParaRPr lang="en-US" sz="2800" dirty="0"/>
                    </a:p>
                  </a:txBody>
                  <a:tcPr/>
                </a:tc>
                <a:tc>
                  <a:txBody>
                    <a:bodyPr/>
                    <a:lstStyle/>
                    <a:p>
                      <a:endParaRPr lang="en-US" sz="2800" dirty="0"/>
                    </a:p>
                  </a:txBody>
                  <a:tcPr/>
                </a:tc>
                <a:tc>
                  <a:txBody>
                    <a:bodyPr/>
                    <a:lstStyle/>
                    <a:p>
                      <a:endParaRPr lang="en-US" sz="2800" dirty="0"/>
                    </a:p>
                  </a:txBody>
                  <a:tcPr/>
                </a:tc>
                <a:extLst>
                  <a:ext uri="{0D108BD9-81ED-4DB2-BD59-A6C34878D82A}">
                    <a16:rowId xmlns:a16="http://schemas.microsoft.com/office/drawing/2014/main" val="10002"/>
                  </a:ext>
                </a:extLst>
              </a:tr>
              <a:tr h="370840">
                <a:tc>
                  <a:txBody>
                    <a:bodyPr/>
                    <a:lstStyle/>
                    <a:p>
                      <a:r>
                        <a:rPr lang="en-AU" sz="2800" dirty="0"/>
                        <a:t>high</a:t>
                      </a:r>
                      <a:endParaRPr lang="en-US" sz="2800" dirty="0"/>
                    </a:p>
                  </a:txBody>
                  <a:tcPr/>
                </a:tc>
                <a:tc>
                  <a:txBody>
                    <a:bodyPr/>
                    <a:lstStyle/>
                    <a:p>
                      <a:r>
                        <a:rPr lang="en-AU" sz="2800" dirty="0"/>
                        <a:t>40X</a:t>
                      </a:r>
                      <a:endParaRPr lang="en-US" sz="2800" dirty="0"/>
                    </a:p>
                  </a:txBody>
                  <a:tcPr/>
                </a:tc>
                <a:tc>
                  <a:txBody>
                    <a:bodyPr/>
                    <a:lstStyle/>
                    <a:p>
                      <a:endParaRPr lang="en-US" sz="2800" dirty="0"/>
                    </a:p>
                  </a:txBody>
                  <a:tcPr/>
                </a:tc>
                <a:tc>
                  <a:txBody>
                    <a:bodyPr/>
                    <a:lstStyle/>
                    <a:p>
                      <a:endParaRPr lang="en-US" sz="2800" dirty="0"/>
                    </a:p>
                  </a:txBody>
                  <a:tcPr/>
                </a:tc>
                <a:extLst>
                  <a:ext uri="{0D108BD9-81ED-4DB2-BD59-A6C34878D82A}">
                    <a16:rowId xmlns:a16="http://schemas.microsoft.com/office/drawing/2014/main" val="10003"/>
                  </a:ext>
                </a:extLst>
              </a:tr>
            </a:tbl>
          </a:graphicData>
        </a:graphic>
      </p:graphicFrame>
      <p:sp>
        <p:nvSpPr>
          <p:cNvPr id="8" name="TextBox 7"/>
          <p:cNvSpPr txBox="1"/>
          <p:nvPr/>
        </p:nvSpPr>
        <p:spPr>
          <a:xfrm>
            <a:off x="6443178" y="3421020"/>
            <a:ext cx="1409360" cy="523220"/>
          </a:xfrm>
          <a:prstGeom prst="rect">
            <a:avLst/>
          </a:prstGeom>
          <a:noFill/>
        </p:spPr>
        <p:txBody>
          <a:bodyPr wrap="none" rtlCol="0">
            <a:spAutoFit/>
          </a:bodyPr>
          <a:lstStyle/>
          <a:p>
            <a:r>
              <a:rPr lang="en-AU" sz="2800" b="1" dirty="0">
                <a:solidFill>
                  <a:schemeClr val="tx2">
                    <a:lumMod val="75000"/>
                  </a:schemeClr>
                </a:solidFill>
              </a:rPr>
              <a:t>3500µm</a:t>
            </a:r>
            <a:endParaRPr lang="en-US" sz="2800" dirty="0">
              <a:solidFill>
                <a:schemeClr val="tx2">
                  <a:lumMod val="75000"/>
                </a:schemeClr>
              </a:solidFill>
            </a:endParaRPr>
          </a:p>
        </p:txBody>
      </p:sp>
      <p:sp>
        <p:nvSpPr>
          <p:cNvPr id="11" name="TextBox 10"/>
          <p:cNvSpPr txBox="1"/>
          <p:nvPr/>
        </p:nvSpPr>
        <p:spPr>
          <a:xfrm>
            <a:off x="3942848" y="3921086"/>
            <a:ext cx="646331" cy="523220"/>
          </a:xfrm>
          <a:prstGeom prst="rect">
            <a:avLst/>
          </a:prstGeom>
          <a:noFill/>
        </p:spPr>
        <p:txBody>
          <a:bodyPr wrap="none" rtlCol="0">
            <a:spAutoFit/>
          </a:bodyPr>
          <a:lstStyle/>
          <a:p>
            <a:r>
              <a:rPr lang="en-AU" sz="2800" b="1" dirty="0">
                <a:solidFill>
                  <a:schemeClr val="tx2">
                    <a:lumMod val="75000"/>
                  </a:schemeClr>
                </a:solidFill>
              </a:rPr>
              <a:t>1.4</a:t>
            </a:r>
            <a:endParaRPr lang="en-US" sz="2800" dirty="0">
              <a:solidFill>
                <a:schemeClr val="tx2">
                  <a:lumMod val="75000"/>
                </a:schemeClr>
              </a:solidFill>
            </a:endParaRPr>
          </a:p>
        </p:txBody>
      </p:sp>
      <p:sp>
        <p:nvSpPr>
          <p:cNvPr id="12" name="TextBox 11"/>
          <p:cNvSpPr txBox="1"/>
          <p:nvPr/>
        </p:nvSpPr>
        <p:spPr>
          <a:xfrm>
            <a:off x="3942848" y="4421152"/>
            <a:ext cx="829073" cy="523220"/>
          </a:xfrm>
          <a:prstGeom prst="rect">
            <a:avLst/>
          </a:prstGeom>
          <a:noFill/>
        </p:spPr>
        <p:txBody>
          <a:bodyPr wrap="none" rtlCol="0">
            <a:spAutoFit/>
          </a:bodyPr>
          <a:lstStyle/>
          <a:p>
            <a:r>
              <a:rPr lang="en-AU" sz="2800" b="1" dirty="0">
                <a:solidFill>
                  <a:schemeClr val="tx2">
                    <a:lumMod val="75000"/>
                  </a:schemeClr>
                </a:solidFill>
              </a:rPr>
              <a:t>0.35</a:t>
            </a:r>
            <a:endParaRPr lang="en-US" sz="2800" dirty="0">
              <a:solidFill>
                <a:schemeClr val="tx2">
                  <a:lumMod val="75000"/>
                </a:schemeClr>
              </a:solidFill>
            </a:endParaRPr>
          </a:p>
        </p:txBody>
      </p:sp>
      <p:sp>
        <p:nvSpPr>
          <p:cNvPr id="13" name="TextBox 12"/>
          <p:cNvSpPr txBox="1"/>
          <p:nvPr/>
        </p:nvSpPr>
        <p:spPr>
          <a:xfrm>
            <a:off x="6391140" y="3897932"/>
            <a:ext cx="1409360" cy="523220"/>
          </a:xfrm>
          <a:prstGeom prst="rect">
            <a:avLst/>
          </a:prstGeom>
          <a:noFill/>
        </p:spPr>
        <p:txBody>
          <a:bodyPr wrap="none" rtlCol="0">
            <a:spAutoFit/>
          </a:bodyPr>
          <a:lstStyle/>
          <a:p>
            <a:r>
              <a:rPr lang="en-AU" sz="2800" b="1" dirty="0">
                <a:solidFill>
                  <a:schemeClr val="tx2">
                    <a:lumMod val="75000"/>
                  </a:schemeClr>
                </a:solidFill>
              </a:rPr>
              <a:t>1400µm</a:t>
            </a:r>
            <a:endParaRPr lang="en-US" sz="2800" dirty="0">
              <a:solidFill>
                <a:schemeClr val="tx2">
                  <a:lumMod val="75000"/>
                </a:schemeClr>
              </a:solidFill>
            </a:endParaRPr>
          </a:p>
        </p:txBody>
      </p:sp>
      <p:sp>
        <p:nvSpPr>
          <p:cNvPr id="14" name="TextBox 13"/>
          <p:cNvSpPr txBox="1"/>
          <p:nvPr/>
        </p:nvSpPr>
        <p:spPr>
          <a:xfrm>
            <a:off x="6443178" y="4421152"/>
            <a:ext cx="1226618" cy="523220"/>
          </a:xfrm>
          <a:prstGeom prst="rect">
            <a:avLst/>
          </a:prstGeom>
          <a:noFill/>
        </p:spPr>
        <p:txBody>
          <a:bodyPr wrap="none" rtlCol="0">
            <a:spAutoFit/>
          </a:bodyPr>
          <a:lstStyle/>
          <a:p>
            <a:r>
              <a:rPr lang="en-AU" sz="2800" b="1" dirty="0">
                <a:solidFill>
                  <a:schemeClr val="tx2">
                    <a:lumMod val="75000"/>
                  </a:schemeClr>
                </a:solidFill>
              </a:rPr>
              <a:t>350µm</a:t>
            </a:r>
            <a:endParaRPr lang="en-US" sz="2800" dirty="0">
              <a:solidFill>
                <a:schemeClr val="tx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P spid="13" grpId="0"/>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929198"/>
            <a:ext cx="8401080" cy="1714512"/>
          </a:xfrm>
        </p:spPr>
        <p:txBody>
          <a:bodyPr>
            <a:normAutofit fontScale="85000" lnSpcReduction="20000"/>
          </a:bodyPr>
          <a:lstStyle/>
          <a:p>
            <a:pPr>
              <a:buNone/>
            </a:pPr>
            <a:r>
              <a:rPr lang="en-US" sz="2800" dirty="0"/>
              <a:t>         @ 40X            		@ 100X 		    @ 400X</a:t>
            </a:r>
          </a:p>
          <a:p>
            <a:pPr>
              <a:buNone/>
            </a:pPr>
            <a:endParaRPr lang="en-US" sz="3300" dirty="0"/>
          </a:p>
          <a:p>
            <a:pPr>
              <a:buNone/>
            </a:pPr>
            <a:r>
              <a:rPr lang="en-US" sz="3300" dirty="0"/>
              <a:t>What is the size of the alfalfa stem cells found in the red circle, if the ocular magnification is 10X?</a:t>
            </a:r>
            <a:r>
              <a:rPr lang="en-US" sz="2800" dirty="0"/>
              <a:t>		</a:t>
            </a:r>
          </a:p>
          <a:p>
            <a:endParaRPr lang="en-US" sz="2800" dirty="0"/>
          </a:p>
        </p:txBody>
      </p:sp>
      <p:sp>
        <p:nvSpPr>
          <p:cNvPr id="4" name="WordArt 5"/>
          <p:cNvSpPr>
            <a:spLocks noGrp="1" noChangeArrowheads="1" noChangeShapeType="1"/>
          </p:cNvSpPr>
          <p:nvPr>
            <p:ph type="title"/>
          </p:nvPr>
        </p:nvSpPr>
        <p:spPr bwMode="auto">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Field of View</a:t>
            </a:r>
          </a:p>
        </p:txBody>
      </p:sp>
      <p:pic>
        <p:nvPicPr>
          <p:cNvPr id="80898" name="Picture 2"/>
          <p:cNvPicPr>
            <a:picLocks noChangeAspect="1" noChangeArrowheads="1"/>
          </p:cNvPicPr>
          <p:nvPr/>
        </p:nvPicPr>
        <p:blipFill>
          <a:blip r:embed="rId2"/>
          <a:srcRect/>
          <a:stretch>
            <a:fillRect/>
          </a:stretch>
        </p:blipFill>
        <p:spPr bwMode="auto">
          <a:xfrm>
            <a:off x="285720" y="1714488"/>
            <a:ext cx="2714644" cy="3084342"/>
          </a:xfrm>
          <a:prstGeom prst="rect">
            <a:avLst/>
          </a:prstGeom>
          <a:noFill/>
          <a:ln w="9525">
            <a:noFill/>
            <a:miter lim="800000"/>
            <a:headEnd/>
            <a:tailEnd/>
          </a:ln>
          <a:effectLst/>
        </p:spPr>
      </p:pic>
      <p:pic>
        <p:nvPicPr>
          <p:cNvPr id="80899" name="Picture 3"/>
          <p:cNvPicPr>
            <a:picLocks noChangeAspect="1" noChangeArrowheads="1"/>
          </p:cNvPicPr>
          <p:nvPr/>
        </p:nvPicPr>
        <p:blipFill>
          <a:blip r:embed="rId3"/>
          <a:srcRect/>
          <a:stretch>
            <a:fillRect/>
          </a:stretch>
        </p:blipFill>
        <p:spPr bwMode="auto">
          <a:xfrm>
            <a:off x="3214678" y="1714488"/>
            <a:ext cx="2703635" cy="3071834"/>
          </a:xfrm>
          <a:prstGeom prst="rect">
            <a:avLst/>
          </a:prstGeom>
          <a:noFill/>
          <a:ln w="9525">
            <a:noFill/>
            <a:miter lim="800000"/>
            <a:headEnd/>
            <a:tailEnd/>
          </a:ln>
          <a:effectLst/>
        </p:spPr>
      </p:pic>
      <p:pic>
        <p:nvPicPr>
          <p:cNvPr id="80900" name="Picture 4"/>
          <p:cNvPicPr>
            <a:picLocks noChangeAspect="1" noChangeArrowheads="1"/>
          </p:cNvPicPr>
          <p:nvPr/>
        </p:nvPicPr>
        <p:blipFill>
          <a:blip r:embed="rId4"/>
          <a:srcRect/>
          <a:stretch>
            <a:fillRect/>
          </a:stretch>
        </p:blipFill>
        <p:spPr bwMode="auto">
          <a:xfrm>
            <a:off x="6215074" y="1714488"/>
            <a:ext cx="2714644" cy="3084342"/>
          </a:xfrm>
          <a:prstGeom prst="rect">
            <a:avLst/>
          </a:prstGeom>
          <a:noFill/>
          <a:ln w="9525">
            <a:noFill/>
            <a:miter lim="800000"/>
            <a:headEnd/>
            <a:tailEnd/>
          </a:ln>
          <a:effectLst/>
        </p:spPr>
      </p:pic>
      <p:sp>
        <p:nvSpPr>
          <p:cNvPr id="12" name="Oval 11"/>
          <p:cNvSpPr/>
          <p:nvPr/>
        </p:nvSpPr>
        <p:spPr>
          <a:xfrm>
            <a:off x="3929058" y="3071810"/>
            <a:ext cx="857256" cy="8572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p:cNvGrpSpPr/>
          <p:nvPr/>
        </p:nvGrpSpPr>
        <p:grpSpPr>
          <a:xfrm>
            <a:off x="285720" y="4143380"/>
            <a:ext cx="2714644" cy="430216"/>
            <a:chOff x="570678" y="3429000"/>
            <a:chExt cx="2786876" cy="430216"/>
          </a:xfrm>
        </p:grpSpPr>
        <p:cxnSp>
          <p:nvCxnSpPr>
            <p:cNvPr id="16" name="Straight Connector 15"/>
            <p:cNvCxnSpPr/>
            <p:nvPr/>
          </p:nvCxnSpPr>
          <p:spPr>
            <a:xfrm rot="5400000">
              <a:off x="357158" y="3643314"/>
              <a:ext cx="428628"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71472" y="3857628"/>
              <a:ext cx="2786082"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2285190" y="3642520"/>
              <a:ext cx="428628"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2143108" y="4000504"/>
            <a:ext cx="899605" cy="461665"/>
          </a:xfrm>
          <a:prstGeom prst="rect">
            <a:avLst/>
          </a:prstGeom>
          <a:noFill/>
        </p:spPr>
        <p:txBody>
          <a:bodyPr wrap="none" rtlCol="0">
            <a:spAutoFit/>
          </a:bodyPr>
          <a:lstStyle/>
          <a:p>
            <a:r>
              <a:rPr lang="en-AU" sz="2400" dirty="0">
                <a:solidFill>
                  <a:schemeClr val="bg1"/>
                </a:solidFill>
              </a:rPr>
              <a:t>1 mm</a:t>
            </a:r>
            <a:endParaRPr lang="en-US" sz="2400" dirty="0">
              <a:solidFill>
                <a:schemeClr val="bg1"/>
              </a:solidFill>
            </a:endParaRPr>
          </a:p>
        </p:txBody>
      </p:sp>
      <p:sp>
        <p:nvSpPr>
          <p:cNvPr id="13" name="Oval 12"/>
          <p:cNvSpPr/>
          <p:nvPr/>
        </p:nvSpPr>
        <p:spPr>
          <a:xfrm>
            <a:off x="6215074" y="1714488"/>
            <a:ext cx="2714644" cy="271464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4546" y="1714488"/>
            <a:ext cx="6472254" cy="4857784"/>
          </a:xfrm>
        </p:spPr>
        <p:txBody>
          <a:bodyPr>
            <a:normAutofit/>
          </a:bodyPr>
          <a:lstStyle/>
          <a:p>
            <a:pPr>
              <a:buNone/>
            </a:pPr>
            <a:r>
              <a:rPr lang="en-US" sz="2800" dirty="0"/>
              <a:t>What is the size of the alfalfa stem cells found in the red circle?</a:t>
            </a:r>
          </a:p>
          <a:p>
            <a:pPr>
              <a:buNone/>
            </a:pPr>
            <a:r>
              <a:rPr lang="en-US" sz="2800" dirty="0">
                <a:solidFill>
                  <a:schemeClr val="tx2">
                    <a:lumMod val="75000"/>
                  </a:schemeClr>
                </a:solidFill>
              </a:rPr>
              <a:t>Firstly, find the Total magnification at 40X objective lens magnification and the field of view.</a:t>
            </a:r>
          </a:p>
          <a:p>
            <a:pPr>
              <a:buNone/>
            </a:pPr>
            <a:r>
              <a:rPr lang="en-US" sz="2800" dirty="0">
                <a:solidFill>
                  <a:schemeClr val="tx2">
                    <a:lumMod val="75000"/>
                  </a:schemeClr>
                </a:solidFill>
              </a:rPr>
              <a:t>Total Magnification =  40 x 10</a:t>
            </a:r>
          </a:p>
          <a:p>
            <a:pPr>
              <a:buNone/>
            </a:pPr>
            <a:r>
              <a:rPr lang="en-US" sz="2800" dirty="0">
                <a:solidFill>
                  <a:schemeClr val="tx2">
                    <a:lumMod val="75000"/>
                  </a:schemeClr>
                </a:solidFill>
              </a:rPr>
              <a:t>				  = 400X</a:t>
            </a:r>
          </a:p>
          <a:p>
            <a:pPr>
              <a:buNone/>
            </a:pPr>
            <a:r>
              <a:rPr lang="en-US" sz="2800" dirty="0">
                <a:solidFill>
                  <a:schemeClr val="tx2">
                    <a:lumMod val="75000"/>
                  </a:schemeClr>
                </a:solidFill>
              </a:rPr>
              <a:t>Field of View (in </a:t>
            </a:r>
            <a:r>
              <a:rPr lang="el-GR" sz="2800" dirty="0">
                <a:solidFill>
                  <a:schemeClr val="tx2">
                    <a:lumMod val="75000"/>
                  </a:schemeClr>
                </a:solidFill>
              </a:rPr>
              <a:t>μ</a:t>
            </a:r>
            <a:r>
              <a:rPr lang="en-AU" sz="2800" dirty="0">
                <a:solidFill>
                  <a:schemeClr val="tx2">
                    <a:lumMod val="75000"/>
                  </a:schemeClr>
                </a:solidFill>
              </a:rPr>
              <a:t>m)</a:t>
            </a:r>
            <a:r>
              <a:rPr lang="en-US" sz="2800" dirty="0">
                <a:solidFill>
                  <a:schemeClr val="tx2">
                    <a:lumMod val="75000"/>
                  </a:schemeClr>
                </a:solidFill>
              </a:rPr>
              <a:t>  = 1.5 mm x 1000</a:t>
            </a:r>
          </a:p>
          <a:p>
            <a:pPr>
              <a:buNone/>
            </a:pPr>
            <a:r>
              <a:rPr lang="en-US" sz="2800" dirty="0">
                <a:solidFill>
                  <a:schemeClr val="tx2">
                    <a:lumMod val="75000"/>
                  </a:schemeClr>
                </a:solidFill>
              </a:rPr>
              <a:t>			                = 1500 </a:t>
            </a:r>
            <a:r>
              <a:rPr lang="el-GR" sz="2800" dirty="0">
                <a:solidFill>
                  <a:schemeClr val="tx2">
                    <a:lumMod val="75000"/>
                  </a:schemeClr>
                </a:solidFill>
              </a:rPr>
              <a:t>μ</a:t>
            </a:r>
            <a:r>
              <a:rPr lang="en-AU" sz="2800" dirty="0">
                <a:solidFill>
                  <a:schemeClr val="tx2">
                    <a:lumMod val="75000"/>
                  </a:schemeClr>
                </a:solidFill>
              </a:rPr>
              <a:t>m</a:t>
            </a:r>
            <a:r>
              <a:rPr lang="en-US" sz="2800" dirty="0">
                <a:solidFill>
                  <a:schemeClr val="tx2">
                    <a:lumMod val="75000"/>
                  </a:schemeClr>
                </a:solidFill>
              </a:rPr>
              <a:t>	</a:t>
            </a:r>
            <a:r>
              <a:rPr lang="en-US" sz="2800" dirty="0"/>
              <a:t>		</a:t>
            </a:r>
          </a:p>
          <a:p>
            <a:endParaRPr lang="en-US" sz="2800" dirty="0"/>
          </a:p>
        </p:txBody>
      </p:sp>
      <p:sp>
        <p:nvSpPr>
          <p:cNvPr id="4" name="WordArt 5"/>
          <p:cNvSpPr>
            <a:spLocks noGrp="1" noChangeArrowheads="1" noChangeShapeType="1"/>
          </p:cNvSpPr>
          <p:nvPr>
            <p:ph type="title"/>
          </p:nvPr>
        </p:nvSpPr>
        <p:spPr bwMode="auto">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Field of View</a:t>
            </a:r>
          </a:p>
        </p:txBody>
      </p:sp>
      <p:grpSp>
        <p:nvGrpSpPr>
          <p:cNvPr id="13" name="Group 12"/>
          <p:cNvGrpSpPr/>
          <p:nvPr/>
        </p:nvGrpSpPr>
        <p:grpSpPr>
          <a:xfrm>
            <a:off x="285721" y="1714488"/>
            <a:ext cx="1817429" cy="1918083"/>
            <a:chOff x="285720" y="1714488"/>
            <a:chExt cx="2922487" cy="3084342"/>
          </a:xfrm>
        </p:grpSpPr>
        <p:pic>
          <p:nvPicPr>
            <p:cNvPr id="80898" name="Picture 2"/>
            <p:cNvPicPr>
              <a:picLocks noChangeAspect="1" noChangeArrowheads="1"/>
            </p:cNvPicPr>
            <p:nvPr/>
          </p:nvPicPr>
          <p:blipFill>
            <a:blip r:embed="rId2"/>
            <a:srcRect/>
            <a:stretch>
              <a:fillRect/>
            </a:stretch>
          </p:blipFill>
          <p:spPr bwMode="auto">
            <a:xfrm>
              <a:off x="285720" y="1714488"/>
              <a:ext cx="2714644" cy="3084342"/>
            </a:xfrm>
            <a:prstGeom prst="rect">
              <a:avLst/>
            </a:prstGeom>
            <a:noFill/>
            <a:ln w="9525">
              <a:noFill/>
              <a:miter lim="800000"/>
              <a:headEnd/>
              <a:tailEnd/>
            </a:ln>
            <a:effectLst/>
          </p:spPr>
        </p:pic>
        <p:grpSp>
          <p:nvGrpSpPr>
            <p:cNvPr id="2" name="Group 21"/>
            <p:cNvGrpSpPr/>
            <p:nvPr/>
          </p:nvGrpSpPr>
          <p:grpSpPr>
            <a:xfrm>
              <a:off x="285720" y="4143380"/>
              <a:ext cx="2714644" cy="430216"/>
              <a:chOff x="570678" y="3429000"/>
              <a:chExt cx="2786876" cy="430216"/>
            </a:xfrm>
          </p:grpSpPr>
          <p:cxnSp>
            <p:nvCxnSpPr>
              <p:cNvPr id="16" name="Straight Connector 15"/>
              <p:cNvCxnSpPr/>
              <p:nvPr/>
            </p:nvCxnSpPr>
            <p:spPr>
              <a:xfrm rot="5400000">
                <a:off x="357158" y="3643314"/>
                <a:ext cx="428628"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71472" y="3857628"/>
                <a:ext cx="2786082"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2285190" y="3642520"/>
                <a:ext cx="428628"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2143108" y="4000504"/>
              <a:ext cx="1065099" cy="544406"/>
            </a:xfrm>
            <a:prstGeom prst="rect">
              <a:avLst/>
            </a:prstGeom>
            <a:noFill/>
          </p:spPr>
          <p:txBody>
            <a:bodyPr wrap="none" rtlCol="0">
              <a:spAutoFit/>
            </a:bodyPr>
            <a:lstStyle/>
            <a:p>
              <a:r>
                <a:rPr lang="en-AU" sz="1600" dirty="0">
                  <a:solidFill>
                    <a:schemeClr val="bg1"/>
                  </a:solidFill>
                </a:rPr>
                <a:t>1 mm</a:t>
              </a:r>
              <a:endParaRPr lang="en-US" sz="1600" dirty="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4546" y="1714488"/>
            <a:ext cx="6472254" cy="4857784"/>
          </a:xfrm>
        </p:spPr>
        <p:txBody>
          <a:bodyPr>
            <a:normAutofit/>
          </a:bodyPr>
          <a:lstStyle/>
          <a:p>
            <a:pPr>
              <a:buNone/>
            </a:pPr>
            <a:r>
              <a:rPr lang="en-US" dirty="0"/>
              <a:t>What is the size of the alfalfa stem cells found in the red circle?</a:t>
            </a:r>
          </a:p>
          <a:p>
            <a:pPr>
              <a:buNone/>
            </a:pPr>
            <a:endParaRPr lang="en-US" dirty="0"/>
          </a:p>
          <a:p>
            <a:pPr>
              <a:buNone/>
            </a:pPr>
            <a:r>
              <a:rPr lang="en-AU" dirty="0">
                <a:solidFill>
                  <a:schemeClr val="tx2">
                    <a:lumMod val="75000"/>
                  </a:schemeClr>
                </a:solidFill>
              </a:rPr>
              <a:t>Secondly, find the Total Magnification of the higher magnification.</a:t>
            </a:r>
          </a:p>
          <a:p>
            <a:pPr>
              <a:buNone/>
            </a:pPr>
            <a:r>
              <a:rPr lang="en-AU" dirty="0">
                <a:solidFill>
                  <a:schemeClr val="tx2">
                    <a:lumMod val="75000"/>
                  </a:schemeClr>
                </a:solidFill>
              </a:rPr>
              <a:t>	</a:t>
            </a:r>
          </a:p>
          <a:p>
            <a:pPr>
              <a:buNone/>
            </a:pPr>
            <a:r>
              <a:rPr lang="en-AU" dirty="0">
                <a:solidFill>
                  <a:schemeClr val="tx2">
                    <a:lumMod val="75000"/>
                  </a:schemeClr>
                </a:solidFill>
              </a:rPr>
              <a:t>	Total Magnification = 400 x 10</a:t>
            </a:r>
          </a:p>
          <a:p>
            <a:pPr>
              <a:buNone/>
            </a:pPr>
            <a:r>
              <a:rPr lang="en-AU" dirty="0">
                <a:solidFill>
                  <a:schemeClr val="tx2">
                    <a:lumMod val="75000"/>
                  </a:schemeClr>
                </a:solidFill>
              </a:rPr>
              <a:t>				      = 4000X</a:t>
            </a:r>
            <a:endParaRPr lang="en-US" dirty="0"/>
          </a:p>
          <a:p>
            <a:endParaRPr lang="en-US" dirty="0"/>
          </a:p>
        </p:txBody>
      </p:sp>
      <p:sp>
        <p:nvSpPr>
          <p:cNvPr id="4" name="WordArt 5"/>
          <p:cNvSpPr>
            <a:spLocks noGrp="1" noChangeArrowheads="1" noChangeShapeType="1"/>
          </p:cNvSpPr>
          <p:nvPr>
            <p:ph type="title"/>
          </p:nvPr>
        </p:nvSpPr>
        <p:spPr bwMode="auto">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Field of View</a:t>
            </a:r>
          </a:p>
        </p:txBody>
      </p:sp>
      <p:grpSp>
        <p:nvGrpSpPr>
          <p:cNvPr id="2" name="Group 12"/>
          <p:cNvGrpSpPr/>
          <p:nvPr/>
        </p:nvGrpSpPr>
        <p:grpSpPr>
          <a:xfrm>
            <a:off x="285721" y="1714488"/>
            <a:ext cx="1817429" cy="1918083"/>
            <a:chOff x="285720" y="1714488"/>
            <a:chExt cx="2922487" cy="3084342"/>
          </a:xfrm>
        </p:grpSpPr>
        <p:pic>
          <p:nvPicPr>
            <p:cNvPr id="80898" name="Picture 2"/>
            <p:cNvPicPr>
              <a:picLocks noChangeAspect="1" noChangeArrowheads="1"/>
            </p:cNvPicPr>
            <p:nvPr/>
          </p:nvPicPr>
          <p:blipFill>
            <a:blip r:embed="rId2"/>
            <a:srcRect/>
            <a:stretch>
              <a:fillRect/>
            </a:stretch>
          </p:blipFill>
          <p:spPr bwMode="auto">
            <a:xfrm>
              <a:off x="285720" y="1714488"/>
              <a:ext cx="2714644" cy="3084342"/>
            </a:xfrm>
            <a:prstGeom prst="rect">
              <a:avLst/>
            </a:prstGeom>
            <a:noFill/>
            <a:ln w="9525">
              <a:noFill/>
              <a:miter lim="800000"/>
              <a:headEnd/>
              <a:tailEnd/>
            </a:ln>
            <a:effectLst/>
          </p:spPr>
        </p:pic>
        <p:grpSp>
          <p:nvGrpSpPr>
            <p:cNvPr id="5" name="Group 21"/>
            <p:cNvGrpSpPr/>
            <p:nvPr/>
          </p:nvGrpSpPr>
          <p:grpSpPr>
            <a:xfrm>
              <a:off x="285720" y="4143380"/>
              <a:ext cx="2714644" cy="430216"/>
              <a:chOff x="570678" y="3429000"/>
              <a:chExt cx="2786876" cy="430216"/>
            </a:xfrm>
          </p:grpSpPr>
          <p:cxnSp>
            <p:nvCxnSpPr>
              <p:cNvPr id="16" name="Straight Connector 15"/>
              <p:cNvCxnSpPr/>
              <p:nvPr/>
            </p:nvCxnSpPr>
            <p:spPr>
              <a:xfrm rot="5400000">
                <a:off x="357158" y="3643314"/>
                <a:ext cx="428628"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71472" y="3857628"/>
                <a:ext cx="2786082"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2285190" y="3642520"/>
                <a:ext cx="428628"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2143108" y="4000504"/>
              <a:ext cx="1065099" cy="544406"/>
            </a:xfrm>
            <a:prstGeom prst="rect">
              <a:avLst/>
            </a:prstGeom>
            <a:noFill/>
          </p:spPr>
          <p:txBody>
            <a:bodyPr wrap="none" rtlCol="0">
              <a:spAutoFit/>
            </a:bodyPr>
            <a:lstStyle/>
            <a:p>
              <a:r>
                <a:rPr lang="en-AU" sz="1600" dirty="0">
                  <a:solidFill>
                    <a:schemeClr val="bg1"/>
                  </a:solidFill>
                </a:rPr>
                <a:t>1 mm</a:t>
              </a:r>
              <a:endParaRPr lang="en-US" sz="1600" dirty="0">
                <a:solidFill>
                  <a:schemeClr val="bg1"/>
                </a:solidFill>
              </a:endParaRPr>
            </a:p>
          </p:txBody>
        </p:sp>
      </p:grpSp>
      <p:pic>
        <p:nvPicPr>
          <p:cNvPr id="11" name="Picture 4"/>
          <p:cNvPicPr>
            <a:picLocks noChangeAspect="1" noChangeArrowheads="1"/>
          </p:cNvPicPr>
          <p:nvPr/>
        </p:nvPicPr>
        <p:blipFill>
          <a:blip r:embed="rId3"/>
          <a:srcRect/>
          <a:stretch>
            <a:fillRect/>
          </a:stretch>
        </p:blipFill>
        <p:spPr bwMode="auto">
          <a:xfrm>
            <a:off x="285720" y="4000504"/>
            <a:ext cx="1714512" cy="194800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23728" y="1459151"/>
            <a:ext cx="6643734" cy="5143512"/>
          </a:xfrm>
        </p:spPr>
        <p:txBody>
          <a:bodyPr>
            <a:normAutofit/>
          </a:bodyPr>
          <a:lstStyle/>
          <a:p>
            <a:pPr>
              <a:buNone/>
            </a:pPr>
            <a:r>
              <a:rPr lang="en-US" sz="2800" dirty="0"/>
              <a:t>What is the size of the alfalfa stem cells found in the red circle?</a:t>
            </a:r>
          </a:p>
          <a:p>
            <a:pPr>
              <a:buNone/>
            </a:pPr>
            <a:r>
              <a:rPr lang="en-AU" sz="2800" dirty="0">
                <a:solidFill>
                  <a:schemeClr val="tx2">
                    <a:lumMod val="75000"/>
                  </a:schemeClr>
                </a:solidFill>
              </a:rPr>
              <a:t>Thirdly, find the field of view of the higher magnification.</a:t>
            </a:r>
          </a:p>
          <a:p>
            <a:pPr>
              <a:buNone/>
            </a:pPr>
            <a:r>
              <a:rPr lang="en-AU" sz="2800" u="sng" dirty="0">
                <a:solidFill>
                  <a:schemeClr val="tx2">
                    <a:lumMod val="75000"/>
                  </a:schemeClr>
                </a:solidFill>
              </a:rPr>
              <a:t> Low Magnification  </a:t>
            </a:r>
            <a:r>
              <a:rPr lang="en-AU" sz="2800" dirty="0">
                <a:solidFill>
                  <a:schemeClr val="tx2">
                    <a:lumMod val="75000"/>
                  </a:schemeClr>
                </a:solidFill>
              </a:rPr>
              <a:t>   = </a:t>
            </a:r>
            <a:r>
              <a:rPr lang="en-AU" sz="2800" u="sng" dirty="0">
                <a:solidFill>
                  <a:schemeClr val="tx2">
                    <a:lumMod val="75000"/>
                  </a:schemeClr>
                </a:solidFill>
              </a:rPr>
              <a:t> High Field of View .</a:t>
            </a:r>
          </a:p>
          <a:p>
            <a:pPr>
              <a:buNone/>
            </a:pPr>
            <a:r>
              <a:rPr lang="en-AU" sz="2800" dirty="0">
                <a:solidFill>
                  <a:schemeClr val="tx2">
                    <a:lumMod val="75000"/>
                  </a:schemeClr>
                </a:solidFill>
              </a:rPr>
              <a:t> High Magnification         Low Field of View</a:t>
            </a:r>
          </a:p>
          <a:p>
            <a:pPr>
              <a:buNone/>
            </a:pPr>
            <a:r>
              <a:rPr lang="en-AU" sz="2800" u="sng" dirty="0">
                <a:solidFill>
                  <a:schemeClr val="tx2">
                    <a:lumMod val="75000"/>
                  </a:schemeClr>
                </a:solidFill>
              </a:rPr>
              <a:t>  400  </a:t>
            </a:r>
            <a:r>
              <a:rPr lang="en-AU" sz="2800" dirty="0">
                <a:solidFill>
                  <a:schemeClr val="tx2">
                    <a:lumMod val="75000"/>
                  </a:schemeClr>
                </a:solidFill>
              </a:rPr>
              <a:t>  =  </a:t>
            </a:r>
            <a:r>
              <a:rPr lang="en-AU" sz="2800" u="sng" dirty="0">
                <a:solidFill>
                  <a:schemeClr val="tx2">
                    <a:lumMod val="75000"/>
                  </a:schemeClr>
                </a:solidFill>
              </a:rPr>
              <a:t>    ?     .</a:t>
            </a:r>
          </a:p>
          <a:p>
            <a:pPr>
              <a:buNone/>
            </a:pPr>
            <a:r>
              <a:rPr lang="en-AU" sz="2800" dirty="0">
                <a:solidFill>
                  <a:schemeClr val="tx2">
                    <a:lumMod val="75000"/>
                  </a:schemeClr>
                </a:solidFill>
              </a:rPr>
              <a:t> 4000        1500</a:t>
            </a:r>
          </a:p>
          <a:p>
            <a:pPr>
              <a:buNone/>
            </a:pPr>
            <a:r>
              <a:rPr lang="en-AU" sz="2800" dirty="0">
                <a:solidFill>
                  <a:schemeClr val="tx2">
                    <a:lumMod val="75000"/>
                  </a:schemeClr>
                </a:solidFill>
              </a:rPr>
              <a:t>High field of view = 150 </a:t>
            </a:r>
            <a:r>
              <a:rPr lang="el-GR" sz="2800" dirty="0">
                <a:solidFill>
                  <a:schemeClr val="tx2">
                    <a:lumMod val="75000"/>
                  </a:schemeClr>
                </a:solidFill>
              </a:rPr>
              <a:t>μ</a:t>
            </a:r>
            <a:r>
              <a:rPr lang="en-AU" sz="2800" dirty="0">
                <a:solidFill>
                  <a:schemeClr val="tx2">
                    <a:lumMod val="75000"/>
                  </a:schemeClr>
                </a:solidFill>
              </a:rPr>
              <a:t>m (0.15 mm)</a:t>
            </a:r>
            <a:r>
              <a:rPr lang="en-US" sz="2800" dirty="0"/>
              <a:t>		</a:t>
            </a:r>
          </a:p>
          <a:p>
            <a:endParaRPr lang="en-US" sz="2800" dirty="0"/>
          </a:p>
        </p:txBody>
      </p:sp>
      <p:sp>
        <p:nvSpPr>
          <p:cNvPr id="4" name="WordArt 5"/>
          <p:cNvSpPr>
            <a:spLocks noGrp="1" noChangeArrowheads="1" noChangeShapeType="1"/>
          </p:cNvSpPr>
          <p:nvPr>
            <p:ph type="title"/>
          </p:nvPr>
        </p:nvSpPr>
        <p:spPr bwMode="auto">
          <a:xfrm>
            <a:off x="457200" y="274638"/>
            <a:ext cx="7859216" cy="91401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rPr>
              <a:t>Field of View</a:t>
            </a:r>
          </a:p>
        </p:txBody>
      </p:sp>
      <p:grpSp>
        <p:nvGrpSpPr>
          <p:cNvPr id="2" name="Group 12"/>
          <p:cNvGrpSpPr/>
          <p:nvPr/>
        </p:nvGrpSpPr>
        <p:grpSpPr>
          <a:xfrm>
            <a:off x="179513" y="1459151"/>
            <a:ext cx="1817429" cy="1918083"/>
            <a:chOff x="285720" y="1714488"/>
            <a:chExt cx="2922487" cy="3084342"/>
          </a:xfrm>
        </p:grpSpPr>
        <p:pic>
          <p:nvPicPr>
            <p:cNvPr id="80898" name="Picture 2"/>
            <p:cNvPicPr>
              <a:picLocks noChangeAspect="1" noChangeArrowheads="1"/>
            </p:cNvPicPr>
            <p:nvPr/>
          </p:nvPicPr>
          <p:blipFill>
            <a:blip r:embed="rId2"/>
            <a:srcRect/>
            <a:stretch>
              <a:fillRect/>
            </a:stretch>
          </p:blipFill>
          <p:spPr bwMode="auto">
            <a:xfrm>
              <a:off x="285720" y="1714488"/>
              <a:ext cx="2714644" cy="3084342"/>
            </a:xfrm>
            <a:prstGeom prst="rect">
              <a:avLst/>
            </a:prstGeom>
            <a:noFill/>
            <a:ln w="9525">
              <a:noFill/>
              <a:miter lim="800000"/>
              <a:headEnd/>
              <a:tailEnd/>
            </a:ln>
            <a:effectLst/>
          </p:spPr>
        </p:pic>
        <p:grpSp>
          <p:nvGrpSpPr>
            <p:cNvPr id="5" name="Group 21"/>
            <p:cNvGrpSpPr/>
            <p:nvPr/>
          </p:nvGrpSpPr>
          <p:grpSpPr>
            <a:xfrm>
              <a:off x="285720" y="4143380"/>
              <a:ext cx="2714644" cy="430216"/>
              <a:chOff x="570678" y="3429000"/>
              <a:chExt cx="2786876" cy="430216"/>
            </a:xfrm>
          </p:grpSpPr>
          <p:cxnSp>
            <p:nvCxnSpPr>
              <p:cNvPr id="16" name="Straight Connector 15"/>
              <p:cNvCxnSpPr/>
              <p:nvPr/>
            </p:nvCxnSpPr>
            <p:spPr>
              <a:xfrm rot="5400000">
                <a:off x="357158" y="3643314"/>
                <a:ext cx="428628"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71472" y="3857628"/>
                <a:ext cx="2786082"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2285190" y="3642520"/>
                <a:ext cx="428628" cy="15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2143108" y="4000504"/>
              <a:ext cx="1065099" cy="544406"/>
            </a:xfrm>
            <a:prstGeom prst="rect">
              <a:avLst/>
            </a:prstGeom>
            <a:noFill/>
          </p:spPr>
          <p:txBody>
            <a:bodyPr wrap="none" rtlCol="0">
              <a:spAutoFit/>
            </a:bodyPr>
            <a:lstStyle/>
            <a:p>
              <a:r>
                <a:rPr lang="en-AU" sz="1600" dirty="0">
                  <a:solidFill>
                    <a:schemeClr val="bg1"/>
                  </a:solidFill>
                </a:rPr>
                <a:t>1 mm</a:t>
              </a:r>
              <a:endParaRPr lang="en-US" sz="1600" dirty="0">
                <a:solidFill>
                  <a:schemeClr val="bg1"/>
                </a:solidFill>
              </a:endParaRPr>
            </a:p>
          </p:txBody>
        </p:sp>
      </p:grpSp>
      <p:pic>
        <p:nvPicPr>
          <p:cNvPr id="11" name="Picture 4"/>
          <p:cNvPicPr>
            <a:picLocks noChangeAspect="1" noChangeArrowheads="1"/>
          </p:cNvPicPr>
          <p:nvPr/>
        </p:nvPicPr>
        <p:blipFill>
          <a:blip r:embed="rId3"/>
          <a:srcRect/>
          <a:stretch>
            <a:fillRect/>
          </a:stretch>
        </p:blipFill>
        <p:spPr bwMode="auto">
          <a:xfrm>
            <a:off x="179512" y="3717032"/>
            <a:ext cx="1714512" cy="194800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1006</TotalTime>
  <Words>1557</Words>
  <Application>Microsoft Office PowerPoint</Application>
  <PresentationFormat>On-screen Show (4:3)</PresentationFormat>
  <Paragraphs>239</Paragraphs>
  <Slides>42</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Arial Black</vt:lpstr>
      <vt:lpstr>Calibri</vt:lpstr>
      <vt:lpstr>Cooper Black</vt:lpstr>
      <vt:lpstr>Impact</vt:lpstr>
      <vt:lpstr>Office Theme</vt:lpstr>
      <vt:lpstr>PowerPoint Presentation</vt:lpstr>
      <vt:lpstr>Objective</vt:lpstr>
      <vt:lpstr>The Light Microscope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vt:lpstr>
      <vt:lpstr>Your microscope has 3 magnifications: Scanning, Low and High. Each objective will have written the magnification.  In addition to this, the ocular lens (eyepiece) has a magnification.    </vt:lpstr>
      <vt:lpstr>PowerPoint Presentation</vt:lpstr>
      <vt:lpstr>PowerPoint Presentation</vt:lpstr>
      <vt:lpstr>PowerPoint Presentation</vt:lpstr>
      <vt:lpstr>Examples</vt:lpstr>
      <vt:lpstr>PowerPoint Presentation</vt:lpstr>
      <vt:lpstr>Changing Units</vt:lpstr>
      <vt:lpstr>PowerPoint Presentation</vt:lpstr>
      <vt:lpstr>Field of View</vt:lpstr>
      <vt:lpstr>Field of View</vt:lpstr>
      <vt:lpstr>Field of View</vt:lpstr>
      <vt:lpstr>PowerPoint Presentation</vt:lpstr>
      <vt:lpstr>Examples</vt:lpstr>
      <vt:lpstr>Examples</vt:lpstr>
      <vt:lpstr>Field of View</vt:lpstr>
      <vt:lpstr>Field of View</vt:lpstr>
      <vt:lpstr>Field of View</vt:lpstr>
      <vt:lpstr>Field of View</vt:lpstr>
    </vt:vector>
  </TitlesOfParts>
  <Company>DOE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e4053158</dc:creator>
  <cp:lastModifiedBy>michael simeoni</cp:lastModifiedBy>
  <cp:revision>114</cp:revision>
  <dcterms:created xsi:type="dcterms:W3CDTF">2013-10-31T00:06:03Z</dcterms:created>
  <dcterms:modified xsi:type="dcterms:W3CDTF">2022-02-08T23:06:03Z</dcterms:modified>
</cp:coreProperties>
</file>