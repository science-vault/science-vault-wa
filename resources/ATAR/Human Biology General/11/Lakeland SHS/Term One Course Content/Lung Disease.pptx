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7" r:id="rId3"/>
    <p:sldId id="299" r:id="rId4"/>
    <p:sldId id="300" r:id="rId5"/>
    <p:sldId id="304" r:id="rId6"/>
    <p:sldId id="301" r:id="rId7"/>
    <p:sldId id="302" r:id="rId8"/>
    <p:sldId id="303" r:id="rId9"/>
    <p:sldId id="298" r:id="rId10"/>
    <p:sldId id="25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7F3406-CF2B-4DE9-9B26-DC8A06DF4CE9}" v="2" dt="2022-03-19T08:04:01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imeoni" userId="506f25aaf3d2b85d" providerId="LiveId" clId="{207F3406-CF2B-4DE9-9B26-DC8A06DF4CE9}"/>
    <pc:docChg chg="custSel addSld modSld">
      <pc:chgData name="michael simeoni" userId="506f25aaf3d2b85d" providerId="LiveId" clId="{207F3406-CF2B-4DE9-9B26-DC8A06DF4CE9}" dt="2022-03-24T09:11:04.416" v="697" actId="478"/>
      <pc:docMkLst>
        <pc:docMk/>
      </pc:docMkLst>
      <pc:sldChg chg="delSp modSp mod">
        <pc:chgData name="michael simeoni" userId="506f25aaf3d2b85d" providerId="LiveId" clId="{207F3406-CF2B-4DE9-9B26-DC8A06DF4CE9}" dt="2022-03-24T09:11:04.416" v="697" actId="478"/>
        <pc:sldMkLst>
          <pc:docMk/>
          <pc:sldMk cId="1624794420" sldId="256"/>
        </pc:sldMkLst>
        <pc:spChg chg="mod">
          <ac:chgData name="michael simeoni" userId="506f25aaf3d2b85d" providerId="LiveId" clId="{207F3406-CF2B-4DE9-9B26-DC8A06DF4CE9}" dt="2022-03-19T07:56:01.197" v="35" actId="20577"/>
          <ac:spMkLst>
            <pc:docMk/>
            <pc:sldMk cId="1624794420" sldId="256"/>
            <ac:spMk id="2" creationId="{2D7B478F-B88D-4F52-97D6-FBCD90C33006}"/>
          </ac:spMkLst>
        </pc:spChg>
        <pc:spChg chg="del">
          <ac:chgData name="michael simeoni" userId="506f25aaf3d2b85d" providerId="LiveId" clId="{207F3406-CF2B-4DE9-9B26-DC8A06DF4CE9}" dt="2022-03-24T09:11:04.416" v="697" actId="478"/>
          <ac:spMkLst>
            <pc:docMk/>
            <pc:sldMk cId="1624794420" sldId="256"/>
            <ac:spMk id="3" creationId="{027A31DC-3E96-4072-812F-6A4ECB9FC350}"/>
          </ac:spMkLst>
        </pc:spChg>
      </pc:sldChg>
      <pc:sldChg chg="modSp mod">
        <pc:chgData name="michael simeoni" userId="506f25aaf3d2b85d" providerId="LiveId" clId="{207F3406-CF2B-4DE9-9B26-DC8A06DF4CE9}" dt="2022-03-19T08:00:05.187" v="98" actId="20577"/>
        <pc:sldMkLst>
          <pc:docMk/>
          <pc:sldMk cId="0" sldId="297"/>
        </pc:sldMkLst>
        <pc:spChg chg="mod">
          <ac:chgData name="michael simeoni" userId="506f25aaf3d2b85d" providerId="LiveId" clId="{207F3406-CF2B-4DE9-9B26-DC8A06DF4CE9}" dt="2022-03-19T08:00:05.187" v="98" actId="20577"/>
          <ac:spMkLst>
            <pc:docMk/>
            <pc:sldMk cId="0" sldId="297"/>
            <ac:spMk id="30722" creationId="{0C27DD23-A911-4493-9FEB-FAC281B09239}"/>
          </ac:spMkLst>
        </pc:spChg>
        <pc:spChg chg="mod">
          <ac:chgData name="michael simeoni" userId="506f25aaf3d2b85d" providerId="LiveId" clId="{207F3406-CF2B-4DE9-9B26-DC8A06DF4CE9}" dt="2022-03-19T07:59:27.581" v="82" actId="20577"/>
          <ac:spMkLst>
            <pc:docMk/>
            <pc:sldMk cId="0" sldId="297"/>
            <ac:spMk id="30723" creationId="{7A2574A8-B27D-4E19-899D-C57D385D3342}"/>
          </ac:spMkLst>
        </pc:spChg>
      </pc:sldChg>
      <pc:sldChg chg="modSp new mod">
        <pc:chgData name="michael simeoni" userId="506f25aaf3d2b85d" providerId="LiveId" clId="{207F3406-CF2B-4DE9-9B26-DC8A06DF4CE9}" dt="2022-03-19T08:01:38.585" v="254" actId="20578"/>
        <pc:sldMkLst>
          <pc:docMk/>
          <pc:sldMk cId="16934416" sldId="299"/>
        </pc:sldMkLst>
        <pc:spChg chg="mod">
          <ac:chgData name="michael simeoni" userId="506f25aaf3d2b85d" providerId="LiveId" clId="{207F3406-CF2B-4DE9-9B26-DC8A06DF4CE9}" dt="2022-03-19T08:00:18.467" v="117" actId="20577"/>
          <ac:spMkLst>
            <pc:docMk/>
            <pc:sldMk cId="16934416" sldId="299"/>
            <ac:spMk id="2" creationId="{221B327C-2A1F-4124-8EA8-E5CC1A8E3723}"/>
          </ac:spMkLst>
        </pc:spChg>
        <pc:spChg chg="mod">
          <ac:chgData name="michael simeoni" userId="506f25aaf3d2b85d" providerId="LiveId" clId="{207F3406-CF2B-4DE9-9B26-DC8A06DF4CE9}" dt="2022-03-19T08:01:38.585" v="254" actId="20578"/>
          <ac:spMkLst>
            <pc:docMk/>
            <pc:sldMk cId="16934416" sldId="299"/>
            <ac:spMk id="3" creationId="{9FAF304E-9092-4792-8389-F9E8E2FDC3D2}"/>
          </ac:spMkLst>
        </pc:spChg>
      </pc:sldChg>
      <pc:sldChg chg="modSp new mod">
        <pc:chgData name="michael simeoni" userId="506f25aaf3d2b85d" providerId="LiveId" clId="{207F3406-CF2B-4DE9-9B26-DC8A06DF4CE9}" dt="2022-03-19T08:09:53.936" v="670" actId="20577"/>
        <pc:sldMkLst>
          <pc:docMk/>
          <pc:sldMk cId="3493157435" sldId="300"/>
        </pc:sldMkLst>
        <pc:spChg chg="mod">
          <ac:chgData name="michael simeoni" userId="506f25aaf3d2b85d" providerId="LiveId" clId="{207F3406-CF2B-4DE9-9B26-DC8A06DF4CE9}" dt="2022-03-19T08:07:27.393" v="660" actId="122"/>
          <ac:spMkLst>
            <pc:docMk/>
            <pc:sldMk cId="3493157435" sldId="300"/>
            <ac:spMk id="2" creationId="{27F6A51B-1635-468B-B4DD-563D69794C8E}"/>
          </ac:spMkLst>
        </pc:spChg>
        <pc:spChg chg="mod">
          <ac:chgData name="michael simeoni" userId="506f25aaf3d2b85d" providerId="LiveId" clId="{207F3406-CF2B-4DE9-9B26-DC8A06DF4CE9}" dt="2022-03-19T08:09:53.936" v="670" actId="20577"/>
          <ac:spMkLst>
            <pc:docMk/>
            <pc:sldMk cId="3493157435" sldId="300"/>
            <ac:spMk id="3" creationId="{6C76776E-6BA5-4D83-B23E-A30545493D2A}"/>
          </ac:spMkLst>
        </pc:spChg>
      </pc:sldChg>
      <pc:sldChg chg="modSp new mod">
        <pc:chgData name="michael simeoni" userId="506f25aaf3d2b85d" providerId="LiveId" clId="{207F3406-CF2B-4DE9-9B26-DC8A06DF4CE9}" dt="2022-03-19T08:10:16.216" v="696" actId="20577"/>
        <pc:sldMkLst>
          <pc:docMk/>
          <pc:sldMk cId="456838467" sldId="301"/>
        </pc:sldMkLst>
        <pc:spChg chg="mod">
          <ac:chgData name="michael simeoni" userId="506f25aaf3d2b85d" providerId="LiveId" clId="{207F3406-CF2B-4DE9-9B26-DC8A06DF4CE9}" dt="2022-03-19T08:10:16.216" v="696" actId="20577"/>
          <ac:spMkLst>
            <pc:docMk/>
            <pc:sldMk cId="456838467" sldId="301"/>
            <ac:spMk id="2" creationId="{5012D9E8-2A88-4826-9586-CDBD30AA2647}"/>
          </ac:spMkLst>
        </pc:spChg>
      </pc:sldChg>
      <pc:sldChg chg="new">
        <pc:chgData name="michael simeoni" userId="506f25aaf3d2b85d" providerId="LiveId" clId="{207F3406-CF2B-4DE9-9B26-DC8A06DF4CE9}" dt="2022-03-19T07:59:35.896" v="86" actId="680"/>
        <pc:sldMkLst>
          <pc:docMk/>
          <pc:sldMk cId="3547588903" sldId="302"/>
        </pc:sldMkLst>
      </pc:sldChg>
      <pc:sldChg chg="new">
        <pc:chgData name="michael simeoni" userId="506f25aaf3d2b85d" providerId="LiveId" clId="{207F3406-CF2B-4DE9-9B26-DC8A06DF4CE9}" dt="2022-03-19T07:59:36.071" v="87" actId="680"/>
        <pc:sldMkLst>
          <pc:docMk/>
          <pc:sldMk cId="2135629097" sldId="303"/>
        </pc:sldMkLst>
      </pc:sldChg>
      <pc:sldChg chg="add">
        <pc:chgData name="michael simeoni" userId="506f25aaf3d2b85d" providerId="LiveId" clId="{207F3406-CF2B-4DE9-9B26-DC8A06DF4CE9}" dt="2022-03-19T08:04:01.682" v="432"/>
        <pc:sldMkLst>
          <pc:docMk/>
          <pc:sldMk cId="1025226342" sldId="3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9D213-8D63-49B4-9582-D53ECEA60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776690-B98F-4657-8A86-5FF935ACA8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7A3F7-01ED-4558-BDDD-5B039BAAE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08FBE8-FB79-46E5-AE92-0B09962FB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28CEC-5773-4458-8412-980E59D1D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85926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A71EA-B28D-4D8D-9492-59DD62BA5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0A82B-A803-4D73-8220-AE0FC709B2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DE061-58CD-4F04-BC3F-3A79457A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88C77-F213-4EE5-8EEF-46C1BB1C50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DE52D3-BDDC-41A0-929C-CCAB1B05D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2283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D0CD5-1119-4525-9ED7-871371B68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8322B3-F007-4579-8E48-06DF23E13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3AB78-67F3-491A-9752-AAF3B4934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109F30-2319-42EE-A129-97388DD7F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91BB15-3B7F-444E-B35B-0C84FCE33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9389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5C903-95A1-4442-AC77-D1B2F099AF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5F728-D882-4986-AA7B-62002DE962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C8A15-769E-4974-AA12-8FD0853CC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89E1E7-A46D-4FFE-BE1B-58ED5E5B4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F0BCD9-79CE-4045-A250-25D2B70F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924E3-D142-4CF2-B095-08478715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539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16FC0-08F0-49B9-8AE5-99226C2C2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52FA1-AED3-435C-8CF3-31ECBEFDB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A8F4B2-FB54-44AD-8A1F-DE984B53B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1B0FE3-8A5D-421C-82BA-5DF48C8CD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FD91E2-2123-44F0-A995-FDD99B8B81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150FC-C9D5-415A-A5EE-AF99E64EE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CFC78-65A7-43A2-871F-60CDF0921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CC1FE5A-FE31-490E-898E-7B9C753AC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97479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3B24E-EC18-465A-A389-99E6F1A9A8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CEB81C-1D0A-4251-B389-9116B531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7CAF7D-74F8-4893-ACD5-20D9B2C60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51BBB-8FB5-4E9E-8248-4E5E83C87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4857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604A0-A371-4463-9D91-B9A6CB540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2EF4F-1510-470C-A155-9F2F54B9D8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80ACD3-C68C-4298-A2F0-3DB5F204D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41846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27BC-862F-4CC7-BC96-067B346F9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03C27B-CB7E-4A11-8AF1-A596DEDBE9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E4903B-76DC-4D72-AD34-CC925441F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C9E395-02B8-4FC0-B710-42231C9648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199EA-BDD3-4A7A-BDF5-3719EEBAF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59116-2BC0-442D-8F0E-AB9245EEB9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34569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A0C4-17B2-45CB-8535-F14FFD571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C10409-0711-4B91-B384-994D53FD81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970567-FF79-4120-B49C-8BD54EF24B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703EF0-2BF9-497F-A641-114FE0163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156CA6-32E4-420C-A422-D16D1273F7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55936-F703-46D1-BAC2-A0911ABB5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861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227A2-9F9E-4C41-B724-8DEE93C96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E50A08-4046-4841-9F5D-9A2CB94010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A3C45-603D-487E-922D-92E5D5CE8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272E6-79B8-4F3D-953E-FAE640833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A3357-487E-4715-8B65-E6FA4B193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61679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F7F6B0-C7AC-4B31-A97C-48461A4BCF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87CDA-6BAC-4452-B01B-1D95D70E2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EDDA4-8B65-424E-AE0F-136BF407C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0F6912-A7A7-4669-AAEE-C772441E3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6D160-30F5-4A94-AE50-2D600C7F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3630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0"/>
            <a:ext cx="5384800" cy="2185988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38589"/>
            <a:ext cx="5384800" cy="2187575"/>
          </a:xfrm>
        </p:spPr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F408E169-D266-42C9-89AB-E11A42C0BA2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49CEADE-3871-4203-ACA9-E294AC9E792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x-none" altLang="x-none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51CC1731-2B55-48DF-B98B-0D03EFEA68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3844F4-CEAA-4793-B535-485B1EB4D21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25912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E79764-2F98-4417-AF5E-524CCA297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D7296-390E-476E-9D7C-9AEA4570F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C53DDF-2E06-47E0-9421-ED660C24FD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DBC64-27EF-47C7-8391-BA8D0DF17B2D}" type="datetimeFigureOut">
              <a:rPr lang="en-AU" smtClean="0"/>
              <a:t>24/03/2022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2411F-A463-4FD4-A32F-4AEC98967D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9781A-5847-466F-8639-48DA24BAF4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034592-BB4E-49A4-9503-6A81CBC4E97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4511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B478F-B88D-4F52-97D6-FBCD90C330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Respiratory Diseases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247944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0C27DD23-A911-4493-9FEB-FAC281B09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1" y="274638"/>
            <a:ext cx="2386013" cy="1143000"/>
          </a:xfrm>
        </p:spPr>
        <p:txBody>
          <a:bodyPr>
            <a:normAutofit fontScale="90000"/>
          </a:bodyPr>
          <a:lstStyle/>
          <a:p>
            <a:br>
              <a:rPr lang="en-AU" altLang="en-US" u="sng" dirty="0"/>
            </a:br>
            <a:r>
              <a:rPr lang="en-AU" altLang="en-US" u="sng" dirty="0"/>
              <a:t>Objective: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7A2574A8-B27D-4E19-899D-C57D385D334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84414" y="1783341"/>
            <a:ext cx="10886902" cy="4525962"/>
          </a:xfrm>
        </p:spPr>
        <p:txBody>
          <a:bodyPr/>
          <a:lstStyle/>
          <a:p>
            <a:r>
              <a:rPr lang="en-AU" altLang="en-US" sz="4400" b="1" dirty="0"/>
              <a:t>Understand how disease can compromise the respiratory system</a:t>
            </a:r>
          </a:p>
          <a:p>
            <a:endParaRPr lang="en-AU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B327C-2A1F-4124-8EA8-E5CC1A8E3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Prior Knowledge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AF304E-9092-4792-8389-F9E8E2FDC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What is a disease?</a:t>
            </a:r>
          </a:p>
          <a:p>
            <a:pPr marL="0" indent="0">
              <a:buNone/>
            </a:pPr>
            <a:r>
              <a:rPr lang="en-US" dirty="0"/>
              <a:t>What to you know about respiratory diseases.</a:t>
            </a:r>
          </a:p>
          <a:p>
            <a:pPr marL="0" indent="0">
              <a:buNone/>
            </a:pPr>
            <a:r>
              <a:rPr lang="en-US" dirty="0"/>
              <a:t>Make a list of respiratory diseases.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934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A51B-1635-468B-B4DD-563D69794C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709" y="0"/>
            <a:ext cx="10515600" cy="948286"/>
          </a:xfrm>
        </p:spPr>
        <p:txBody>
          <a:bodyPr/>
          <a:lstStyle/>
          <a:p>
            <a:pPr algn="ctr"/>
            <a:r>
              <a:rPr lang="en-US" dirty="0"/>
              <a:t>Research – Respiratory Diseases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776E-6BA5-4D83-B23E-A30545493D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451"/>
            <a:ext cx="10515600" cy="4351338"/>
          </a:xfrm>
        </p:spPr>
        <p:txBody>
          <a:bodyPr>
            <a:noAutofit/>
          </a:bodyPr>
          <a:lstStyle/>
          <a:p>
            <a:r>
              <a:rPr lang="en-US" sz="3200" dirty="0">
                <a:solidFill>
                  <a:srgbClr val="091932"/>
                </a:solidFill>
              </a:rPr>
              <a:t>In pairs students will use a computer and write a summary of a selected respiratory disease. </a:t>
            </a:r>
          </a:p>
          <a:p>
            <a:r>
              <a:rPr lang="en-US" sz="3200" dirty="0">
                <a:solidFill>
                  <a:srgbClr val="091932"/>
                </a:solidFill>
              </a:rPr>
              <a:t>They will present their findings to the class.</a:t>
            </a:r>
          </a:p>
          <a:p>
            <a:endParaRPr lang="en-US" sz="3200" dirty="0">
              <a:solidFill>
                <a:srgbClr val="091932"/>
              </a:solidFill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091932"/>
                </a:solidFill>
              </a:rPr>
              <a:t>List of Diseases:</a:t>
            </a:r>
          </a:p>
          <a:p>
            <a:r>
              <a:rPr lang="en-AU" sz="3200" dirty="0"/>
              <a:t>Mesothelioma</a:t>
            </a:r>
          </a:p>
          <a:p>
            <a:r>
              <a:rPr lang="en-AU" sz="3200" dirty="0"/>
              <a:t>Asthma</a:t>
            </a:r>
          </a:p>
          <a:p>
            <a:r>
              <a:rPr lang="en-AU" sz="3200" dirty="0"/>
              <a:t>Pneumonia</a:t>
            </a:r>
          </a:p>
          <a:p>
            <a:r>
              <a:rPr lang="en-AU" sz="3200" dirty="0"/>
              <a:t>Bronchitis</a:t>
            </a:r>
          </a:p>
          <a:p>
            <a:r>
              <a:rPr lang="en-AU" sz="3200" dirty="0"/>
              <a:t>Tuberculosis</a:t>
            </a:r>
          </a:p>
        </p:txBody>
      </p:sp>
    </p:spTree>
    <p:extLst>
      <p:ext uri="{BB962C8B-B14F-4D97-AF65-F5344CB8AC3E}">
        <p14:creationId xmlns:p14="http://schemas.microsoft.com/office/powerpoint/2010/main" val="34931574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6A51B-1635-468B-B4DD-563D69794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– Respiratory Diseases,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76776E-6BA5-4D83-B23E-A30545493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91932"/>
                </a:solidFill>
                <a:latin typeface="Euclid Square"/>
              </a:rPr>
              <a:t>Describe the disease</a:t>
            </a:r>
            <a:endParaRPr lang="en-US" b="0" i="0" dirty="0">
              <a:solidFill>
                <a:srgbClr val="091932"/>
              </a:solidFill>
              <a:effectLst/>
              <a:latin typeface="Euclid Square"/>
            </a:endParaRPr>
          </a:p>
          <a:p>
            <a:r>
              <a:rPr lang="en-US" b="0" i="0" dirty="0">
                <a:solidFill>
                  <a:srgbClr val="091932"/>
                </a:solidFill>
                <a:effectLst/>
                <a:latin typeface="Euclid Square"/>
              </a:rPr>
              <a:t>What is the source of the disease.</a:t>
            </a:r>
          </a:p>
          <a:p>
            <a:r>
              <a:rPr lang="en-US" b="0" i="0" dirty="0">
                <a:solidFill>
                  <a:srgbClr val="091932"/>
                </a:solidFill>
                <a:effectLst/>
                <a:latin typeface="Euclid Square"/>
              </a:rPr>
              <a:t>Which part(s) of the respiratory system is / are affected? </a:t>
            </a:r>
          </a:p>
          <a:p>
            <a:r>
              <a:rPr lang="en-US" b="0" i="0" dirty="0">
                <a:solidFill>
                  <a:srgbClr val="091932"/>
                </a:solidFill>
                <a:effectLst/>
                <a:latin typeface="Euclid Square"/>
              </a:rPr>
              <a:t>Explain the role of this / these part(s) of the respiratory system? </a:t>
            </a:r>
          </a:p>
          <a:p>
            <a:r>
              <a:rPr lang="en-US" b="0" i="0" dirty="0">
                <a:solidFill>
                  <a:srgbClr val="091932"/>
                </a:solidFill>
                <a:effectLst/>
                <a:latin typeface="Euclid Square"/>
              </a:rPr>
              <a:t>How does their function / structure change if a person has this disease?</a:t>
            </a:r>
          </a:p>
          <a:p>
            <a:r>
              <a:rPr lang="en-US" dirty="0">
                <a:solidFill>
                  <a:srgbClr val="091932"/>
                </a:solidFill>
                <a:latin typeface="Euclid Square"/>
              </a:rPr>
              <a:t>How can the disease be treated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5226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2D9E8-2A88-4826-9586-CDBD30AA2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5 minute presentations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E06897-C402-4CC0-BACD-2A7A8A4857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6838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6A2F6-22F5-4BCC-ABC7-7A4346F4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F2E7-9049-4506-A7B2-4F9EC734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7588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0B761-62B9-4E6A-B2C0-9DD5AC644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257669-E5CA-4529-A0BD-5EBAC116C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629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80E4D77E-635F-46D4-BC38-37EDE61024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>
                <a:solidFill>
                  <a:srgbClr val="C00000"/>
                </a:solidFill>
              </a:rPr>
              <a:t>Diseases of the respiratory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5B9C6-95C4-4F11-B6F0-6116EEDCA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AU" sz="3600" dirty="0"/>
              <a:t>Use the human perspectives text to research the following:</a:t>
            </a:r>
          </a:p>
          <a:p>
            <a:pPr>
              <a:defRPr/>
            </a:pPr>
            <a:r>
              <a:rPr lang="en-AU" sz="3600" dirty="0"/>
              <a:t>Asthma</a:t>
            </a:r>
          </a:p>
          <a:p>
            <a:pPr>
              <a:defRPr/>
            </a:pPr>
            <a:r>
              <a:rPr lang="en-AU" sz="3600" dirty="0"/>
              <a:t>Emphysema</a:t>
            </a:r>
          </a:p>
          <a:p>
            <a:pPr>
              <a:defRPr/>
            </a:pPr>
            <a:r>
              <a:rPr lang="en-AU" sz="3600" dirty="0"/>
              <a:t>Lung cancer</a:t>
            </a:r>
          </a:p>
          <a:p>
            <a:pPr>
              <a:defRPr/>
            </a:pPr>
            <a:r>
              <a:rPr lang="en-AU" sz="3600" dirty="0"/>
              <a:t>Pneumonia </a:t>
            </a:r>
            <a:endParaRPr lang="en-US" sz="3600" dirty="0"/>
          </a:p>
          <a:p>
            <a:pPr marL="0" indent="0">
              <a:buNone/>
              <a:defRPr/>
            </a:pPr>
            <a:r>
              <a:rPr lang="en-US" b="1" dirty="0">
                <a:solidFill>
                  <a:srgbClr val="7030A0"/>
                </a:solidFill>
              </a:rPr>
              <a:t>Topics to research include: cause, symptoms and treatment</a:t>
            </a:r>
            <a:endParaRPr lang="en-AU" b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7316118A-430C-4DAD-B16A-B64DA6055B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b="1">
                <a:solidFill>
                  <a:srgbClr val="C62C58"/>
                </a:solidFill>
                <a:ea typeface="+mj-ea"/>
              </a:rPr>
              <a:t>Diseased lung tissue</a:t>
            </a:r>
          </a:p>
        </p:txBody>
      </p:sp>
      <p:pic>
        <p:nvPicPr>
          <p:cNvPr id="3077" name="Picture 5" descr="healthy lung">
            <a:extLst>
              <a:ext uri="{FF2B5EF4-FFF2-40B4-BE49-F238E27FC236}">
                <a16:creationId xmlns:a16="http://schemas.microsoft.com/office/drawing/2014/main" id="{C7EC8D55-236C-4180-9821-411331C8BA36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81200" y="1897063"/>
            <a:ext cx="4038600" cy="3028950"/>
          </a:xfrm>
        </p:spPr>
      </p:pic>
      <p:sp>
        <p:nvSpPr>
          <p:cNvPr id="32772" name="Text Box 8">
            <a:extLst>
              <a:ext uri="{FF2B5EF4-FFF2-40B4-BE49-F238E27FC236}">
                <a16:creationId xmlns:a16="http://schemas.microsoft.com/office/drawing/2014/main" id="{952CB45A-DE84-4746-ADDD-3E8D98940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79875" y="5445125"/>
            <a:ext cx="19446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None/>
            </a:pPr>
            <a:r>
              <a:rPr lang="en-US" altLang="en-US" sz="1200"/>
              <a:t>Photo by Pöllö </a:t>
            </a:r>
          </a:p>
        </p:txBody>
      </p:sp>
      <p:pic>
        <p:nvPicPr>
          <p:cNvPr id="3081" name="Picture 9" descr="smokers lung CDC">
            <a:extLst>
              <a:ext uri="{FF2B5EF4-FFF2-40B4-BE49-F238E27FC236}">
                <a16:creationId xmlns:a16="http://schemas.microsoft.com/office/drawing/2014/main" id="{6454AF13-6AA2-48FD-B411-EFF1CBD866B6}"/>
              </a:ext>
            </a:extLst>
          </p:cNvPr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6672263" y="1600200"/>
            <a:ext cx="3154362" cy="2108200"/>
          </a:xfrm>
        </p:spPr>
      </p:pic>
      <p:sp>
        <p:nvSpPr>
          <p:cNvPr id="32774" name="Text Box 10">
            <a:extLst>
              <a:ext uri="{FF2B5EF4-FFF2-40B4-BE49-F238E27FC236}">
                <a16:creationId xmlns:a16="http://schemas.microsoft.com/office/drawing/2014/main" id="{5A0F1371-F78F-4CAF-9176-1D0772D4F8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3564" y="3730625"/>
            <a:ext cx="1944687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/>
              <a:t>CDC</a:t>
            </a:r>
          </a:p>
        </p:txBody>
      </p:sp>
      <p:pic>
        <p:nvPicPr>
          <p:cNvPr id="3083" name="Picture 11" descr="emphysema">
            <a:extLst>
              <a:ext uri="{FF2B5EF4-FFF2-40B4-BE49-F238E27FC236}">
                <a16:creationId xmlns:a16="http://schemas.microsoft.com/office/drawing/2014/main" id="{40999226-AB87-43F5-91DD-DE47780074F6}"/>
              </a:ext>
            </a:extLst>
          </p:cNvPr>
          <p:cNvPicPr>
            <a:picLocks noGrp="1" noChangeAspect="1" noChangeArrowheads="1"/>
          </p:cNvPicPr>
          <p:nvPr>
            <p:ph sz="quarter" idx="3"/>
          </p:nvPr>
        </p:nvPicPr>
        <p:blipFill>
          <a:blip r:embed="rId4"/>
          <a:srcRect/>
          <a:stretch>
            <a:fillRect/>
          </a:stretch>
        </p:blipFill>
        <p:spPr>
          <a:xfrm>
            <a:off x="7032625" y="3938588"/>
            <a:ext cx="2063750" cy="2730500"/>
          </a:xfrm>
        </p:spPr>
      </p:pic>
      <p:sp>
        <p:nvSpPr>
          <p:cNvPr id="32776" name="Text Box 12">
            <a:extLst>
              <a:ext uri="{FF2B5EF4-FFF2-40B4-BE49-F238E27FC236}">
                <a16:creationId xmlns:a16="http://schemas.microsoft.com/office/drawing/2014/main" id="{A46F3E73-E2BB-4C4A-983E-CEAF1EEFD3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5189" y="5157788"/>
            <a:ext cx="3455987" cy="119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AutoNum type="alphaUcPeriod"/>
            </a:pPr>
            <a:r>
              <a:rPr lang="en-US" altLang="en-US" sz="1800" b="1">
                <a:solidFill>
                  <a:srgbClr val="000099"/>
                </a:solidFill>
              </a:rPr>
              <a:t>healthy lung tissue</a:t>
            </a:r>
          </a:p>
          <a:p>
            <a:pPr eaLnBrk="1" hangingPunct="1">
              <a:spcBef>
                <a:spcPct val="50000"/>
              </a:spcBef>
              <a:buFontTx/>
              <a:buAutoNum type="alphaUcPeriod"/>
            </a:pPr>
            <a:r>
              <a:rPr lang="en-US" altLang="en-US" sz="1800" b="1">
                <a:solidFill>
                  <a:srgbClr val="000099"/>
                </a:solidFill>
              </a:rPr>
              <a:t>Smoker</a:t>
            </a:r>
            <a:r>
              <a:rPr lang="ja-JP" altLang="en-US" sz="1800" b="1">
                <a:solidFill>
                  <a:srgbClr val="000099"/>
                </a:solidFill>
              </a:rPr>
              <a:t>’</a:t>
            </a:r>
            <a:r>
              <a:rPr lang="en-US" altLang="ja-JP" sz="1800" b="1">
                <a:solidFill>
                  <a:srgbClr val="000099"/>
                </a:solidFill>
              </a:rPr>
              <a:t>s lung</a:t>
            </a:r>
          </a:p>
          <a:p>
            <a:pPr eaLnBrk="1" hangingPunct="1">
              <a:spcBef>
                <a:spcPct val="50000"/>
              </a:spcBef>
              <a:buFontTx/>
              <a:buAutoNum type="alphaUcPeriod"/>
            </a:pPr>
            <a:r>
              <a:rPr lang="en-US" altLang="en-US" sz="1800" b="1">
                <a:solidFill>
                  <a:srgbClr val="000099"/>
                </a:solidFill>
              </a:rPr>
              <a:t>Emphysema</a:t>
            </a:r>
          </a:p>
        </p:txBody>
      </p:sp>
      <p:sp>
        <p:nvSpPr>
          <p:cNvPr id="32777" name="Text Box 13">
            <a:extLst>
              <a:ext uri="{FF2B5EF4-FFF2-40B4-BE49-F238E27FC236}">
                <a16:creationId xmlns:a16="http://schemas.microsoft.com/office/drawing/2014/main" id="{52BD0A8A-C1F4-4E39-AF8F-11950A8B92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2314" y="2492375"/>
            <a:ext cx="287337" cy="27463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/>
              <a:t>A</a:t>
            </a:r>
          </a:p>
        </p:txBody>
      </p:sp>
      <p:sp>
        <p:nvSpPr>
          <p:cNvPr id="32778" name="Text Box 14">
            <a:extLst>
              <a:ext uri="{FF2B5EF4-FFF2-40B4-BE49-F238E27FC236}">
                <a16:creationId xmlns:a16="http://schemas.microsoft.com/office/drawing/2014/main" id="{1BB29548-B6C5-475B-AEE1-6090A2C912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43700" y="1700214"/>
            <a:ext cx="287338" cy="274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/>
              <a:t>B</a:t>
            </a:r>
          </a:p>
        </p:txBody>
      </p:sp>
      <p:sp>
        <p:nvSpPr>
          <p:cNvPr id="32779" name="Text Box 15">
            <a:extLst>
              <a:ext uri="{FF2B5EF4-FFF2-40B4-BE49-F238E27FC236}">
                <a16:creationId xmlns:a16="http://schemas.microsoft.com/office/drawing/2014/main" id="{C905B377-4282-4D5F-9B08-11DAC6E758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5" y="4005264"/>
            <a:ext cx="287338" cy="27463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 eaLnBrk="1" hangingPunct="1">
              <a:spcBef>
                <a:spcPct val="50000"/>
              </a:spcBef>
            </a:pPr>
            <a:r>
              <a:rPr lang="en-US" altLang="en-US" sz="1200"/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191</Words>
  <Application>Microsoft Office PowerPoint</Application>
  <PresentationFormat>Widescreen</PresentationFormat>
  <Paragraphs>41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Euclid Square</vt:lpstr>
      <vt:lpstr>Office Theme</vt:lpstr>
      <vt:lpstr>Respiratory Diseases</vt:lpstr>
      <vt:lpstr> Objective:</vt:lpstr>
      <vt:lpstr>Prior Knowledge</vt:lpstr>
      <vt:lpstr>Research – Respiratory Diseases</vt:lpstr>
      <vt:lpstr>Research – Respiratory Diseases,</vt:lpstr>
      <vt:lpstr>5 minute presentations</vt:lpstr>
      <vt:lpstr>PowerPoint Presentation</vt:lpstr>
      <vt:lpstr>PowerPoint Presentation</vt:lpstr>
      <vt:lpstr>Diseases of the respiratory system</vt:lpstr>
      <vt:lpstr>Diseased lung tissue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simeoni</dc:creator>
  <cp:lastModifiedBy>michael simeoni</cp:lastModifiedBy>
  <cp:revision>1</cp:revision>
  <dcterms:created xsi:type="dcterms:W3CDTF">2022-03-19T05:59:29Z</dcterms:created>
  <dcterms:modified xsi:type="dcterms:W3CDTF">2022-03-24T09:11:09Z</dcterms:modified>
</cp:coreProperties>
</file>