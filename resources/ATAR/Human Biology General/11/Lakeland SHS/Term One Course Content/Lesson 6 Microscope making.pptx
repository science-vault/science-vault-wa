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320" r:id="rId2"/>
    <p:sldId id="328" r:id="rId3"/>
    <p:sldId id="298" r:id="rId4"/>
    <p:sldId id="316" r:id="rId5"/>
    <p:sldId id="268" r:id="rId6"/>
    <p:sldId id="317" r:id="rId7"/>
    <p:sldId id="297" r:id="rId8"/>
    <p:sldId id="318" r:id="rId9"/>
    <p:sldId id="319" r:id="rId10"/>
    <p:sldId id="323" r:id="rId11"/>
    <p:sldId id="324" r:id="rId12"/>
    <p:sldId id="325" r:id="rId13"/>
    <p:sldId id="326" r:id="rId14"/>
    <p:sldId id="321" r:id="rId15"/>
    <p:sldId id="322" r:id="rId16"/>
    <p:sldId id="327" r:id="rId17"/>
  </p:sldIdLst>
  <p:sldSz cx="9144000" cy="6858000" type="screen4x3"/>
  <p:notesSz cx="10234613" cy="7102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AA657B-539D-4035-AEF4-950DC76F9F9B}" v="1" dt="2022-01-21T06:37:43.7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simeoni" userId="506f25aaf3d2b85d" providerId="LiveId" clId="{A1AA657B-539D-4035-AEF4-950DC76F9F9B}"/>
    <pc:docChg chg="custSel addSld delSld modSld">
      <pc:chgData name="michael simeoni" userId="506f25aaf3d2b85d" providerId="LiveId" clId="{A1AA657B-539D-4035-AEF4-950DC76F9F9B}" dt="2022-02-02T11:39:38.590" v="15" actId="478"/>
      <pc:docMkLst>
        <pc:docMk/>
      </pc:docMkLst>
      <pc:sldChg chg="del">
        <pc:chgData name="michael simeoni" userId="506f25aaf3d2b85d" providerId="LiveId" clId="{A1AA657B-539D-4035-AEF4-950DC76F9F9B}" dt="2022-01-21T06:25:54.939" v="0" actId="47"/>
        <pc:sldMkLst>
          <pc:docMk/>
          <pc:sldMk cId="0" sldId="265"/>
        </pc:sldMkLst>
      </pc:sldChg>
      <pc:sldChg chg="del">
        <pc:chgData name="michael simeoni" userId="506f25aaf3d2b85d" providerId="LiveId" clId="{A1AA657B-539D-4035-AEF4-950DC76F9F9B}" dt="2022-01-21T06:25:54.939" v="0" actId="47"/>
        <pc:sldMkLst>
          <pc:docMk/>
          <pc:sldMk cId="0" sldId="267"/>
        </pc:sldMkLst>
      </pc:sldChg>
      <pc:sldChg chg="del">
        <pc:chgData name="michael simeoni" userId="506f25aaf3d2b85d" providerId="LiveId" clId="{A1AA657B-539D-4035-AEF4-950DC76F9F9B}" dt="2022-01-21T06:25:54.939" v="0" actId="47"/>
        <pc:sldMkLst>
          <pc:docMk/>
          <pc:sldMk cId="0" sldId="269"/>
        </pc:sldMkLst>
      </pc:sldChg>
      <pc:sldChg chg="del">
        <pc:chgData name="michael simeoni" userId="506f25aaf3d2b85d" providerId="LiveId" clId="{A1AA657B-539D-4035-AEF4-950DC76F9F9B}" dt="2022-01-21T06:25:54.939" v="0" actId="47"/>
        <pc:sldMkLst>
          <pc:docMk/>
          <pc:sldMk cId="0" sldId="270"/>
        </pc:sldMkLst>
      </pc:sldChg>
      <pc:sldChg chg="del">
        <pc:chgData name="michael simeoni" userId="506f25aaf3d2b85d" providerId="LiveId" clId="{A1AA657B-539D-4035-AEF4-950DC76F9F9B}" dt="2022-01-21T06:25:54.939" v="0" actId="47"/>
        <pc:sldMkLst>
          <pc:docMk/>
          <pc:sldMk cId="0" sldId="271"/>
        </pc:sldMkLst>
      </pc:sldChg>
      <pc:sldChg chg="del">
        <pc:chgData name="michael simeoni" userId="506f25aaf3d2b85d" providerId="LiveId" clId="{A1AA657B-539D-4035-AEF4-950DC76F9F9B}" dt="2022-01-21T06:25:54.939" v="0" actId="47"/>
        <pc:sldMkLst>
          <pc:docMk/>
          <pc:sldMk cId="0" sldId="272"/>
        </pc:sldMkLst>
      </pc:sldChg>
      <pc:sldChg chg="del">
        <pc:chgData name="michael simeoni" userId="506f25aaf3d2b85d" providerId="LiveId" clId="{A1AA657B-539D-4035-AEF4-950DC76F9F9B}" dt="2022-01-21T06:25:54.939" v="0" actId="47"/>
        <pc:sldMkLst>
          <pc:docMk/>
          <pc:sldMk cId="0" sldId="273"/>
        </pc:sldMkLst>
      </pc:sldChg>
      <pc:sldChg chg="del">
        <pc:chgData name="michael simeoni" userId="506f25aaf3d2b85d" providerId="LiveId" clId="{A1AA657B-539D-4035-AEF4-950DC76F9F9B}" dt="2022-01-21T06:25:54.939" v="0" actId="47"/>
        <pc:sldMkLst>
          <pc:docMk/>
          <pc:sldMk cId="0" sldId="274"/>
        </pc:sldMkLst>
      </pc:sldChg>
      <pc:sldChg chg="del">
        <pc:chgData name="michael simeoni" userId="506f25aaf3d2b85d" providerId="LiveId" clId="{A1AA657B-539D-4035-AEF4-950DC76F9F9B}" dt="2022-01-21T06:25:54.939" v="0" actId="47"/>
        <pc:sldMkLst>
          <pc:docMk/>
          <pc:sldMk cId="0" sldId="275"/>
        </pc:sldMkLst>
      </pc:sldChg>
      <pc:sldChg chg="del">
        <pc:chgData name="michael simeoni" userId="506f25aaf3d2b85d" providerId="LiveId" clId="{A1AA657B-539D-4035-AEF4-950DC76F9F9B}" dt="2022-01-21T06:25:54.939" v="0" actId="47"/>
        <pc:sldMkLst>
          <pc:docMk/>
          <pc:sldMk cId="0" sldId="276"/>
        </pc:sldMkLst>
      </pc:sldChg>
      <pc:sldChg chg="del">
        <pc:chgData name="michael simeoni" userId="506f25aaf3d2b85d" providerId="LiveId" clId="{A1AA657B-539D-4035-AEF4-950DC76F9F9B}" dt="2022-01-21T06:25:54.939" v="0" actId="47"/>
        <pc:sldMkLst>
          <pc:docMk/>
          <pc:sldMk cId="0" sldId="277"/>
        </pc:sldMkLst>
      </pc:sldChg>
      <pc:sldChg chg="del">
        <pc:chgData name="michael simeoni" userId="506f25aaf3d2b85d" providerId="LiveId" clId="{A1AA657B-539D-4035-AEF4-950DC76F9F9B}" dt="2022-01-21T06:25:54.939" v="0" actId="47"/>
        <pc:sldMkLst>
          <pc:docMk/>
          <pc:sldMk cId="0" sldId="278"/>
        </pc:sldMkLst>
      </pc:sldChg>
      <pc:sldChg chg="del">
        <pc:chgData name="michael simeoni" userId="506f25aaf3d2b85d" providerId="LiveId" clId="{A1AA657B-539D-4035-AEF4-950DC76F9F9B}" dt="2022-01-21T06:25:54.939" v="0" actId="47"/>
        <pc:sldMkLst>
          <pc:docMk/>
          <pc:sldMk cId="0" sldId="279"/>
        </pc:sldMkLst>
      </pc:sldChg>
      <pc:sldChg chg="del">
        <pc:chgData name="michael simeoni" userId="506f25aaf3d2b85d" providerId="LiveId" clId="{A1AA657B-539D-4035-AEF4-950DC76F9F9B}" dt="2022-01-21T06:25:54.939" v="0" actId="47"/>
        <pc:sldMkLst>
          <pc:docMk/>
          <pc:sldMk cId="0" sldId="281"/>
        </pc:sldMkLst>
      </pc:sldChg>
      <pc:sldChg chg="del">
        <pc:chgData name="michael simeoni" userId="506f25aaf3d2b85d" providerId="LiveId" clId="{A1AA657B-539D-4035-AEF4-950DC76F9F9B}" dt="2022-01-21T06:25:54.939" v="0" actId="47"/>
        <pc:sldMkLst>
          <pc:docMk/>
          <pc:sldMk cId="0" sldId="282"/>
        </pc:sldMkLst>
      </pc:sldChg>
      <pc:sldChg chg="del">
        <pc:chgData name="michael simeoni" userId="506f25aaf3d2b85d" providerId="LiveId" clId="{A1AA657B-539D-4035-AEF4-950DC76F9F9B}" dt="2022-01-21T06:25:54.939" v="0" actId="47"/>
        <pc:sldMkLst>
          <pc:docMk/>
          <pc:sldMk cId="0" sldId="284"/>
        </pc:sldMkLst>
      </pc:sldChg>
      <pc:sldChg chg="del">
        <pc:chgData name="michael simeoni" userId="506f25aaf3d2b85d" providerId="LiveId" clId="{A1AA657B-539D-4035-AEF4-950DC76F9F9B}" dt="2022-01-21T06:25:54.939" v="0" actId="47"/>
        <pc:sldMkLst>
          <pc:docMk/>
          <pc:sldMk cId="0" sldId="285"/>
        </pc:sldMkLst>
      </pc:sldChg>
      <pc:sldChg chg="del">
        <pc:chgData name="michael simeoni" userId="506f25aaf3d2b85d" providerId="LiveId" clId="{A1AA657B-539D-4035-AEF4-950DC76F9F9B}" dt="2022-01-21T06:25:54.939" v="0" actId="47"/>
        <pc:sldMkLst>
          <pc:docMk/>
          <pc:sldMk cId="0" sldId="286"/>
        </pc:sldMkLst>
      </pc:sldChg>
      <pc:sldChg chg="del">
        <pc:chgData name="michael simeoni" userId="506f25aaf3d2b85d" providerId="LiveId" clId="{A1AA657B-539D-4035-AEF4-950DC76F9F9B}" dt="2022-01-21T06:25:54.939" v="0" actId="47"/>
        <pc:sldMkLst>
          <pc:docMk/>
          <pc:sldMk cId="0" sldId="287"/>
        </pc:sldMkLst>
      </pc:sldChg>
      <pc:sldChg chg="del">
        <pc:chgData name="michael simeoni" userId="506f25aaf3d2b85d" providerId="LiveId" clId="{A1AA657B-539D-4035-AEF4-950DC76F9F9B}" dt="2022-01-21T06:25:54.939" v="0" actId="47"/>
        <pc:sldMkLst>
          <pc:docMk/>
          <pc:sldMk cId="0" sldId="291"/>
        </pc:sldMkLst>
      </pc:sldChg>
      <pc:sldChg chg="del">
        <pc:chgData name="michael simeoni" userId="506f25aaf3d2b85d" providerId="LiveId" clId="{A1AA657B-539D-4035-AEF4-950DC76F9F9B}" dt="2022-01-21T06:25:54.939" v="0" actId="47"/>
        <pc:sldMkLst>
          <pc:docMk/>
          <pc:sldMk cId="0" sldId="295"/>
        </pc:sldMkLst>
      </pc:sldChg>
      <pc:sldChg chg="del">
        <pc:chgData name="michael simeoni" userId="506f25aaf3d2b85d" providerId="LiveId" clId="{A1AA657B-539D-4035-AEF4-950DC76F9F9B}" dt="2022-01-21T06:25:54.939" v="0" actId="47"/>
        <pc:sldMkLst>
          <pc:docMk/>
          <pc:sldMk cId="0" sldId="296"/>
        </pc:sldMkLst>
      </pc:sldChg>
      <pc:sldChg chg="del">
        <pc:chgData name="michael simeoni" userId="506f25aaf3d2b85d" providerId="LiveId" clId="{A1AA657B-539D-4035-AEF4-950DC76F9F9B}" dt="2022-01-21T06:25:54.939" v="0" actId="47"/>
        <pc:sldMkLst>
          <pc:docMk/>
          <pc:sldMk cId="0" sldId="299"/>
        </pc:sldMkLst>
      </pc:sldChg>
      <pc:sldChg chg="del">
        <pc:chgData name="michael simeoni" userId="506f25aaf3d2b85d" providerId="LiveId" clId="{A1AA657B-539D-4035-AEF4-950DC76F9F9B}" dt="2022-01-21T06:25:54.939" v="0" actId="47"/>
        <pc:sldMkLst>
          <pc:docMk/>
          <pc:sldMk cId="0" sldId="300"/>
        </pc:sldMkLst>
      </pc:sldChg>
      <pc:sldChg chg="del">
        <pc:chgData name="michael simeoni" userId="506f25aaf3d2b85d" providerId="LiveId" clId="{A1AA657B-539D-4035-AEF4-950DC76F9F9B}" dt="2022-01-21T06:25:54.939" v="0" actId="47"/>
        <pc:sldMkLst>
          <pc:docMk/>
          <pc:sldMk cId="0" sldId="301"/>
        </pc:sldMkLst>
      </pc:sldChg>
      <pc:sldChg chg="del">
        <pc:chgData name="michael simeoni" userId="506f25aaf3d2b85d" providerId="LiveId" clId="{A1AA657B-539D-4035-AEF4-950DC76F9F9B}" dt="2022-01-21T06:25:54.939" v="0" actId="47"/>
        <pc:sldMkLst>
          <pc:docMk/>
          <pc:sldMk cId="0" sldId="302"/>
        </pc:sldMkLst>
      </pc:sldChg>
      <pc:sldChg chg="del">
        <pc:chgData name="michael simeoni" userId="506f25aaf3d2b85d" providerId="LiveId" clId="{A1AA657B-539D-4035-AEF4-950DC76F9F9B}" dt="2022-01-21T06:25:54.939" v="0" actId="47"/>
        <pc:sldMkLst>
          <pc:docMk/>
          <pc:sldMk cId="0" sldId="303"/>
        </pc:sldMkLst>
      </pc:sldChg>
      <pc:sldChg chg="del">
        <pc:chgData name="michael simeoni" userId="506f25aaf3d2b85d" providerId="LiveId" clId="{A1AA657B-539D-4035-AEF4-950DC76F9F9B}" dt="2022-01-21T06:25:54.939" v="0" actId="47"/>
        <pc:sldMkLst>
          <pc:docMk/>
          <pc:sldMk cId="0" sldId="304"/>
        </pc:sldMkLst>
      </pc:sldChg>
      <pc:sldChg chg="del">
        <pc:chgData name="michael simeoni" userId="506f25aaf3d2b85d" providerId="LiveId" clId="{A1AA657B-539D-4035-AEF4-950DC76F9F9B}" dt="2022-01-21T06:25:54.939" v="0" actId="47"/>
        <pc:sldMkLst>
          <pc:docMk/>
          <pc:sldMk cId="0" sldId="305"/>
        </pc:sldMkLst>
      </pc:sldChg>
      <pc:sldChg chg="del">
        <pc:chgData name="michael simeoni" userId="506f25aaf3d2b85d" providerId="LiveId" clId="{A1AA657B-539D-4035-AEF4-950DC76F9F9B}" dt="2022-01-21T06:25:54.939" v="0" actId="47"/>
        <pc:sldMkLst>
          <pc:docMk/>
          <pc:sldMk cId="0" sldId="306"/>
        </pc:sldMkLst>
      </pc:sldChg>
      <pc:sldChg chg="del">
        <pc:chgData name="michael simeoni" userId="506f25aaf3d2b85d" providerId="LiveId" clId="{A1AA657B-539D-4035-AEF4-950DC76F9F9B}" dt="2022-01-21T06:25:54.939" v="0" actId="47"/>
        <pc:sldMkLst>
          <pc:docMk/>
          <pc:sldMk cId="0" sldId="307"/>
        </pc:sldMkLst>
      </pc:sldChg>
      <pc:sldChg chg="del">
        <pc:chgData name="michael simeoni" userId="506f25aaf3d2b85d" providerId="LiveId" clId="{A1AA657B-539D-4035-AEF4-950DC76F9F9B}" dt="2022-01-21T06:25:54.939" v="0" actId="47"/>
        <pc:sldMkLst>
          <pc:docMk/>
          <pc:sldMk cId="0" sldId="308"/>
        </pc:sldMkLst>
      </pc:sldChg>
      <pc:sldChg chg="del">
        <pc:chgData name="michael simeoni" userId="506f25aaf3d2b85d" providerId="LiveId" clId="{A1AA657B-539D-4035-AEF4-950DC76F9F9B}" dt="2022-01-21T06:25:54.939" v="0" actId="47"/>
        <pc:sldMkLst>
          <pc:docMk/>
          <pc:sldMk cId="0" sldId="309"/>
        </pc:sldMkLst>
      </pc:sldChg>
      <pc:sldChg chg="del">
        <pc:chgData name="michael simeoni" userId="506f25aaf3d2b85d" providerId="LiveId" clId="{A1AA657B-539D-4035-AEF4-950DC76F9F9B}" dt="2022-01-21T06:25:54.939" v="0" actId="47"/>
        <pc:sldMkLst>
          <pc:docMk/>
          <pc:sldMk cId="0" sldId="310"/>
        </pc:sldMkLst>
      </pc:sldChg>
      <pc:sldChg chg="del">
        <pc:chgData name="michael simeoni" userId="506f25aaf3d2b85d" providerId="LiveId" clId="{A1AA657B-539D-4035-AEF4-950DC76F9F9B}" dt="2022-01-21T06:25:54.939" v="0" actId="47"/>
        <pc:sldMkLst>
          <pc:docMk/>
          <pc:sldMk cId="0" sldId="312"/>
        </pc:sldMkLst>
      </pc:sldChg>
      <pc:sldChg chg="del">
        <pc:chgData name="michael simeoni" userId="506f25aaf3d2b85d" providerId="LiveId" clId="{A1AA657B-539D-4035-AEF4-950DC76F9F9B}" dt="2022-01-21T06:25:54.939" v="0" actId="47"/>
        <pc:sldMkLst>
          <pc:docMk/>
          <pc:sldMk cId="0" sldId="313"/>
        </pc:sldMkLst>
      </pc:sldChg>
      <pc:sldChg chg="del">
        <pc:chgData name="michael simeoni" userId="506f25aaf3d2b85d" providerId="LiveId" clId="{A1AA657B-539D-4035-AEF4-950DC76F9F9B}" dt="2022-01-21T06:25:54.939" v="0" actId="47"/>
        <pc:sldMkLst>
          <pc:docMk/>
          <pc:sldMk cId="0" sldId="314"/>
        </pc:sldMkLst>
      </pc:sldChg>
      <pc:sldChg chg="del">
        <pc:chgData name="michael simeoni" userId="506f25aaf3d2b85d" providerId="LiveId" clId="{A1AA657B-539D-4035-AEF4-950DC76F9F9B}" dt="2022-01-21T06:25:54.939" v="0" actId="47"/>
        <pc:sldMkLst>
          <pc:docMk/>
          <pc:sldMk cId="0" sldId="315"/>
        </pc:sldMkLst>
      </pc:sldChg>
      <pc:sldChg chg="delSp mod">
        <pc:chgData name="michael simeoni" userId="506f25aaf3d2b85d" providerId="LiveId" clId="{A1AA657B-539D-4035-AEF4-950DC76F9F9B}" dt="2022-02-02T11:39:38.590" v="15" actId="478"/>
        <pc:sldMkLst>
          <pc:docMk/>
          <pc:sldMk cId="0" sldId="316"/>
        </pc:sldMkLst>
        <pc:spChg chg="del">
          <ac:chgData name="michael simeoni" userId="506f25aaf3d2b85d" providerId="LiveId" clId="{A1AA657B-539D-4035-AEF4-950DC76F9F9B}" dt="2022-02-02T11:39:38.590" v="15" actId="478"/>
          <ac:spMkLst>
            <pc:docMk/>
            <pc:sldMk cId="0" sldId="316"/>
            <ac:spMk id="5" creationId="{00000000-0000-0000-0000-000000000000}"/>
          </ac:spMkLst>
        </pc:spChg>
      </pc:sldChg>
      <pc:sldChg chg="modSp add mod">
        <pc:chgData name="michael simeoni" userId="506f25aaf3d2b85d" providerId="LiveId" clId="{A1AA657B-539D-4035-AEF4-950DC76F9F9B}" dt="2022-01-21T06:38:44.065" v="14" actId="20577"/>
        <pc:sldMkLst>
          <pc:docMk/>
          <pc:sldMk cId="1449543401" sldId="328"/>
        </pc:sldMkLst>
        <pc:spChg chg="mod">
          <ac:chgData name="michael simeoni" userId="506f25aaf3d2b85d" providerId="LiveId" clId="{A1AA657B-539D-4035-AEF4-950DC76F9F9B}" dt="2022-01-21T06:37:53.233" v="3" actId="1076"/>
          <ac:spMkLst>
            <pc:docMk/>
            <pc:sldMk cId="1449543401" sldId="328"/>
            <ac:spMk id="6" creationId="{00000000-0000-0000-0000-000000000000}"/>
          </ac:spMkLst>
        </pc:spChg>
        <pc:spChg chg="mod">
          <ac:chgData name="michael simeoni" userId="506f25aaf3d2b85d" providerId="LiveId" clId="{A1AA657B-539D-4035-AEF4-950DC76F9F9B}" dt="2022-01-21T06:38:44.065" v="14" actId="20577"/>
          <ac:spMkLst>
            <pc:docMk/>
            <pc:sldMk cId="1449543401" sldId="328"/>
            <ac:spMk id="5122" creationId="{00000000-0000-0000-0000-000000000000}"/>
          </ac:spMkLst>
        </pc:spChg>
      </pc:sldChg>
      <pc:sldMasterChg chg="delSldLayout">
        <pc:chgData name="michael simeoni" userId="506f25aaf3d2b85d" providerId="LiveId" clId="{A1AA657B-539D-4035-AEF4-950DC76F9F9B}" dt="2022-01-21T06:25:54.939" v="0" actId="47"/>
        <pc:sldMasterMkLst>
          <pc:docMk/>
          <pc:sldMasterMk cId="0" sldId="2147483648"/>
        </pc:sldMasterMkLst>
        <pc:sldLayoutChg chg="del">
          <pc:chgData name="michael simeoni" userId="506f25aaf3d2b85d" providerId="LiveId" clId="{A1AA657B-539D-4035-AEF4-950DC76F9F9B}" dt="2022-01-21T06:25:54.939" v="0" actId="47"/>
          <pc:sldLayoutMkLst>
            <pc:docMk/>
            <pc:sldMasterMk cId="0" sldId="2147483648"/>
            <pc:sldLayoutMk cId="0" sldId="214748366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999" cy="355124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797246" y="0"/>
            <a:ext cx="4434999" cy="355124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99436B33-1BD5-4CCF-862B-C3280215974E}" type="datetimeFigureOut">
              <a:rPr lang="en-US" smtClean="0"/>
              <a:t>2/2/2022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746119"/>
            <a:ext cx="4434999" cy="355124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797246" y="6746119"/>
            <a:ext cx="4434999" cy="355124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0E65B935-1CF5-4A65-8AC1-039E4848D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615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999" cy="355124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97246" y="0"/>
            <a:ext cx="4434999" cy="355124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A11E1A42-28A2-4882-8C57-C15A11736788}" type="datetimeFigureOut">
              <a:rPr lang="en-US" smtClean="0"/>
              <a:pPr/>
              <a:t>2/2/2022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33400"/>
            <a:ext cx="3551237" cy="26622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3462" y="3373676"/>
            <a:ext cx="8187690" cy="3196114"/>
          </a:xfrm>
          <a:prstGeom prst="rect">
            <a:avLst/>
          </a:prstGeom>
        </p:spPr>
        <p:txBody>
          <a:bodyPr vert="horz" lIns="99066" tIns="49533" rIns="99066" bIns="49533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46119"/>
            <a:ext cx="4434999" cy="355124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97246" y="6746119"/>
            <a:ext cx="4434999" cy="355124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FEA25BF7-6150-4B7B-9D71-FEAB4B9F2EE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158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D77734-4E31-4AE3-93CF-5DD80CF93E9D}" type="slidenum">
              <a:rPr lang="en-US"/>
              <a:pPr/>
              <a:t>1</a:t>
            </a:fld>
            <a:endParaRPr lang="en-US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25CFF63-9701-4209-AA17-6BCC2242D7D1}" type="slidenum">
              <a:rPr lang="en-US"/>
              <a:pPr/>
              <a:t>3</a:t>
            </a:fld>
            <a:endParaRPr lang="en-US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D77734-4E31-4AE3-93CF-5DD80CF93E9D}" type="slidenum">
              <a:rPr lang="en-US"/>
              <a:pPr/>
              <a:t>4</a:t>
            </a:fld>
            <a:endParaRPr lang="en-US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816FA2-22CC-4E30-ABE5-465C066A24DC}" type="slidenum">
              <a:rPr lang="en-US"/>
              <a:pPr/>
              <a:t>7</a:t>
            </a:fld>
            <a:endParaRPr lang="en-US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816FA2-22CC-4E30-ABE5-465C066A24DC}" type="slidenum">
              <a:rPr lang="en-US"/>
              <a:pPr/>
              <a:t>8</a:t>
            </a:fld>
            <a:endParaRPr lang="en-US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816FA2-22CC-4E30-ABE5-465C066A24DC}" type="slidenum">
              <a:rPr lang="en-US"/>
              <a:pPr/>
              <a:t>9</a:t>
            </a:fld>
            <a:endParaRPr lang="en-US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816FA2-22CC-4E30-ABE5-465C066A24DC}" type="slidenum">
              <a:rPr lang="en-US"/>
              <a:pPr/>
              <a:t>10</a:t>
            </a:fld>
            <a:endParaRPr lang="en-US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816FA2-22CC-4E30-ABE5-465C066A24DC}" type="slidenum">
              <a:rPr lang="en-US"/>
              <a:pPr/>
              <a:t>11</a:t>
            </a:fld>
            <a:endParaRPr lang="en-US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816FA2-22CC-4E30-ABE5-465C066A24DC}" type="slidenum">
              <a:rPr lang="en-US"/>
              <a:pPr/>
              <a:t>12</a:t>
            </a:fld>
            <a:endParaRPr lang="en-US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816FA2-22CC-4E30-ABE5-465C066A24DC}" type="slidenum">
              <a:rPr lang="en-US"/>
              <a:pPr/>
              <a:t>13</a:t>
            </a:fld>
            <a:endParaRPr lang="en-US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816FA2-22CC-4E30-ABE5-465C066A24DC}" type="slidenum">
              <a:rPr lang="en-US"/>
              <a:pPr/>
              <a:t>14</a:t>
            </a:fld>
            <a:endParaRPr lang="en-US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816FA2-22CC-4E30-ABE5-465C066A24DC}" type="slidenum">
              <a:rPr lang="en-US"/>
              <a:pPr/>
              <a:t>15</a:t>
            </a:fld>
            <a:endParaRPr lang="en-US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816FA2-22CC-4E30-ABE5-465C066A24DC}" type="slidenum">
              <a:rPr lang="en-US"/>
              <a:pPr/>
              <a:t>16</a:t>
            </a:fld>
            <a:endParaRPr lang="en-US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8E5E-EF44-47DD-95F3-F77D68B53A49}" type="datetimeFigureOut">
              <a:rPr lang="en-US" smtClean="0"/>
              <a:pPr/>
              <a:t>2/2/2022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1D73-5216-4FDD-9C8D-57A6C0C252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8E5E-EF44-47DD-95F3-F77D68B53A49}" type="datetimeFigureOut">
              <a:rPr lang="en-US" smtClean="0"/>
              <a:pPr/>
              <a:t>2/2/2022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1D73-5216-4FDD-9C8D-57A6C0C252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8E5E-EF44-47DD-95F3-F77D68B53A49}" type="datetimeFigureOut">
              <a:rPr lang="en-US" smtClean="0"/>
              <a:pPr/>
              <a:t>2/2/2022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1D73-5216-4FDD-9C8D-57A6C0C252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8E5E-EF44-47DD-95F3-F77D68B53A49}" type="datetimeFigureOut">
              <a:rPr lang="en-US" smtClean="0"/>
              <a:pPr/>
              <a:t>2/2/2022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1D73-5216-4FDD-9C8D-57A6C0C252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8E5E-EF44-47DD-95F3-F77D68B53A49}" type="datetimeFigureOut">
              <a:rPr lang="en-US" smtClean="0"/>
              <a:pPr/>
              <a:t>2/2/2022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1D73-5216-4FDD-9C8D-57A6C0C252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8E5E-EF44-47DD-95F3-F77D68B53A49}" type="datetimeFigureOut">
              <a:rPr lang="en-US" smtClean="0"/>
              <a:pPr/>
              <a:t>2/2/2022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1D73-5216-4FDD-9C8D-57A6C0C252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8E5E-EF44-47DD-95F3-F77D68B53A49}" type="datetimeFigureOut">
              <a:rPr lang="en-US" smtClean="0"/>
              <a:pPr/>
              <a:t>2/2/2022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1D73-5216-4FDD-9C8D-57A6C0C252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8E5E-EF44-47DD-95F3-F77D68B53A49}" type="datetimeFigureOut">
              <a:rPr lang="en-US" smtClean="0"/>
              <a:pPr/>
              <a:t>2/2/2022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1D73-5216-4FDD-9C8D-57A6C0C252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8E5E-EF44-47DD-95F3-F77D68B53A49}" type="datetimeFigureOut">
              <a:rPr lang="en-US" smtClean="0"/>
              <a:pPr/>
              <a:t>2/2/2022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1D73-5216-4FDD-9C8D-57A6C0C252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8E5E-EF44-47DD-95F3-F77D68B53A49}" type="datetimeFigureOut">
              <a:rPr lang="en-US" smtClean="0"/>
              <a:pPr/>
              <a:t>2/2/2022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1D73-5216-4FDD-9C8D-57A6C0C252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A8E5E-EF44-47DD-95F3-F77D68B53A49}" type="datetimeFigureOut">
              <a:rPr lang="en-US" smtClean="0"/>
              <a:pPr/>
              <a:t>2/2/2022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51D73-5216-4FDD-9C8D-57A6C0C252B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1A8E5E-EF44-47DD-95F3-F77D68B53A49}" type="datetimeFigureOut">
              <a:rPr lang="en-US" smtClean="0"/>
              <a:pPr/>
              <a:t>2/2/2022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651D73-5216-4FDD-9C8D-57A6C0C252B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w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1.jpe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png"/><Relationship Id="rId9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jpe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jpe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g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jpeg"/><Relationship Id="rId4" Type="http://schemas.openxmlformats.org/officeDocument/2006/relationships/image" Target="../media/image15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gi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gif"/><Relationship Id="rId5" Type="http://schemas.openxmlformats.org/officeDocument/2006/relationships/image" Target="../media/image17.gif"/><Relationship Id="rId4" Type="http://schemas.openxmlformats.org/officeDocument/2006/relationships/image" Target="../media/image1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70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4" descr="j041085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5800" y="3200400"/>
            <a:ext cx="2743200" cy="269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WordArt 5"/>
          <p:cNvSpPr>
            <a:spLocks noChangeArrowheads="1" noChangeShapeType="1" noTextEdit="1"/>
          </p:cNvSpPr>
          <p:nvPr/>
        </p:nvSpPr>
        <p:spPr bwMode="auto">
          <a:xfrm>
            <a:off x="214282" y="381000"/>
            <a:ext cx="8715436" cy="3200400"/>
          </a:xfrm>
          <a:prstGeom prst="rect">
            <a:avLst/>
          </a:prstGeom>
        </p:spPr>
        <p:txBody>
          <a:bodyPr wrap="none" fromWordArt="1">
            <a:prstTxWarp prst="textDoubleWave1">
              <a:avLst>
                <a:gd name="adj1" fmla="val 6500"/>
                <a:gd name="adj2" fmla="val 0"/>
              </a:avLst>
            </a:prstTxWarp>
          </a:bodyPr>
          <a:lstStyle/>
          <a:p>
            <a:pPr algn="ctr"/>
            <a:r>
              <a:rPr lang="en-US" sz="3600" kern="10" spc="-180" dirty="0"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effectLst>
                  <a:outerShdw dist="125724" dir="18900000" algn="ctr" rotWithShape="0">
                    <a:srgbClr val="00CC00"/>
                  </a:outerShdw>
                </a:effectLst>
                <a:latin typeface="Cooper Black"/>
              </a:rPr>
              <a:t>The Making of</a:t>
            </a:r>
          </a:p>
        </p:txBody>
      </p:sp>
      <p:sp>
        <p:nvSpPr>
          <p:cNvPr id="2052" name="WordArt 7"/>
          <p:cNvSpPr>
            <a:spLocks noChangeArrowheads="1" noChangeShapeType="1" noTextEdit="1"/>
          </p:cNvSpPr>
          <p:nvPr/>
        </p:nvSpPr>
        <p:spPr bwMode="auto">
          <a:xfrm>
            <a:off x="4143372" y="3429000"/>
            <a:ext cx="4238628" cy="2514600"/>
          </a:xfrm>
          <a:prstGeom prst="rect">
            <a:avLst/>
          </a:prstGeom>
        </p:spPr>
        <p:txBody>
          <a:bodyPr wrap="none" fromWordArt="1">
            <a:prstTxWarp prst="textDoubleWave1">
              <a:avLst>
                <a:gd name="adj1" fmla="val 6500"/>
                <a:gd name="adj2" fmla="val 0"/>
              </a:avLst>
            </a:prstTxWarp>
          </a:bodyPr>
          <a:lstStyle/>
          <a:p>
            <a:pPr algn="ctr"/>
            <a:r>
              <a:rPr lang="en-US" sz="3600" kern="10" spc="-180" dirty="0"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effectLst>
                  <a:outerShdw dist="125724" dir="18900000" algn="ctr" rotWithShape="0">
                    <a:srgbClr val="00CC00"/>
                  </a:outerShdw>
                </a:effectLst>
                <a:latin typeface="Cooper Black"/>
              </a:rPr>
              <a:t>Slides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371600" y="6000768"/>
            <a:ext cx="6400800" cy="642942"/>
          </a:xfrm>
          <a:prstGeom prst="rect">
            <a:avLst/>
          </a:prstGeom>
        </p:spPr>
        <p:txBody>
          <a:bodyPr/>
          <a:lstStyle/>
          <a:p>
            <a:pPr marL="342900" marR="0" lvl="0" indent="-34290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idx="1"/>
          </p:nvPr>
        </p:nvSpPr>
        <p:spPr>
          <a:xfrm>
            <a:off x="245745" y="1628800"/>
            <a:ext cx="8652510" cy="1080120"/>
          </a:xfrm>
        </p:spPr>
        <p:txBody>
          <a:bodyPr lIns="0" tIns="0" rIns="0" bIns="0">
            <a:normAutofit/>
          </a:bodyPr>
          <a:lstStyle/>
          <a:p>
            <a:pPr>
              <a:lnSpc>
                <a:spcPct val="95000"/>
              </a:lnSpc>
              <a:spcBef>
                <a:spcPct val="0"/>
              </a:spcBef>
            </a:pPr>
            <a:r>
              <a:rPr lang="en-US" dirty="0">
                <a:latin typeface="Arial" pitchFamily="34" charset="0"/>
              </a:rPr>
              <a:t>Drawing labelled diagrams </a:t>
            </a:r>
            <a:r>
              <a:rPr lang="en-US">
                <a:latin typeface="Arial" pitchFamily="34" charset="0"/>
              </a:rPr>
              <a:t>of objects </a:t>
            </a:r>
            <a:r>
              <a:rPr lang="en-US" dirty="0">
                <a:latin typeface="Arial" pitchFamily="34" charset="0"/>
              </a:rPr>
              <a:t>observed under the microscope.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939784"/>
          </a:xfrm>
        </p:spPr>
        <p:txBody>
          <a:bodyPr>
            <a:normAutofit/>
          </a:bodyPr>
          <a:lstStyle/>
          <a:p>
            <a:r>
              <a:rPr lang="en-AU" sz="5400" b="1" dirty="0"/>
              <a:t>Objective</a:t>
            </a:r>
            <a:endParaRPr lang="en-US" sz="5400" b="1" dirty="0"/>
          </a:p>
        </p:txBody>
      </p:sp>
    </p:spTree>
    <p:extLst>
      <p:ext uri="{BB962C8B-B14F-4D97-AF65-F5344CB8AC3E}">
        <p14:creationId xmlns:p14="http://schemas.microsoft.com/office/powerpoint/2010/main" val="1449543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70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228600" y="1428736"/>
            <a:ext cx="85344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1 – Get a clean slide and cover-slip from your teacher.</a:t>
            </a:r>
          </a:p>
          <a:p>
            <a:pPr>
              <a:spcBef>
                <a:spcPct val="50000"/>
              </a:spcBef>
            </a:pPr>
            <a:r>
              <a:rPr lang="en-US" sz="2400" dirty="0"/>
              <a:t>2 – Place </a:t>
            </a:r>
            <a:r>
              <a:rPr lang="en-US" sz="2400" b="1" dirty="0"/>
              <a:t>ONE</a:t>
            </a:r>
            <a:r>
              <a:rPr lang="en-US" sz="2400" dirty="0"/>
              <a:t> drop of water in the middle of the slide.  Don’t use too much or the water will run off the edge and make a mess!</a:t>
            </a:r>
          </a:p>
          <a:p>
            <a:pPr>
              <a:spcBef>
                <a:spcPct val="50000"/>
              </a:spcBef>
            </a:pPr>
            <a:r>
              <a:rPr lang="en-US" sz="2400" dirty="0"/>
              <a:t>3 – Place the edge of the cover slip on one side of the water drop.</a:t>
            </a:r>
          </a:p>
        </p:txBody>
      </p:sp>
      <p:sp>
        <p:nvSpPr>
          <p:cNvPr id="7182" name="Text Box 5"/>
          <p:cNvSpPr txBox="1">
            <a:spLocks noChangeArrowheads="1"/>
          </p:cNvSpPr>
          <p:nvPr/>
        </p:nvSpPr>
        <p:spPr bwMode="auto">
          <a:xfrm>
            <a:off x="228600" y="5384822"/>
            <a:ext cx="85344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5 – Place the slide on the stage and view it first with the red-banded objective. Once you see the image, you can rotate the nosepiece to view the slide with the different objectives.</a:t>
            </a:r>
          </a:p>
        </p:txBody>
      </p: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228600" y="3527437"/>
            <a:ext cx="8534400" cy="1616075"/>
            <a:chOff x="144" y="1718"/>
            <a:chExt cx="5376" cy="1018"/>
          </a:xfrm>
        </p:grpSpPr>
        <p:sp>
          <p:nvSpPr>
            <p:cNvPr id="7173" name="Text Box 6"/>
            <p:cNvSpPr txBox="1">
              <a:spLocks noChangeArrowheads="1"/>
            </p:cNvSpPr>
            <p:nvPr/>
          </p:nvSpPr>
          <p:spPr bwMode="auto">
            <a:xfrm>
              <a:off x="144" y="1718"/>
              <a:ext cx="537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/>
                <a:t>4 - Slowly lower the cover slip on top of the drop. </a:t>
              </a:r>
            </a:p>
          </p:txBody>
        </p:sp>
        <p:grpSp>
          <p:nvGrpSpPr>
            <p:cNvPr id="4" name="Group 16"/>
            <p:cNvGrpSpPr>
              <a:grpSpLocks/>
            </p:cNvGrpSpPr>
            <p:nvPr/>
          </p:nvGrpSpPr>
          <p:grpSpPr bwMode="auto">
            <a:xfrm>
              <a:off x="1344" y="2112"/>
              <a:ext cx="2880" cy="624"/>
              <a:chOff x="1344" y="2160"/>
              <a:chExt cx="2880" cy="624"/>
            </a:xfrm>
          </p:grpSpPr>
          <p:sp>
            <p:nvSpPr>
              <p:cNvPr id="7175" name="Rectangle 10"/>
              <p:cNvSpPr>
                <a:spLocks noChangeArrowheads="1"/>
              </p:cNvSpPr>
              <p:nvPr/>
            </p:nvSpPr>
            <p:spPr bwMode="auto">
              <a:xfrm>
                <a:off x="1344" y="2736"/>
                <a:ext cx="2880" cy="48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76" name="Line 11"/>
              <p:cNvSpPr>
                <a:spLocks noChangeShapeType="1"/>
              </p:cNvSpPr>
              <p:nvPr/>
            </p:nvSpPr>
            <p:spPr bwMode="auto">
              <a:xfrm flipV="1">
                <a:off x="2352" y="2208"/>
                <a:ext cx="528" cy="52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77" name="Line 12"/>
              <p:cNvSpPr>
                <a:spLocks noChangeShapeType="1"/>
              </p:cNvSpPr>
              <p:nvPr/>
            </p:nvSpPr>
            <p:spPr bwMode="auto">
              <a:xfrm>
                <a:off x="2880" y="2256"/>
                <a:ext cx="240" cy="28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78" name="AutoShape 13"/>
              <p:cNvSpPr>
                <a:spLocks noChangeArrowheads="1"/>
              </p:cNvSpPr>
              <p:nvPr/>
            </p:nvSpPr>
            <p:spPr bwMode="auto">
              <a:xfrm>
                <a:off x="2472" y="2688"/>
                <a:ext cx="624" cy="48"/>
              </a:xfrm>
              <a:prstGeom prst="flowChartTerminator">
                <a:avLst/>
              </a:prstGeom>
              <a:solidFill>
                <a:srgbClr val="6699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79" name="Text Box 14"/>
              <p:cNvSpPr txBox="1">
                <a:spLocks noChangeArrowheads="1"/>
              </p:cNvSpPr>
              <p:nvPr/>
            </p:nvSpPr>
            <p:spPr bwMode="auto">
              <a:xfrm>
                <a:off x="1872" y="2160"/>
                <a:ext cx="672" cy="4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800"/>
                  <a:t>Cover Slip</a:t>
                </a:r>
              </a:p>
            </p:txBody>
          </p:sp>
          <p:sp>
            <p:nvSpPr>
              <p:cNvPr id="7180" name="Text Box 15"/>
              <p:cNvSpPr txBox="1">
                <a:spLocks noChangeArrowheads="1"/>
              </p:cNvSpPr>
              <p:nvPr/>
            </p:nvSpPr>
            <p:spPr bwMode="auto">
              <a:xfrm>
                <a:off x="3072" y="2208"/>
                <a:ext cx="960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800"/>
                  <a:t>Lower slowly</a:t>
                </a:r>
              </a:p>
            </p:txBody>
          </p:sp>
        </p:grpSp>
      </p:grpSp>
      <p:sp>
        <p:nvSpPr>
          <p:cNvPr id="15" name="WordArt 5"/>
          <p:cNvSpPr txBox="1">
            <a:spLocks noChangeArrowheads="1" noChangeShapeType="1"/>
          </p:cNvSpPr>
          <p:nvPr/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wrap="none" numCol="1" fromWordArt="1">
            <a:prstTxWarp prst="textPlain">
              <a:avLst>
                <a:gd name="adj" fmla="val 50000"/>
              </a:avLst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0" cap="none" spc="0" normalizeH="0" baseline="0" noProof="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uLnTx/>
                <a:uFillTx/>
                <a:latin typeface="Impact"/>
                <a:ea typeface="+mj-ea"/>
                <a:cs typeface="+mj-cs"/>
              </a:rPr>
              <a:t>Wet Mounted Slide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70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4" descr="j041085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85800" y="3200400"/>
            <a:ext cx="2743200" cy="269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WordArt 5"/>
          <p:cNvSpPr>
            <a:spLocks noChangeArrowheads="1" noChangeShapeType="1" noTextEdit="1"/>
          </p:cNvSpPr>
          <p:nvPr/>
        </p:nvSpPr>
        <p:spPr bwMode="auto">
          <a:xfrm>
            <a:off x="214282" y="381000"/>
            <a:ext cx="8715436" cy="3200400"/>
          </a:xfrm>
          <a:prstGeom prst="rect">
            <a:avLst/>
          </a:prstGeom>
        </p:spPr>
        <p:txBody>
          <a:bodyPr wrap="none" fromWordArt="1">
            <a:prstTxWarp prst="textDoubleWave1">
              <a:avLst>
                <a:gd name="adj1" fmla="val 6500"/>
                <a:gd name="adj2" fmla="val 0"/>
              </a:avLst>
            </a:prstTxWarp>
          </a:bodyPr>
          <a:lstStyle/>
          <a:p>
            <a:pPr algn="ctr"/>
            <a:r>
              <a:rPr lang="en-US" sz="3600" kern="10" spc="-180" dirty="0"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effectLst>
                  <a:outerShdw dist="125724" dir="18900000" algn="ctr" rotWithShape="0">
                    <a:srgbClr val="00CC00"/>
                  </a:outerShdw>
                </a:effectLst>
                <a:latin typeface="Cooper Black"/>
              </a:rPr>
              <a:t>Drawing of</a:t>
            </a:r>
          </a:p>
        </p:txBody>
      </p:sp>
      <p:sp>
        <p:nvSpPr>
          <p:cNvPr id="2052" name="WordArt 7"/>
          <p:cNvSpPr>
            <a:spLocks noChangeArrowheads="1" noChangeShapeType="1" noTextEdit="1"/>
          </p:cNvSpPr>
          <p:nvPr/>
        </p:nvSpPr>
        <p:spPr bwMode="auto">
          <a:xfrm>
            <a:off x="4143372" y="3429000"/>
            <a:ext cx="4238628" cy="2514600"/>
          </a:xfrm>
          <a:prstGeom prst="rect">
            <a:avLst/>
          </a:prstGeom>
        </p:spPr>
        <p:txBody>
          <a:bodyPr wrap="none" fromWordArt="1">
            <a:prstTxWarp prst="textDoubleWave1">
              <a:avLst>
                <a:gd name="adj1" fmla="val 6500"/>
                <a:gd name="adj2" fmla="val 0"/>
              </a:avLst>
            </a:prstTxWarp>
          </a:bodyPr>
          <a:lstStyle/>
          <a:p>
            <a:pPr algn="ctr"/>
            <a:r>
              <a:rPr lang="en-US" sz="3600" kern="10" spc="-180" dirty="0"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effectLst>
                  <a:outerShdw dist="125724" dir="18900000" algn="ctr" rotWithShape="0">
                    <a:srgbClr val="00CC00"/>
                  </a:outerShdw>
                </a:effectLst>
                <a:latin typeface="Cooper Black"/>
              </a:rPr>
              <a:t>Slides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idx="1"/>
          </p:nvPr>
        </p:nvSpPr>
        <p:spPr>
          <a:xfrm>
            <a:off x="285721" y="1714488"/>
            <a:ext cx="8143932" cy="4786322"/>
          </a:xfrm>
        </p:spPr>
        <p:txBody>
          <a:bodyPr lIns="0" tIns="0" rIns="0" bIns="0">
            <a:noAutofit/>
          </a:bodyPr>
          <a:lstStyle/>
          <a:p>
            <a:pPr marL="365125" indent="-365125">
              <a:lnSpc>
                <a:spcPct val="95000"/>
              </a:lnSpc>
              <a:spcBef>
                <a:spcPct val="0"/>
              </a:spcBef>
              <a:buNone/>
            </a:pPr>
            <a:r>
              <a:rPr lang="en-US" sz="2800" dirty="0">
                <a:solidFill>
                  <a:srgbClr val="000000"/>
                </a:solidFill>
              </a:rPr>
              <a:t>1. Use pencil - you can erase and shade areas.</a:t>
            </a:r>
          </a:p>
          <a:p>
            <a:pPr marL="365125" indent="-365125">
              <a:lnSpc>
                <a:spcPct val="95000"/>
              </a:lnSpc>
              <a:spcBef>
                <a:spcPct val="0"/>
              </a:spcBef>
              <a:buFontTx/>
              <a:buAutoNum type="arabicPeriod"/>
            </a:pPr>
            <a:endParaRPr lang="en-US" sz="2800" dirty="0">
              <a:solidFill>
                <a:srgbClr val="000000"/>
              </a:solidFill>
            </a:endParaRPr>
          </a:p>
          <a:p>
            <a:pPr marL="365125" indent="-365125">
              <a:lnSpc>
                <a:spcPct val="95000"/>
              </a:lnSpc>
              <a:spcBef>
                <a:spcPct val="0"/>
              </a:spcBef>
              <a:buNone/>
            </a:pPr>
            <a:r>
              <a:rPr lang="en-US" sz="2800" dirty="0">
                <a:solidFill>
                  <a:srgbClr val="000000"/>
                </a:solidFill>
              </a:rPr>
              <a:t>2. All drawings should include clear and proper labels (and be large enough to view details). Drawings should be </a:t>
            </a:r>
            <a:r>
              <a:rPr lang="en-US" sz="2800" b="1" u="sng" dirty="0">
                <a:solidFill>
                  <a:srgbClr val="000000"/>
                </a:solidFill>
              </a:rPr>
              <a:t>labeled with the specimen name and magnification</a:t>
            </a:r>
            <a:r>
              <a:rPr lang="en-US" sz="2800" dirty="0">
                <a:solidFill>
                  <a:srgbClr val="000000"/>
                </a:solidFill>
              </a:rPr>
              <a:t>.</a:t>
            </a:r>
          </a:p>
          <a:p>
            <a:pPr marL="365125" indent="-365125">
              <a:lnSpc>
                <a:spcPct val="95000"/>
              </a:lnSpc>
              <a:spcBef>
                <a:spcPct val="0"/>
              </a:spcBef>
              <a:buNone/>
            </a:pPr>
            <a:endParaRPr lang="en-US" sz="2800" dirty="0">
              <a:solidFill>
                <a:srgbClr val="000000"/>
              </a:solidFill>
            </a:endParaRPr>
          </a:p>
          <a:p>
            <a:pPr marL="365125" indent="-365125">
              <a:lnSpc>
                <a:spcPct val="95000"/>
              </a:lnSpc>
              <a:spcBef>
                <a:spcPct val="0"/>
              </a:spcBef>
              <a:buNone/>
            </a:pPr>
            <a:r>
              <a:rPr lang="en-US" sz="2800" dirty="0">
                <a:solidFill>
                  <a:srgbClr val="000000"/>
                </a:solidFill>
              </a:rPr>
              <a:t>3. Labels should be </a:t>
            </a:r>
          </a:p>
          <a:p>
            <a:pPr marL="365125" indent="-365125">
              <a:lnSpc>
                <a:spcPct val="95000"/>
              </a:lnSpc>
              <a:spcBef>
                <a:spcPct val="0"/>
              </a:spcBef>
              <a:buNone/>
            </a:pPr>
            <a:r>
              <a:rPr lang="en-US" sz="2800" dirty="0">
                <a:solidFill>
                  <a:srgbClr val="000000"/>
                </a:solidFill>
              </a:rPr>
              <a:t>	written on the </a:t>
            </a:r>
          </a:p>
          <a:p>
            <a:pPr marL="365125" indent="-365125">
              <a:lnSpc>
                <a:spcPct val="95000"/>
              </a:lnSpc>
              <a:spcBef>
                <a:spcPct val="0"/>
              </a:spcBef>
              <a:buNone/>
            </a:pPr>
            <a:r>
              <a:rPr lang="en-US" sz="2800" dirty="0">
                <a:solidFill>
                  <a:srgbClr val="000000"/>
                </a:solidFill>
              </a:rPr>
              <a:t>	outside of the </a:t>
            </a:r>
          </a:p>
          <a:p>
            <a:pPr marL="365125" indent="-365125">
              <a:lnSpc>
                <a:spcPct val="95000"/>
              </a:lnSpc>
              <a:spcBef>
                <a:spcPct val="0"/>
              </a:spcBef>
              <a:buNone/>
            </a:pPr>
            <a:r>
              <a:rPr lang="en-US" sz="2800" dirty="0">
                <a:solidFill>
                  <a:srgbClr val="000000"/>
                </a:solidFill>
              </a:rPr>
              <a:t>	circle. </a:t>
            </a:r>
          </a:p>
          <a:p>
            <a:pPr marL="0" indent="0">
              <a:lnSpc>
                <a:spcPct val="95000"/>
              </a:lnSpc>
              <a:spcBef>
                <a:spcPct val="0"/>
              </a:spcBef>
              <a:buNone/>
            </a:pPr>
            <a:endParaRPr lang="en-US" sz="2800" dirty="0">
              <a:solidFill>
                <a:srgbClr val="000000"/>
              </a:solidFill>
            </a:endParaRPr>
          </a:p>
        </p:txBody>
      </p:sp>
      <p:sp>
        <p:nvSpPr>
          <p:cNvPr id="4" name="WordArt 5"/>
          <p:cNvSpPr>
            <a:spLocks noChangeArrowheads="1" noChangeShapeType="1"/>
          </p:cNvSpPr>
          <p:nvPr/>
        </p:nvSpPr>
        <p:spPr bwMode="auto">
          <a:xfrm>
            <a:off x="500034" y="381000"/>
            <a:ext cx="8186766" cy="1143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/>
              </a:rPr>
              <a:t>Drawing a Slide</a:t>
            </a:r>
          </a:p>
        </p:txBody>
      </p:sp>
      <p:pic>
        <p:nvPicPr>
          <p:cNvPr id="16386" name="Picture 2" descr="http://jan.ucc.nau.edu/lrm22/lessons/microscope/slide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83124" y="3857629"/>
            <a:ext cx="6689571" cy="288213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idx="1"/>
          </p:nvPr>
        </p:nvSpPr>
        <p:spPr>
          <a:xfrm>
            <a:off x="785786" y="1643050"/>
            <a:ext cx="7500990" cy="4143404"/>
          </a:xfrm>
        </p:spPr>
        <p:txBody>
          <a:bodyPr lIns="0" tIns="0" rIns="0" bIns="0">
            <a:noAutofit/>
          </a:bodyPr>
          <a:lstStyle/>
          <a:p>
            <a:pPr marL="365125" indent="-365125">
              <a:lnSpc>
                <a:spcPct val="95000"/>
              </a:lnSpc>
              <a:spcBef>
                <a:spcPct val="0"/>
              </a:spcBef>
              <a:buNone/>
            </a:pPr>
            <a:r>
              <a:rPr lang="en-US" sz="2800" dirty="0">
                <a:solidFill>
                  <a:srgbClr val="000000"/>
                </a:solidFill>
              </a:rPr>
              <a:t>4. The circle indicates the viewing field as seen through the eyepiece. Specimens should be drawn to scale </a:t>
            </a:r>
            <a:r>
              <a:rPr lang="en-US" sz="2800" dirty="0" err="1">
                <a:solidFill>
                  <a:srgbClr val="000000"/>
                </a:solidFill>
              </a:rPr>
              <a:t>ie</a:t>
            </a:r>
            <a:r>
              <a:rPr lang="en-US" sz="2800" dirty="0">
                <a:solidFill>
                  <a:srgbClr val="000000"/>
                </a:solidFill>
              </a:rPr>
              <a:t>. if your specimen takes up the whole viewing field, make sure your drawing reflects that. If it only takes up a ratio of the view, then you need to show that.</a:t>
            </a:r>
          </a:p>
        </p:txBody>
      </p:sp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57290" y="4150103"/>
            <a:ext cx="5715040" cy="2507421"/>
          </a:xfrm>
          <a:prstGeom prst="rect">
            <a:avLst/>
          </a:prstGeom>
          <a:noFill/>
        </p:spPr>
      </p:pic>
      <p:sp>
        <p:nvSpPr>
          <p:cNvPr id="4" name="WordArt 5"/>
          <p:cNvSpPr>
            <a:spLocks noChangeArrowheads="1" noChangeShapeType="1"/>
          </p:cNvSpPr>
          <p:nvPr/>
        </p:nvSpPr>
        <p:spPr bwMode="auto">
          <a:xfrm>
            <a:off x="500034" y="381000"/>
            <a:ext cx="8186766" cy="1143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19050">
                  <a:solidFill>
                    <a:srgbClr val="99CCFF"/>
                  </a:solidFill>
                  <a:round/>
                  <a:headEnd/>
                  <a:tailEnd/>
                </a:ln>
                <a:solidFill>
                  <a:srgbClr val="0066CC"/>
                </a:solidFill>
                <a:effectLst>
                  <a:outerShdw dist="35921" dir="2700000" algn="ctr" rotWithShape="0">
                    <a:srgbClr val="990000"/>
                  </a:outerShdw>
                </a:effectLst>
                <a:latin typeface="Impact"/>
              </a:rPr>
              <a:t>Drawing a Slide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70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1143000"/>
          </a:xfrm>
        </p:spPr>
        <p:txBody>
          <a:bodyPr/>
          <a:lstStyle/>
          <a:p>
            <a:pPr eaLnBrk="1" hangingPunct="1"/>
            <a:r>
              <a:rPr lang="en-US" b="1" dirty="0"/>
              <a:t>Let’s give it a try ...</a:t>
            </a:r>
          </a:p>
        </p:txBody>
      </p:sp>
      <p:pic>
        <p:nvPicPr>
          <p:cNvPr id="15361" name="Picture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42910" y="1285859"/>
            <a:ext cx="2928958" cy="29051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" name="Picture 10" descr="Untitled-4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2" y="1214422"/>
            <a:ext cx="3937000" cy="3898900"/>
          </a:xfrm>
          <a:prstGeom prst="rect">
            <a:avLst/>
          </a:prstGeom>
        </p:spPr>
      </p:pic>
      <p:pic>
        <p:nvPicPr>
          <p:cNvPr id="12" name="Picture 11" descr="Untitled-4b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2" y="1214422"/>
            <a:ext cx="3937000" cy="3898900"/>
          </a:xfrm>
          <a:prstGeom prst="rect">
            <a:avLst/>
          </a:prstGeom>
        </p:spPr>
      </p:pic>
      <p:pic>
        <p:nvPicPr>
          <p:cNvPr id="13" name="Picture 12" descr="Untitled-4c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2" y="1214422"/>
            <a:ext cx="3937000" cy="3898900"/>
          </a:xfrm>
          <a:prstGeom prst="rect">
            <a:avLst/>
          </a:prstGeom>
        </p:spPr>
      </p:pic>
      <p:pic>
        <p:nvPicPr>
          <p:cNvPr id="10" name="Picture 9" descr="Untitled-4d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2" y="1214422"/>
            <a:ext cx="3937000" cy="38989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929190" y="5286388"/>
            <a:ext cx="378621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Draw two light circles that are in scale with the slides field of view.</a:t>
            </a:r>
            <a:endParaRPr lang="en-US" sz="2800" dirty="0"/>
          </a:p>
        </p:txBody>
      </p:sp>
      <p:sp>
        <p:nvSpPr>
          <p:cNvPr id="15" name="TextBox 14"/>
          <p:cNvSpPr txBox="1"/>
          <p:nvPr/>
        </p:nvSpPr>
        <p:spPr>
          <a:xfrm>
            <a:off x="428596" y="4429132"/>
            <a:ext cx="378621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Choose to draw the two central Mushroom Spores, as the other two are not complete.</a:t>
            </a:r>
            <a:endParaRPr lang="en-US" sz="2800" dirty="0"/>
          </a:p>
        </p:txBody>
      </p:sp>
      <p:sp>
        <p:nvSpPr>
          <p:cNvPr id="16" name="TextBox 15"/>
          <p:cNvSpPr txBox="1"/>
          <p:nvPr/>
        </p:nvSpPr>
        <p:spPr>
          <a:xfrm>
            <a:off x="4929190" y="5258715"/>
            <a:ext cx="378621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Draw the outline of each in similar detail to the slides field of view.</a:t>
            </a:r>
            <a:endParaRPr lang="en-US" sz="2800" dirty="0"/>
          </a:p>
        </p:txBody>
      </p:sp>
      <p:sp>
        <p:nvSpPr>
          <p:cNvPr id="17" name="TextBox 16"/>
          <p:cNvSpPr txBox="1"/>
          <p:nvPr/>
        </p:nvSpPr>
        <p:spPr>
          <a:xfrm>
            <a:off x="4929190" y="5286388"/>
            <a:ext cx="37862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Add detail and shading and colour.</a:t>
            </a:r>
            <a:endParaRPr lang="en-US" sz="2800" dirty="0"/>
          </a:p>
        </p:txBody>
      </p:sp>
      <p:pic>
        <p:nvPicPr>
          <p:cNvPr id="18" name="Picture 17" descr="Untitled-4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2" y="1214422"/>
            <a:ext cx="3937000" cy="3898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6" grpId="0"/>
      <p:bldP spid="16" grpId="1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70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1143000"/>
          </a:xfrm>
        </p:spPr>
        <p:txBody>
          <a:bodyPr/>
          <a:lstStyle/>
          <a:p>
            <a:pPr eaLnBrk="1" hangingPunct="1"/>
            <a:r>
              <a:rPr lang="en-US" b="1"/>
              <a:t>Let’s give it a try ...</a:t>
            </a:r>
          </a:p>
        </p:txBody>
      </p:sp>
      <p:pic>
        <p:nvPicPr>
          <p:cNvPr id="15361" name="Picture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42910" y="1285859"/>
            <a:ext cx="2928958" cy="29051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9" descr="Untitled-4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4876" y="1214422"/>
            <a:ext cx="3937000" cy="38989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929190" y="5286388"/>
            <a:ext cx="37862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Add title, labels, and scale.</a:t>
            </a:r>
            <a:endParaRPr lang="en-US" sz="2800" dirty="0"/>
          </a:p>
        </p:txBody>
      </p:sp>
      <p:sp>
        <p:nvSpPr>
          <p:cNvPr id="15" name="TextBox 14"/>
          <p:cNvSpPr txBox="1"/>
          <p:nvPr/>
        </p:nvSpPr>
        <p:spPr>
          <a:xfrm>
            <a:off x="428596" y="4429132"/>
            <a:ext cx="378621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Choose to draw the two central Mushroom Spores, as the other two are not complete.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70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1143000"/>
          </a:xfrm>
        </p:spPr>
        <p:txBody>
          <a:bodyPr/>
          <a:lstStyle/>
          <a:p>
            <a:pPr eaLnBrk="1" hangingPunct="1"/>
            <a:r>
              <a:rPr lang="en-US" b="1"/>
              <a:t>Let’s give it a try ...</a:t>
            </a:r>
          </a:p>
        </p:txBody>
      </p:sp>
      <p:pic>
        <p:nvPicPr>
          <p:cNvPr id="15361" name="Picture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42910" y="1285859"/>
            <a:ext cx="2928958" cy="29051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9" descr="Untitled-4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3438" y="2643182"/>
            <a:ext cx="3937000" cy="38989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43372" y="1142984"/>
            <a:ext cx="47863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Mushroom Spores (Scleroderma </a:t>
            </a:r>
            <a:r>
              <a:rPr lang="en-AU" sz="2800" dirty="0" err="1"/>
              <a:t>Areolatum</a:t>
            </a:r>
            <a:r>
              <a:rPr lang="en-AU" sz="2800" dirty="0"/>
              <a:t>) at 3000X total magnification </a:t>
            </a:r>
            <a:endParaRPr lang="en-US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2357422" y="4786322"/>
            <a:ext cx="2071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Spiny Spores</a:t>
            </a:r>
            <a:endParaRPr lang="en-US" sz="2800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4286248" y="5072074"/>
            <a:ext cx="1071570" cy="142876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4286248" y="3929066"/>
            <a:ext cx="2357454" cy="1143008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70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1143000"/>
          </a:xfrm>
        </p:spPr>
        <p:txBody>
          <a:bodyPr/>
          <a:lstStyle/>
          <a:p>
            <a:pPr eaLnBrk="1" hangingPunct="1"/>
            <a:r>
              <a:rPr lang="en-US" b="1"/>
              <a:t>Let’s give it a try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8596" y="1142984"/>
            <a:ext cx="350046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Low Power</a:t>
            </a:r>
          </a:p>
          <a:p>
            <a:r>
              <a:rPr lang="en-AU" sz="2800" dirty="0"/>
              <a:t>Ocular Lens 15X</a:t>
            </a:r>
          </a:p>
          <a:p>
            <a:r>
              <a:rPr lang="en-AU" sz="2800" dirty="0"/>
              <a:t>Objective Lens 50X</a:t>
            </a:r>
          </a:p>
          <a:p>
            <a:r>
              <a:rPr lang="en-AU" sz="2800" dirty="0"/>
              <a:t>Cheek Skin Cells</a:t>
            </a:r>
            <a:endParaRPr lang="en-US" sz="2800" dirty="0"/>
          </a:p>
        </p:txBody>
      </p:sp>
      <p:pic>
        <p:nvPicPr>
          <p:cNvPr id="12" name="Picture 11" descr="Untitled-2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48" y="1285860"/>
            <a:ext cx="4286280" cy="4286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8596" y="3286124"/>
            <a:ext cx="402321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Should have labelled the</a:t>
            </a:r>
          </a:p>
          <a:p>
            <a:pPr marL="265113" indent="-265113">
              <a:buFont typeface="Arial" pitchFamily="34" charset="0"/>
              <a:buChar char="•"/>
            </a:pPr>
            <a:r>
              <a:rPr lang="en-AU" sz="2800" dirty="0"/>
              <a:t>Nucleus</a:t>
            </a:r>
          </a:p>
          <a:p>
            <a:pPr marL="265113" indent="-265113">
              <a:buFont typeface="Arial" pitchFamily="34" charset="0"/>
              <a:buChar char="•"/>
            </a:pPr>
            <a:r>
              <a:rPr lang="en-AU" sz="2800" dirty="0"/>
              <a:t>Cytoplasm</a:t>
            </a:r>
          </a:p>
          <a:p>
            <a:pPr marL="265113" indent="-265113">
              <a:buFont typeface="Arial" pitchFamily="34" charset="0"/>
              <a:buChar char="•"/>
            </a:pPr>
            <a:r>
              <a:rPr lang="en-AU" sz="2800" dirty="0"/>
              <a:t>Plasma (Cell) Membrane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70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1143000"/>
          </a:xfrm>
        </p:spPr>
        <p:txBody>
          <a:bodyPr/>
          <a:lstStyle/>
          <a:p>
            <a:pPr eaLnBrk="1" hangingPunct="1"/>
            <a:r>
              <a:rPr lang="en-US" b="1"/>
              <a:t>Let’s give it a try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8596" y="1142984"/>
            <a:ext cx="350046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High Power</a:t>
            </a:r>
          </a:p>
          <a:p>
            <a:r>
              <a:rPr lang="en-AU" sz="2800" dirty="0"/>
              <a:t>Ocular Lens 15X</a:t>
            </a:r>
          </a:p>
          <a:p>
            <a:r>
              <a:rPr lang="en-AU" sz="2800" dirty="0"/>
              <a:t>Objective Lens 300X</a:t>
            </a:r>
          </a:p>
          <a:p>
            <a:r>
              <a:rPr lang="en-AU" sz="2800" dirty="0"/>
              <a:t>Cheek Skin Cells</a:t>
            </a:r>
            <a:endParaRPr lang="en-US" sz="2800" dirty="0"/>
          </a:p>
        </p:txBody>
      </p:sp>
      <p:pic>
        <p:nvPicPr>
          <p:cNvPr id="12" name="Picture 11" descr="Untitled-2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48" y="1285860"/>
            <a:ext cx="4286280" cy="4286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8596" y="3286124"/>
            <a:ext cx="402321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Should have labelled the</a:t>
            </a:r>
          </a:p>
          <a:p>
            <a:pPr marL="265113" indent="-265113">
              <a:buFont typeface="Arial" pitchFamily="34" charset="0"/>
              <a:buChar char="•"/>
            </a:pPr>
            <a:r>
              <a:rPr lang="en-AU" sz="2800" dirty="0"/>
              <a:t>Nucleus</a:t>
            </a:r>
          </a:p>
          <a:p>
            <a:pPr marL="265113" indent="-265113">
              <a:buFont typeface="Arial" pitchFamily="34" charset="0"/>
              <a:buChar char="•"/>
            </a:pPr>
            <a:r>
              <a:rPr lang="en-AU" sz="2800" dirty="0"/>
              <a:t>Cytoplasm</a:t>
            </a:r>
          </a:p>
          <a:p>
            <a:pPr marL="265113" indent="-265113">
              <a:buFont typeface="Arial" pitchFamily="34" charset="0"/>
              <a:buChar char="•"/>
            </a:pPr>
            <a:r>
              <a:rPr lang="en-AU" sz="2800" dirty="0"/>
              <a:t>Plasma (Cell) Membrane</a:t>
            </a:r>
          </a:p>
          <a:p>
            <a:pPr marL="265113" indent="-265113">
              <a:buFont typeface="Arial" pitchFamily="34" charset="0"/>
              <a:buChar char="•"/>
            </a:pPr>
            <a:r>
              <a:rPr lang="en-AU" sz="2800" dirty="0"/>
              <a:t>Microtubule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70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1143000"/>
          </a:xfrm>
        </p:spPr>
        <p:txBody>
          <a:bodyPr/>
          <a:lstStyle/>
          <a:p>
            <a:pPr eaLnBrk="1" hangingPunct="1"/>
            <a:r>
              <a:rPr lang="en-US" b="1"/>
              <a:t>Let’s give it a try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8596" y="1142984"/>
            <a:ext cx="350046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Low Power</a:t>
            </a:r>
          </a:p>
          <a:p>
            <a:r>
              <a:rPr lang="en-AU" sz="2800" dirty="0"/>
              <a:t>Ocular Lens 1X</a:t>
            </a:r>
          </a:p>
          <a:p>
            <a:r>
              <a:rPr lang="en-AU" sz="2800" dirty="0"/>
              <a:t>Objective Lens 5000X</a:t>
            </a:r>
          </a:p>
          <a:p>
            <a:r>
              <a:rPr lang="en-AU" sz="2800" dirty="0"/>
              <a:t>Mitochondrion within a Plant Cells</a:t>
            </a:r>
            <a:endParaRPr lang="en-US" sz="2800" dirty="0"/>
          </a:p>
        </p:txBody>
      </p:sp>
      <p:pic>
        <p:nvPicPr>
          <p:cNvPr id="12" name="Picture 11" descr="Untitled-2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48" y="1285860"/>
            <a:ext cx="4286280" cy="4286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8596" y="3470506"/>
            <a:ext cx="376269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Should have labelled the</a:t>
            </a:r>
          </a:p>
          <a:p>
            <a:pPr marL="265113" indent="-265113">
              <a:buFont typeface="Arial" pitchFamily="34" charset="0"/>
              <a:buChar char="•"/>
            </a:pPr>
            <a:r>
              <a:rPr lang="en-AU" sz="2800" dirty="0"/>
              <a:t>Inner Membrane</a:t>
            </a:r>
          </a:p>
          <a:p>
            <a:pPr marL="265113" indent="-265113">
              <a:buFont typeface="Arial" pitchFamily="34" charset="0"/>
              <a:buChar char="•"/>
            </a:pPr>
            <a:r>
              <a:rPr lang="en-AU" sz="2800" dirty="0"/>
              <a:t>Outer Membrane</a:t>
            </a:r>
            <a:endParaRPr lang="en-US" sz="2800" dirty="0"/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4143372" y="3786190"/>
            <a:ext cx="2357454" cy="1714512"/>
          </a:xfrm>
          <a:prstGeom prst="straightConnector1">
            <a:avLst/>
          </a:prstGeom>
          <a:ln w="7302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70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1143000"/>
          </a:xfrm>
        </p:spPr>
        <p:txBody>
          <a:bodyPr/>
          <a:lstStyle/>
          <a:p>
            <a:pPr eaLnBrk="1" hangingPunct="1"/>
            <a:r>
              <a:rPr lang="en-US" b="1"/>
              <a:t>Let’s give it a try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8596" y="1142984"/>
            <a:ext cx="350046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High Power</a:t>
            </a:r>
          </a:p>
          <a:p>
            <a:r>
              <a:rPr lang="en-AU" sz="2800" dirty="0"/>
              <a:t>Ocular Lens 1X</a:t>
            </a:r>
          </a:p>
          <a:p>
            <a:r>
              <a:rPr lang="en-AU" sz="2800" dirty="0"/>
              <a:t>Objective Lens 40000X</a:t>
            </a:r>
          </a:p>
          <a:p>
            <a:r>
              <a:rPr lang="en-AU" sz="2800" dirty="0"/>
              <a:t>Mitochondrion within a Plant Cells</a:t>
            </a:r>
            <a:endParaRPr lang="en-US" sz="2800" dirty="0"/>
          </a:p>
        </p:txBody>
      </p:sp>
      <p:pic>
        <p:nvPicPr>
          <p:cNvPr id="12" name="Picture 11" descr="Untitled-2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48" y="1285860"/>
            <a:ext cx="4286280" cy="4286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7345" y="3827696"/>
            <a:ext cx="376269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Should have labelled the</a:t>
            </a:r>
          </a:p>
          <a:p>
            <a:pPr marL="265113" indent="-265113">
              <a:buFont typeface="Arial" pitchFamily="34" charset="0"/>
              <a:buChar char="•"/>
            </a:pPr>
            <a:r>
              <a:rPr lang="en-AU" sz="2800" dirty="0"/>
              <a:t>Inner Membrane</a:t>
            </a:r>
          </a:p>
          <a:p>
            <a:pPr marL="265113" indent="-265113">
              <a:buFont typeface="Arial" pitchFamily="34" charset="0"/>
              <a:buChar char="•"/>
            </a:pPr>
            <a:r>
              <a:rPr lang="en-AU" sz="2800" dirty="0"/>
              <a:t>Outer Membrane</a:t>
            </a:r>
          </a:p>
          <a:p>
            <a:pPr marL="265113" indent="-265113">
              <a:buFont typeface="Arial" pitchFamily="34" charset="0"/>
              <a:buChar char="•"/>
            </a:pPr>
            <a:r>
              <a:rPr lang="en-AU" sz="2800" dirty="0"/>
              <a:t>Ribosome</a:t>
            </a:r>
          </a:p>
          <a:p>
            <a:pPr marL="265113" indent="-265113">
              <a:buFont typeface="Arial" pitchFamily="34" charset="0"/>
              <a:buChar char="•"/>
            </a:pPr>
            <a:endParaRPr lang="en-US" sz="2800" dirty="0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2285984" y="3214686"/>
            <a:ext cx="4429156" cy="2214578"/>
          </a:xfrm>
          <a:prstGeom prst="straightConnector1">
            <a:avLst/>
          </a:prstGeom>
          <a:ln w="34925"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70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1143000"/>
          </a:xfrm>
        </p:spPr>
        <p:txBody>
          <a:bodyPr/>
          <a:lstStyle/>
          <a:p>
            <a:pPr eaLnBrk="1" hangingPunct="1"/>
            <a:r>
              <a:rPr lang="en-US" b="1"/>
              <a:t>Let’s give it a try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8596" y="1142984"/>
            <a:ext cx="350046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Low Power</a:t>
            </a:r>
          </a:p>
          <a:p>
            <a:r>
              <a:rPr lang="en-AU" sz="2800" dirty="0"/>
              <a:t>Ocular Lens 10X</a:t>
            </a:r>
          </a:p>
          <a:p>
            <a:r>
              <a:rPr lang="en-AU" sz="2800" dirty="0"/>
              <a:t>Objective Lens 80X</a:t>
            </a:r>
          </a:p>
          <a:p>
            <a:r>
              <a:rPr lang="en-AU" sz="2800" dirty="0"/>
              <a:t>Elodea (aquatic plant)</a:t>
            </a:r>
            <a:endParaRPr lang="en-US" sz="2800" dirty="0"/>
          </a:p>
        </p:txBody>
      </p:sp>
      <p:pic>
        <p:nvPicPr>
          <p:cNvPr id="12" name="Picture 11" descr="Untitled-2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48" y="1285860"/>
            <a:ext cx="4286280" cy="4286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8596" y="3286124"/>
            <a:ext cx="376269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Should have labelled the</a:t>
            </a:r>
          </a:p>
          <a:p>
            <a:pPr marL="265113" indent="-265113">
              <a:buFont typeface="Arial" pitchFamily="34" charset="0"/>
              <a:buChar char="•"/>
            </a:pPr>
            <a:r>
              <a:rPr lang="en-AU" sz="2800" dirty="0"/>
              <a:t>Cell Wall</a:t>
            </a:r>
          </a:p>
          <a:p>
            <a:pPr marL="265113" indent="-265113">
              <a:buFont typeface="Arial" pitchFamily="34" charset="0"/>
              <a:buChar char="•"/>
            </a:pPr>
            <a:r>
              <a:rPr lang="en-AU" sz="2800" dirty="0"/>
              <a:t>Chloroplasts</a:t>
            </a:r>
          </a:p>
          <a:p>
            <a:pPr marL="265113" indent="-265113">
              <a:buFont typeface="Arial" pitchFamily="34" charset="0"/>
              <a:buChar char="•"/>
            </a:pPr>
            <a:r>
              <a:rPr lang="en-AU" sz="2800" dirty="0"/>
              <a:t>Cytoplasm</a:t>
            </a:r>
            <a:endParaRPr lang="en-US" sz="2800" dirty="0"/>
          </a:p>
        </p:txBody>
      </p:sp>
      <p:grpSp>
        <p:nvGrpSpPr>
          <p:cNvPr id="8" name="Group 7"/>
          <p:cNvGrpSpPr/>
          <p:nvPr/>
        </p:nvGrpSpPr>
        <p:grpSpPr>
          <a:xfrm>
            <a:off x="4429124" y="5427676"/>
            <a:ext cx="4071966" cy="430216"/>
            <a:chOff x="570678" y="3429000"/>
            <a:chExt cx="2786876" cy="430216"/>
          </a:xfrm>
        </p:grpSpPr>
        <p:cxnSp>
          <p:nvCxnSpPr>
            <p:cNvPr id="9" name="Straight Connector 8"/>
            <p:cNvCxnSpPr/>
            <p:nvPr/>
          </p:nvCxnSpPr>
          <p:spPr>
            <a:xfrm rot="5400000">
              <a:off x="357158" y="3643314"/>
              <a:ext cx="428628" cy="1588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571472" y="3857628"/>
              <a:ext cx="2786082" cy="1588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5400000">
              <a:off x="2285190" y="3642520"/>
              <a:ext cx="428628" cy="1588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/>
          <p:cNvSpPr txBox="1"/>
          <p:nvPr/>
        </p:nvSpPr>
        <p:spPr>
          <a:xfrm>
            <a:off x="7858148" y="5213362"/>
            <a:ext cx="10326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b="1" dirty="0">
                <a:solidFill>
                  <a:schemeClr val="tx2"/>
                </a:solidFill>
              </a:rPr>
              <a:t>1 mm</a:t>
            </a:r>
          </a:p>
        </p:txBody>
      </p:sp>
      <p:pic>
        <p:nvPicPr>
          <p:cNvPr id="1028" name="Picture 4" descr="http://t3.gstatic.com/images?q=tbn:ANd9GcRH1OOFdZmba2uukodK6N7Zp3k-NJrBgDG7gJ9zPwBd0EoH5Qxj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500562" y="954786"/>
            <a:ext cx="3643306" cy="576036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70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1143000"/>
          </a:xfrm>
        </p:spPr>
        <p:txBody>
          <a:bodyPr/>
          <a:lstStyle/>
          <a:p>
            <a:pPr eaLnBrk="1" hangingPunct="1"/>
            <a:r>
              <a:rPr lang="en-US" b="1"/>
              <a:t>Let’s give it a try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8596" y="1142984"/>
            <a:ext cx="350046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High Power</a:t>
            </a:r>
          </a:p>
          <a:p>
            <a:r>
              <a:rPr lang="en-AU" sz="2800" dirty="0"/>
              <a:t>Ocular Lens 10X</a:t>
            </a:r>
          </a:p>
          <a:p>
            <a:r>
              <a:rPr lang="en-AU" sz="2800" dirty="0"/>
              <a:t>Objective Lens 700X</a:t>
            </a:r>
          </a:p>
          <a:p>
            <a:r>
              <a:rPr lang="en-AU" sz="2800" dirty="0"/>
              <a:t>Elodea (aquatic plant)</a:t>
            </a:r>
            <a:endParaRPr lang="en-US" sz="2800" dirty="0"/>
          </a:p>
        </p:txBody>
      </p:sp>
      <p:pic>
        <p:nvPicPr>
          <p:cNvPr id="12" name="Picture 11" descr="Untitled-2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48" y="1285860"/>
            <a:ext cx="4286280" cy="4286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8596" y="3286124"/>
            <a:ext cx="3762697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Should have labelled the</a:t>
            </a:r>
          </a:p>
          <a:p>
            <a:pPr marL="265113" indent="-265113">
              <a:buFont typeface="Arial" pitchFamily="34" charset="0"/>
              <a:buChar char="•"/>
            </a:pPr>
            <a:r>
              <a:rPr lang="en-AU" sz="2800" dirty="0"/>
              <a:t>Nucleus</a:t>
            </a:r>
          </a:p>
          <a:p>
            <a:pPr marL="265113" indent="-265113">
              <a:buFont typeface="Arial" pitchFamily="34" charset="0"/>
              <a:buChar char="•"/>
            </a:pPr>
            <a:r>
              <a:rPr lang="en-AU" sz="2800" dirty="0"/>
              <a:t>Cell Wall</a:t>
            </a:r>
          </a:p>
          <a:p>
            <a:pPr marL="265113" indent="-265113">
              <a:buFont typeface="Arial" pitchFamily="34" charset="0"/>
              <a:buChar char="•"/>
            </a:pPr>
            <a:r>
              <a:rPr lang="en-AU" sz="2800" dirty="0"/>
              <a:t>Chloroplasts</a:t>
            </a:r>
          </a:p>
          <a:p>
            <a:pPr marL="265113" indent="-265113">
              <a:buFont typeface="Arial" pitchFamily="34" charset="0"/>
              <a:buChar char="•"/>
            </a:pPr>
            <a:r>
              <a:rPr lang="en-AU" sz="2800" dirty="0"/>
              <a:t>Cytoplasm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70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/>
          <p:cNvSpPr txBox="1"/>
          <p:nvPr/>
        </p:nvSpPr>
        <p:spPr>
          <a:xfrm>
            <a:off x="2857488" y="1000108"/>
            <a:ext cx="593004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r>
              <a:rPr lang="en-AU" sz="2400" dirty="0"/>
              <a:t>Low Power Magnification</a:t>
            </a:r>
          </a:p>
          <a:p>
            <a:pPr marL="342900" indent="-342900"/>
            <a:r>
              <a:rPr lang="en-AU" sz="2400" dirty="0"/>
              <a:t>		Low </a:t>
            </a:r>
            <a:r>
              <a:rPr lang="en-AU" sz="2400" dirty="0" err="1"/>
              <a:t>Mag</a:t>
            </a:r>
            <a:r>
              <a:rPr lang="en-AU" sz="2400" dirty="0"/>
              <a:t> = 10 x 80 = 800X</a:t>
            </a:r>
          </a:p>
          <a:p>
            <a:pPr marL="342900" indent="-342900"/>
            <a:r>
              <a:rPr lang="en-AU" sz="2400" dirty="0"/>
              <a:t>Diameter of Low power Field of View</a:t>
            </a:r>
          </a:p>
          <a:p>
            <a:pPr marL="342900" indent="-342900"/>
            <a:r>
              <a:rPr lang="en-AU" sz="2400" dirty="0"/>
              <a:t>		Low </a:t>
            </a:r>
            <a:r>
              <a:rPr lang="en-AU" sz="2400" dirty="0" err="1"/>
              <a:t>FofV</a:t>
            </a:r>
            <a:r>
              <a:rPr lang="en-AU" sz="2400" dirty="0"/>
              <a:t> = 1.4 mm </a:t>
            </a:r>
          </a:p>
          <a:p>
            <a:pPr marL="342900" indent="-342900"/>
            <a:r>
              <a:rPr lang="en-AU" sz="2400" dirty="0"/>
              <a:t>		Low </a:t>
            </a:r>
            <a:r>
              <a:rPr lang="en-AU" sz="2400" dirty="0" err="1"/>
              <a:t>FofV</a:t>
            </a:r>
            <a:r>
              <a:rPr lang="en-AU" sz="2400" dirty="0"/>
              <a:t> = 1.4 x 1000 = 1400 µm</a:t>
            </a:r>
          </a:p>
          <a:p>
            <a:pPr marL="342900" indent="-342900"/>
            <a:r>
              <a:rPr lang="en-AU" sz="2400" dirty="0"/>
              <a:t>High Power Magnification</a:t>
            </a:r>
          </a:p>
          <a:p>
            <a:pPr marL="342900" indent="-342900"/>
            <a:r>
              <a:rPr lang="en-AU" sz="2400" dirty="0"/>
              <a:t>		High </a:t>
            </a:r>
            <a:r>
              <a:rPr lang="en-AU" sz="2400" dirty="0" err="1"/>
              <a:t>Mag</a:t>
            </a:r>
            <a:r>
              <a:rPr lang="en-AU" sz="2400" dirty="0"/>
              <a:t> = 10 x 700 = 7000X</a:t>
            </a:r>
          </a:p>
          <a:p>
            <a:pPr marL="342900" indent="-342900"/>
            <a:r>
              <a:rPr lang="en-AU" sz="2400" dirty="0"/>
              <a:t>Diameter of High power Field of View</a:t>
            </a:r>
          </a:p>
          <a:p>
            <a:pPr marL="342900" indent="-342900"/>
            <a:endParaRPr lang="en-AU" sz="2400" dirty="0"/>
          </a:p>
          <a:p>
            <a:pPr marL="342900" indent="-342900"/>
            <a:endParaRPr lang="en-AU" sz="2400" dirty="0"/>
          </a:p>
          <a:p>
            <a:pPr marL="342900" indent="-342900"/>
            <a:endParaRPr lang="en-AU" sz="2400" dirty="0"/>
          </a:p>
          <a:p>
            <a:pPr marL="342900" indent="-342900"/>
            <a:r>
              <a:rPr lang="en-AU" sz="2400" dirty="0"/>
              <a:t>Field of view for 7000X magnification </a:t>
            </a:r>
          </a:p>
          <a:p>
            <a:pPr marL="342900" indent="-342900"/>
            <a:r>
              <a:rPr lang="en-AU" sz="2400" dirty="0"/>
              <a:t>		</a:t>
            </a:r>
            <a:r>
              <a:rPr lang="en-AU" sz="2400" u="sng" dirty="0"/>
              <a:t>   800   </a:t>
            </a:r>
            <a:r>
              <a:rPr lang="en-AU" sz="2400" dirty="0"/>
              <a:t>  =  </a:t>
            </a:r>
            <a:r>
              <a:rPr lang="en-AU" sz="2400" u="sng" dirty="0"/>
              <a:t>      ?    .</a:t>
            </a:r>
          </a:p>
          <a:p>
            <a:pPr marL="342900" indent="-342900"/>
            <a:r>
              <a:rPr lang="en-AU" sz="2400" dirty="0"/>
              <a:t>		  7000           1400</a:t>
            </a:r>
          </a:p>
          <a:p>
            <a:pPr marL="342900" indent="-342900"/>
            <a:r>
              <a:rPr lang="en-AU" sz="2400" dirty="0"/>
              <a:t>		? = 160 µm</a:t>
            </a:r>
            <a:endParaRPr lang="en-US" sz="2400" dirty="0"/>
          </a:p>
        </p:txBody>
      </p:sp>
      <p:pic>
        <p:nvPicPr>
          <p:cNvPr id="6" name="Picture 5" descr="Untitled-2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20" y="341611"/>
            <a:ext cx="1928826" cy="1928826"/>
          </a:xfrm>
          <a:prstGeom prst="rect">
            <a:avLst/>
          </a:prstGeom>
        </p:spPr>
      </p:pic>
      <p:sp>
        <p:nvSpPr>
          <p:cNvPr id="614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285852" y="76200"/>
            <a:ext cx="7172348" cy="1143000"/>
          </a:xfrm>
        </p:spPr>
        <p:txBody>
          <a:bodyPr/>
          <a:lstStyle/>
          <a:p>
            <a:pPr eaLnBrk="1" hangingPunct="1"/>
            <a:r>
              <a:rPr lang="en-US" b="1" dirty="0"/>
              <a:t>Let’s give it a try 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5720" y="5628047"/>
            <a:ext cx="23574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High Power</a:t>
            </a:r>
          </a:p>
          <a:p>
            <a:r>
              <a:rPr lang="en-AU" sz="2000" dirty="0"/>
              <a:t>Ocular Lens 10X</a:t>
            </a:r>
          </a:p>
          <a:p>
            <a:r>
              <a:rPr lang="en-AU" sz="2000" dirty="0"/>
              <a:t>Objective Lens 700X</a:t>
            </a:r>
          </a:p>
        </p:txBody>
      </p:sp>
      <p:pic>
        <p:nvPicPr>
          <p:cNvPr id="12" name="Picture 11" descr="Untitled-2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20" y="3627759"/>
            <a:ext cx="1928826" cy="1928826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428596" y="2270437"/>
            <a:ext cx="1832383" cy="193597"/>
            <a:chOff x="570678" y="3429000"/>
            <a:chExt cx="2786876" cy="430216"/>
          </a:xfrm>
        </p:grpSpPr>
        <p:cxnSp>
          <p:nvCxnSpPr>
            <p:cNvPr id="9" name="Straight Connector 8"/>
            <p:cNvCxnSpPr/>
            <p:nvPr/>
          </p:nvCxnSpPr>
          <p:spPr>
            <a:xfrm rot="5400000">
              <a:off x="357158" y="3643314"/>
              <a:ext cx="428628" cy="1588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571472" y="3857628"/>
              <a:ext cx="2786082" cy="1588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5400000">
              <a:off x="2285190" y="3642520"/>
              <a:ext cx="428628" cy="1588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/>
          <p:cNvSpPr txBox="1"/>
          <p:nvPr/>
        </p:nvSpPr>
        <p:spPr>
          <a:xfrm>
            <a:off x="357158" y="2556189"/>
            <a:ext cx="24288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Low Power</a:t>
            </a:r>
          </a:p>
          <a:p>
            <a:r>
              <a:rPr lang="en-AU" sz="2000" dirty="0"/>
              <a:t>Ocular Lens 10X</a:t>
            </a:r>
          </a:p>
          <a:p>
            <a:r>
              <a:rPr lang="en-AU" sz="2000" dirty="0"/>
              <a:t>Objective Lens 80X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0166" y="1857364"/>
            <a:ext cx="1143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>
                <a:solidFill>
                  <a:schemeClr val="tx2"/>
                </a:solidFill>
              </a:rPr>
              <a:t>1 mm</a:t>
            </a:r>
          </a:p>
        </p:txBody>
      </p:sp>
      <p:pic>
        <p:nvPicPr>
          <p:cNvPr id="16" name="Picture 2" descr="http://www.scs.sk.ca/cyber/elem/learningcommunity/sciences/biology20/curr_content/biology20/Library/fov_calc.gif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714612" y="4134393"/>
            <a:ext cx="6317857" cy="79480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938</TotalTime>
  <Words>653</Words>
  <Application>Microsoft Office PowerPoint</Application>
  <PresentationFormat>On-screen Show (4:3)</PresentationFormat>
  <Paragraphs>128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Cooper Black</vt:lpstr>
      <vt:lpstr>Impact</vt:lpstr>
      <vt:lpstr>Office Theme</vt:lpstr>
      <vt:lpstr>PowerPoint Presentation</vt:lpstr>
      <vt:lpstr>Objective</vt:lpstr>
      <vt:lpstr>PowerPoint Presentation</vt:lpstr>
      <vt:lpstr>PowerPoint Presentation</vt:lpstr>
      <vt:lpstr>PowerPoint Presentation</vt:lpstr>
      <vt:lpstr>PowerPoint Presentation</vt:lpstr>
      <vt:lpstr>Let’s give it a try ...</vt:lpstr>
      <vt:lpstr>Let’s give it a try ...</vt:lpstr>
      <vt:lpstr>Let’s give it a try ...</vt:lpstr>
      <vt:lpstr>Let’s give it a try ...</vt:lpstr>
      <vt:lpstr>Let’s give it a try ...</vt:lpstr>
      <vt:lpstr>Let’s give it a try ...</vt:lpstr>
      <vt:lpstr>Let’s give it a try ...</vt:lpstr>
      <vt:lpstr>Let’s give it a try ...</vt:lpstr>
      <vt:lpstr>Let’s give it a try ...</vt:lpstr>
      <vt:lpstr>Let’s give it a try ...</vt:lpstr>
    </vt:vector>
  </TitlesOfParts>
  <Company>DOE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e4053158</dc:creator>
  <cp:lastModifiedBy>michael simeoni</cp:lastModifiedBy>
  <cp:revision>114</cp:revision>
  <dcterms:created xsi:type="dcterms:W3CDTF">2013-10-31T00:06:03Z</dcterms:created>
  <dcterms:modified xsi:type="dcterms:W3CDTF">2022-02-02T11:39:49Z</dcterms:modified>
</cp:coreProperties>
</file>