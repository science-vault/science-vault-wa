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9" r:id="rId4"/>
    <p:sldId id="258" r:id="rId5"/>
    <p:sldId id="273" r:id="rId6"/>
    <p:sldId id="260" r:id="rId7"/>
    <p:sldId id="261" r:id="rId8"/>
    <p:sldId id="262" r:id="rId9"/>
    <p:sldId id="263" r:id="rId10"/>
    <p:sldId id="271" r:id="rId11"/>
    <p:sldId id="264" r:id="rId12"/>
    <p:sldId id="265" r:id="rId13"/>
    <p:sldId id="266" r:id="rId14"/>
    <p:sldId id="267" r:id="rId15"/>
    <p:sldId id="268" r:id="rId16"/>
    <p:sldId id="269" r:id="rId17"/>
    <p:sldId id="272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99BFE8-8717-4896-90B9-B24FAE56F2FD}" v="6" dt="2022-02-27T06:24:41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imeoni" userId="506f25aaf3d2b85d" providerId="LiveId" clId="{FB99BFE8-8717-4896-90B9-B24FAE56F2FD}"/>
    <pc:docChg chg="undo custSel addSld modSld sldOrd">
      <pc:chgData name="michael simeoni" userId="506f25aaf3d2b85d" providerId="LiveId" clId="{FB99BFE8-8717-4896-90B9-B24FAE56F2FD}" dt="2022-02-27T06:31:21.553" v="245" actId="1076"/>
      <pc:docMkLst>
        <pc:docMk/>
      </pc:docMkLst>
      <pc:sldChg chg="modSp mod">
        <pc:chgData name="michael simeoni" userId="506f25aaf3d2b85d" providerId="LiveId" clId="{FB99BFE8-8717-4896-90B9-B24FAE56F2FD}" dt="2022-02-27T06:31:21.553" v="245" actId="1076"/>
        <pc:sldMkLst>
          <pc:docMk/>
          <pc:sldMk cId="1531705047" sldId="257"/>
        </pc:sldMkLst>
        <pc:spChg chg="mod">
          <ac:chgData name="michael simeoni" userId="506f25aaf3d2b85d" providerId="LiveId" clId="{FB99BFE8-8717-4896-90B9-B24FAE56F2FD}" dt="2022-02-27T06:31:21.553" v="245" actId="1076"/>
          <ac:spMkLst>
            <pc:docMk/>
            <pc:sldMk cId="1531705047" sldId="257"/>
            <ac:spMk id="2" creationId="{00000000-0000-0000-0000-000000000000}"/>
          </ac:spMkLst>
        </pc:spChg>
      </pc:sldChg>
      <pc:sldChg chg="modSp mod modAnim">
        <pc:chgData name="michael simeoni" userId="506f25aaf3d2b85d" providerId="LiveId" clId="{FB99BFE8-8717-4896-90B9-B24FAE56F2FD}" dt="2022-02-27T06:23:51.418" v="97" actId="1076"/>
        <pc:sldMkLst>
          <pc:docMk/>
          <pc:sldMk cId="2193162668" sldId="258"/>
        </pc:sldMkLst>
        <pc:spChg chg="mod">
          <ac:chgData name="michael simeoni" userId="506f25aaf3d2b85d" providerId="LiveId" clId="{FB99BFE8-8717-4896-90B9-B24FAE56F2FD}" dt="2022-02-27T06:23:45.096" v="95" actId="1076"/>
          <ac:spMkLst>
            <pc:docMk/>
            <pc:sldMk cId="2193162668" sldId="258"/>
            <ac:spMk id="2" creationId="{00000000-0000-0000-0000-000000000000}"/>
          </ac:spMkLst>
        </pc:spChg>
        <pc:spChg chg="mod">
          <ac:chgData name="michael simeoni" userId="506f25aaf3d2b85d" providerId="LiveId" clId="{FB99BFE8-8717-4896-90B9-B24FAE56F2FD}" dt="2022-02-27T06:23:48.804" v="96" actId="14100"/>
          <ac:spMkLst>
            <pc:docMk/>
            <pc:sldMk cId="2193162668" sldId="258"/>
            <ac:spMk id="3" creationId="{00000000-0000-0000-0000-000000000000}"/>
          </ac:spMkLst>
        </pc:spChg>
        <pc:picChg chg="mod">
          <ac:chgData name="michael simeoni" userId="506f25aaf3d2b85d" providerId="LiveId" clId="{FB99BFE8-8717-4896-90B9-B24FAE56F2FD}" dt="2022-02-27T06:23:51.418" v="97" actId="1076"/>
          <ac:picMkLst>
            <pc:docMk/>
            <pc:sldMk cId="2193162668" sldId="258"/>
            <ac:picMk id="4" creationId="{00000000-0000-0000-0000-000000000000}"/>
          </ac:picMkLst>
        </pc:picChg>
      </pc:sldChg>
      <pc:sldChg chg="modSp mod ord">
        <pc:chgData name="michael simeoni" userId="506f25aaf3d2b85d" providerId="LiveId" clId="{FB99BFE8-8717-4896-90B9-B24FAE56F2FD}" dt="2022-02-27T06:24:28.584" v="102"/>
        <pc:sldMkLst>
          <pc:docMk/>
          <pc:sldMk cId="2468995446" sldId="259"/>
        </pc:sldMkLst>
        <pc:spChg chg="mod">
          <ac:chgData name="michael simeoni" userId="506f25aaf3d2b85d" providerId="LiveId" clId="{FB99BFE8-8717-4896-90B9-B24FAE56F2FD}" dt="2022-02-27T06:24:03.831" v="100" actId="255"/>
          <ac:spMkLst>
            <pc:docMk/>
            <pc:sldMk cId="2468995446" sldId="259"/>
            <ac:spMk id="2" creationId="{00000000-0000-0000-0000-000000000000}"/>
          </ac:spMkLst>
        </pc:spChg>
      </pc:sldChg>
      <pc:sldChg chg="modSp mod">
        <pc:chgData name="michael simeoni" userId="506f25aaf3d2b85d" providerId="LiveId" clId="{FB99BFE8-8717-4896-90B9-B24FAE56F2FD}" dt="2022-02-27T06:25:50.621" v="132" actId="1076"/>
        <pc:sldMkLst>
          <pc:docMk/>
          <pc:sldMk cId="2604991232" sldId="260"/>
        </pc:sldMkLst>
        <pc:spChg chg="mod">
          <ac:chgData name="michael simeoni" userId="506f25aaf3d2b85d" providerId="LiveId" clId="{FB99BFE8-8717-4896-90B9-B24FAE56F2FD}" dt="2022-02-27T06:25:50.621" v="132" actId="1076"/>
          <ac:spMkLst>
            <pc:docMk/>
            <pc:sldMk cId="2604991232" sldId="260"/>
            <ac:spMk id="2" creationId="{00000000-0000-0000-0000-000000000000}"/>
          </ac:spMkLst>
        </pc:spChg>
      </pc:sldChg>
      <pc:sldChg chg="modSp mod">
        <pc:chgData name="michael simeoni" userId="506f25aaf3d2b85d" providerId="LiveId" clId="{FB99BFE8-8717-4896-90B9-B24FAE56F2FD}" dt="2022-02-27T06:26:04.001" v="133" actId="1076"/>
        <pc:sldMkLst>
          <pc:docMk/>
          <pc:sldMk cId="1373692198" sldId="261"/>
        </pc:sldMkLst>
        <pc:spChg chg="mod">
          <ac:chgData name="michael simeoni" userId="506f25aaf3d2b85d" providerId="LiveId" clId="{FB99BFE8-8717-4896-90B9-B24FAE56F2FD}" dt="2022-02-27T06:26:04.001" v="133" actId="1076"/>
          <ac:spMkLst>
            <pc:docMk/>
            <pc:sldMk cId="1373692198" sldId="261"/>
            <ac:spMk id="2" creationId="{00000000-0000-0000-0000-000000000000}"/>
          </ac:spMkLst>
        </pc:spChg>
        <pc:picChg chg="mod">
          <ac:chgData name="michael simeoni" userId="506f25aaf3d2b85d" providerId="LiveId" clId="{FB99BFE8-8717-4896-90B9-B24FAE56F2FD}" dt="2022-02-27T06:25:21.838" v="123" actId="1076"/>
          <ac:picMkLst>
            <pc:docMk/>
            <pc:sldMk cId="1373692198" sldId="261"/>
            <ac:picMk id="4" creationId="{00000000-0000-0000-0000-000000000000}"/>
          </ac:picMkLst>
        </pc:picChg>
      </pc:sldChg>
      <pc:sldChg chg="modSp mod">
        <pc:chgData name="michael simeoni" userId="506f25aaf3d2b85d" providerId="LiveId" clId="{FB99BFE8-8717-4896-90B9-B24FAE56F2FD}" dt="2022-02-27T06:26:30.162" v="136" actId="255"/>
        <pc:sldMkLst>
          <pc:docMk/>
          <pc:sldMk cId="1428530202" sldId="262"/>
        </pc:sldMkLst>
        <pc:spChg chg="mod">
          <ac:chgData name="michael simeoni" userId="506f25aaf3d2b85d" providerId="LiveId" clId="{FB99BFE8-8717-4896-90B9-B24FAE56F2FD}" dt="2022-02-27T06:26:30.162" v="136" actId="255"/>
          <ac:spMkLst>
            <pc:docMk/>
            <pc:sldMk cId="1428530202" sldId="262"/>
            <ac:spMk id="2" creationId="{00000000-0000-0000-0000-000000000000}"/>
          </ac:spMkLst>
        </pc:spChg>
      </pc:sldChg>
      <pc:sldChg chg="modSp mod">
        <pc:chgData name="michael simeoni" userId="506f25aaf3d2b85d" providerId="LiveId" clId="{FB99BFE8-8717-4896-90B9-B24FAE56F2FD}" dt="2022-02-27T06:26:57.943" v="142" actId="1076"/>
        <pc:sldMkLst>
          <pc:docMk/>
          <pc:sldMk cId="2477835811" sldId="263"/>
        </pc:sldMkLst>
        <pc:spChg chg="mod">
          <ac:chgData name="michael simeoni" userId="506f25aaf3d2b85d" providerId="LiveId" clId="{FB99BFE8-8717-4896-90B9-B24FAE56F2FD}" dt="2022-02-27T06:26:57.943" v="142" actId="1076"/>
          <ac:spMkLst>
            <pc:docMk/>
            <pc:sldMk cId="2477835811" sldId="263"/>
            <ac:spMk id="2" creationId="{00000000-0000-0000-0000-000000000000}"/>
          </ac:spMkLst>
        </pc:spChg>
      </pc:sldChg>
      <pc:sldChg chg="modSp mod">
        <pc:chgData name="michael simeoni" userId="506f25aaf3d2b85d" providerId="LiveId" clId="{FB99BFE8-8717-4896-90B9-B24FAE56F2FD}" dt="2022-02-27T06:28:53.349" v="242" actId="20577"/>
        <pc:sldMkLst>
          <pc:docMk/>
          <pc:sldMk cId="445356454" sldId="264"/>
        </pc:sldMkLst>
        <pc:spChg chg="mod">
          <ac:chgData name="michael simeoni" userId="506f25aaf3d2b85d" providerId="LiveId" clId="{FB99BFE8-8717-4896-90B9-B24FAE56F2FD}" dt="2022-02-27T06:28:53.349" v="242" actId="20577"/>
          <ac:spMkLst>
            <pc:docMk/>
            <pc:sldMk cId="445356454" sldId="264"/>
            <ac:spMk id="2" creationId="{00000000-0000-0000-0000-000000000000}"/>
          </ac:spMkLst>
        </pc:spChg>
      </pc:sldChg>
      <pc:sldChg chg="modSp mod">
        <pc:chgData name="michael simeoni" userId="506f25aaf3d2b85d" providerId="LiveId" clId="{FB99BFE8-8717-4896-90B9-B24FAE56F2FD}" dt="2022-02-27T06:22:00.861" v="81" actId="1076"/>
        <pc:sldMkLst>
          <pc:docMk/>
          <pc:sldMk cId="1348937984" sldId="265"/>
        </pc:sldMkLst>
        <pc:spChg chg="mod">
          <ac:chgData name="michael simeoni" userId="506f25aaf3d2b85d" providerId="LiveId" clId="{FB99BFE8-8717-4896-90B9-B24FAE56F2FD}" dt="2022-02-27T06:21:37.759" v="76" actId="1076"/>
          <ac:spMkLst>
            <pc:docMk/>
            <pc:sldMk cId="1348937984" sldId="265"/>
            <ac:spMk id="5" creationId="{00000000-0000-0000-0000-000000000000}"/>
          </ac:spMkLst>
        </pc:spChg>
        <pc:graphicFrameChg chg="mod modGraphic">
          <ac:chgData name="michael simeoni" userId="506f25aaf3d2b85d" providerId="LiveId" clId="{FB99BFE8-8717-4896-90B9-B24FAE56F2FD}" dt="2022-02-27T06:22:00.861" v="81" actId="1076"/>
          <ac:graphicFrameMkLst>
            <pc:docMk/>
            <pc:sldMk cId="1348937984" sldId="265"/>
            <ac:graphicFrameMk id="4" creationId="{00000000-0000-0000-0000-000000000000}"/>
          </ac:graphicFrameMkLst>
        </pc:graphicFrameChg>
      </pc:sldChg>
      <pc:sldChg chg="modSp mod">
        <pc:chgData name="michael simeoni" userId="506f25aaf3d2b85d" providerId="LiveId" clId="{FB99BFE8-8717-4896-90B9-B24FAE56F2FD}" dt="2022-02-27T06:21:18.561" v="73" actId="14100"/>
        <pc:sldMkLst>
          <pc:docMk/>
          <pc:sldMk cId="2642598531" sldId="266"/>
        </pc:sldMkLst>
        <pc:spChg chg="mod">
          <ac:chgData name="michael simeoni" userId="506f25aaf3d2b85d" providerId="LiveId" clId="{FB99BFE8-8717-4896-90B9-B24FAE56F2FD}" dt="2022-02-27T06:21:18.561" v="73" actId="14100"/>
          <ac:spMkLst>
            <pc:docMk/>
            <pc:sldMk cId="2642598531" sldId="266"/>
            <ac:spMk id="2" creationId="{00000000-0000-0000-0000-000000000000}"/>
          </ac:spMkLst>
        </pc:spChg>
      </pc:sldChg>
      <pc:sldChg chg="modSp mod">
        <pc:chgData name="michael simeoni" userId="506f25aaf3d2b85d" providerId="LiveId" clId="{FB99BFE8-8717-4896-90B9-B24FAE56F2FD}" dt="2022-02-27T06:20:57.649" v="68" actId="1076"/>
        <pc:sldMkLst>
          <pc:docMk/>
          <pc:sldMk cId="2962533191" sldId="267"/>
        </pc:sldMkLst>
        <pc:spChg chg="mod">
          <ac:chgData name="michael simeoni" userId="506f25aaf3d2b85d" providerId="LiveId" clId="{FB99BFE8-8717-4896-90B9-B24FAE56F2FD}" dt="2022-02-27T06:20:54.482" v="67" actId="1076"/>
          <ac:spMkLst>
            <pc:docMk/>
            <pc:sldMk cId="2962533191" sldId="267"/>
            <ac:spMk id="2" creationId="{00000000-0000-0000-0000-000000000000}"/>
          </ac:spMkLst>
        </pc:spChg>
        <pc:picChg chg="mod">
          <ac:chgData name="michael simeoni" userId="506f25aaf3d2b85d" providerId="LiveId" clId="{FB99BFE8-8717-4896-90B9-B24FAE56F2FD}" dt="2022-02-27T06:20:57.649" v="68" actId="1076"/>
          <ac:picMkLst>
            <pc:docMk/>
            <pc:sldMk cId="2962533191" sldId="267"/>
            <ac:picMk id="4" creationId="{00000000-0000-0000-0000-000000000000}"/>
          </ac:picMkLst>
        </pc:picChg>
      </pc:sldChg>
      <pc:sldChg chg="modSp mod">
        <pc:chgData name="michael simeoni" userId="506f25aaf3d2b85d" providerId="LiveId" clId="{FB99BFE8-8717-4896-90B9-B24FAE56F2FD}" dt="2022-02-27T06:20:26.632" v="60" actId="1076"/>
        <pc:sldMkLst>
          <pc:docMk/>
          <pc:sldMk cId="2766935503" sldId="268"/>
        </pc:sldMkLst>
        <pc:spChg chg="mod">
          <ac:chgData name="michael simeoni" userId="506f25aaf3d2b85d" providerId="LiveId" clId="{FB99BFE8-8717-4896-90B9-B24FAE56F2FD}" dt="2022-02-27T06:20:26.632" v="60" actId="1076"/>
          <ac:spMkLst>
            <pc:docMk/>
            <pc:sldMk cId="2766935503" sldId="268"/>
            <ac:spMk id="2" creationId="{00000000-0000-0000-0000-000000000000}"/>
          </ac:spMkLst>
        </pc:spChg>
        <pc:spChg chg="mod">
          <ac:chgData name="michael simeoni" userId="506f25aaf3d2b85d" providerId="LiveId" clId="{FB99BFE8-8717-4896-90B9-B24FAE56F2FD}" dt="2022-02-27T06:19:55.896" v="57" actId="14100"/>
          <ac:spMkLst>
            <pc:docMk/>
            <pc:sldMk cId="2766935503" sldId="268"/>
            <ac:spMk id="3" creationId="{00000000-0000-0000-0000-000000000000}"/>
          </ac:spMkLst>
        </pc:spChg>
      </pc:sldChg>
      <pc:sldChg chg="modSp mod">
        <pc:chgData name="michael simeoni" userId="506f25aaf3d2b85d" providerId="LiveId" clId="{FB99BFE8-8717-4896-90B9-B24FAE56F2FD}" dt="2022-02-27T06:20:37.776" v="63" actId="255"/>
        <pc:sldMkLst>
          <pc:docMk/>
          <pc:sldMk cId="3730385641" sldId="269"/>
        </pc:sldMkLst>
        <pc:spChg chg="mod">
          <ac:chgData name="michael simeoni" userId="506f25aaf3d2b85d" providerId="LiveId" clId="{FB99BFE8-8717-4896-90B9-B24FAE56F2FD}" dt="2022-02-27T06:20:37.776" v="63" actId="255"/>
          <ac:spMkLst>
            <pc:docMk/>
            <pc:sldMk cId="3730385641" sldId="269"/>
            <ac:spMk id="2" creationId="{00000000-0000-0000-0000-000000000000}"/>
          </ac:spMkLst>
        </pc:spChg>
      </pc:sldChg>
      <pc:sldChg chg="addSp delSp modSp new mod ord modAnim">
        <pc:chgData name="michael simeoni" userId="506f25aaf3d2b85d" providerId="LiveId" clId="{FB99BFE8-8717-4896-90B9-B24FAE56F2FD}" dt="2022-02-27T06:27:09.073" v="144"/>
        <pc:sldMkLst>
          <pc:docMk/>
          <pc:sldMk cId="155421010" sldId="271"/>
        </pc:sldMkLst>
        <pc:spChg chg="del">
          <ac:chgData name="michael simeoni" userId="506f25aaf3d2b85d" providerId="LiveId" clId="{FB99BFE8-8717-4896-90B9-B24FAE56F2FD}" dt="2022-02-27T06:11:02.512" v="3"/>
          <ac:spMkLst>
            <pc:docMk/>
            <pc:sldMk cId="155421010" sldId="271"/>
            <ac:spMk id="2" creationId="{B4DAE02D-1927-4C81-9744-802107705E1F}"/>
          </ac:spMkLst>
        </pc:spChg>
        <pc:spChg chg="del mod">
          <ac:chgData name="michael simeoni" userId="506f25aaf3d2b85d" providerId="LiveId" clId="{FB99BFE8-8717-4896-90B9-B24FAE56F2FD}" dt="2022-02-27T06:12:18.191" v="13" actId="478"/>
          <ac:spMkLst>
            <pc:docMk/>
            <pc:sldMk cId="155421010" sldId="271"/>
            <ac:spMk id="3" creationId="{3C0C776F-1215-472D-8B12-E584E389E3B6}"/>
          </ac:spMkLst>
        </pc:spChg>
        <pc:spChg chg="add del">
          <ac:chgData name="michael simeoni" userId="506f25aaf3d2b85d" providerId="LiveId" clId="{FB99BFE8-8717-4896-90B9-B24FAE56F2FD}" dt="2022-02-27T06:10:45.665" v="2" actId="22"/>
          <ac:spMkLst>
            <pc:docMk/>
            <pc:sldMk cId="155421010" sldId="271"/>
            <ac:spMk id="5" creationId="{D06675CC-7BDC-4591-90AB-05AEFA8BBC58}"/>
          </ac:spMkLst>
        </pc:spChg>
        <pc:spChg chg="add del mod">
          <ac:chgData name="michael simeoni" userId="506f25aaf3d2b85d" providerId="LiveId" clId="{FB99BFE8-8717-4896-90B9-B24FAE56F2FD}" dt="2022-02-27T06:12:29.996" v="18"/>
          <ac:spMkLst>
            <pc:docMk/>
            <pc:sldMk cId="155421010" sldId="271"/>
            <ac:spMk id="7" creationId="{A2EF251B-789F-42D4-8A6C-7474C492ABDD}"/>
          </ac:spMkLst>
        </pc:spChg>
        <pc:picChg chg="add mod">
          <ac:chgData name="michael simeoni" userId="506f25aaf3d2b85d" providerId="LiveId" clId="{FB99BFE8-8717-4896-90B9-B24FAE56F2FD}" dt="2022-02-27T06:12:22.104" v="15" actId="1076"/>
          <ac:picMkLst>
            <pc:docMk/>
            <pc:sldMk cId="155421010" sldId="271"/>
            <ac:picMk id="6" creationId="{EDF221D1-36E9-47BB-BCA7-9FCD1F7F2789}"/>
          </ac:picMkLst>
        </pc:picChg>
      </pc:sldChg>
      <pc:sldChg chg="modSp new mod">
        <pc:chgData name="michael simeoni" userId="506f25aaf3d2b85d" providerId="LiveId" clId="{FB99BFE8-8717-4896-90B9-B24FAE56F2FD}" dt="2022-02-27T06:19:17.999" v="51" actId="20577"/>
        <pc:sldMkLst>
          <pc:docMk/>
          <pc:sldMk cId="2320016728" sldId="272"/>
        </pc:sldMkLst>
        <pc:spChg chg="mod">
          <ac:chgData name="michael simeoni" userId="506f25aaf3d2b85d" providerId="LiveId" clId="{FB99BFE8-8717-4896-90B9-B24FAE56F2FD}" dt="2022-02-27T06:19:00.865" v="44" actId="255"/>
          <ac:spMkLst>
            <pc:docMk/>
            <pc:sldMk cId="2320016728" sldId="272"/>
            <ac:spMk id="2" creationId="{86B89034-43A0-47CB-9163-B25762650435}"/>
          </ac:spMkLst>
        </pc:spChg>
        <pc:spChg chg="mod">
          <ac:chgData name="michael simeoni" userId="506f25aaf3d2b85d" providerId="LiveId" clId="{FB99BFE8-8717-4896-90B9-B24FAE56F2FD}" dt="2022-02-27T06:19:17.999" v="51" actId="20577"/>
          <ac:spMkLst>
            <pc:docMk/>
            <pc:sldMk cId="2320016728" sldId="272"/>
            <ac:spMk id="3" creationId="{405809CC-603A-4549-8328-2A2E1336FA02}"/>
          </ac:spMkLst>
        </pc:spChg>
      </pc:sldChg>
      <pc:sldChg chg="modSp add mod">
        <pc:chgData name="michael simeoni" userId="506f25aaf3d2b85d" providerId="LiveId" clId="{FB99BFE8-8717-4896-90B9-B24FAE56F2FD}" dt="2022-02-27T06:24:52.492" v="115" actId="20577"/>
        <pc:sldMkLst>
          <pc:docMk/>
          <pc:sldMk cId="2195859581" sldId="273"/>
        </pc:sldMkLst>
        <pc:spChg chg="mod">
          <ac:chgData name="michael simeoni" userId="506f25aaf3d2b85d" providerId="LiveId" clId="{FB99BFE8-8717-4896-90B9-B24FAE56F2FD}" dt="2022-02-27T06:24:45.100" v="104" actId="20577"/>
          <ac:spMkLst>
            <pc:docMk/>
            <pc:sldMk cId="2195859581" sldId="273"/>
            <ac:spMk id="2" creationId="{00000000-0000-0000-0000-000000000000}"/>
          </ac:spMkLst>
        </pc:spChg>
        <pc:spChg chg="mod">
          <ac:chgData name="michael simeoni" userId="506f25aaf3d2b85d" providerId="LiveId" clId="{FB99BFE8-8717-4896-90B9-B24FAE56F2FD}" dt="2022-02-27T06:24:52.492" v="115" actId="20577"/>
          <ac:spMkLst>
            <pc:docMk/>
            <pc:sldMk cId="2195859581" sldId="27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0uABIlfj44?feature=oembe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Aerobic and anaerobic respiration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 descr="SoCanLungFunctionBeImprove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79" y="3594676"/>
            <a:ext cx="8705535" cy="272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7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49912" y="2746488"/>
            <a:ext cx="7623452" cy="261562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Living organisms use energy released by respiration for their life processes. 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two types of respiration – aerobic (which needs oxygen) and anaerobic (which doesn’t need oxygen).</a:t>
            </a:r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Respiration</a:t>
            </a:r>
          </a:p>
        </p:txBody>
      </p:sp>
    </p:spTree>
    <p:extLst>
      <p:ext uri="{BB962C8B-B14F-4D97-AF65-F5344CB8AC3E}">
        <p14:creationId xmlns:p14="http://schemas.microsoft.com/office/powerpoint/2010/main" val="153170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Respiration</a:t>
            </a:r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involves chemical reactions that break down nutrient molecules in living cells to release energy.</a:t>
            </a:r>
          </a:p>
          <a:p>
            <a:endParaRPr lang="en-AU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Cellular respiration</a:t>
            </a:r>
          </a:p>
        </p:txBody>
      </p:sp>
    </p:spTree>
    <p:extLst>
      <p:ext uri="{BB962C8B-B14F-4D97-AF65-F5344CB8AC3E}">
        <p14:creationId xmlns:p14="http://schemas.microsoft.com/office/powerpoint/2010/main" val="246899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0459"/>
            <a:ext cx="7969682" cy="412033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Energy is needed for the following life processes: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growth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cell division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muscle contraction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protein synthesis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active transport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nerve impulses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and in humans to maintain body temperature</a:t>
            </a:r>
          </a:p>
          <a:p>
            <a:endParaRPr lang="en-AU" sz="28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011078"/>
          </a:xfrm>
        </p:spPr>
        <p:txBody>
          <a:bodyPr/>
          <a:lstStyle/>
          <a:p>
            <a:r>
              <a:rPr lang="en-AU" dirty="0"/>
              <a:t>Energy needs</a:t>
            </a:r>
          </a:p>
        </p:txBody>
      </p:sp>
      <p:pic>
        <p:nvPicPr>
          <p:cNvPr id="4" name="Picture 3" descr="p01l7j1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554" y="2760572"/>
            <a:ext cx="4093943" cy="230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6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two types of respiration – aerobic (which needs oxygen) and anaerobic (which doesn’t need oxygen).</a:t>
            </a:r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Types of Respiration</a:t>
            </a:r>
          </a:p>
        </p:txBody>
      </p:sp>
    </p:spTree>
    <p:extLst>
      <p:ext uri="{BB962C8B-B14F-4D97-AF65-F5344CB8AC3E}">
        <p14:creationId xmlns:p14="http://schemas.microsoft.com/office/powerpoint/2010/main" val="219585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6998" y="2861898"/>
            <a:ext cx="8384959" cy="345069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Aerobic respiration needs oxygen. 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the release of a relatively large amount of energy in cells by the breakdown of food substances in the presence of oxygen:</a:t>
            </a:r>
          </a:p>
          <a:p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glucose + oxygen → carbon dioxide + water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+ 6O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6CO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+ 6H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</a:p>
          <a:p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Aerobic respiration</a:t>
            </a:r>
          </a:p>
        </p:txBody>
      </p:sp>
      <p:pic>
        <p:nvPicPr>
          <p:cNvPr id="4" name="Picture 3" descr="141728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146" y="1384952"/>
            <a:ext cx="2469654" cy="16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91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6229" y="2399973"/>
            <a:ext cx="8513686" cy="345069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Aerobic respiration happens all the time in animals and plants. 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that respiration is different to breathing (ventilation). 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 of the reactions in aerobic respiration happen inside mitochondria in cells.</a:t>
            </a:r>
          </a:p>
          <a:p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Aerobic respiration</a:t>
            </a:r>
          </a:p>
        </p:txBody>
      </p:sp>
      <p:pic>
        <p:nvPicPr>
          <p:cNvPr id="4" name="Picture 3" descr="smal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284" y="4853300"/>
            <a:ext cx="3385716" cy="200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9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Unlike aerobic respiration,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anaerobic respiration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does not need oxygen. </a:t>
            </a:r>
          </a:p>
          <a:p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the release of a relatively small amount of energy in cells by the breakdown of food substances in the absence of oxygen.</a:t>
            </a:r>
          </a:p>
          <a:p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Anaerobic respiration</a:t>
            </a:r>
          </a:p>
        </p:txBody>
      </p:sp>
    </p:spTree>
    <p:extLst>
      <p:ext uri="{BB962C8B-B14F-4D97-AF65-F5344CB8AC3E}">
        <p14:creationId xmlns:p14="http://schemas.microsoft.com/office/powerpoint/2010/main" val="1428530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1841" y="2453525"/>
            <a:ext cx="8842159" cy="3450696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Anaerobic respiration happens in muscles during hard exercise:</a:t>
            </a:r>
          </a:p>
          <a:p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glucose → lactic acid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2C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2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Glucose is not completely broken down, so much less energy is released than during aerobic respiration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Anaerobic respiration in muscles</a:t>
            </a:r>
          </a:p>
        </p:txBody>
      </p:sp>
    </p:spTree>
    <p:extLst>
      <p:ext uri="{BB962C8B-B14F-4D97-AF65-F5344CB8AC3E}">
        <p14:creationId xmlns:p14="http://schemas.microsoft.com/office/powerpoint/2010/main" val="2477835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nline Media 5" title="Respiration: Aerobic vs Anaerobic">
            <a:hlinkClick r:id="" action="ppaction://media"/>
            <a:extLst>
              <a:ext uri="{FF2B5EF4-FFF2-40B4-BE49-F238E27FC236}">
                <a16:creationId xmlns:a16="http://schemas.microsoft.com/office/drawing/2014/main" id="{EDF221D1-36E9-47BB-BCA7-9FCD1F7F278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2506" y="79899"/>
            <a:ext cx="8998987" cy="508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3014" y="2240460"/>
            <a:ext cx="8637972" cy="3911167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build-up of lactic acid in the muscles anaerobic respiration needs to be removed.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Lactic acid needs to be oxygen to be converted carbon dioxide and water later.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causes an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oxygen debt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that needs to be ‘repaid’ after the exercise stops. This is why we keep on breathing deeply for a few minutes after we have finished exercising.</a:t>
            </a:r>
          </a:p>
          <a:p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Oxygen debt</a:t>
            </a:r>
          </a:p>
        </p:txBody>
      </p:sp>
    </p:spTree>
    <p:extLst>
      <p:ext uri="{BB962C8B-B14F-4D97-AF65-F5344CB8AC3E}">
        <p14:creationId xmlns:p14="http://schemas.microsoft.com/office/powerpoint/2010/main" val="445356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344666"/>
              </p:ext>
            </p:extLst>
          </p:nvPr>
        </p:nvGraphicFramePr>
        <p:xfrm>
          <a:off x="798991" y="2053501"/>
          <a:ext cx="804070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0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Aerobic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Anerobic</a:t>
                      </a:r>
                      <a:endParaRPr lang="en-AU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Oxygen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Glucose breakdown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Incomplete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 product(s)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Carbon dioxide and water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Lactic acid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Energy released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Relatively large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Relatively small 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Aerobic respiration </a:t>
            </a:r>
            <a:r>
              <a:rPr lang="en-US" b="1" dirty="0" err="1"/>
              <a:t>vs</a:t>
            </a:r>
            <a:r>
              <a:rPr lang="en-US" b="1" dirty="0"/>
              <a:t> anaerobic respiration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871538" y="5313899"/>
            <a:ext cx="69071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Aerobic respiration releases 19 times more energy than anaerobic respiration from the same amount of glucose.</a:t>
            </a:r>
          </a:p>
        </p:txBody>
      </p:sp>
    </p:spTree>
    <p:extLst>
      <p:ext uri="{BB962C8B-B14F-4D97-AF65-F5344CB8AC3E}">
        <p14:creationId xmlns:p14="http://schemas.microsoft.com/office/powerpoint/2010/main" val="1348937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67880" y="2524547"/>
            <a:ext cx="8112136" cy="3450696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Aerobic exercise is sometimes known as "cardio" – exercise that requires pumping of oxygenated blood by the heart to deliver oxygen to working muscles.</a:t>
            </a:r>
          </a:p>
          <a:p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Aerobic exercise stimulates the heart rate and breathing rate to increase in a way that can be sustained for the exercise session.</a:t>
            </a:r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Aerobic exercise</a:t>
            </a:r>
          </a:p>
        </p:txBody>
      </p:sp>
    </p:spTree>
    <p:extLst>
      <p:ext uri="{BB962C8B-B14F-4D97-AF65-F5344CB8AC3E}">
        <p14:creationId xmlns:p14="http://schemas.microsoft.com/office/powerpoint/2010/main" val="2642598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4873"/>
            <a:ext cx="7408333" cy="345069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contrast, anaerobic ("without oxygen") exercise is activity that causes you to be quickly out of breath, like sprinting or lifting a heavy weight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cannot sustain this type of activity for extended periods of time</a:t>
            </a:r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intensity but short duration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Anaerobic exercise</a:t>
            </a:r>
          </a:p>
        </p:txBody>
      </p:sp>
      <p:pic>
        <p:nvPicPr>
          <p:cNvPr id="4" name="Picture 3" descr="Screen Shot 2019-03-04 at 8.14.0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899" y="4727801"/>
            <a:ext cx="3204101" cy="213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3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1525" y="1488185"/>
            <a:ext cx="7408333" cy="388163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of aerobic exercises include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spinning,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running,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swimming,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walking,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hiking,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aerobics classes,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dancing,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cross country, and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kickboxing.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984445"/>
          </a:xfrm>
        </p:spPr>
        <p:txBody>
          <a:bodyPr/>
          <a:lstStyle/>
          <a:p>
            <a:r>
              <a:rPr lang="en-AU" dirty="0"/>
              <a:t>Aerobic exercises</a:t>
            </a:r>
          </a:p>
        </p:txBody>
      </p:sp>
      <p:pic>
        <p:nvPicPr>
          <p:cNvPr id="4" name="Picture 3" descr="Pallavi-Rao-Different-types-of-aerobic-exercises-770x4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692" y="3278549"/>
            <a:ext cx="4462891" cy="232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35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Aerobic exercises can become anaerobic exercises if performed at a level of intensity that is too high.</a:t>
            </a:r>
          </a:p>
          <a:p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Aerobic exercise not only improves fitness; it also has known benefits for both physical and emotional health.</a:t>
            </a:r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Aerobic exercise</a:t>
            </a:r>
          </a:p>
        </p:txBody>
      </p:sp>
    </p:spTree>
    <p:extLst>
      <p:ext uri="{BB962C8B-B14F-4D97-AF65-F5344CB8AC3E}">
        <p14:creationId xmlns:p14="http://schemas.microsoft.com/office/powerpoint/2010/main" val="3730385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B89034-43A0-47CB-9163-B25762650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50</a:t>
            </a:r>
            <a:endParaRPr lang="en-AU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5809CC-603A-4549-8328-2A2E1336F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0016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Heart gets stronger</a:t>
            </a:r>
          </a:p>
          <a:p>
            <a:r>
              <a:rPr lang="en-AU" dirty="0"/>
              <a:t>Heart pumps more blood with each beat (stroke volume)</a:t>
            </a:r>
          </a:p>
          <a:p>
            <a:r>
              <a:rPr lang="en-AU" dirty="0"/>
              <a:t>Greater heart efficiency</a:t>
            </a:r>
          </a:p>
          <a:p>
            <a:r>
              <a:rPr lang="en-AU" dirty="0"/>
              <a:t>Muscles get more efficient at consuming oxygen.</a:t>
            </a:r>
          </a:p>
          <a:p>
            <a:r>
              <a:rPr lang="en-AU" dirty="0"/>
              <a:t>Mitochondria in muscle cells increase in number and efficiency.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Benefits of regular aerobic exercise</a:t>
            </a:r>
          </a:p>
        </p:txBody>
      </p:sp>
      <p:pic>
        <p:nvPicPr>
          <p:cNvPr id="4" name="Picture 3" descr="maxresdefault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153" y="1358676"/>
            <a:ext cx="3226647" cy="181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867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192</TotalTime>
  <Words>594</Words>
  <Application>Microsoft Office PowerPoint</Application>
  <PresentationFormat>On-screen Show (4:3)</PresentationFormat>
  <Paragraphs>90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Candara</vt:lpstr>
      <vt:lpstr>Symbol</vt:lpstr>
      <vt:lpstr>Waveform</vt:lpstr>
      <vt:lpstr>Aerobic and anaerobic respiration</vt:lpstr>
      <vt:lpstr>Respiration</vt:lpstr>
      <vt:lpstr>Cellular respiration</vt:lpstr>
      <vt:lpstr>Energy needs</vt:lpstr>
      <vt:lpstr>Types of Respiration</vt:lpstr>
      <vt:lpstr>Aerobic respiration</vt:lpstr>
      <vt:lpstr>Aerobic respiration</vt:lpstr>
      <vt:lpstr>Anaerobic respiration</vt:lpstr>
      <vt:lpstr>Anaerobic respiration in muscles</vt:lpstr>
      <vt:lpstr>PowerPoint Presentation</vt:lpstr>
      <vt:lpstr>Oxygen debt</vt:lpstr>
      <vt:lpstr>Aerobic respiration vs anaerobic respiration</vt:lpstr>
      <vt:lpstr>Aerobic exercise</vt:lpstr>
      <vt:lpstr>Anaerobic exercise</vt:lpstr>
      <vt:lpstr>Aerobic exercises</vt:lpstr>
      <vt:lpstr>Aerobic exercise</vt:lpstr>
      <vt:lpstr>Exercise</vt:lpstr>
      <vt:lpstr>Benefits of regular aerobic exercise</vt:lpstr>
    </vt:vector>
  </TitlesOfParts>
  <Company>Education Department of 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Donna Brigden</dc:creator>
  <cp:lastModifiedBy>michael simeoni</cp:lastModifiedBy>
  <cp:revision>7</cp:revision>
  <dcterms:created xsi:type="dcterms:W3CDTF">2019-03-02T18:05:52Z</dcterms:created>
  <dcterms:modified xsi:type="dcterms:W3CDTF">2022-02-27T06:31:30Z</dcterms:modified>
</cp:coreProperties>
</file>