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648" r:id="rId2"/>
    <p:sldMasterId id="2147483720" r:id="rId3"/>
  </p:sldMasterIdLst>
  <p:notesMasterIdLst>
    <p:notesMasterId r:id="rId22"/>
  </p:notesMasterIdLst>
  <p:sldIdLst>
    <p:sldId id="256" r:id="rId4"/>
    <p:sldId id="295" r:id="rId5"/>
    <p:sldId id="296" r:id="rId6"/>
    <p:sldId id="273" r:id="rId7"/>
    <p:sldId id="302" r:id="rId8"/>
    <p:sldId id="303" r:id="rId9"/>
    <p:sldId id="274" r:id="rId10"/>
    <p:sldId id="301" r:id="rId11"/>
    <p:sldId id="282" r:id="rId12"/>
    <p:sldId id="275" r:id="rId13"/>
    <p:sldId id="276" r:id="rId14"/>
    <p:sldId id="277" r:id="rId15"/>
    <p:sldId id="304" r:id="rId16"/>
    <p:sldId id="306" r:id="rId17"/>
    <p:sldId id="278" r:id="rId18"/>
    <p:sldId id="279" r:id="rId19"/>
    <p:sldId id="281" r:id="rId20"/>
    <p:sldId id="30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6A00B-69BC-4041-AD6B-C028099DA934}" v="295" dt="2022-02-01T11:11:48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A4D5521D-5051-4F46-920A-AA6FADD56EB0}"/>
    <pc:docChg chg="undo custSel addSld delSld modSld sldOrd modMainMaster">
      <pc:chgData name="michael simeoni" userId="506f25aaf3d2b85d" providerId="LiveId" clId="{A4D5521D-5051-4F46-920A-AA6FADD56EB0}" dt="2022-01-17T04:47:45.558" v="1475" actId="1076"/>
      <pc:docMkLst>
        <pc:docMk/>
      </pc:docMkLst>
      <pc:sldChg chg="modSp mod setBg">
        <pc:chgData name="michael simeoni" userId="506f25aaf3d2b85d" providerId="LiveId" clId="{A4D5521D-5051-4F46-920A-AA6FADD56EB0}" dt="2022-01-17T02:20:56.761" v="155" actId="207"/>
        <pc:sldMkLst>
          <pc:docMk/>
          <pc:sldMk cId="1315221385" sldId="256"/>
        </pc:sldMkLst>
        <pc:spChg chg="mod">
          <ac:chgData name="michael simeoni" userId="506f25aaf3d2b85d" providerId="LiveId" clId="{A4D5521D-5051-4F46-920A-AA6FADD56EB0}" dt="2022-01-17T02:20:52.791" v="154" actId="207"/>
          <ac:spMkLst>
            <pc:docMk/>
            <pc:sldMk cId="1315221385" sldId="256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20:56.761" v="155" actId="207"/>
          <ac:spMkLst>
            <pc:docMk/>
            <pc:sldMk cId="1315221385" sldId="256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1256245767" sldId="264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256245767" sldId="264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256245767" sldId="264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2011529335" sldId="266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011529335" sldId="266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011529335" sldId="266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258542850" sldId="267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58542850" sldId="267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58542850" sldId="267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1692388199" sldId="272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692388199" sldId="272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692388199" sldId="272"/>
            <ac:spMk id="3" creationId="{00000000-0000-0000-0000-000000000000}"/>
          </ac:spMkLst>
        </pc:spChg>
      </pc:sldChg>
      <pc:sldChg chg="del">
        <pc:chgData name="michael simeoni" userId="506f25aaf3d2b85d" providerId="LiveId" clId="{A4D5521D-5051-4F46-920A-AA6FADD56EB0}" dt="2022-01-17T03:28:13.460" v="649" actId="47"/>
        <pc:sldMkLst>
          <pc:docMk/>
          <pc:sldMk cId="1744093261" sldId="273"/>
        </pc:sldMkLst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933547450" sldId="274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933547450" sldId="274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933547450" sldId="274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731842390" sldId="278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731842390" sldId="278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731842390" sldId="278"/>
            <ac:spMk id="3" creationId="{00000000-0000-0000-0000-000000000000}"/>
          </ac:spMkLst>
        </pc:spChg>
      </pc:sldChg>
      <pc:sldChg chg="del">
        <pc:chgData name="michael simeoni" userId="506f25aaf3d2b85d" providerId="LiveId" clId="{A4D5521D-5051-4F46-920A-AA6FADD56EB0}" dt="2022-01-17T02:35:38.114" v="164" actId="47"/>
        <pc:sldMkLst>
          <pc:docMk/>
          <pc:sldMk cId="2781236701" sldId="281"/>
        </pc:sldMkLst>
      </pc:sldChg>
      <pc:sldChg chg="del">
        <pc:chgData name="michael simeoni" userId="506f25aaf3d2b85d" providerId="LiveId" clId="{A4D5521D-5051-4F46-920A-AA6FADD56EB0}" dt="2022-01-17T02:36:20.053" v="166" actId="47"/>
        <pc:sldMkLst>
          <pc:docMk/>
          <pc:sldMk cId="3234804224" sldId="282"/>
        </pc:sldMkLst>
      </pc:sldChg>
      <pc:sldChg chg="del">
        <pc:chgData name="michael simeoni" userId="506f25aaf3d2b85d" providerId="LiveId" clId="{A4D5521D-5051-4F46-920A-AA6FADD56EB0}" dt="2022-01-17T02:35:35.144" v="163" actId="47"/>
        <pc:sldMkLst>
          <pc:docMk/>
          <pc:sldMk cId="19823792" sldId="283"/>
        </pc:sldMkLst>
      </pc:sldChg>
      <pc:sldChg chg="del">
        <pc:chgData name="michael simeoni" userId="506f25aaf3d2b85d" providerId="LiveId" clId="{A4D5521D-5051-4F46-920A-AA6FADD56EB0}" dt="2022-01-17T03:28:13.460" v="649" actId="47"/>
        <pc:sldMkLst>
          <pc:docMk/>
          <pc:sldMk cId="141434675" sldId="284"/>
        </pc:sldMkLst>
      </pc:sldChg>
      <pc:sldChg chg="modSp mod setBg">
        <pc:chgData name="michael simeoni" userId="506f25aaf3d2b85d" providerId="LiveId" clId="{A4D5521D-5051-4F46-920A-AA6FADD56EB0}" dt="2022-01-17T02:21:02.029" v="156" actId="207"/>
        <pc:sldMkLst>
          <pc:docMk/>
          <pc:sldMk cId="635768104" sldId="289"/>
        </pc:sldMkLst>
        <pc:spChg chg="mod">
          <ac:chgData name="michael simeoni" userId="506f25aaf3d2b85d" providerId="LiveId" clId="{A4D5521D-5051-4F46-920A-AA6FADD56EB0}" dt="2022-01-17T02:21:02.029" v="156" actId="207"/>
          <ac:spMkLst>
            <pc:docMk/>
            <pc:sldMk cId="635768104" sldId="289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635768104" sldId="289"/>
            <ac:spMk id="3" creationId="{00000000-0000-0000-0000-000000000000}"/>
          </ac:spMkLst>
        </pc:spChg>
      </pc:sldChg>
      <pc:sldChg chg="del">
        <pc:chgData name="michael simeoni" userId="506f25aaf3d2b85d" providerId="LiveId" clId="{A4D5521D-5051-4F46-920A-AA6FADD56EB0}" dt="2022-01-17T04:30:00.206" v="1469" actId="47"/>
        <pc:sldMkLst>
          <pc:docMk/>
          <pc:sldMk cId="2526270293" sldId="290"/>
        </pc:sldMkLst>
      </pc:sldChg>
      <pc:sldChg chg="addSp delSp modSp mod ord setBg">
        <pc:chgData name="michael simeoni" userId="506f25aaf3d2b85d" providerId="LiveId" clId="{A4D5521D-5051-4F46-920A-AA6FADD56EB0}" dt="2022-01-17T02:33:52.427" v="159" actId="14100"/>
        <pc:sldMkLst>
          <pc:docMk/>
          <pc:sldMk cId="3139137514" sldId="291"/>
        </pc:sldMkLst>
        <pc:spChg chg="mod">
          <ac:chgData name="michael simeoni" userId="506f25aaf3d2b85d" providerId="LiveId" clId="{A4D5521D-5051-4F46-920A-AA6FADD56EB0}" dt="2022-01-17T02:20:47.555" v="153" actId="207"/>
          <ac:spMkLst>
            <pc:docMk/>
            <pc:sldMk cId="3139137514" sldId="291"/>
            <ac:spMk id="2" creationId="{00000000-0000-0000-0000-000000000000}"/>
          </ac:spMkLst>
        </pc:spChg>
        <pc:graphicFrameChg chg="add del mod">
          <ac:chgData name="michael simeoni" userId="506f25aaf3d2b85d" providerId="LiveId" clId="{A4D5521D-5051-4F46-920A-AA6FADD56EB0}" dt="2022-01-17T02:16:54.865" v="114"/>
          <ac:graphicFrameMkLst>
            <pc:docMk/>
            <pc:sldMk cId="3139137514" sldId="291"/>
            <ac:graphicFrameMk id="5" creationId="{13EED7E2-BDFA-458D-8D05-2F4AB633F5C3}"/>
          </ac:graphicFrameMkLst>
        </pc:graphicFrameChg>
        <pc:picChg chg="del mod modCrop">
          <ac:chgData name="michael simeoni" userId="506f25aaf3d2b85d" providerId="LiveId" clId="{A4D5521D-5051-4F46-920A-AA6FADD56EB0}" dt="2022-01-17T02:07:48.727" v="95" actId="478"/>
          <ac:picMkLst>
            <pc:docMk/>
            <pc:sldMk cId="3139137514" sldId="291"/>
            <ac:picMk id="3" creationId="{1AD2B743-30DE-48D0-984A-1CAFE1CD51FB}"/>
          </ac:picMkLst>
        </pc:picChg>
        <pc:picChg chg="del">
          <ac:chgData name="michael simeoni" userId="506f25aaf3d2b85d" providerId="LiveId" clId="{A4D5521D-5051-4F46-920A-AA6FADD56EB0}" dt="2022-01-17T02:05:36.108" v="65" actId="478"/>
          <ac:picMkLst>
            <pc:docMk/>
            <pc:sldMk cId="3139137514" sldId="291"/>
            <ac:picMk id="4" creationId="{403AD971-88D1-4008-A6A3-651AED787CE3}"/>
          </ac:picMkLst>
        </pc:picChg>
        <pc:picChg chg="del mod modCrop">
          <ac:chgData name="michael simeoni" userId="506f25aaf3d2b85d" providerId="LiveId" clId="{A4D5521D-5051-4F46-920A-AA6FADD56EB0}" dt="2022-01-17T02:33:33.546" v="157" actId="478"/>
          <ac:picMkLst>
            <pc:docMk/>
            <pc:sldMk cId="3139137514" sldId="291"/>
            <ac:picMk id="6" creationId="{D666DB3C-B797-4504-930E-2F9CEC427AC0}"/>
          </ac:picMkLst>
        </pc:picChg>
        <pc:picChg chg="mod">
          <ac:chgData name="michael simeoni" userId="506f25aaf3d2b85d" providerId="LiveId" clId="{A4D5521D-5051-4F46-920A-AA6FADD56EB0}" dt="2022-01-17T02:33:52.427" v="159" actId="14100"/>
          <ac:picMkLst>
            <pc:docMk/>
            <pc:sldMk cId="3139137514" sldId="291"/>
            <ac:picMk id="7" creationId="{CD45D6B0-048B-4FFE-88EC-61EFF3EBF04F}"/>
          </ac:picMkLst>
        </pc:picChg>
      </pc:sldChg>
      <pc:sldChg chg="modSp mod">
        <pc:chgData name="michael simeoni" userId="506f25aaf3d2b85d" providerId="LiveId" clId="{A4D5521D-5051-4F46-920A-AA6FADD56EB0}" dt="2022-01-17T04:30:35.341" v="1474" actId="20577"/>
        <pc:sldMkLst>
          <pc:docMk/>
          <pc:sldMk cId="2689500957" sldId="292"/>
        </pc:sldMkLst>
        <pc:spChg chg="mod">
          <ac:chgData name="michael simeoni" userId="506f25aaf3d2b85d" providerId="LiveId" clId="{A4D5521D-5051-4F46-920A-AA6FADD56EB0}" dt="2022-01-17T03:19:36.194" v="406" actId="20577"/>
          <ac:spMkLst>
            <pc:docMk/>
            <pc:sldMk cId="2689500957" sldId="292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4:30:35.341" v="1474" actId="20577"/>
          <ac:spMkLst>
            <pc:docMk/>
            <pc:sldMk cId="2689500957" sldId="292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2318579169" sldId="293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318579169" sldId="293"/>
            <ac:spMk id="2" creationId="{E2C72CA2-0120-4385-88B4-46038046C8BA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318579169" sldId="293"/>
            <ac:spMk id="3" creationId="{A217D22F-3B2F-4799-B816-FCBB4D833CF0}"/>
          </ac:spMkLst>
        </pc:spChg>
      </pc:sldChg>
      <pc:sldChg chg="addSp delSp modSp add mod">
        <pc:chgData name="michael simeoni" userId="506f25aaf3d2b85d" providerId="LiveId" clId="{A4D5521D-5051-4F46-920A-AA6FADD56EB0}" dt="2022-01-17T04:30:17.780" v="1470" actId="478"/>
        <pc:sldMkLst>
          <pc:docMk/>
          <pc:sldMk cId="1143406842" sldId="294"/>
        </pc:sldMkLst>
        <pc:spChg chg="add del">
          <ac:chgData name="michael simeoni" userId="506f25aaf3d2b85d" providerId="LiveId" clId="{A4D5521D-5051-4F46-920A-AA6FADD56EB0}" dt="2022-01-17T04:30:17.780" v="1470" actId="478"/>
          <ac:spMkLst>
            <pc:docMk/>
            <pc:sldMk cId="1143406842" sldId="294"/>
            <ac:spMk id="5" creationId="{71C51214-8E48-4377-8687-F757E5024B91}"/>
          </ac:spMkLst>
        </pc:spChg>
        <pc:picChg chg="mod">
          <ac:chgData name="michael simeoni" userId="506f25aaf3d2b85d" providerId="LiveId" clId="{A4D5521D-5051-4F46-920A-AA6FADD56EB0}" dt="2022-01-17T02:34:15.096" v="160" actId="1076"/>
          <ac:picMkLst>
            <pc:docMk/>
            <pc:sldMk cId="1143406842" sldId="294"/>
            <ac:picMk id="3" creationId="{1AD2B743-30DE-48D0-984A-1CAFE1CD51FB}"/>
          </ac:picMkLst>
        </pc:picChg>
      </pc:sldChg>
      <pc:sldChg chg="new del">
        <pc:chgData name="michael simeoni" userId="506f25aaf3d2b85d" providerId="LiveId" clId="{A4D5521D-5051-4F46-920A-AA6FADD56EB0}" dt="2022-01-17T02:36:20.053" v="166" actId="47"/>
        <pc:sldMkLst>
          <pc:docMk/>
          <pc:sldMk cId="2221631210" sldId="295"/>
        </pc:sldMkLst>
      </pc:sldChg>
      <pc:sldChg chg="modSp new mod">
        <pc:chgData name="michael simeoni" userId="506f25aaf3d2b85d" providerId="LiveId" clId="{A4D5521D-5051-4F46-920A-AA6FADD56EB0}" dt="2022-01-17T04:30:26.141" v="1472" actId="14100"/>
        <pc:sldMkLst>
          <pc:docMk/>
          <pc:sldMk cId="2475486054" sldId="295"/>
        </pc:sldMkLst>
        <pc:spChg chg="mod">
          <ac:chgData name="michael simeoni" userId="506f25aaf3d2b85d" providerId="LiveId" clId="{A4D5521D-5051-4F46-920A-AA6FADD56EB0}" dt="2022-01-17T03:18:07.517" v="386" actId="2711"/>
          <ac:spMkLst>
            <pc:docMk/>
            <pc:sldMk cId="2475486054" sldId="295"/>
            <ac:spMk id="2" creationId="{00FB17CE-471E-43C4-A09A-70A7DB0856BD}"/>
          </ac:spMkLst>
        </pc:spChg>
        <pc:spChg chg="mod">
          <ac:chgData name="michael simeoni" userId="506f25aaf3d2b85d" providerId="LiveId" clId="{A4D5521D-5051-4F46-920A-AA6FADD56EB0}" dt="2022-01-17T04:30:26.141" v="1472" actId="14100"/>
          <ac:spMkLst>
            <pc:docMk/>
            <pc:sldMk cId="2475486054" sldId="295"/>
            <ac:spMk id="3" creationId="{3F62B22A-228D-4BB0-A2D6-37E97D9F0432}"/>
          </ac:spMkLst>
        </pc:spChg>
      </pc:sldChg>
      <pc:sldChg chg="modSp add mod">
        <pc:chgData name="michael simeoni" userId="506f25aaf3d2b85d" providerId="LiveId" clId="{A4D5521D-5051-4F46-920A-AA6FADD56EB0}" dt="2022-01-17T03:21:27.306" v="457" actId="20577"/>
        <pc:sldMkLst>
          <pc:docMk/>
          <pc:sldMk cId="583492777" sldId="296"/>
        </pc:sldMkLst>
        <pc:spChg chg="mod">
          <ac:chgData name="michael simeoni" userId="506f25aaf3d2b85d" providerId="LiveId" clId="{A4D5521D-5051-4F46-920A-AA6FADD56EB0}" dt="2022-01-17T03:21:27.306" v="457" actId="20577"/>
          <ac:spMkLst>
            <pc:docMk/>
            <pc:sldMk cId="583492777" sldId="296"/>
            <ac:spMk id="3" creationId="{00000000-0000-0000-0000-000000000000}"/>
          </ac:spMkLst>
        </pc:spChg>
      </pc:sldChg>
      <pc:sldChg chg="modSp add mod">
        <pc:chgData name="michael simeoni" userId="506f25aaf3d2b85d" providerId="LiveId" clId="{A4D5521D-5051-4F46-920A-AA6FADD56EB0}" dt="2022-01-17T03:22:54.108" v="490" actId="6549"/>
        <pc:sldMkLst>
          <pc:docMk/>
          <pc:sldMk cId="397463598" sldId="297"/>
        </pc:sldMkLst>
        <pc:spChg chg="mod">
          <ac:chgData name="michael simeoni" userId="506f25aaf3d2b85d" providerId="LiveId" clId="{A4D5521D-5051-4F46-920A-AA6FADD56EB0}" dt="2022-01-17T03:22:54.108" v="490" actId="6549"/>
          <ac:spMkLst>
            <pc:docMk/>
            <pc:sldMk cId="397463598" sldId="297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3:22:46.740" v="489" actId="1076"/>
          <ac:spMkLst>
            <pc:docMk/>
            <pc:sldMk cId="397463598" sldId="297"/>
            <ac:spMk id="3" creationId="{00000000-0000-0000-0000-000000000000}"/>
          </ac:spMkLst>
        </pc:spChg>
      </pc:sldChg>
      <pc:sldChg chg="modSp add mod modAnim">
        <pc:chgData name="michael simeoni" userId="506f25aaf3d2b85d" providerId="LiveId" clId="{A4D5521D-5051-4F46-920A-AA6FADD56EB0}" dt="2022-01-17T03:27:49.002" v="642" actId="1076"/>
        <pc:sldMkLst>
          <pc:docMk/>
          <pc:sldMk cId="3564493958" sldId="298"/>
        </pc:sldMkLst>
        <pc:spChg chg="mod">
          <ac:chgData name="michael simeoni" userId="506f25aaf3d2b85d" providerId="LiveId" clId="{A4D5521D-5051-4F46-920A-AA6FADD56EB0}" dt="2022-01-17T03:27:49.002" v="642" actId="1076"/>
          <ac:spMkLst>
            <pc:docMk/>
            <pc:sldMk cId="3564493958" sldId="298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3:27:33.414" v="640" actId="113"/>
          <ac:spMkLst>
            <pc:docMk/>
            <pc:sldMk cId="3564493958" sldId="298"/>
            <ac:spMk id="3" creationId="{00000000-0000-0000-0000-000000000000}"/>
          </ac:spMkLst>
        </pc:spChg>
      </pc:sldChg>
      <pc:sldChg chg="add">
        <pc:chgData name="michael simeoni" userId="506f25aaf3d2b85d" providerId="LiveId" clId="{A4D5521D-5051-4F46-920A-AA6FADD56EB0}" dt="2022-01-17T03:19:11.106" v="392"/>
        <pc:sldMkLst>
          <pc:docMk/>
          <pc:sldMk cId="2459509398" sldId="299"/>
        </pc:sldMkLst>
      </pc:sldChg>
      <pc:sldChg chg="modSp new mod">
        <pc:chgData name="michael simeoni" userId="506f25aaf3d2b85d" providerId="LiveId" clId="{A4D5521D-5051-4F46-920A-AA6FADD56EB0}" dt="2022-01-17T04:02:27.898" v="1175" actId="255"/>
        <pc:sldMkLst>
          <pc:docMk/>
          <pc:sldMk cId="1810625313" sldId="300"/>
        </pc:sldMkLst>
        <pc:spChg chg="mod">
          <ac:chgData name="michael simeoni" userId="506f25aaf3d2b85d" providerId="LiveId" clId="{A4D5521D-5051-4F46-920A-AA6FADD56EB0}" dt="2022-01-17T03:30:56.509" v="668" actId="1076"/>
          <ac:spMkLst>
            <pc:docMk/>
            <pc:sldMk cId="1810625313" sldId="300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02:27.898" v="1175" actId="255"/>
          <ac:spMkLst>
            <pc:docMk/>
            <pc:sldMk cId="1810625313" sldId="300"/>
            <ac:spMk id="3" creationId="{20B6ADFB-DF5B-4DAC-B2C1-0F8B4077114C}"/>
          </ac:spMkLst>
        </pc:spChg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237042278" sldId="301"/>
        </pc:sldMkLst>
      </pc:sldChg>
      <pc:sldChg chg="modSp add mod">
        <pc:chgData name="michael simeoni" userId="506f25aaf3d2b85d" providerId="LiveId" clId="{A4D5521D-5051-4F46-920A-AA6FADD56EB0}" dt="2022-01-17T04:02:10.950" v="1172" actId="255"/>
        <pc:sldMkLst>
          <pc:docMk/>
          <pc:sldMk cId="1445262448" sldId="301"/>
        </pc:sldMkLst>
        <pc:spChg chg="mod">
          <ac:chgData name="michael simeoni" userId="506f25aaf3d2b85d" providerId="LiveId" clId="{A4D5521D-5051-4F46-920A-AA6FADD56EB0}" dt="2022-01-17T03:36:40.511" v="874" actId="6549"/>
          <ac:spMkLst>
            <pc:docMk/>
            <pc:sldMk cId="1445262448" sldId="301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02:10.950" v="1172" actId="255"/>
          <ac:spMkLst>
            <pc:docMk/>
            <pc:sldMk cId="1445262448" sldId="301"/>
            <ac:spMk id="3" creationId="{20B6ADFB-DF5B-4DAC-B2C1-0F8B4077114C}"/>
          </ac:spMkLst>
        </pc:spChg>
      </pc:sldChg>
      <pc:sldChg chg="modSp add mod ord">
        <pc:chgData name="michael simeoni" userId="506f25aaf3d2b85d" providerId="LiveId" clId="{A4D5521D-5051-4F46-920A-AA6FADD56EB0}" dt="2022-01-17T04:02:37.417" v="1176" actId="255"/>
        <pc:sldMkLst>
          <pc:docMk/>
          <pc:sldMk cId="1098419676" sldId="302"/>
        </pc:sldMkLst>
        <pc:spChg chg="mod">
          <ac:chgData name="michael simeoni" userId="506f25aaf3d2b85d" providerId="LiveId" clId="{A4D5521D-5051-4F46-920A-AA6FADD56EB0}" dt="2022-01-17T03:43:44.066" v="1008" actId="14100"/>
          <ac:spMkLst>
            <pc:docMk/>
            <pc:sldMk cId="1098419676" sldId="302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02:37.417" v="1176" actId="255"/>
          <ac:spMkLst>
            <pc:docMk/>
            <pc:sldMk cId="1098419676" sldId="302"/>
            <ac:spMk id="3" creationId="{20B6ADFB-DF5B-4DAC-B2C1-0F8B4077114C}"/>
          </ac:spMkLst>
        </pc:spChg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1630840379" sldId="302"/>
        </pc:sldMkLst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206432291" sldId="303"/>
        </pc:sldMkLst>
      </pc:sldChg>
      <pc:sldChg chg="modSp add mod ord">
        <pc:chgData name="michael simeoni" userId="506f25aaf3d2b85d" providerId="LiveId" clId="{A4D5521D-5051-4F46-920A-AA6FADD56EB0}" dt="2022-01-17T04:02:21.159" v="1174" actId="20577"/>
        <pc:sldMkLst>
          <pc:docMk/>
          <pc:sldMk cId="1759964801" sldId="303"/>
        </pc:sldMkLst>
        <pc:spChg chg="mod">
          <ac:chgData name="michael simeoni" userId="506f25aaf3d2b85d" providerId="LiveId" clId="{A4D5521D-5051-4F46-920A-AA6FADD56EB0}" dt="2022-01-17T03:36:27.348" v="858" actId="20577"/>
          <ac:spMkLst>
            <pc:docMk/>
            <pc:sldMk cId="1759964801" sldId="303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02:21.159" v="1174" actId="20577"/>
          <ac:spMkLst>
            <pc:docMk/>
            <pc:sldMk cId="1759964801" sldId="303"/>
            <ac:spMk id="3" creationId="{20B6ADFB-DF5B-4DAC-B2C1-0F8B4077114C}"/>
          </ac:spMkLst>
        </pc:spChg>
      </pc:sldChg>
      <pc:sldChg chg="modSp add mod">
        <pc:chgData name="michael simeoni" userId="506f25aaf3d2b85d" providerId="LiveId" clId="{A4D5521D-5051-4F46-920A-AA6FADD56EB0}" dt="2022-01-17T04:02:46.030" v="1177" actId="255"/>
        <pc:sldMkLst>
          <pc:docMk/>
          <pc:sldMk cId="2899707086" sldId="304"/>
        </pc:sldMkLst>
        <pc:spChg chg="mod">
          <ac:chgData name="michael simeoni" userId="506f25aaf3d2b85d" providerId="LiveId" clId="{A4D5521D-5051-4F46-920A-AA6FADD56EB0}" dt="2022-01-17T03:45:04.807" v="1027" actId="20577"/>
          <ac:spMkLst>
            <pc:docMk/>
            <pc:sldMk cId="2899707086" sldId="304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02:46.030" v="1177" actId="255"/>
          <ac:spMkLst>
            <pc:docMk/>
            <pc:sldMk cId="2899707086" sldId="304"/>
            <ac:spMk id="3" creationId="{20B6ADFB-DF5B-4DAC-B2C1-0F8B4077114C}"/>
          </ac:spMkLst>
        </pc:spChg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4142647531" sldId="304"/>
        </pc:sldMkLst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456141743" sldId="305"/>
        </pc:sldMkLst>
      </pc:sldChg>
      <pc:sldChg chg="modSp add del mod">
        <pc:chgData name="michael simeoni" userId="506f25aaf3d2b85d" providerId="LiveId" clId="{A4D5521D-5051-4F46-920A-AA6FADD56EB0}" dt="2022-01-17T04:15:54.406" v="1305" actId="47"/>
        <pc:sldMkLst>
          <pc:docMk/>
          <pc:sldMk cId="969680297" sldId="305"/>
        </pc:sldMkLst>
        <pc:spChg chg="mod">
          <ac:chgData name="michael simeoni" userId="506f25aaf3d2b85d" providerId="LiveId" clId="{A4D5521D-5051-4F46-920A-AA6FADD56EB0}" dt="2022-01-17T03:49:31.159" v="1148" actId="14100"/>
          <ac:spMkLst>
            <pc:docMk/>
            <pc:sldMk cId="969680297" sldId="305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3:51:27.302" v="1171" actId="1076"/>
          <ac:spMkLst>
            <pc:docMk/>
            <pc:sldMk cId="969680297" sldId="305"/>
            <ac:spMk id="3" creationId="{20B6ADFB-DF5B-4DAC-B2C1-0F8B4077114C}"/>
          </ac:spMkLst>
        </pc:spChg>
      </pc:sldChg>
      <pc:sldChg chg="modSp add mod ord">
        <pc:chgData name="michael simeoni" userId="506f25aaf3d2b85d" providerId="LiveId" clId="{A4D5521D-5051-4F46-920A-AA6FADD56EB0}" dt="2022-01-17T04:15:40.493" v="1304" actId="20577"/>
        <pc:sldMkLst>
          <pc:docMk/>
          <pc:sldMk cId="3082013676" sldId="306"/>
        </pc:sldMkLst>
        <pc:spChg chg="mod">
          <ac:chgData name="michael simeoni" userId="506f25aaf3d2b85d" providerId="LiveId" clId="{A4D5521D-5051-4F46-920A-AA6FADD56EB0}" dt="2022-01-17T04:11:38.840" v="1201" actId="20577"/>
          <ac:spMkLst>
            <pc:docMk/>
            <pc:sldMk cId="3082013676" sldId="306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15:40.493" v="1304" actId="20577"/>
          <ac:spMkLst>
            <pc:docMk/>
            <pc:sldMk cId="3082013676" sldId="306"/>
            <ac:spMk id="3" creationId="{20B6ADFB-DF5B-4DAC-B2C1-0F8B4077114C}"/>
          </ac:spMkLst>
        </pc:spChg>
      </pc:sldChg>
      <pc:sldChg chg="modSp add mod">
        <pc:chgData name="michael simeoni" userId="506f25aaf3d2b85d" providerId="LiveId" clId="{A4D5521D-5051-4F46-920A-AA6FADD56EB0}" dt="2022-01-17T04:23:05.229" v="1388" actId="14100"/>
        <pc:sldMkLst>
          <pc:docMk/>
          <pc:sldMk cId="3375072575" sldId="307"/>
        </pc:sldMkLst>
        <pc:spChg chg="mod">
          <ac:chgData name="michael simeoni" userId="506f25aaf3d2b85d" providerId="LiveId" clId="{A4D5521D-5051-4F46-920A-AA6FADD56EB0}" dt="2022-01-17T04:22:51.943" v="1384" actId="14100"/>
          <ac:spMkLst>
            <pc:docMk/>
            <pc:sldMk cId="3375072575" sldId="307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22:56.095" v="1386" actId="1076"/>
          <ac:spMkLst>
            <pc:docMk/>
            <pc:sldMk cId="3375072575" sldId="307"/>
            <ac:spMk id="3" creationId="{20B6ADFB-DF5B-4DAC-B2C1-0F8B4077114C}"/>
          </ac:spMkLst>
        </pc:spChg>
        <pc:picChg chg="mod">
          <ac:chgData name="michael simeoni" userId="506f25aaf3d2b85d" providerId="LiveId" clId="{A4D5521D-5051-4F46-920A-AA6FADD56EB0}" dt="2022-01-17T04:23:05.229" v="1388" actId="14100"/>
          <ac:picMkLst>
            <pc:docMk/>
            <pc:sldMk cId="3375072575" sldId="307"/>
            <ac:picMk id="4" creationId="{19F53A4B-5213-4971-A75E-555A054F38FA}"/>
          </ac:picMkLst>
        </pc:picChg>
      </pc:sldChg>
      <pc:sldChg chg="modSp add mod">
        <pc:chgData name="michael simeoni" userId="506f25aaf3d2b85d" providerId="LiveId" clId="{A4D5521D-5051-4F46-920A-AA6FADD56EB0}" dt="2022-01-17T04:24:01.342" v="1404" actId="20577"/>
        <pc:sldMkLst>
          <pc:docMk/>
          <pc:sldMk cId="1662218990" sldId="308"/>
        </pc:sldMkLst>
        <pc:spChg chg="mod">
          <ac:chgData name="michael simeoni" userId="506f25aaf3d2b85d" providerId="LiveId" clId="{A4D5521D-5051-4F46-920A-AA6FADD56EB0}" dt="2022-01-17T04:23:56.021" v="1401" actId="20577"/>
          <ac:spMkLst>
            <pc:docMk/>
            <pc:sldMk cId="1662218990" sldId="308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4:24:01.342" v="1404" actId="20577"/>
          <ac:spMkLst>
            <pc:docMk/>
            <pc:sldMk cId="1662218990" sldId="308"/>
            <ac:spMk id="3" creationId="{20B6ADFB-DF5B-4DAC-B2C1-0F8B4077114C}"/>
          </ac:spMkLst>
        </pc:spChg>
      </pc:sldChg>
      <pc:sldChg chg="delSp modSp add mod">
        <pc:chgData name="michael simeoni" userId="506f25aaf3d2b85d" providerId="LiveId" clId="{A4D5521D-5051-4F46-920A-AA6FADD56EB0}" dt="2022-01-17T04:47:45.558" v="1475" actId="1076"/>
        <pc:sldMkLst>
          <pc:docMk/>
          <pc:sldMk cId="4247488491" sldId="309"/>
        </pc:sldMkLst>
        <pc:spChg chg="mod">
          <ac:chgData name="michael simeoni" userId="506f25aaf3d2b85d" providerId="LiveId" clId="{A4D5521D-5051-4F46-920A-AA6FADD56EB0}" dt="2022-01-17T04:47:45.558" v="1475" actId="1076"/>
          <ac:spMkLst>
            <pc:docMk/>
            <pc:sldMk cId="4247488491" sldId="309"/>
            <ac:spMk id="3" creationId="{20B6ADFB-DF5B-4DAC-B2C1-0F8B4077114C}"/>
          </ac:spMkLst>
        </pc:spChg>
        <pc:picChg chg="del">
          <ac:chgData name="michael simeoni" userId="506f25aaf3d2b85d" providerId="LiveId" clId="{A4D5521D-5051-4F46-920A-AA6FADD56EB0}" dt="2022-01-17T04:24:16.419" v="1406" actId="478"/>
          <ac:picMkLst>
            <pc:docMk/>
            <pc:sldMk cId="4247488491" sldId="309"/>
            <ac:picMk id="4" creationId="{19F53A4B-5213-4971-A75E-555A054F38FA}"/>
          </ac:picMkLst>
        </pc:picChg>
      </pc:sldChg>
      <pc:sldMasterChg chg="setBg modSldLayout">
        <pc:chgData name="michael simeoni" userId="506f25aaf3d2b85d" providerId="LiveId" clId="{A4D5521D-5051-4F46-920A-AA6FADD56EB0}" dt="2022-01-17T02:20:03.055" v="149"/>
        <pc:sldMasterMkLst>
          <pc:docMk/>
          <pc:sldMasterMk cId="0" sldId="2147483648"/>
        </pc:sldMasterMkLst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310330983" sldId="2147483650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73512344" sldId="2147483651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3509326500" sldId="2147483652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42476102" sldId="2147483653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886015121" sldId="2147483654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1402379198" sldId="2147483655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550632872" sldId="2147483656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3897466121" sldId="2147483657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04836106" sldId="2147483658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649569496" sldId="2147483659"/>
          </pc:sldLayoutMkLst>
        </pc:sldLayoutChg>
      </pc:sldMasterChg>
      <pc:sldMasterChg chg="setBg modSldLayout">
        <pc:chgData name="michael simeoni" userId="506f25aaf3d2b85d" providerId="LiveId" clId="{A4D5521D-5051-4F46-920A-AA6FADD56EB0}" dt="2022-01-17T02:20:03.055" v="149"/>
        <pc:sldMasterMkLst>
          <pc:docMk/>
          <pc:sldMasterMk cId="0" sldId="2147483708"/>
        </pc:sldMasterMkLst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09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0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1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2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3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4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5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6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7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8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9"/>
          </pc:sldLayoutMkLst>
        </pc:sldLayoutChg>
      </pc:sldMasterChg>
    </pc:docChg>
  </pc:docChgLst>
  <pc:docChgLst>
    <pc:chgData name="michael simeoni" userId="506f25aaf3d2b85d" providerId="LiveId" clId="{1E86A00B-69BC-4041-AD6B-C028099DA934}"/>
    <pc:docChg chg="undo custSel addSld delSld modSld sldOrd">
      <pc:chgData name="michael simeoni" userId="506f25aaf3d2b85d" providerId="LiveId" clId="{1E86A00B-69BC-4041-AD6B-C028099DA934}" dt="2022-02-01T11:11:48.433" v="1285" actId="14100"/>
      <pc:docMkLst>
        <pc:docMk/>
      </pc:docMkLst>
      <pc:sldChg chg="addSp delSp modSp mod">
        <pc:chgData name="michael simeoni" userId="506f25aaf3d2b85d" providerId="LiveId" clId="{1E86A00B-69BC-4041-AD6B-C028099DA934}" dt="2022-01-30T06:15:28.554" v="1216" actId="478"/>
        <pc:sldMkLst>
          <pc:docMk/>
          <pc:sldMk cId="1315221385" sldId="256"/>
        </pc:sldMkLst>
        <pc:spChg chg="mod">
          <ac:chgData name="michael simeoni" userId="506f25aaf3d2b85d" providerId="LiveId" clId="{1E86A00B-69BC-4041-AD6B-C028099DA934}" dt="2022-01-17T04:51:29.067" v="6" actId="1076"/>
          <ac:spMkLst>
            <pc:docMk/>
            <pc:sldMk cId="1315221385" sldId="256"/>
            <ac:spMk id="2" creationId="{00000000-0000-0000-0000-000000000000}"/>
          </ac:spMkLst>
        </pc:spChg>
        <pc:spChg chg="del">
          <ac:chgData name="michael simeoni" userId="506f25aaf3d2b85d" providerId="LiveId" clId="{1E86A00B-69BC-4041-AD6B-C028099DA934}" dt="2022-01-30T06:15:28.554" v="1216" actId="478"/>
          <ac:spMkLst>
            <pc:docMk/>
            <pc:sldMk cId="1315221385" sldId="256"/>
            <ac:spMk id="3" creationId="{00000000-0000-0000-0000-000000000000}"/>
          </ac:spMkLst>
        </pc:spChg>
        <pc:spChg chg="add mod">
          <ac:chgData name="michael simeoni" userId="506f25aaf3d2b85d" providerId="LiveId" clId="{1E86A00B-69BC-4041-AD6B-C028099DA934}" dt="2022-01-30T06:15:28.554" v="1216" actId="478"/>
          <ac:spMkLst>
            <pc:docMk/>
            <pc:sldMk cId="1315221385" sldId="256"/>
            <ac:spMk id="5" creationId="{C2740A36-9FFD-4D84-A330-8552E99ABCD4}"/>
          </ac:spMkLst>
        </pc:spChg>
      </pc:sldChg>
      <pc:sldChg chg="delSp modSp add del mod">
        <pc:chgData name="michael simeoni" userId="506f25aaf3d2b85d" providerId="LiveId" clId="{1E86A00B-69BC-4041-AD6B-C028099DA934}" dt="2022-01-17T07:03:47.772" v="488" actId="47"/>
        <pc:sldMkLst>
          <pc:docMk/>
          <pc:sldMk cId="0" sldId="272"/>
        </pc:sldMkLst>
        <pc:spChg chg="mod">
          <ac:chgData name="michael simeoni" userId="506f25aaf3d2b85d" providerId="LiveId" clId="{1E86A00B-69BC-4041-AD6B-C028099DA934}" dt="2022-01-17T06:57:00.617" v="315" actId="122"/>
          <ac:spMkLst>
            <pc:docMk/>
            <pc:sldMk cId="0" sldId="272"/>
            <ac:spMk id="5122" creationId="{C76DA26F-604C-4428-92D5-326E2B266DC6}"/>
          </ac:spMkLst>
        </pc:spChg>
        <pc:spChg chg="mod">
          <ac:chgData name="michael simeoni" userId="506f25aaf3d2b85d" providerId="LiveId" clId="{1E86A00B-69BC-4041-AD6B-C028099DA934}" dt="2022-01-17T06:57:07.516" v="317" actId="14100"/>
          <ac:spMkLst>
            <pc:docMk/>
            <pc:sldMk cId="0" sldId="272"/>
            <ac:spMk id="5123" creationId="{F6C1A4F9-8DA6-4628-BD70-598328BA84C8}"/>
          </ac:spMkLst>
        </pc:spChg>
        <pc:picChg chg="del mod">
          <ac:chgData name="michael simeoni" userId="506f25aaf3d2b85d" providerId="LiveId" clId="{1E86A00B-69BC-4041-AD6B-C028099DA934}" dt="2022-01-17T07:03:41.022" v="486" actId="21"/>
          <ac:picMkLst>
            <pc:docMk/>
            <pc:sldMk cId="0" sldId="272"/>
            <ac:picMk id="3076" creationId="{67130806-B5F2-4236-9D33-508E0192D2CE}"/>
          </ac:picMkLst>
        </pc:picChg>
        <pc:picChg chg="del mod">
          <ac:chgData name="michael simeoni" userId="506f25aaf3d2b85d" providerId="LiveId" clId="{1E86A00B-69BC-4041-AD6B-C028099DA934}" dt="2022-01-17T07:03:41.022" v="486" actId="21"/>
          <ac:picMkLst>
            <pc:docMk/>
            <pc:sldMk cId="0" sldId="272"/>
            <ac:picMk id="3077" creationId="{C398D036-2F9A-4374-989A-F54ACF8D4B53}"/>
          </ac:picMkLst>
        </pc:picChg>
      </pc:sldChg>
      <pc:sldChg chg="addSp modSp add del mod ord modTransition modNotes">
        <pc:chgData name="michael simeoni" userId="506f25aaf3d2b85d" providerId="LiveId" clId="{1E86A00B-69BC-4041-AD6B-C028099DA934}" dt="2022-01-30T06:17:13.094" v="1220" actId="1076"/>
        <pc:sldMkLst>
          <pc:docMk/>
          <pc:sldMk cId="0" sldId="273"/>
        </pc:sldMkLst>
        <pc:spChg chg="mod">
          <ac:chgData name="michael simeoni" userId="506f25aaf3d2b85d" providerId="LiveId" clId="{1E86A00B-69BC-4041-AD6B-C028099DA934}" dt="2022-01-17T07:12:22.195" v="581" actId="20577"/>
          <ac:spMkLst>
            <pc:docMk/>
            <pc:sldMk cId="0" sldId="273"/>
            <ac:spMk id="7170" creationId="{F44B2B6E-8F19-49C9-89C5-5D7201921D87}"/>
          </ac:spMkLst>
        </pc:spChg>
        <pc:spChg chg="mod">
          <ac:chgData name="michael simeoni" userId="506f25aaf3d2b85d" providerId="LiveId" clId="{1E86A00B-69BC-4041-AD6B-C028099DA934}" dt="2022-01-30T06:17:13.094" v="1220" actId="1076"/>
          <ac:spMkLst>
            <pc:docMk/>
            <pc:sldMk cId="0" sldId="273"/>
            <ac:spMk id="7171" creationId="{C196AFF1-0459-41D2-8922-5A16A931167C}"/>
          </ac:spMkLst>
        </pc:spChg>
        <pc:picChg chg="add mod">
          <ac:chgData name="michael simeoni" userId="506f25aaf3d2b85d" providerId="LiveId" clId="{1E86A00B-69BC-4041-AD6B-C028099DA934}" dt="2022-01-17T07:04:40.815" v="505" actId="14100"/>
          <ac:picMkLst>
            <pc:docMk/>
            <pc:sldMk cId="0" sldId="273"/>
            <ac:picMk id="4" creationId="{D9B3A88B-124B-45B7-8D1D-D1639F69763F}"/>
          </ac:picMkLst>
        </pc:picChg>
        <pc:picChg chg="add mod">
          <ac:chgData name="michael simeoni" userId="506f25aaf3d2b85d" providerId="LiveId" clId="{1E86A00B-69BC-4041-AD6B-C028099DA934}" dt="2022-01-17T07:04:22.639" v="502" actId="1076"/>
          <ac:picMkLst>
            <pc:docMk/>
            <pc:sldMk cId="0" sldId="273"/>
            <ac:picMk id="5" creationId="{A08AA82B-335F-491D-9E10-98EFF9566214}"/>
          </ac:picMkLst>
        </pc:picChg>
      </pc:sldChg>
      <pc:sldChg chg="add del ord modNotes">
        <pc:chgData name="michael simeoni" userId="506f25aaf3d2b85d" providerId="LiveId" clId="{1E86A00B-69BC-4041-AD6B-C028099DA934}" dt="2022-01-17T07:22:08.588" v="896"/>
        <pc:sldMkLst>
          <pc:docMk/>
          <pc:sldMk cId="0" sldId="274"/>
        </pc:sldMkLst>
      </pc:sldChg>
      <pc:sldChg chg="modSp add del modTransition modNotes">
        <pc:chgData name="michael simeoni" userId="506f25aaf3d2b85d" providerId="LiveId" clId="{1E86A00B-69BC-4041-AD6B-C028099DA934}" dt="2022-01-17T07:56:29.909" v="1196" actId="14100"/>
        <pc:sldMkLst>
          <pc:docMk/>
          <pc:sldMk cId="0" sldId="275"/>
        </pc:sldMkLst>
        <pc:spChg chg="mod">
          <ac:chgData name="michael simeoni" userId="506f25aaf3d2b85d" providerId="LiveId" clId="{1E86A00B-69BC-4041-AD6B-C028099DA934}" dt="2022-01-17T07:56:29.909" v="1196" actId="14100"/>
          <ac:spMkLst>
            <pc:docMk/>
            <pc:sldMk cId="0" sldId="275"/>
            <ac:spMk id="11267" creationId="{858571E3-ACB0-426E-8527-34FA0965056C}"/>
          </ac:spMkLst>
        </pc:spChg>
      </pc:sldChg>
      <pc:sldChg chg="modSp add del modTransition modNotes">
        <pc:chgData name="michael simeoni" userId="506f25aaf3d2b85d" providerId="LiveId" clId="{1E86A00B-69BC-4041-AD6B-C028099DA934}" dt="2022-01-17T07:56:23.748" v="1194" actId="14100"/>
        <pc:sldMkLst>
          <pc:docMk/>
          <pc:sldMk cId="0" sldId="276"/>
        </pc:sldMkLst>
        <pc:spChg chg="mod">
          <ac:chgData name="michael simeoni" userId="506f25aaf3d2b85d" providerId="LiveId" clId="{1E86A00B-69BC-4041-AD6B-C028099DA934}" dt="2022-01-17T07:56:23.748" v="1194" actId="14100"/>
          <ac:spMkLst>
            <pc:docMk/>
            <pc:sldMk cId="0" sldId="276"/>
            <ac:spMk id="13315" creationId="{BB2E68F6-EEED-4644-A058-4F2983A7011A}"/>
          </ac:spMkLst>
        </pc:spChg>
      </pc:sldChg>
      <pc:sldChg chg="modSp add del modTransition modNotes">
        <pc:chgData name="michael simeoni" userId="506f25aaf3d2b85d" providerId="LiveId" clId="{1E86A00B-69BC-4041-AD6B-C028099DA934}" dt="2022-01-17T07:56:16.073" v="1192" actId="1076"/>
        <pc:sldMkLst>
          <pc:docMk/>
          <pc:sldMk cId="0" sldId="277"/>
        </pc:sldMkLst>
        <pc:spChg chg="mod">
          <ac:chgData name="michael simeoni" userId="506f25aaf3d2b85d" providerId="LiveId" clId="{1E86A00B-69BC-4041-AD6B-C028099DA934}" dt="2022-01-17T07:56:16.073" v="1192" actId="1076"/>
          <ac:spMkLst>
            <pc:docMk/>
            <pc:sldMk cId="0" sldId="277"/>
            <ac:spMk id="15362" creationId="{0613ED61-E6FD-4292-87E0-283BEEFEB1F4}"/>
          </ac:spMkLst>
        </pc:spChg>
      </pc:sldChg>
      <pc:sldChg chg="add del modTransition">
        <pc:chgData name="michael simeoni" userId="506f25aaf3d2b85d" providerId="LiveId" clId="{1E86A00B-69BC-4041-AD6B-C028099DA934}" dt="2022-01-17T04:53:54.371" v="73"/>
        <pc:sldMkLst>
          <pc:docMk/>
          <pc:sldMk cId="0" sldId="278"/>
        </pc:sldMkLst>
      </pc:sldChg>
      <pc:sldChg chg="add del modTransition">
        <pc:chgData name="michael simeoni" userId="506f25aaf3d2b85d" providerId="LiveId" clId="{1E86A00B-69BC-4041-AD6B-C028099DA934}" dt="2022-01-17T04:53:54.371" v="73"/>
        <pc:sldMkLst>
          <pc:docMk/>
          <pc:sldMk cId="0" sldId="279"/>
        </pc:sldMkLst>
      </pc:sldChg>
      <pc:sldChg chg="add del modTransition">
        <pc:chgData name="michael simeoni" userId="506f25aaf3d2b85d" providerId="LiveId" clId="{1E86A00B-69BC-4041-AD6B-C028099DA934}" dt="2022-01-17T04:53:54.371" v="73"/>
        <pc:sldMkLst>
          <pc:docMk/>
          <pc:sldMk cId="0" sldId="281"/>
        </pc:sldMkLst>
      </pc:sldChg>
      <pc:sldChg chg="modSp add del">
        <pc:chgData name="michael simeoni" userId="506f25aaf3d2b85d" providerId="LiveId" clId="{1E86A00B-69BC-4041-AD6B-C028099DA934}" dt="2022-02-01T11:11:48.433" v="1285" actId="14100"/>
        <pc:sldMkLst>
          <pc:docMk/>
          <pc:sldMk cId="0" sldId="282"/>
        </pc:sldMkLst>
        <pc:spChg chg="mod">
          <ac:chgData name="michael simeoni" userId="506f25aaf3d2b85d" providerId="LiveId" clId="{1E86A00B-69BC-4041-AD6B-C028099DA934}" dt="2022-02-01T11:11:48.433" v="1285" actId="14100"/>
          <ac:spMkLst>
            <pc:docMk/>
            <pc:sldMk cId="0" sldId="282"/>
            <ac:spMk id="6146" creationId="{3A068054-BE19-453E-B1D9-89B4B01F48BC}"/>
          </ac:spMkLst>
        </pc:spChg>
        <pc:picChg chg="mod">
          <ac:chgData name="michael simeoni" userId="506f25aaf3d2b85d" providerId="LiveId" clId="{1E86A00B-69BC-4041-AD6B-C028099DA934}" dt="2022-01-17T04:55:43.078" v="82" actId="14100"/>
          <ac:picMkLst>
            <pc:docMk/>
            <pc:sldMk cId="0" sldId="282"/>
            <ac:picMk id="6147" creationId="{11D9CB70-36CB-4B95-8CB3-6D25498EE505}"/>
          </ac:picMkLst>
        </pc:picChg>
      </pc:sldChg>
      <pc:sldChg chg="del">
        <pc:chgData name="michael simeoni" userId="506f25aaf3d2b85d" providerId="LiveId" clId="{1E86A00B-69BC-4041-AD6B-C028099DA934}" dt="2022-01-17T04:50:53.090" v="0" actId="47"/>
        <pc:sldMkLst>
          <pc:docMk/>
          <pc:sldMk cId="635768104" sldId="289"/>
        </pc:sldMkLst>
      </pc:sldChg>
      <pc:sldChg chg="del">
        <pc:chgData name="michael simeoni" userId="506f25aaf3d2b85d" providerId="LiveId" clId="{1E86A00B-69BC-4041-AD6B-C028099DA934}" dt="2022-01-17T04:50:53.090" v="0" actId="47"/>
        <pc:sldMkLst>
          <pc:docMk/>
          <pc:sldMk cId="3139137514" sldId="291"/>
        </pc:sldMkLst>
      </pc:sldChg>
      <pc:sldChg chg="modSp del mod">
        <pc:chgData name="michael simeoni" userId="506f25aaf3d2b85d" providerId="LiveId" clId="{1E86A00B-69BC-4041-AD6B-C028099DA934}" dt="2022-01-17T07:59:36.213" v="1210" actId="47"/>
        <pc:sldMkLst>
          <pc:docMk/>
          <pc:sldMk cId="2689500957" sldId="292"/>
        </pc:sldMkLst>
        <pc:spChg chg="mod">
          <ac:chgData name="michael simeoni" userId="506f25aaf3d2b85d" providerId="LiveId" clId="{1E86A00B-69BC-4041-AD6B-C028099DA934}" dt="2022-01-17T04:54:42.087" v="80" actId="20577"/>
          <ac:spMkLst>
            <pc:docMk/>
            <pc:sldMk cId="2689500957" sldId="292"/>
            <ac:spMk id="3" creationId="{00000000-0000-0000-0000-000000000000}"/>
          </ac:spMkLst>
        </pc:spChg>
      </pc:sldChg>
      <pc:sldChg chg="del">
        <pc:chgData name="michael simeoni" userId="506f25aaf3d2b85d" providerId="LiveId" clId="{1E86A00B-69BC-4041-AD6B-C028099DA934}" dt="2022-01-17T04:50:53.090" v="0" actId="47"/>
        <pc:sldMkLst>
          <pc:docMk/>
          <pc:sldMk cId="1143406842" sldId="294"/>
        </pc:sldMkLst>
      </pc:sldChg>
      <pc:sldChg chg="modSp mod">
        <pc:chgData name="michael simeoni" userId="506f25aaf3d2b85d" providerId="LiveId" clId="{1E86A00B-69BC-4041-AD6B-C028099DA934}" dt="2022-01-17T04:53:19.348" v="71" actId="20577"/>
        <pc:sldMkLst>
          <pc:docMk/>
          <pc:sldMk cId="2475486054" sldId="295"/>
        </pc:sldMkLst>
        <pc:spChg chg="mod">
          <ac:chgData name="michael simeoni" userId="506f25aaf3d2b85d" providerId="LiveId" clId="{1E86A00B-69BC-4041-AD6B-C028099DA934}" dt="2022-01-17T04:53:19.348" v="71" actId="20577"/>
          <ac:spMkLst>
            <pc:docMk/>
            <pc:sldMk cId="2475486054" sldId="295"/>
            <ac:spMk id="3" creationId="{3F62B22A-228D-4BB0-A2D6-37E97D9F0432}"/>
          </ac:spMkLst>
        </pc:spChg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583492777" sldId="296"/>
        </pc:sldMkLst>
      </pc:sldChg>
      <pc:sldChg chg="new del">
        <pc:chgData name="michael simeoni" userId="506f25aaf3d2b85d" providerId="LiveId" clId="{1E86A00B-69BC-4041-AD6B-C028099DA934}" dt="2022-01-17T05:01:45.375" v="93" actId="47"/>
        <pc:sldMkLst>
          <pc:docMk/>
          <pc:sldMk cId="1847796992" sldId="296"/>
        </pc:sldMkLst>
      </pc:sldChg>
      <pc:sldChg chg="addSp delSp modSp new mod ord modAnim">
        <pc:chgData name="michael simeoni" userId="506f25aaf3d2b85d" providerId="LiveId" clId="{1E86A00B-69BC-4041-AD6B-C028099DA934}" dt="2022-01-30T06:16:21.509" v="1218" actId="6549"/>
        <pc:sldMkLst>
          <pc:docMk/>
          <pc:sldMk cId="4266696432" sldId="296"/>
        </pc:sldMkLst>
        <pc:spChg chg="mod">
          <ac:chgData name="michael simeoni" userId="506f25aaf3d2b85d" providerId="LiveId" clId="{1E86A00B-69BC-4041-AD6B-C028099DA934}" dt="2022-01-30T06:16:21.509" v="1218" actId="6549"/>
          <ac:spMkLst>
            <pc:docMk/>
            <pc:sldMk cId="4266696432" sldId="296"/>
            <ac:spMk id="2" creationId="{5EDE2805-4BB9-4DD7-BBFC-B405528A7085}"/>
          </ac:spMkLst>
        </pc:spChg>
        <pc:spChg chg="del">
          <ac:chgData name="michael simeoni" userId="506f25aaf3d2b85d" providerId="LiveId" clId="{1E86A00B-69BC-4041-AD6B-C028099DA934}" dt="2022-01-17T06:47:43.942" v="105"/>
          <ac:spMkLst>
            <pc:docMk/>
            <pc:sldMk cId="4266696432" sldId="296"/>
            <ac:spMk id="3" creationId="{181DAB3B-B73F-46AF-930B-FC06642F4935}"/>
          </ac:spMkLst>
        </pc:spChg>
        <pc:spChg chg="add mod">
          <ac:chgData name="michael simeoni" userId="506f25aaf3d2b85d" providerId="LiveId" clId="{1E86A00B-69BC-4041-AD6B-C028099DA934}" dt="2022-01-17T06:50:43.490" v="125" actId="1076"/>
          <ac:spMkLst>
            <pc:docMk/>
            <pc:sldMk cId="4266696432" sldId="296"/>
            <ac:spMk id="4" creationId="{686ACAD5-41C3-4BFF-95DF-8E4897E14E2E}"/>
          </ac:spMkLst>
        </pc:spChg>
        <pc:spChg chg="add mod">
          <ac:chgData name="michael simeoni" userId="506f25aaf3d2b85d" providerId="LiveId" clId="{1E86A00B-69BC-4041-AD6B-C028099DA934}" dt="2022-01-17T06:52:18.820" v="260" actId="1076"/>
          <ac:spMkLst>
            <pc:docMk/>
            <pc:sldMk cId="4266696432" sldId="296"/>
            <ac:spMk id="8" creationId="{B050C8D4-F8AA-4F96-91C2-14A85D2EA74F}"/>
          </ac:spMkLst>
        </pc:spChg>
        <pc:spChg chg="add mod">
          <ac:chgData name="michael simeoni" userId="506f25aaf3d2b85d" providerId="LiveId" clId="{1E86A00B-69BC-4041-AD6B-C028099DA934}" dt="2022-01-17T06:52:34.129" v="271" actId="14100"/>
          <ac:spMkLst>
            <pc:docMk/>
            <pc:sldMk cId="4266696432" sldId="296"/>
            <ac:spMk id="9" creationId="{47BD5867-5F6F-4CED-93BF-C981A5FEE756}"/>
          </ac:spMkLst>
        </pc:spChg>
        <pc:picChg chg="add del mod">
          <ac:chgData name="michael simeoni" userId="506f25aaf3d2b85d" providerId="LiveId" clId="{1E86A00B-69BC-4041-AD6B-C028099DA934}" dt="2022-01-17T06:47:11.556" v="104" actId="478"/>
          <ac:picMkLst>
            <pc:docMk/>
            <pc:sldMk cId="4266696432" sldId="296"/>
            <ac:picMk id="1026" creationId="{16D446AC-BD5B-4166-B27E-467E570F2F79}"/>
          </ac:picMkLst>
        </pc:picChg>
        <pc:picChg chg="add mod">
          <ac:chgData name="michael simeoni" userId="506f25aaf3d2b85d" providerId="LiveId" clId="{1E86A00B-69BC-4041-AD6B-C028099DA934}" dt="2022-01-17T06:50:39.289" v="124" actId="1076"/>
          <ac:picMkLst>
            <pc:docMk/>
            <pc:sldMk cId="4266696432" sldId="296"/>
            <ac:picMk id="1028" creationId="{C62E6F5B-9A5C-4080-B696-629287227B3B}"/>
          </ac:picMkLst>
        </pc:picChg>
        <pc:picChg chg="add mod">
          <ac:chgData name="michael simeoni" userId="506f25aaf3d2b85d" providerId="LiveId" clId="{1E86A00B-69BC-4041-AD6B-C028099DA934}" dt="2022-01-17T06:50:45.332" v="126" actId="1076"/>
          <ac:picMkLst>
            <pc:docMk/>
            <pc:sldMk cId="4266696432" sldId="296"/>
            <ac:picMk id="1030" creationId="{03C5F5FE-8807-45D6-A6A3-A8135BB88FC8}"/>
          </ac:picMkLst>
        </pc:picChg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397463598" sldId="297"/>
        </pc:sldMkLst>
      </pc:sldChg>
      <pc:sldChg chg="modSp new del mod">
        <pc:chgData name="michael simeoni" userId="506f25aaf3d2b85d" providerId="LiveId" clId="{1E86A00B-69BC-4041-AD6B-C028099DA934}" dt="2022-01-17T07:21:58.578" v="892" actId="47"/>
        <pc:sldMkLst>
          <pc:docMk/>
          <pc:sldMk cId="2475485702" sldId="297"/>
        </pc:sldMkLst>
        <pc:spChg chg="mod">
          <ac:chgData name="michael simeoni" userId="506f25aaf3d2b85d" providerId="LiveId" clId="{1E86A00B-69BC-4041-AD6B-C028099DA934}" dt="2022-01-17T07:05:11.917" v="511"/>
          <ac:spMkLst>
            <pc:docMk/>
            <pc:sldMk cId="2475485702" sldId="297"/>
            <ac:spMk id="3" creationId="{08F0893A-2F50-49B8-8853-85AC8440BA36}"/>
          </ac:spMkLst>
        </pc:spChg>
      </pc:sldChg>
      <pc:sldChg chg="new del">
        <pc:chgData name="michael simeoni" userId="506f25aaf3d2b85d" providerId="LiveId" clId="{1E86A00B-69BC-4041-AD6B-C028099DA934}" dt="2022-01-17T07:21:59.115" v="893" actId="47"/>
        <pc:sldMkLst>
          <pc:docMk/>
          <pc:sldMk cId="2861047927" sldId="298"/>
        </pc:sldMkLst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3564493958" sldId="298"/>
        </pc:sldMkLst>
      </pc:sldChg>
      <pc:sldChg chg="new del">
        <pc:chgData name="michael simeoni" userId="506f25aaf3d2b85d" providerId="LiveId" clId="{1E86A00B-69BC-4041-AD6B-C028099DA934}" dt="2022-01-17T07:22:00.141" v="894" actId="47"/>
        <pc:sldMkLst>
          <pc:docMk/>
          <pc:sldMk cId="974912073" sldId="299"/>
        </pc:sldMkLst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2459509398" sldId="299"/>
        </pc:sldMkLst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1810625313" sldId="300"/>
        </pc:sldMkLst>
      </pc:sldChg>
      <pc:sldChg chg="modSp new del mod">
        <pc:chgData name="michael simeoni" userId="506f25aaf3d2b85d" providerId="LiveId" clId="{1E86A00B-69BC-4041-AD6B-C028099DA934}" dt="2022-01-30T06:18:58.590" v="1223" actId="47"/>
        <pc:sldMkLst>
          <pc:docMk/>
          <pc:sldMk cId="2553723797" sldId="300"/>
        </pc:sldMkLst>
        <pc:spChg chg="mod">
          <ac:chgData name="michael simeoni" userId="506f25aaf3d2b85d" providerId="LiveId" clId="{1E86A00B-69BC-4041-AD6B-C028099DA934}" dt="2022-01-17T07:21:47.981" v="891"/>
          <ac:spMkLst>
            <pc:docMk/>
            <pc:sldMk cId="2553723797" sldId="300"/>
            <ac:spMk id="2" creationId="{64F7A476-B939-4196-9156-D54C3309BBB4}"/>
          </ac:spMkLst>
        </pc:spChg>
      </pc:sldChg>
      <pc:sldChg chg="modSp new mod">
        <pc:chgData name="michael simeoni" userId="506f25aaf3d2b85d" providerId="LiveId" clId="{1E86A00B-69BC-4041-AD6B-C028099DA934}" dt="2022-01-17T07:55:47.556" v="1189"/>
        <pc:sldMkLst>
          <pc:docMk/>
          <pc:sldMk cId="9783275" sldId="301"/>
        </pc:sldMkLst>
        <pc:spChg chg="mod">
          <ac:chgData name="michael simeoni" userId="506f25aaf3d2b85d" providerId="LiveId" clId="{1E86A00B-69BC-4041-AD6B-C028099DA934}" dt="2022-01-17T06:58:52.770" v="321" actId="122"/>
          <ac:spMkLst>
            <pc:docMk/>
            <pc:sldMk cId="9783275" sldId="301"/>
            <ac:spMk id="2" creationId="{4B5E7711-4F35-465F-B17B-AACC0C4F59F5}"/>
          </ac:spMkLst>
        </pc:spChg>
        <pc:spChg chg="mod">
          <ac:chgData name="michael simeoni" userId="506f25aaf3d2b85d" providerId="LiveId" clId="{1E86A00B-69BC-4041-AD6B-C028099DA934}" dt="2022-01-17T07:55:47.556" v="1189"/>
          <ac:spMkLst>
            <pc:docMk/>
            <pc:sldMk cId="9783275" sldId="301"/>
            <ac:spMk id="3" creationId="{38AE50A8-0469-4A67-8E1C-D26A94CC394A}"/>
          </ac:spMkLst>
        </pc:spChg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1445262448" sldId="301"/>
        </pc:sldMkLst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1098419676" sldId="302"/>
        </pc:sldMkLst>
      </pc:sldChg>
      <pc:sldChg chg="modSp add mod">
        <pc:chgData name="michael simeoni" userId="506f25aaf3d2b85d" providerId="LiveId" clId="{1E86A00B-69BC-4041-AD6B-C028099DA934}" dt="2022-01-17T07:17:06.444" v="807" actId="20577"/>
        <pc:sldMkLst>
          <pc:docMk/>
          <pc:sldMk cId="3079520501" sldId="302"/>
        </pc:sldMkLst>
        <pc:spChg chg="mod">
          <ac:chgData name="michael simeoni" userId="506f25aaf3d2b85d" providerId="LiveId" clId="{1E86A00B-69BC-4041-AD6B-C028099DA934}" dt="2022-01-17T07:17:06.444" v="807" actId="20577"/>
          <ac:spMkLst>
            <pc:docMk/>
            <pc:sldMk cId="3079520501" sldId="302"/>
            <ac:spMk id="7171" creationId="{C196AFF1-0459-41D2-8922-5A16A931167C}"/>
          </ac:spMkLst>
        </pc:spChg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1759964801" sldId="303"/>
        </pc:sldMkLst>
      </pc:sldChg>
      <pc:sldChg chg="addSp delSp modSp add mod">
        <pc:chgData name="michael simeoni" userId="506f25aaf3d2b85d" providerId="LiveId" clId="{1E86A00B-69BC-4041-AD6B-C028099DA934}" dt="2022-01-30T06:18:11.665" v="1222" actId="14100"/>
        <pc:sldMkLst>
          <pc:docMk/>
          <pc:sldMk cId="2348315496" sldId="303"/>
        </pc:sldMkLst>
        <pc:spChg chg="mod">
          <ac:chgData name="michael simeoni" userId="506f25aaf3d2b85d" providerId="LiveId" clId="{1E86A00B-69BC-4041-AD6B-C028099DA934}" dt="2022-01-30T06:18:11.665" v="1222" actId="14100"/>
          <ac:spMkLst>
            <pc:docMk/>
            <pc:sldMk cId="2348315496" sldId="303"/>
            <ac:spMk id="7171" creationId="{C196AFF1-0459-41D2-8922-5A16A931167C}"/>
          </ac:spMkLst>
        </pc:spChg>
        <pc:picChg chg="del mod">
          <ac:chgData name="michael simeoni" userId="506f25aaf3d2b85d" providerId="LiveId" clId="{1E86A00B-69BC-4041-AD6B-C028099DA934}" dt="2022-01-17T07:20:24.998" v="872" actId="478"/>
          <ac:picMkLst>
            <pc:docMk/>
            <pc:sldMk cId="2348315496" sldId="303"/>
            <ac:picMk id="4" creationId="{D9B3A88B-124B-45B7-8D1D-D1639F69763F}"/>
          </ac:picMkLst>
        </pc:picChg>
        <pc:picChg chg="del">
          <ac:chgData name="michael simeoni" userId="506f25aaf3d2b85d" providerId="LiveId" clId="{1E86A00B-69BC-4041-AD6B-C028099DA934}" dt="2022-01-17T07:20:23.582" v="870" actId="478"/>
          <ac:picMkLst>
            <pc:docMk/>
            <pc:sldMk cId="2348315496" sldId="303"/>
            <ac:picMk id="5" creationId="{A08AA82B-335F-491D-9E10-98EFF9566214}"/>
          </ac:picMkLst>
        </pc:picChg>
        <pc:picChg chg="add mod">
          <ac:chgData name="michael simeoni" userId="506f25aaf3d2b85d" providerId="LiveId" clId="{1E86A00B-69BC-4041-AD6B-C028099DA934}" dt="2022-01-30T06:18:03.801" v="1221" actId="1076"/>
          <ac:picMkLst>
            <pc:docMk/>
            <pc:sldMk cId="2348315496" sldId="303"/>
            <ac:picMk id="34818" creationId="{3779AEBF-E41D-408F-AAE2-89B5A22C97AC}"/>
          </ac:picMkLst>
        </pc:picChg>
      </pc:sldChg>
      <pc:sldChg chg="modSp add mod ord modAnim">
        <pc:chgData name="michael simeoni" userId="506f25aaf3d2b85d" providerId="LiveId" clId="{1E86A00B-69BC-4041-AD6B-C028099DA934}" dt="2022-01-17T07:56:47.165" v="1197" actId="1076"/>
        <pc:sldMkLst>
          <pc:docMk/>
          <pc:sldMk cId="30130473" sldId="304"/>
        </pc:sldMkLst>
        <pc:spChg chg="mod">
          <ac:chgData name="michael simeoni" userId="506f25aaf3d2b85d" providerId="LiveId" clId="{1E86A00B-69BC-4041-AD6B-C028099DA934}" dt="2022-01-17T07:56:47.165" v="1197" actId="1076"/>
          <ac:spMkLst>
            <pc:docMk/>
            <pc:sldMk cId="30130473" sldId="304"/>
            <ac:spMk id="2" creationId="{4B5E7711-4F35-465F-B17B-AACC0C4F59F5}"/>
          </ac:spMkLst>
        </pc:spChg>
        <pc:spChg chg="mod">
          <ac:chgData name="michael simeoni" userId="506f25aaf3d2b85d" providerId="LiveId" clId="{1E86A00B-69BC-4041-AD6B-C028099DA934}" dt="2022-01-17T07:28:37.761" v="1065" actId="14100"/>
          <ac:spMkLst>
            <pc:docMk/>
            <pc:sldMk cId="30130473" sldId="304"/>
            <ac:spMk id="3" creationId="{38AE50A8-0469-4A67-8E1C-D26A94CC394A}"/>
          </ac:spMkLst>
        </pc:spChg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2899707086" sldId="304"/>
        </pc:sldMkLst>
      </pc:sldChg>
      <pc:sldChg chg="modSp add del mod modAnim">
        <pc:chgData name="michael simeoni" userId="506f25aaf3d2b85d" providerId="LiveId" clId="{1E86A00B-69BC-4041-AD6B-C028099DA934}" dt="2022-01-17T07:57:03.696" v="1199" actId="47"/>
        <pc:sldMkLst>
          <pc:docMk/>
          <pc:sldMk cId="2274885677" sldId="305"/>
        </pc:sldMkLst>
        <pc:spChg chg="mod">
          <ac:chgData name="michael simeoni" userId="506f25aaf3d2b85d" providerId="LiveId" clId="{1E86A00B-69BC-4041-AD6B-C028099DA934}" dt="2022-01-17T07:56:54.326" v="1198" actId="20577"/>
          <ac:spMkLst>
            <pc:docMk/>
            <pc:sldMk cId="2274885677" sldId="305"/>
            <ac:spMk id="2" creationId="{4B5E7711-4F35-465F-B17B-AACC0C4F59F5}"/>
          </ac:spMkLst>
        </pc:spChg>
        <pc:spChg chg="mod">
          <ac:chgData name="michael simeoni" userId="506f25aaf3d2b85d" providerId="LiveId" clId="{1E86A00B-69BC-4041-AD6B-C028099DA934}" dt="2022-01-17T07:52:58.866" v="1123" actId="20577"/>
          <ac:spMkLst>
            <pc:docMk/>
            <pc:sldMk cId="2274885677" sldId="305"/>
            <ac:spMk id="3" creationId="{38AE50A8-0469-4A67-8E1C-D26A94CC394A}"/>
          </ac:spMkLst>
        </pc:spChg>
      </pc:sldChg>
      <pc:sldChg chg="addSp modSp add modAnim">
        <pc:chgData name="michael simeoni" userId="506f25aaf3d2b85d" providerId="LiveId" clId="{1E86A00B-69BC-4041-AD6B-C028099DA934}" dt="2022-01-17T07:58:40.011" v="1209"/>
        <pc:sldMkLst>
          <pc:docMk/>
          <pc:sldMk cId="1168267519" sldId="306"/>
        </pc:sldMkLst>
        <pc:spChg chg="mod">
          <ac:chgData name="michael simeoni" userId="506f25aaf3d2b85d" providerId="LiveId" clId="{1E86A00B-69BC-4041-AD6B-C028099DA934}" dt="2022-01-17T07:57:43.995" v="1201" actId="1076"/>
          <ac:spMkLst>
            <pc:docMk/>
            <pc:sldMk cId="1168267519" sldId="306"/>
            <ac:spMk id="2" creationId="{4B5E7711-4F35-465F-B17B-AACC0C4F59F5}"/>
          </ac:spMkLst>
        </pc:spChg>
        <pc:spChg chg="mod">
          <ac:chgData name="michael simeoni" userId="506f25aaf3d2b85d" providerId="LiveId" clId="{1E86A00B-69BC-4041-AD6B-C028099DA934}" dt="2022-01-17T07:57:42.321" v="1200" actId="1076"/>
          <ac:spMkLst>
            <pc:docMk/>
            <pc:sldMk cId="1168267519" sldId="306"/>
            <ac:spMk id="3" creationId="{38AE50A8-0469-4A67-8E1C-D26A94CC394A}"/>
          </ac:spMkLst>
        </pc:spChg>
        <pc:picChg chg="add mod">
          <ac:chgData name="michael simeoni" userId="506f25aaf3d2b85d" providerId="LiveId" clId="{1E86A00B-69BC-4041-AD6B-C028099DA934}" dt="2022-01-17T07:58:36.271" v="1208" actId="14100"/>
          <ac:picMkLst>
            <pc:docMk/>
            <pc:sldMk cId="1168267519" sldId="306"/>
            <ac:picMk id="38914" creationId="{4D7D806B-EFB5-477E-A860-59C0B41FD75C}"/>
          </ac:picMkLst>
        </pc:picChg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3082013676" sldId="306"/>
        </pc:sldMkLst>
      </pc:sldChg>
      <pc:sldChg chg="modSp new mod">
        <pc:chgData name="michael simeoni" userId="506f25aaf3d2b85d" providerId="LiveId" clId="{1E86A00B-69BC-4041-AD6B-C028099DA934}" dt="2022-01-30T06:24:07.965" v="1284" actId="255"/>
        <pc:sldMkLst>
          <pc:docMk/>
          <pc:sldMk cId="1259243254" sldId="307"/>
        </pc:sldMkLst>
        <pc:spChg chg="mod">
          <ac:chgData name="michael simeoni" userId="506f25aaf3d2b85d" providerId="LiveId" clId="{1E86A00B-69BC-4041-AD6B-C028099DA934}" dt="2022-01-30T06:22:43.615" v="1237" actId="122"/>
          <ac:spMkLst>
            <pc:docMk/>
            <pc:sldMk cId="1259243254" sldId="307"/>
            <ac:spMk id="2" creationId="{51898C84-08F2-4FA5-BFCE-62E9A8DB13F7}"/>
          </ac:spMkLst>
        </pc:spChg>
        <pc:spChg chg="mod">
          <ac:chgData name="michael simeoni" userId="506f25aaf3d2b85d" providerId="LiveId" clId="{1E86A00B-69BC-4041-AD6B-C028099DA934}" dt="2022-01-30T06:24:07.965" v="1284" actId="255"/>
          <ac:spMkLst>
            <pc:docMk/>
            <pc:sldMk cId="1259243254" sldId="307"/>
            <ac:spMk id="3" creationId="{27C3F569-8A7F-4DEE-8F02-5E02C76077FF}"/>
          </ac:spMkLst>
        </pc:spChg>
      </pc:sldChg>
      <pc:sldChg chg="addSp delSp modSp new del mod">
        <pc:chgData name="michael simeoni" userId="506f25aaf3d2b85d" providerId="LiveId" clId="{1E86A00B-69BC-4041-AD6B-C028099DA934}" dt="2022-01-30T06:20:08.771" v="1224" actId="47"/>
        <pc:sldMkLst>
          <pc:docMk/>
          <pc:sldMk cId="2331510551" sldId="307"/>
        </pc:sldMkLst>
        <pc:graphicFrameChg chg="add del mod">
          <ac:chgData name="michael simeoni" userId="506f25aaf3d2b85d" providerId="LiveId" clId="{1E86A00B-69BC-4041-AD6B-C028099DA934}" dt="2022-01-17T08:00:56.257" v="1215"/>
          <ac:graphicFrameMkLst>
            <pc:docMk/>
            <pc:sldMk cId="2331510551" sldId="307"/>
            <ac:graphicFrameMk id="4" creationId="{4C5EB0B8-9C39-4CEF-A102-21764B38C19C}"/>
          </ac:graphicFrameMkLst>
        </pc:graphicFrameChg>
        <pc:graphicFrameChg chg="add del mod">
          <ac:chgData name="michael simeoni" userId="506f25aaf3d2b85d" providerId="LiveId" clId="{1E86A00B-69BC-4041-AD6B-C028099DA934}" dt="2022-01-17T08:00:56.257" v="1215"/>
          <ac:graphicFrameMkLst>
            <pc:docMk/>
            <pc:sldMk cId="2331510551" sldId="307"/>
            <ac:graphicFrameMk id="5" creationId="{9B69F5C5-612F-4F8D-B7DB-839C6CAA8F20}"/>
          </ac:graphicFrameMkLst>
        </pc:graphicFrameChg>
        <pc:graphicFrameChg chg="add del mod">
          <ac:chgData name="michael simeoni" userId="506f25aaf3d2b85d" providerId="LiveId" clId="{1E86A00B-69BC-4041-AD6B-C028099DA934}" dt="2022-01-17T08:00:56.257" v="1215"/>
          <ac:graphicFrameMkLst>
            <pc:docMk/>
            <pc:sldMk cId="2331510551" sldId="307"/>
            <ac:graphicFrameMk id="6" creationId="{BEA0E313-36B2-4C1D-A822-FAD5735A0F67}"/>
          </ac:graphicFrameMkLst>
        </pc:graphicFrameChg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3375072575" sldId="307"/>
        </pc:sldMkLst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1662218990" sldId="308"/>
        </pc:sldMkLst>
      </pc:sldChg>
      <pc:sldChg chg="del">
        <pc:chgData name="michael simeoni" userId="506f25aaf3d2b85d" providerId="LiveId" clId="{1E86A00B-69BC-4041-AD6B-C028099DA934}" dt="2022-01-17T04:54:36.059" v="74" actId="47"/>
        <pc:sldMkLst>
          <pc:docMk/>
          <pc:sldMk cId="4247488491" sldId="309"/>
        </pc:sldMkLst>
      </pc:sldChg>
    </pc:docChg>
  </pc:docChgLst>
  <pc:docChgLst>
    <pc:chgData name="michael simeoni" userId="506f25aaf3d2b85d" providerId="LiveId" clId="{689BC981-2100-4A8F-8404-0BD6DC3E1BD2}"/>
    <pc:docChg chg="undo custSel addSld delSld modSld sldOrd addMainMaster delMainMaster">
      <pc:chgData name="michael simeoni" userId="506f25aaf3d2b85d" providerId="LiveId" clId="{689BC981-2100-4A8F-8404-0BD6DC3E1BD2}" dt="2022-01-11T06:58:49.260" v="1093" actId="14100"/>
      <pc:docMkLst>
        <pc:docMk/>
      </pc:docMkLst>
      <pc:sldChg chg="modSp mod">
        <pc:chgData name="michael simeoni" userId="506f25aaf3d2b85d" providerId="LiveId" clId="{689BC981-2100-4A8F-8404-0BD6DC3E1BD2}" dt="2022-01-11T06:19:31.957" v="600" actId="6549"/>
        <pc:sldMkLst>
          <pc:docMk/>
          <pc:sldMk cId="1315221385" sldId="256"/>
        </pc:sldMkLst>
        <pc:spChg chg="mod">
          <ac:chgData name="michael simeoni" userId="506f25aaf3d2b85d" providerId="LiveId" clId="{689BC981-2100-4A8F-8404-0BD6DC3E1BD2}" dt="2022-01-11T06:19:31.957" v="600" actId="6549"/>
          <ac:spMkLst>
            <pc:docMk/>
            <pc:sldMk cId="1315221385" sldId="256"/>
            <ac:spMk id="3" creationId="{00000000-0000-0000-0000-000000000000}"/>
          </ac:spMkLst>
        </pc:spChg>
      </pc:sldChg>
      <pc:sldChg chg="addSp delSp modSp del mod">
        <pc:chgData name="michael simeoni" userId="506f25aaf3d2b85d" providerId="LiveId" clId="{689BC981-2100-4A8F-8404-0BD6DC3E1BD2}" dt="2022-01-11T05:06:13.219" v="508" actId="47"/>
        <pc:sldMkLst>
          <pc:docMk/>
          <pc:sldMk cId="1568831286" sldId="257"/>
        </pc:sldMkLst>
        <pc:spChg chg="del">
          <ac:chgData name="michael simeoni" userId="506f25aaf3d2b85d" providerId="LiveId" clId="{689BC981-2100-4A8F-8404-0BD6DC3E1BD2}" dt="2022-01-11T04:34:06.446" v="0" actId="478"/>
          <ac:spMkLst>
            <pc:docMk/>
            <pc:sldMk cId="1568831286" sldId="257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4:34:09.083" v="1" actId="478"/>
          <ac:spMkLst>
            <pc:docMk/>
            <pc:sldMk cId="1568831286" sldId="257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49:22.149" v="252" actId="20577"/>
          <ac:spMkLst>
            <pc:docMk/>
            <pc:sldMk cId="1568831286" sldId="257"/>
            <ac:spMk id="5" creationId="{F2DD3225-00E6-45AA-AC8D-5DEAB1B38751}"/>
          </ac:spMkLst>
        </pc:spChg>
        <pc:spChg chg="add mod">
          <ac:chgData name="michael simeoni" userId="506f25aaf3d2b85d" providerId="LiveId" clId="{689BC981-2100-4A8F-8404-0BD6DC3E1BD2}" dt="2022-01-11T04:34:09.083" v="1" actId="478"/>
          <ac:spMkLst>
            <pc:docMk/>
            <pc:sldMk cId="1568831286" sldId="257"/>
            <ac:spMk id="7" creationId="{AEE0F6F5-CF78-42A9-83E9-263EF184A672}"/>
          </ac:spMkLst>
        </pc:spChg>
      </pc:sldChg>
      <pc:sldChg chg="addSp delSp modSp del mod">
        <pc:chgData name="michael simeoni" userId="506f25aaf3d2b85d" providerId="LiveId" clId="{689BC981-2100-4A8F-8404-0BD6DC3E1BD2}" dt="2022-01-11T04:49:38.452" v="254" actId="47"/>
        <pc:sldMkLst>
          <pc:docMk/>
          <pc:sldMk cId="1511921959" sldId="258"/>
        </pc:sldMkLst>
        <pc:spChg chg="del">
          <ac:chgData name="michael simeoni" userId="506f25aaf3d2b85d" providerId="LiveId" clId="{689BC981-2100-4A8F-8404-0BD6DC3E1BD2}" dt="2022-01-11T04:34:18.474" v="3" actId="478"/>
          <ac:spMkLst>
            <pc:docMk/>
            <pc:sldMk cId="1511921959" sldId="258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4:34:15.652" v="2" actId="478"/>
          <ac:spMkLst>
            <pc:docMk/>
            <pc:sldMk cId="1511921959" sldId="258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34:15.652" v="2" actId="478"/>
          <ac:spMkLst>
            <pc:docMk/>
            <pc:sldMk cId="1511921959" sldId="258"/>
            <ac:spMk id="5" creationId="{AD972FE3-F909-418C-B189-41F7397EDC01}"/>
          </ac:spMkLst>
        </pc:spChg>
        <pc:spChg chg="add mod">
          <ac:chgData name="michael simeoni" userId="506f25aaf3d2b85d" providerId="LiveId" clId="{689BC981-2100-4A8F-8404-0BD6DC3E1BD2}" dt="2022-01-11T04:34:18.474" v="3" actId="478"/>
          <ac:spMkLst>
            <pc:docMk/>
            <pc:sldMk cId="1511921959" sldId="258"/>
            <ac:spMk id="7" creationId="{2DCCCE5D-611D-49E8-84F2-6BD3355998DD}"/>
          </ac:spMkLst>
        </pc:spChg>
      </pc:sldChg>
      <pc:sldChg chg="modSp del mod">
        <pc:chgData name="michael simeoni" userId="506f25aaf3d2b85d" providerId="LiveId" clId="{689BC981-2100-4A8F-8404-0BD6DC3E1BD2}" dt="2022-01-11T04:36:17.320" v="37" actId="47"/>
        <pc:sldMkLst>
          <pc:docMk/>
          <pc:sldMk cId="1377495205" sldId="259"/>
        </pc:sldMkLst>
        <pc:spChg chg="mod">
          <ac:chgData name="michael simeoni" userId="506f25aaf3d2b85d" providerId="LiveId" clId="{689BC981-2100-4A8F-8404-0BD6DC3E1BD2}" dt="2022-01-11T04:34:27.080" v="4" actId="6549"/>
          <ac:spMkLst>
            <pc:docMk/>
            <pc:sldMk cId="1377495205" sldId="259"/>
            <ac:spMk id="2" creationId="{00000000-0000-0000-0000-000000000000}"/>
          </ac:spMkLst>
        </pc:spChg>
      </pc:sldChg>
      <pc:sldChg chg="modSp mod ord">
        <pc:chgData name="michael simeoni" userId="506f25aaf3d2b85d" providerId="LiveId" clId="{689BC981-2100-4A8F-8404-0BD6DC3E1BD2}" dt="2022-01-11T05:14:23.808" v="551" actId="6549"/>
        <pc:sldMkLst>
          <pc:docMk/>
          <pc:sldMk cId="2527451516" sldId="260"/>
        </pc:sldMkLst>
        <pc:spChg chg="mod">
          <ac:chgData name="michael simeoni" userId="506f25aaf3d2b85d" providerId="LiveId" clId="{689BC981-2100-4A8F-8404-0BD6DC3E1BD2}" dt="2022-01-11T05:14:23.808" v="551" actId="6549"/>
          <ac:spMkLst>
            <pc:docMk/>
            <pc:sldMk cId="2527451516" sldId="260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5:13:53.563" v="541" actId="20577"/>
          <ac:spMkLst>
            <pc:docMk/>
            <pc:sldMk cId="2527451516" sldId="260"/>
            <ac:spMk id="3" creationId="{00000000-0000-0000-0000-000000000000}"/>
          </ac:spMkLst>
        </pc:spChg>
      </pc:sldChg>
      <pc:sldChg chg="del">
        <pc:chgData name="michael simeoni" userId="506f25aaf3d2b85d" providerId="LiveId" clId="{689BC981-2100-4A8F-8404-0BD6DC3E1BD2}" dt="2022-01-11T04:37:29.030" v="47" actId="47"/>
        <pc:sldMkLst>
          <pc:docMk/>
          <pc:sldMk cId="1347560733" sldId="261"/>
        </pc:sldMkLst>
      </pc:sldChg>
      <pc:sldChg chg="addSp delSp modSp del mod ord">
        <pc:chgData name="michael simeoni" userId="506f25aaf3d2b85d" providerId="LiveId" clId="{689BC981-2100-4A8F-8404-0BD6DC3E1BD2}" dt="2022-01-11T04:49:37.818" v="253" actId="47"/>
        <pc:sldMkLst>
          <pc:docMk/>
          <pc:sldMk cId="3646655810" sldId="262"/>
        </pc:sldMkLst>
        <pc:spChg chg="del">
          <ac:chgData name="michael simeoni" userId="506f25aaf3d2b85d" providerId="LiveId" clId="{689BC981-2100-4A8F-8404-0BD6DC3E1BD2}" dt="2022-01-11T04:35:44.358" v="35" actId="478"/>
          <ac:spMkLst>
            <pc:docMk/>
            <pc:sldMk cId="3646655810" sldId="262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4:35:42.681" v="34" actId="478"/>
          <ac:spMkLst>
            <pc:docMk/>
            <pc:sldMk cId="3646655810" sldId="262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35:42.681" v="34" actId="478"/>
          <ac:spMkLst>
            <pc:docMk/>
            <pc:sldMk cId="3646655810" sldId="262"/>
            <ac:spMk id="5" creationId="{6C383AC7-3DAD-4E4C-9614-F2A346FB3AA6}"/>
          </ac:spMkLst>
        </pc:spChg>
        <pc:spChg chg="add mod">
          <ac:chgData name="michael simeoni" userId="506f25aaf3d2b85d" providerId="LiveId" clId="{689BC981-2100-4A8F-8404-0BD6DC3E1BD2}" dt="2022-01-11T04:35:44.358" v="35" actId="478"/>
          <ac:spMkLst>
            <pc:docMk/>
            <pc:sldMk cId="3646655810" sldId="262"/>
            <ac:spMk id="7" creationId="{35884185-2676-4D89-95C2-883FCD956AE3}"/>
          </ac:spMkLst>
        </pc:spChg>
      </pc:sldChg>
      <pc:sldChg chg="addSp delSp modSp del mod">
        <pc:chgData name="michael simeoni" userId="506f25aaf3d2b85d" providerId="LiveId" clId="{689BC981-2100-4A8F-8404-0BD6DC3E1BD2}" dt="2022-01-11T05:15:02.500" v="559" actId="47"/>
        <pc:sldMkLst>
          <pc:docMk/>
          <pc:sldMk cId="3737641572" sldId="263"/>
        </pc:sldMkLst>
        <pc:spChg chg="del">
          <ac:chgData name="michael simeoni" userId="506f25aaf3d2b85d" providerId="LiveId" clId="{689BC981-2100-4A8F-8404-0BD6DC3E1BD2}" dt="2022-01-11T04:35:59.827" v="36" actId="478"/>
          <ac:spMkLst>
            <pc:docMk/>
            <pc:sldMk cId="3737641572" sldId="263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4:52.541" v="76" actId="6549"/>
          <ac:spMkLst>
            <pc:docMk/>
            <pc:sldMk cId="3737641572" sldId="263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35:59.827" v="36" actId="478"/>
          <ac:spMkLst>
            <pc:docMk/>
            <pc:sldMk cId="3737641572" sldId="263"/>
            <ac:spMk id="5" creationId="{1B0F5F90-DF1F-43B7-A2A1-60B0869400A1}"/>
          </ac:spMkLst>
        </pc:spChg>
      </pc:sldChg>
      <pc:sldChg chg="modSp mod ord">
        <pc:chgData name="michael simeoni" userId="506f25aaf3d2b85d" providerId="LiveId" clId="{689BC981-2100-4A8F-8404-0BD6DC3E1BD2}" dt="2022-01-11T04:49:09.385" v="220"/>
        <pc:sldMkLst>
          <pc:docMk/>
          <pc:sldMk cId="1256245767" sldId="264"/>
        </pc:sldMkLst>
        <pc:spChg chg="mod">
          <ac:chgData name="michael simeoni" userId="506f25aaf3d2b85d" providerId="LiveId" clId="{689BC981-2100-4A8F-8404-0BD6DC3E1BD2}" dt="2022-01-11T04:43:27.100" v="71" actId="6549"/>
          <ac:spMkLst>
            <pc:docMk/>
            <pc:sldMk cId="1256245767" sldId="264"/>
            <ac:spMk id="3" creationId="{00000000-0000-0000-0000-000000000000}"/>
          </ac:spMkLst>
        </pc:spChg>
      </pc:sldChg>
      <pc:sldChg chg="addSp delSp modSp del mod">
        <pc:chgData name="michael simeoni" userId="506f25aaf3d2b85d" providerId="LiveId" clId="{689BC981-2100-4A8F-8404-0BD6DC3E1BD2}" dt="2022-01-11T05:14:46.736" v="558" actId="47"/>
        <pc:sldMkLst>
          <pc:docMk/>
          <pc:sldMk cId="3298414947" sldId="265"/>
        </pc:sldMkLst>
        <pc:spChg chg="mod">
          <ac:chgData name="michael simeoni" userId="506f25aaf3d2b85d" providerId="LiveId" clId="{689BC981-2100-4A8F-8404-0BD6DC3E1BD2}" dt="2022-01-11T04:45:14.448" v="79" actId="20577"/>
          <ac:spMkLst>
            <pc:docMk/>
            <pc:sldMk cId="3298414947" sldId="265"/>
            <ac:spMk id="2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4:45:19.170" v="80" actId="6549"/>
          <ac:spMkLst>
            <pc:docMk/>
            <pc:sldMk cId="3298414947" sldId="265"/>
            <ac:spMk id="3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4:36:40.592" v="39" actId="478"/>
          <ac:spMkLst>
            <pc:docMk/>
            <pc:sldMk cId="3298414947" sldId="265"/>
            <ac:spMk id="5" creationId="{A33235B1-AD40-4160-A605-38F38CC2FBA1}"/>
          </ac:spMkLst>
        </pc:spChg>
      </pc:sldChg>
      <pc:sldChg chg="modSp mod">
        <pc:chgData name="michael simeoni" userId="506f25aaf3d2b85d" providerId="LiveId" clId="{689BC981-2100-4A8F-8404-0BD6DC3E1BD2}" dt="2022-01-11T04:47:27.794" v="157" actId="6549"/>
        <pc:sldMkLst>
          <pc:docMk/>
          <pc:sldMk cId="2011529335" sldId="266"/>
        </pc:sldMkLst>
        <pc:spChg chg="mod">
          <ac:chgData name="michael simeoni" userId="506f25aaf3d2b85d" providerId="LiveId" clId="{689BC981-2100-4A8F-8404-0BD6DC3E1BD2}" dt="2022-01-11T04:46:47.980" v="112" actId="27636"/>
          <ac:spMkLst>
            <pc:docMk/>
            <pc:sldMk cId="2011529335" sldId="266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7:27.794" v="157" actId="6549"/>
          <ac:spMkLst>
            <pc:docMk/>
            <pc:sldMk cId="2011529335" sldId="266"/>
            <ac:spMk id="3" creationId="{00000000-0000-0000-0000-000000000000}"/>
          </ac:spMkLst>
        </pc:spChg>
      </pc:sldChg>
      <pc:sldChg chg="modSp mod">
        <pc:chgData name="michael simeoni" userId="506f25aaf3d2b85d" providerId="LiveId" clId="{689BC981-2100-4A8F-8404-0BD6DC3E1BD2}" dt="2022-01-11T04:48:00.162" v="173" actId="20577"/>
        <pc:sldMkLst>
          <pc:docMk/>
          <pc:sldMk cId="1100236207" sldId="268"/>
        </pc:sldMkLst>
        <pc:spChg chg="mod">
          <ac:chgData name="michael simeoni" userId="506f25aaf3d2b85d" providerId="LiveId" clId="{689BC981-2100-4A8F-8404-0BD6DC3E1BD2}" dt="2022-01-11T04:47:48.395" v="158" actId="6549"/>
          <ac:spMkLst>
            <pc:docMk/>
            <pc:sldMk cId="1100236207" sldId="268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8:00.162" v="173" actId="20577"/>
          <ac:spMkLst>
            <pc:docMk/>
            <pc:sldMk cId="1100236207" sldId="268"/>
            <ac:spMk id="3" creationId="{00000000-0000-0000-0000-000000000000}"/>
          </ac:spMkLst>
        </pc:spChg>
      </pc:sldChg>
      <pc:sldChg chg="modSp mod ord">
        <pc:chgData name="michael simeoni" userId="506f25aaf3d2b85d" providerId="LiveId" clId="{689BC981-2100-4A8F-8404-0BD6DC3E1BD2}" dt="2022-01-11T05:15:45.693" v="562"/>
        <pc:sldMkLst>
          <pc:docMk/>
          <pc:sldMk cId="3848324391" sldId="269"/>
        </pc:sldMkLst>
        <pc:spChg chg="mod">
          <ac:chgData name="michael simeoni" userId="506f25aaf3d2b85d" providerId="LiveId" clId="{689BC981-2100-4A8F-8404-0BD6DC3E1BD2}" dt="2022-01-11T04:48:17.673" v="185" actId="20577"/>
          <ac:spMkLst>
            <pc:docMk/>
            <pc:sldMk cId="3848324391" sldId="269"/>
            <ac:spMk id="3" creationId="{00000000-0000-0000-0000-000000000000}"/>
          </ac:spMkLst>
        </pc:spChg>
      </pc:sldChg>
      <pc:sldChg chg="ord">
        <pc:chgData name="michael simeoni" userId="506f25aaf3d2b85d" providerId="LiveId" clId="{689BC981-2100-4A8F-8404-0BD6DC3E1BD2}" dt="2022-01-11T04:53:47.729" v="387"/>
        <pc:sldMkLst>
          <pc:docMk/>
          <pc:sldMk cId="2287525267" sldId="271"/>
        </pc:sldMkLst>
      </pc:sldChg>
      <pc:sldChg chg="modSp mod">
        <pc:chgData name="michael simeoni" userId="506f25aaf3d2b85d" providerId="LiveId" clId="{689BC981-2100-4A8F-8404-0BD6DC3E1BD2}" dt="2022-01-11T05:16:23.705" v="570" actId="20577"/>
        <pc:sldMkLst>
          <pc:docMk/>
          <pc:sldMk cId="1692388199" sldId="272"/>
        </pc:sldMkLst>
        <pc:spChg chg="mod">
          <ac:chgData name="michael simeoni" userId="506f25aaf3d2b85d" providerId="LiveId" clId="{689BC981-2100-4A8F-8404-0BD6DC3E1BD2}" dt="2022-01-11T05:16:23.705" v="570" actId="20577"/>
          <ac:spMkLst>
            <pc:docMk/>
            <pc:sldMk cId="1692388199" sldId="272"/>
            <ac:spMk id="3" creationId="{00000000-0000-0000-0000-000000000000}"/>
          </ac:spMkLst>
        </pc:spChg>
      </pc:sldChg>
      <pc:sldChg chg="modSp del mod">
        <pc:chgData name="michael simeoni" userId="506f25aaf3d2b85d" providerId="LiveId" clId="{689BC981-2100-4A8F-8404-0BD6DC3E1BD2}" dt="2022-01-11T05:16:40.959" v="571" actId="47"/>
        <pc:sldMkLst>
          <pc:docMk/>
          <pc:sldMk cId="3869486117" sldId="273"/>
        </pc:sldMkLst>
        <pc:spChg chg="mod">
          <ac:chgData name="michael simeoni" userId="506f25aaf3d2b85d" providerId="LiveId" clId="{689BC981-2100-4A8F-8404-0BD6DC3E1BD2}" dt="2022-01-11T05:16:07.387" v="563" actId="21"/>
          <ac:spMkLst>
            <pc:docMk/>
            <pc:sldMk cId="3869486117" sldId="273"/>
            <ac:spMk id="3" creationId="{00000000-0000-0000-0000-000000000000}"/>
          </ac:spMkLst>
        </pc:spChg>
      </pc:sldChg>
      <pc:sldChg chg="modSp mod ord">
        <pc:chgData name="michael simeoni" userId="506f25aaf3d2b85d" providerId="LiveId" clId="{689BC981-2100-4A8F-8404-0BD6DC3E1BD2}" dt="2022-01-11T04:53:33.590" v="385" actId="20577"/>
        <pc:sldMkLst>
          <pc:docMk/>
          <pc:sldMk cId="933547450" sldId="274"/>
        </pc:sldMkLst>
        <pc:spChg chg="mod">
          <ac:chgData name="michael simeoni" userId="506f25aaf3d2b85d" providerId="LiveId" clId="{689BC981-2100-4A8F-8404-0BD6DC3E1BD2}" dt="2022-01-11T04:53:33.590" v="385" actId="20577"/>
          <ac:spMkLst>
            <pc:docMk/>
            <pc:sldMk cId="933547450" sldId="274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51:08.856" v="275" actId="6549"/>
          <ac:spMkLst>
            <pc:docMk/>
            <pc:sldMk cId="933547450" sldId="274"/>
            <ac:spMk id="3" creationId="{00000000-0000-0000-0000-000000000000}"/>
          </ac:spMkLst>
        </pc:spChg>
      </pc:sldChg>
      <pc:sldChg chg="del">
        <pc:chgData name="michael simeoni" userId="506f25aaf3d2b85d" providerId="LiveId" clId="{689BC981-2100-4A8F-8404-0BD6DC3E1BD2}" dt="2022-01-11T04:39:50.590" v="60" actId="47"/>
        <pc:sldMkLst>
          <pc:docMk/>
          <pc:sldMk cId="829844365" sldId="275"/>
        </pc:sldMkLst>
      </pc:sldChg>
      <pc:sldChg chg="delSp ord">
        <pc:chgData name="michael simeoni" userId="506f25aaf3d2b85d" providerId="LiveId" clId="{689BC981-2100-4A8F-8404-0BD6DC3E1BD2}" dt="2022-01-11T05:09:54.863" v="516"/>
        <pc:sldMkLst>
          <pc:docMk/>
          <pc:sldMk cId="2680193606" sldId="276"/>
        </pc:sldMkLst>
        <pc:graphicFrameChg chg="del">
          <ac:chgData name="michael simeoni" userId="506f25aaf3d2b85d" providerId="LiveId" clId="{689BC981-2100-4A8F-8404-0BD6DC3E1BD2}" dt="2022-01-11T05:09:54.863" v="516"/>
          <ac:graphicFrameMkLst>
            <pc:docMk/>
            <pc:sldMk cId="2680193606" sldId="276"/>
            <ac:graphicFrameMk id="4" creationId="{F8A52074-54D4-475B-B77D-2E8428AA4227}"/>
          </ac:graphicFrameMkLst>
        </pc:graphicFrameChg>
      </pc:sldChg>
      <pc:sldChg chg="addSp delSp modSp mod">
        <pc:chgData name="michael simeoni" userId="506f25aaf3d2b85d" providerId="LiveId" clId="{689BC981-2100-4A8F-8404-0BD6DC3E1BD2}" dt="2022-01-11T04:52:29.228" v="366" actId="20577"/>
        <pc:sldMkLst>
          <pc:docMk/>
          <pc:sldMk cId="934112355" sldId="277"/>
        </pc:sldMkLst>
        <pc:spChg chg="add mod">
          <ac:chgData name="michael simeoni" userId="506f25aaf3d2b85d" providerId="LiveId" clId="{689BC981-2100-4A8F-8404-0BD6DC3E1BD2}" dt="2022-01-11T04:52:29.228" v="366" actId="20577"/>
          <ac:spMkLst>
            <pc:docMk/>
            <pc:sldMk cId="934112355" sldId="277"/>
            <ac:spMk id="5" creationId="{4F66A1A8-8847-470A-8506-81AA55B70247}"/>
          </ac:spMkLst>
        </pc:spChg>
        <pc:graphicFrameChg chg="del modGraphic">
          <ac:chgData name="michael simeoni" userId="506f25aaf3d2b85d" providerId="LiveId" clId="{689BC981-2100-4A8F-8404-0BD6DC3E1BD2}" dt="2022-01-11T04:51:51.679" v="281" actId="478"/>
          <ac:graphicFrameMkLst>
            <pc:docMk/>
            <pc:sldMk cId="934112355" sldId="277"/>
            <ac:graphicFrameMk id="4" creationId="{00000000-0000-0000-0000-000000000000}"/>
          </ac:graphicFrameMkLst>
        </pc:graphicFrameChg>
      </pc:sldChg>
      <pc:sldChg chg="modSp mod">
        <pc:chgData name="michael simeoni" userId="506f25aaf3d2b85d" providerId="LiveId" clId="{689BC981-2100-4A8F-8404-0BD6DC3E1BD2}" dt="2022-01-11T04:55:29.618" v="507" actId="6549"/>
        <pc:sldMkLst>
          <pc:docMk/>
          <pc:sldMk cId="731842390" sldId="278"/>
        </pc:sldMkLst>
        <pc:spChg chg="mod">
          <ac:chgData name="michael simeoni" userId="506f25aaf3d2b85d" providerId="LiveId" clId="{689BC981-2100-4A8F-8404-0BD6DC3E1BD2}" dt="2022-01-11T04:55:29.618" v="507" actId="6549"/>
          <ac:spMkLst>
            <pc:docMk/>
            <pc:sldMk cId="731842390" sldId="278"/>
            <ac:spMk id="3" creationId="{00000000-0000-0000-0000-000000000000}"/>
          </ac:spMkLst>
        </pc:spChg>
      </pc:sldChg>
      <pc:sldChg chg="del">
        <pc:chgData name="michael simeoni" userId="506f25aaf3d2b85d" providerId="LiveId" clId="{689BC981-2100-4A8F-8404-0BD6DC3E1BD2}" dt="2022-01-11T04:40:13.276" v="61" actId="47"/>
        <pc:sldMkLst>
          <pc:docMk/>
          <pc:sldMk cId="397182801" sldId="279"/>
        </pc:sldMkLst>
      </pc:sldChg>
      <pc:sldChg chg="del">
        <pc:chgData name="michael simeoni" userId="506f25aaf3d2b85d" providerId="LiveId" clId="{689BC981-2100-4A8F-8404-0BD6DC3E1BD2}" dt="2022-01-11T04:40:13.886" v="62" actId="47"/>
        <pc:sldMkLst>
          <pc:docMk/>
          <pc:sldMk cId="2256892999" sldId="280"/>
        </pc:sldMkLst>
      </pc:sldChg>
      <pc:sldChg chg="del">
        <pc:chgData name="michael simeoni" userId="506f25aaf3d2b85d" providerId="LiveId" clId="{689BC981-2100-4A8F-8404-0BD6DC3E1BD2}" dt="2022-01-11T04:40:15.089" v="63" actId="47"/>
        <pc:sldMkLst>
          <pc:docMk/>
          <pc:sldMk cId="3915251453" sldId="281"/>
        </pc:sldMkLst>
      </pc:sldChg>
      <pc:sldChg chg="delSp modSp mod">
        <pc:chgData name="michael simeoni" userId="506f25aaf3d2b85d" providerId="LiveId" clId="{689BC981-2100-4A8F-8404-0BD6DC3E1BD2}" dt="2022-01-11T04:40:43.246" v="68" actId="14100"/>
        <pc:sldMkLst>
          <pc:docMk/>
          <pc:sldMk cId="3234804224" sldId="282"/>
        </pc:sldMkLst>
        <pc:spChg chg="del">
          <ac:chgData name="michael simeoni" userId="506f25aaf3d2b85d" providerId="LiveId" clId="{689BC981-2100-4A8F-8404-0BD6DC3E1BD2}" dt="2022-01-11T04:40:24.198" v="64" actId="478"/>
          <ac:spMkLst>
            <pc:docMk/>
            <pc:sldMk cId="3234804224" sldId="282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0:33.557" v="67" actId="14100"/>
          <ac:spMkLst>
            <pc:docMk/>
            <pc:sldMk cId="3234804224" sldId="282"/>
            <ac:spMk id="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0:43.246" v="68" actId="14100"/>
          <ac:spMkLst>
            <pc:docMk/>
            <pc:sldMk cId="3234804224" sldId="282"/>
            <ac:spMk id="12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1:45.426" v="526"/>
        <pc:sldMkLst>
          <pc:docMk/>
          <pc:sldMk cId="37980884" sldId="283"/>
        </pc:sldMkLst>
      </pc:sldChg>
      <pc:sldChg chg="add del">
        <pc:chgData name="michael simeoni" userId="506f25aaf3d2b85d" providerId="LiveId" clId="{689BC981-2100-4A8F-8404-0BD6DC3E1BD2}" dt="2022-01-11T05:12:38.087" v="531" actId="47"/>
        <pc:sldMkLst>
          <pc:docMk/>
          <pc:sldMk cId="965344122" sldId="283"/>
        </pc:sldMkLst>
      </pc:sldChg>
      <pc:sldChg chg="addSp delSp modSp add mod ord">
        <pc:chgData name="michael simeoni" userId="506f25aaf3d2b85d" providerId="LiveId" clId="{689BC981-2100-4A8F-8404-0BD6DC3E1BD2}" dt="2022-01-11T06:29:13.211" v="616" actId="478"/>
        <pc:sldMkLst>
          <pc:docMk/>
          <pc:sldMk cId="141434675" sldId="284"/>
        </pc:sldMkLst>
        <pc:spChg chg="mod">
          <ac:chgData name="michael simeoni" userId="506f25aaf3d2b85d" providerId="LiveId" clId="{689BC981-2100-4A8F-8404-0BD6DC3E1BD2}" dt="2022-01-11T06:29:09.048" v="615" actId="20577"/>
          <ac:spMkLst>
            <pc:docMk/>
            <pc:sldMk cId="141434675" sldId="284"/>
            <ac:spMk id="2" creationId="{00000000-0000-0000-0000-000000000000}"/>
          </ac:spMkLst>
        </pc:spChg>
        <pc:spChg chg="del mod">
          <ac:chgData name="michael simeoni" userId="506f25aaf3d2b85d" providerId="LiveId" clId="{689BC981-2100-4A8F-8404-0BD6DC3E1BD2}" dt="2022-01-11T06:29:13.211" v="616" actId="478"/>
          <ac:spMkLst>
            <pc:docMk/>
            <pc:sldMk cId="141434675" sldId="284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6:29:13.211" v="616" actId="478"/>
          <ac:spMkLst>
            <pc:docMk/>
            <pc:sldMk cId="141434675" sldId="284"/>
            <ac:spMk id="6" creationId="{7D9B3BA0-7034-4808-9688-488FBD64E964}"/>
          </ac:spMkLst>
        </pc:spChg>
        <pc:picChg chg="add del">
          <ac:chgData name="michael simeoni" userId="506f25aaf3d2b85d" providerId="LiveId" clId="{689BC981-2100-4A8F-8404-0BD6DC3E1BD2}" dt="2022-01-11T06:29:04.665" v="607" actId="478"/>
          <ac:picMkLst>
            <pc:docMk/>
            <pc:sldMk cId="141434675" sldId="284"/>
            <ac:picMk id="4" creationId="{00000000-0000-0000-0000-000000000000}"/>
          </ac:picMkLst>
        </pc:picChg>
      </pc:sldChg>
      <pc:sldChg chg="modSp add del mod">
        <pc:chgData name="michael simeoni" userId="506f25aaf3d2b85d" providerId="LiveId" clId="{689BC981-2100-4A8F-8404-0BD6DC3E1BD2}" dt="2022-01-11T05:11:45.426" v="526"/>
        <pc:sldMkLst>
          <pc:docMk/>
          <pc:sldMk cId="3416275222" sldId="284"/>
        </pc:sldMkLst>
        <pc:spChg chg="mod">
          <ac:chgData name="michael simeoni" userId="506f25aaf3d2b85d" providerId="LiveId" clId="{689BC981-2100-4A8F-8404-0BD6DC3E1BD2}" dt="2022-01-11T05:11:45.426" v="526"/>
          <ac:spMkLst>
            <pc:docMk/>
            <pc:sldMk cId="3416275222" sldId="284"/>
            <ac:spMk id="4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5:32.668" v="560" actId="47"/>
        <pc:sldMkLst>
          <pc:docMk/>
          <pc:sldMk cId="37980884" sldId="285"/>
        </pc:sldMkLst>
      </pc:sldChg>
      <pc:sldChg chg="add del">
        <pc:chgData name="michael simeoni" userId="506f25aaf3d2b85d" providerId="LiveId" clId="{689BC981-2100-4A8F-8404-0BD6DC3E1BD2}" dt="2022-01-11T05:11:45.426" v="526"/>
        <pc:sldMkLst>
          <pc:docMk/>
          <pc:sldMk cId="418402495" sldId="285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965344122" sldId="286"/>
        </pc:sldMkLst>
      </pc:sldChg>
      <pc:sldChg chg="addSp delSp modSp add mod">
        <pc:chgData name="michael simeoni" userId="506f25aaf3d2b85d" providerId="LiveId" clId="{689BC981-2100-4A8F-8404-0BD6DC3E1BD2}" dt="2022-01-11T06:56:30.540" v="1047" actId="20577"/>
        <pc:sldMkLst>
          <pc:docMk/>
          <pc:sldMk cId="3416275222" sldId="286"/>
        </pc:sldMkLst>
        <pc:spChg chg="add mod">
          <ac:chgData name="michael simeoni" userId="506f25aaf3d2b85d" providerId="LiveId" clId="{689BC981-2100-4A8F-8404-0BD6DC3E1BD2}" dt="2022-01-11T06:56:30.540" v="1047" actId="20577"/>
          <ac:spMkLst>
            <pc:docMk/>
            <pc:sldMk cId="3416275222" sldId="286"/>
            <ac:spMk id="3" creationId="{1C30578F-3939-428F-A310-0DA16FD84BFE}"/>
          </ac:spMkLst>
        </pc:spChg>
        <pc:spChg chg="mod">
          <ac:chgData name="michael simeoni" userId="506f25aaf3d2b85d" providerId="LiveId" clId="{689BC981-2100-4A8F-8404-0BD6DC3E1BD2}" dt="2022-01-11T06:46:23.650" v="707" actId="1076"/>
          <ac:spMkLst>
            <pc:docMk/>
            <pc:sldMk cId="3416275222" sldId="286"/>
            <ac:spMk id="4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0:00.908" v="724" actId="1076"/>
          <ac:spMkLst>
            <pc:docMk/>
            <pc:sldMk cId="3416275222" sldId="286"/>
            <ac:spMk id="6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8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51.905" v="722" actId="1076"/>
          <ac:spMkLst>
            <pc:docMk/>
            <pc:sldMk cId="3416275222" sldId="286"/>
            <ac:spMk id="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1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0:08.395" v="726" actId="1076"/>
          <ac:spMkLst>
            <pc:docMk/>
            <pc:sldMk cId="3416275222" sldId="286"/>
            <ac:spMk id="1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49.470" v="721" actId="1076"/>
          <ac:spMkLst>
            <pc:docMk/>
            <pc:sldMk cId="3416275222" sldId="286"/>
            <ac:spMk id="13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56.929" v="723" actId="1076"/>
          <ac:spMkLst>
            <pc:docMk/>
            <pc:sldMk cId="3416275222" sldId="286"/>
            <ac:spMk id="14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5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6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45.141" v="720" actId="1076"/>
          <ac:spMkLst>
            <pc:docMk/>
            <pc:sldMk cId="3416275222" sldId="286"/>
            <ac:spMk id="17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0:03.903" v="725" actId="1076"/>
          <ac:spMkLst>
            <pc:docMk/>
            <pc:sldMk cId="3416275222" sldId="286"/>
            <ac:spMk id="18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2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35.005" v="718" actId="1076"/>
          <ac:spMkLst>
            <pc:docMk/>
            <pc:sldMk cId="3416275222" sldId="286"/>
            <ac:spMk id="21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22" creationId="{00000000-0000-0000-0000-000000000000}"/>
          </ac:spMkLst>
        </pc:spChg>
        <pc:grpChg chg="add del mod">
          <ac:chgData name="michael simeoni" userId="506f25aaf3d2b85d" providerId="LiveId" clId="{689BC981-2100-4A8F-8404-0BD6DC3E1BD2}" dt="2022-01-11T06:52:35.991" v="728" actId="478"/>
          <ac:grpSpMkLst>
            <pc:docMk/>
            <pc:sldMk cId="3416275222" sldId="286"/>
            <ac:grpSpMk id="2" creationId="{994C1FC9-7F23-4204-A296-A51AA90D40F5}"/>
          </ac:grpSpMkLst>
        </pc:gr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141434675" sldId="287"/>
        </pc:sldMkLst>
      </pc:sldChg>
      <pc:sldChg chg="addSp delSp modSp add mod ord">
        <pc:chgData name="michael simeoni" userId="506f25aaf3d2b85d" providerId="LiveId" clId="{689BC981-2100-4A8F-8404-0BD6DC3E1BD2}" dt="2022-01-11T06:58:49.260" v="1093" actId="14100"/>
        <pc:sldMkLst>
          <pc:docMk/>
          <pc:sldMk cId="418402495" sldId="287"/>
        </pc:sldMkLst>
        <pc:spChg chg="mod">
          <ac:chgData name="michael simeoni" userId="506f25aaf3d2b85d" providerId="LiveId" clId="{689BC981-2100-4A8F-8404-0BD6DC3E1BD2}" dt="2022-01-11T06:58:43.094" v="1091" actId="1076"/>
          <ac:spMkLst>
            <pc:docMk/>
            <pc:sldMk cId="418402495" sldId="287"/>
            <ac:spMk id="2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6:58:45.143" v="1092" actId="478"/>
          <ac:spMkLst>
            <pc:docMk/>
            <pc:sldMk cId="418402495" sldId="287"/>
            <ac:spMk id="7" creationId="{60025D17-D728-4A64-BEDE-6EDCA056AB38}"/>
          </ac:spMkLst>
        </pc:spChg>
        <pc:picChg chg="del mod">
          <ac:chgData name="michael simeoni" userId="506f25aaf3d2b85d" providerId="LiveId" clId="{689BC981-2100-4A8F-8404-0BD6DC3E1BD2}" dt="2022-01-11T06:58:02.213" v="1080" actId="478"/>
          <ac:picMkLst>
            <pc:docMk/>
            <pc:sldMk cId="418402495" sldId="287"/>
            <ac:picMk id="4" creationId="{00000000-0000-0000-0000-000000000000}"/>
          </ac:picMkLst>
        </pc:picChg>
        <pc:picChg chg="mod modCrop">
          <ac:chgData name="michael simeoni" userId="506f25aaf3d2b85d" providerId="LiveId" clId="{689BC981-2100-4A8F-8404-0BD6DC3E1BD2}" dt="2022-01-11T06:58:49.260" v="1093" actId="14100"/>
          <ac:picMkLst>
            <pc:docMk/>
            <pc:sldMk cId="418402495" sldId="287"/>
            <ac:picMk id="5" creationId="{00000000-0000-0000-0000-000000000000}"/>
          </ac:picMkLst>
        </pc:picChg>
        <pc:picChg chg="add del mod">
          <ac:chgData name="michael simeoni" userId="506f25aaf3d2b85d" providerId="LiveId" clId="{689BC981-2100-4A8F-8404-0BD6DC3E1BD2}" dt="2022-01-11T06:57:55.072" v="1077"/>
          <ac:picMkLst>
            <pc:docMk/>
            <pc:sldMk cId="418402495" sldId="287"/>
            <ac:picMk id="6" creationId="{114C73D6-4DD3-416C-A585-8E6FE59CDD56}"/>
          </ac:picMkLst>
        </pc:picChg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1744093261" sldId="288"/>
        </pc:sldMkLst>
      </pc:sldChg>
      <pc:sldChg chg="modSp add mod">
        <pc:chgData name="michael simeoni" userId="506f25aaf3d2b85d" providerId="LiveId" clId="{689BC981-2100-4A8F-8404-0BD6DC3E1BD2}" dt="2022-01-11T05:14:28.120" v="554" actId="20577"/>
        <pc:sldMkLst>
          <pc:docMk/>
          <pc:sldMk cId="1792889795" sldId="288"/>
        </pc:sldMkLst>
        <pc:spChg chg="mod">
          <ac:chgData name="michael simeoni" userId="506f25aaf3d2b85d" providerId="LiveId" clId="{689BC981-2100-4A8F-8404-0BD6DC3E1BD2}" dt="2022-01-11T05:14:28.120" v="554" actId="20577"/>
          <ac:spMkLst>
            <pc:docMk/>
            <pc:sldMk cId="1792889795" sldId="288"/>
            <ac:spMk id="2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2433739181" sldId="288"/>
        </pc:sldMkLst>
      </pc:sldChg>
      <pc:sldChg chg="modSp add mod">
        <pc:chgData name="michael simeoni" userId="506f25aaf3d2b85d" providerId="LiveId" clId="{689BC981-2100-4A8F-8404-0BD6DC3E1BD2}" dt="2022-01-11T05:14:33.272" v="557" actId="20577"/>
        <pc:sldMkLst>
          <pc:docMk/>
          <pc:sldMk cId="635768104" sldId="289"/>
        </pc:sldMkLst>
        <pc:spChg chg="mod">
          <ac:chgData name="michael simeoni" userId="506f25aaf3d2b85d" providerId="LiveId" clId="{689BC981-2100-4A8F-8404-0BD6DC3E1BD2}" dt="2022-01-11T05:14:33.272" v="557" actId="20577"/>
          <ac:spMkLst>
            <pc:docMk/>
            <pc:sldMk cId="635768104" sldId="289"/>
            <ac:spMk id="2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932643694" sldId="289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4138452993" sldId="289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435892613" sldId="290"/>
        </pc:sldMkLst>
      </pc:sldChg>
      <pc:sldChg chg="add">
        <pc:chgData name="michael simeoni" userId="506f25aaf3d2b85d" providerId="LiveId" clId="{689BC981-2100-4A8F-8404-0BD6DC3E1BD2}" dt="2022-01-11T06:21:57.175" v="603"/>
        <pc:sldMkLst>
          <pc:docMk/>
          <pc:sldMk cId="2526270293" sldId="290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006955707" sldId="290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1744093261" sldId="291"/>
        </pc:sldMkLst>
      </pc:sldChg>
      <pc:sldChg chg="add del">
        <pc:chgData name="michael simeoni" userId="506f25aaf3d2b85d" providerId="LiveId" clId="{689BC981-2100-4A8F-8404-0BD6DC3E1BD2}" dt="2022-01-11T06:29:20.016" v="617" actId="47"/>
        <pc:sldMkLst>
          <pc:docMk/>
          <pc:sldMk cId="1757533608" sldId="291"/>
        </pc:sldMkLst>
      </pc:sldChg>
      <pc:sldChg chg="addSp delSp modSp add mod">
        <pc:chgData name="michael simeoni" userId="506f25aaf3d2b85d" providerId="LiveId" clId="{689BC981-2100-4A8F-8404-0BD6DC3E1BD2}" dt="2022-01-11T06:45:36.512" v="705" actId="20577"/>
        <pc:sldMkLst>
          <pc:docMk/>
          <pc:sldMk cId="3139137514" sldId="291"/>
        </pc:sldMkLst>
        <pc:spChg chg="mod">
          <ac:chgData name="michael simeoni" userId="506f25aaf3d2b85d" providerId="LiveId" clId="{689BC981-2100-4A8F-8404-0BD6DC3E1BD2}" dt="2022-01-11T06:45:36.512" v="705" actId="20577"/>
          <ac:spMkLst>
            <pc:docMk/>
            <pc:sldMk cId="3139137514" sldId="291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6:29:48.337" v="620" actId="478"/>
          <ac:spMkLst>
            <pc:docMk/>
            <pc:sldMk cId="3139137514" sldId="291"/>
            <ac:spMk id="3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6:41:33.862" v="655" actId="478"/>
          <ac:spMkLst>
            <pc:docMk/>
            <pc:sldMk cId="3139137514" sldId="291"/>
            <ac:spMk id="6" creationId="{F0267C16-DBCD-4EB3-B7DA-9E7556FCD076}"/>
          </ac:spMkLst>
        </pc:spChg>
        <pc:picChg chg="del mod">
          <ac:chgData name="michael simeoni" userId="506f25aaf3d2b85d" providerId="LiveId" clId="{689BC981-2100-4A8F-8404-0BD6DC3E1BD2}" dt="2022-01-11T06:29:50.363" v="622" actId="478"/>
          <ac:picMkLst>
            <pc:docMk/>
            <pc:sldMk cId="3139137514" sldId="291"/>
            <ac:picMk id="4" creationId="{00000000-0000-0000-0000-000000000000}"/>
          </ac:picMkLst>
        </pc:picChg>
        <pc:picChg chg="del">
          <ac:chgData name="michael simeoni" userId="506f25aaf3d2b85d" providerId="LiveId" clId="{689BC981-2100-4A8F-8404-0BD6DC3E1BD2}" dt="2022-01-11T06:41:15.847" v="653" actId="478"/>
          <ac:picMkLst>
            <pc:docMk/>
            <pc:sldMk cId="3139137514" sldId="291"/>
            <ac:picMk id="7" creationId="{F025F0C0-561B-4B54-A1F3-58BA4FF8CEEA}"/>
          </ac:picMkLst>
        </pc:picChg>
        <pc:picChg chg="del mod modCrop">
          <ac:chgData name="michael simeoni" userId="506f25aaf3d2b85d" providerId="LiveId" clId="{689BC981-2100-4A8F-8404-0BD6DC3E1BD2}" dt="2022-01-11T06:42:56.377" v="664" actId="478"/>
          <ac:picMkLst>
            <pc:docMk/>
            <pc:sldMk cId="3139137514" sldId="291"/>
            <ac:picMk id="8" creationId="{432F312A-4D28-4C2C-B3C4-918FBF84545C}"/>
          </ac:picMkLst>
        </pc:picChg>
        <pc:picChg chg="del mod modCrop">
          <ac:chgData name="michael simeoni" userId="506f25aaf3d2b85d" providerId="LiveId" clId="{689BC981-2100-4A8F-8404-0BD6DC3E1BD2}" dt="2022-01-11T06:44:09.219" v="672" actId="478"/>
          <ac:picMkLst>
            <pc:docMk/>
            <pc:sldMk cId="3139137514" sldId="291"/>
            <ac:picMk id="9" creationId="{DC28EDED-CCB8-4B71-AB5B-929AE39934C9}"/>
          </ac:picMkLst>
        </pc:picChg>
        <pc:picChg chg="mod modCrop">
          <ac:chgData name="michael simeoni" userId="506f25aaf3d2b85d" providerId="LiveId" clId="{689BC981-2100-4A8F-8404-0BD6DC3E1BD2}" dt="2022-01-11T06:45:05.883" v="675" actId="1076"/>
          <ac:picMkLst>
            <pc:docMk/>
            <pc:sldMk cId="3139137514" sldId="291"/>
            <ac:picMk id="10" creationId="{9E584866-961C-45B9-BB1C-0E0D92CE06EF}"/>
          </ac:picMkLst>
        </pc:picChg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3748528381" sldId="291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2557520090" sldId="292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4138452993" sldId="292"/>
        </pc:sldMkLst>
      </pc:sldChg>
      <pc:sldChg chg="addSp modSp add mod">
        <pc:chgData name="michael simeoni" userId="506f25aaf3d2b85d" providerId="LiveId" clId="{689BC981-2100-4A8F-8404-0BD6DC3E1BD2}" dt="2022-01-11T06:57:39.351" v="1073" actId="1076"/>
        <pc:sldMkLst>
          <pc:docMk/>
          <pc:sldMk cId="4245149180" sldId="292"/>
        </pc:sldMkLst>
        <pc:spChg chg="mod">
          <ac:chgData name="michael simeoni" userId="506f25aaf3d2b85d" providerId="LiveId" clId="{689BC981-2100-4A8F-8404-0BD6DC3E1BD2}" dt="2022-01-11T06:57:12.712" v="1052" actId="1076"/>
          <ac:spMkLst>
            <pc:docMk/>
            <pc:sldMk cId="4245149180" sldId="292"/>
            <ac:spMk id="6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18.588" v="1054" actId="1076"/>
          <ac:spMkLst>
            <pc:docMk/>
            <pc:sldMk cId="4245149180" sldId="292"/>
            <ac:spMk id="8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16.815" v="1053" actId="1076"/>
          <ac:spMkLst>
            <pc:docMk/>
            <pc:sldMk cId="4245149180" sldId="292"/>
            <ac:spMk id="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21.179" v="1055" actId="1076"/>
          <ac:spMkLst>
            <pc:docMk/>
            <pc:sldMk cId="4245149180" sldId="292"/>
            <ac:spMk id="1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05.141" v="1050" actId="1076"/>
          <ac:spMkLst>
            <pc:docMk/>
            <pc:sldMk cId="4245149180" sldId="292"/>
            <ac:spMk id="1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39.351" v="1073" actId="1076"/>
          <ac:spMkLst>
            <pc:docMk/>
            <pc:sldMk cId="4245149180" sldId="292"/>
            <ac:spMk id="13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6:57.823" v="1048" actId="1076"/>
          <ac:spMkLst>
            <pc:docMk/>
            <pc:sldMk cId="4245149180" sldId="292"/>
            <ac:spMk id="2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08.030" v="1051" actId="1076"/>
          <ac:spMkLst>
            <pc:docMk/>
            <pc:sldMk cId="4245149180" sldId="292"/>
            <ac:spMk id="22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6:57:32.489" v="1072" actId="20577"/>
          <ac:spMkLst>
            <pc:docMk/>
            <pc:sldMk cId="4245149180" sldId="292"/>
            <ac:spMk id="23" creationId="{179D1AE1-3A76-459A-948B-D894FC5D7FE1}"/>
          </ac:spMkLst>
        </pc:s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435892613" sldId="293"/>
        </pc:sldMkLst>
      </pc:sldChg>
      <pc:sldChg chg="add">
        <pc:chgData name="michael simeoni" userId="506f25aaf3d2b85d" providerId="LiveId" clId="{689BC981-2100-4A8F-8404-0BD6DC3E1BD2}" dt="2022-01-11T06:57:57.714" v="1078"/>
        <pc:sldMkLst>
          <pc:docMk/>
          <pc:sldMk cId="1850182372" sldId="293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3281847404" sldId="293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3338883100" sldId="294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748528381" sldId="294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2557520090" sldId="295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4214191383" sldId="295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2937286124" sldId="296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281847404" sldId="296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338883100" sldId="297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4214191383" sldId="298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2937286124" sldId="299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730011445" sldId="300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1322083326" sldId="301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13138916" sldId="302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1019522176" sldId="303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50097149" sldId="304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34232617" sldId="305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618612677" sldId="306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065512643" sldId="307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2735093702" sldId="308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867916440" sldId="309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511391679" sldId="310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259275305" sldId="311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44742887" sldId="312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2822160215" sldId="313"/>
        </pc:sldMkLst>
      </pc:sldChg>
      <pc:sldMasterChg chg="add del addSldLayout delSldLayout">
        <pc:chgData name="michael simeoni" userId="506f25aaf3d2b85d" providerId="LiveId" clId="{689BC981-2100-4A8F-8404-0BD6DC3E1BD2}" dt="2022-01-11T05:12:15.947" v="527" actId="27028"/>
        <pc:sldMasterMkLst>
          <pc:docMk/>
          <pc:sldMasterMk cId="0" sldId="2147483648"/>
        </pc:sldMasterMkLst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0" sldId="2147483649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310330983" sldId="2147483650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73512344" sldId="2147483651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3509326500" sldId="2147483652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42476102" sldId="2147483653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886015121" sldId="2147483654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1402379198" sldId="2147483655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550632872" sldId="2147483656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3897466121" sldId="2147483657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04836106" sldId="2147483658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649569496" sldId="2147483659"/>
          </pc:sldLayoutMkLst>
        </pc:sldLayoutChg>
      </pc:sldMasterChg>
    </pc:docChg>
  </pc:docChgLst>
  <pc:docChgLst>
    <pc:chgData name="michael simeoni" userId="506f25aaf3d2b85d" providerId="LiveId" clId="{CAE5549F-52B4-45BA-87D5-D0EFEAAC414A}"/>
    <pc:docChg chg="undo custSel addSld delSld modSld sldOrd">
      <pc:chgData name="michael simeoni" userId="506f25aaf3d2b85d" providerId="LiveId" clId="{CAE5549F-52B4-45BA-87D5-D0EFEAAC414A}" dt="2022-01-13T01:48:03.742" v="251"/>
      <pc:docMkLst>
        <pc:docMk/>
      </pc:docMkLst>
      <pc:sldChg chg="modSp mod">
        <pc:chgData name="michael simeoni" userId="506f25aaf3d2b85d" providerId="LiveId" clId="{CAE5549F-52B4-45BA-87D5-D0EFEAAC414A}" dt="2022-01-13T01:09:21.221" v="25" actId="122"/>
        <pc:sldMkLst>
          <pc:docMk/>
          <pc:sldMk cId="1315221385" sldId="256"/>
        </pc:sldMkLst>
        <pc:spChg chg="mod">
          <ac:chgData name="michael simeoni" userId="506f25aaf3d2b85d" providerId="LiveId" clId="{CAE5549F-52B4-45BA-87D5-D0EFEAAC414A}" dt="2022-01-13T01:09:21.221" v="25" actId="122"/>
          <ac:spMkLst>
            <pc:docMk/>
            <pc:sldMk cId="1315221385" sldId="256"/>
            <ac:spMk id="2" creationId="{00000000-0000-0000-0000-000000000000}"/>
          </ac:spMkLst>
        </pc:spChg>
        <pc:spChg chg="mod">
          <ac:chgData name="michael simeoni" userId="506f25aaf3d2b85d" providerId="LiveId" clId="{CAE5549F-52B4-45BA-87D5-D0EFEAAC414A}" dt="2022-01-13T01:09:17.752" v="24" actId="255"/>
          <ac:spMkLst>
            <pc:docMk/>
            <pc:sldMk cId="1315221385" sldId="256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3:29.303" v="26" actId="47"/>
        <pc:sldMkLst>
          <pc:docMk/>
          <pc:sldMk cId="2527451516" sldId="260"/>
        </pc:sldMkLst>
      </pc:sldChg>
      <pc:sldChg chg="modSp mod ord">
        <pc:chgData name="michael simeoni" userId="506f25aaf3d2b85d" providerId="LiveId" clId="{CAE5549F-52B4-45BA-87D5-D0EFEAAC414A}" dt="2022-01-13T01:36:37.409" v="39" actId="2711"/>
        <pc:sldMkLst>
          <pc:docMk/>
          <pc:sldMk cId="1256245767" sldId="264"/>
        </pc:sldMkLst>
        <pc:spChg chg="mod">
          <ac:chgData name="michael simeoni" userId="506f25aaf3d2b85d" providerId="LiveId" clId="{CAE5549F-52B4-45BA-87D5-D0EFEAAC414A}" dt="2022-01-13T01:36:37.409" v="39" actId="2711"/>
          <ac:spMkLst>
            <pc:docMk/>
            <pc:sldMk cId="1256245767" sldId="264"/>
            <ac:spMk id="3" creationId="{00000000-0000-0000-0000-000000000000}"/>
          </ac:spMkLst>
        </pc:spChg>
      </pc:sldChg>
      <pc:sldChg chg="modSp add del mod">
        <pc:chgData name="michael simeoni" userId="506f25aaf3d2b85d" providerId="LiveId" clId="{CAE5549F-52B4-45BA-87D5-D0EFEAAC414A}" dt="2022-01-13T01:36:47.363" v="41" actId="255"/>
        <pc:sldMkLst>
          <pc:docMk/>
          <pc:sldMk cId="2011529335" sldId="266"/>
        </pc:sldMkLst>
        <pc:spChg chg="mod">
          <ac:chgData name="michael simeoni" userId="506f25aaf3d2b85d" providerId="LiveId" clId="{CAE5549F-52B4-45BA-87D5-D0EFEAAC414A}" dt="2022-01-13T01:36:47.363" v="41" actId="255"/>
          <ac:spMkLst>
            <pc:docMk/>
            <pc:sldMk cId="2011529335" sldId="266"/>
            <ac:spMk id="3" creationId="{00000000-0000-0000-0000-000000000000}"/>
          </ac:spMkLst>
        </pc:spChg>
      </pc:sldChg>
      <pc:sldChg chg="modSp mod">
        <pc:chgData name="michael simeoni" userId="506f25aaf3d2b85d" providerId="LiveId" clId="{CAE5549F-52B4-45BA-87D5-D0EFEAAC414A}" dt="2022-01-13T01:36:57.904" v="43" actId="2711"/>
        <pc:sldMkLst>
          <pc:docMk/>
          <pc:sldMk cId="258542850" sldId="267"/>
        </pc:sldMkLst>
        <pc:spChg chg="mod">
          <ac:chgData name="michael simeoni" userId="506f25aaf3d2b85d" providerId="LiveId" clId="{CAE5549F-52B4-45BA-87D5-D0EFEAAC414A}" dt="2022-01-13T01:36:57.904" v="43" actId="2711"/>
          <ac:spMkLst>
            <pc:docMk/>
            <pc:sldMk cId="258542850" sldId="267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7:24.273" v="46" actId="47"/>
        <pc:sldMkLst>
          <pc:docMk/>
          <pc:sldMk cId="1100236207" sldId="268"/>
        </pc:sldMkLst>
      </pc:sldChg>
      <pc:sldChg chg="del">
        <pc:chgData name="michael simeoni" userId="506f25aaf3d2b85d" providerId="LiveId" clId="{CAE5549F-52B4-45BA-87D5-D0EFEAAC414A}" dt="2022-01-13T01:37:36.130" v="49" actId="47"/>
        <pc:sldMkLst>
          <pc:docMk/>
          <pc:sldMk cId="3848324391" sldId="269"/>
        </pc:sldMkLst>
      </pc:sldChg>
      <pc:sldChg chg="del">
        <pc:chgData name="michael simeoni" userId="506f25aaf3d2b85d" providerId="LiveId" clId="{CAE5549F-52B4-45BA-87D5-D0EFEAAC414A}" dt="2022-01-13T01:37:30.455" v="47" actId="47"/>
        <pc:sldMkLst>
          <pc:docMk/>
          <pc:sldMk cId="1244820854" sldId="270"/>
        </pc:sldMkLst>
      </pc:sldChg>
      <pc:sldChg chg="del">
        <pc:chgData name="michael simeoni" userId="506f25aaf3d2b85d" providerId="LiveId" clId="{CAE5549F-52B4-45BA-87D5-D0EFEAAC414A}" dt="2022-01-13T01:37:33.800" v="48" actId="47"/>
        <pc:sldMkLst>
          <pc:docMk/>
          <pc:sldMk cId="2287525267" sldId="271"/>
        </pc:sldMkLst>
      </pc:sldChg>
      <pc:sldChg chg="modSp mod">
        <pc:chgData name="michael simeoni" userId="506f25aaf3d2b85d" providerId="LiveId" clId="{CAE5549F-52B4-45BA-87D5-D0EFEAAC414A}" dt="2022-01-13T01:38:06.929" v="52" actId="6549"/>
        <pc:sldMkLst>
          <pc:docMk/>
          <pc:sldMk cId="1692388199" sldId="272"/>
        </pc:sldMkLst>
        <pc:spChg chg="mod">
          <ac:chgData name="michael simeoni" userId="506f25aaf3d2b85d" providerId="LiveId" clId="{CAE5549F-52B4-45BA-87D5-D0EFEAAC414A}" dt="2022-01-13T01:38:06.929" v="52" actId="6549"/>
          <ac:spMkLst>
            <pc:docMk/>
            <pc:sldMk cId="1692388199" sldId="272"/>
            <ac:spMk id="3" creationId="{00000000-0000-0000-0000-000000000000}"/>
          </ac:spMkLst>
        </pc:spChg>
      </pc:sldChg>
      <pc:sldChg chg="modSp mod">
        <pc:chgData name="michael simeoni" userId="506f25aaf3d2b85d" providerId="LiveId" clId="{CAE5549F-52B4-45BA-87D5-D0EFEAAC414A}" dt="2022-01-13T01:37:21.910" v="45" actId="2711"/>
        <pc:sldMkLst>
          <pc:docMk/>
          <pc:sldMk cId="933547450" sldId="274"/>
        </pc:sldMkLst>
        <pc:spChg chg="mod">
          <ac:chgData name="michael simeoni" userId="506f25aaf3d2b85d" providerId="LiveId" clId="{CAE5549F-52B4-45BA-87D5-D0EFEAAC414A}" dt="2022-01-13T01:37:21.910" v="45" actId="2711"/>
          <ac:spMkLst>
            <pc:docMk/>
            <pc:sldMk cId="933547450" sldId="274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8:44.738" v="55" actId="47"/>
        <pc:sldMkLst>
          <pc:docMk/>
          <pc:sldMk cId="2680193606" sldId="276"/>
        </pc:sldMkLst>
      </pc:sldChg>
      <pc:sldChg chg="del">
        <pc:chgData name="michael simeoni" userId="506f25aaf3d2b85d" providerId="LiveId" clId="{CAE5549F-52B4-45BA-87D5-D0EFEAAC414A}" dt="2022-01-13T01:34:54.833" v="32" actId="47"/>
        <pc:sldMkLst>
          <pc:docMk/>
          <pc:sldMk cId="934112355" sldId="277"/>
        </pc:sldMkLst>
      </pc:sldChg>
      <pc:sldChg chg="modSp mod">
        <pc:chgData name="michael simeoni" userId="506f25aaf3d2b85d" providerId="LiveId" clId="{CAE5549F-52B4-45BA-87D5-D0EFEAAC414A}" dt="2022-01-13T01:38:24.936" v="54" actId="2711"/>
        <pc:sldMkLst>
          <pc:docMk/>
          <pc:sldMk cId="731842390" sldId="278"/>
        </pc:sldMkLst>
        <pc:spChg chg="mod">
          <ac:chgData name="michael simeoni" userId="506f25aaf3d2b85d" providerId="LiveId" clId="{CAE5549F-52B4-45BA-87D5-D0EFEAAC414A}" dt="2022-01-13T01:38:24.936" v="54" actId="2711"/>
          <ac:spMkLst>
            <pc:docMk/>
            <pc:sldMk cId="731842390" sldId="278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3416275222" sldId="286"/>
        </pc:sldMkLst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418402495" sldId="287"/>
        </pc:sldMkLst>
      </pc:sldChg>
      <pc:sldChg chg="del">
        <pc:chgData name="michael simeoni" userId="506f25aaf3d2b85d" providerId="LiveId" clId="{CAE5549F-52B4-45BA-87D5-D0EFEAAC414A}" dt="2022-01-13T01:33:29.475" v="27" actId="47"/>
        <pc:sldMkLst>
          <pc:docMk/>
          <pc:sldMk cId="1792889795" sldId="288"/>
        </pc:sldMkLst>
      </pc:sldChg>
      <pc:sldChg chg="modSp mod ord">
        <pc:chgData name="michael simeoni" userId="506f25aaf3d2b85d" providerId="LiveId" clId="{CAE5549F-52B4-45BA-87D5-D0EFEAAC414A}" dt="2022-01-13T01:40:35.022" v="57"/>
        <pc:sldMkLst>
          <pc:docMk/>
          <pc:sldMk cId="635768104" sldId="289"/>
        </pc:sldMkLst>
        <pc:spChg chg="mod">
          <ac:chgData name="michael simeoni" userId="506f25aaf3d2b85d" providerId="LiveId" clId="{CAE5549F-52B4-45BA-87D5-D0EFEAAC414A}" dt="2022-01-13T01:33:37.416" v="29" actId="20577"/>
          <ac:spMkLst>
            <pc:docMk/>
            <pc:sldMk cId="635768104" sldId="289"/>
            <ac:spMk id="2" creationId="{00000000-0000-0000-0000-000000000000}"/>
          </ac:spMkLst>
        </pc:spChg>
        <pc:spChg chg="mod">
          <ac:chgData name="michael simeoni" userId="506f25aaf3d2b85d" providerId="LiveId" clId="{CAE5549F-52B4-45BA-87D5-D0EFEAAC414A}" dt="2022-01-13T01:36:21.798" v="37" actId="255"/>
          <ac:spMkLst>
            <pc:docMk/>
            <pc:sldMk cId="635768104" sldId="289"/>
            <ac:spMk id="3" creationId="{00000000-0000-0000-0000-000000000000}"/>
          </ac:spMkLst>
        </pc:spChg>
      </pc:sldChg>
      <pc:sldChg chg="delSp modSp mod">
        <pc:chgData name="michael simeoni" userId="506f25aaf3d2b85d" providerId="LiveId" clId="{CAE5549F-52B4-45BA-87D5-D0EFEAAC414A}" dt="2022-01-12T06:49:34.188" v="4" actId="14100"/>
        <pc:sldMkLst>
          <pc:docMk/>
          <pc:sldMk cId="3139137514" sldId="291"/>
        </pc:sldMkLst>
        <pc:picChg chg="mod modCrop">
          <ac:chgData name="michael simeoni" userId="506f25aaf3d2b85d" providerId="LiveId" clId="{CAE5549F-52B4-45BA-87D5-D0EFEAAC414A}" dt="2022-01-12T06:49:34.188" v="4" actId="14100"/>
          <ac:picMkLst>
            <pc:docMk/>
            <pc:sldMk cId="3139137514" sldId="291"/>
            <ac:picMk id="3" creationId="{45E9C0A5-AD26-4E5A-A953-8632C025244E}"/>
          </ac:picMkLst>
        </pc:picChg>
        <pc:picChg chg="del">
          <ac:chgData name="michael simeoni" userId="506f25aaf3d2b85d" providerId="LiveId" clId="{CAE5549F-52B4-45BA-87D5-D0EFEAAC414A}" dt="2022-01-12T06:48:59.907" v="0" actId="478"/>
          <ac:picMkLst>
            <pc:docMk/>
            <pc:sldMk cId="3139137514" sldId="291"/>
            <ac:picMk id="10" creationId="{9E584866-961C-45B9-BB1C-0E0D92CE06EF}"/>
          </ac:picMkLst>
        </pc:picChg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4245149180" sldId="292"/>
        </pc:sldMkLst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1850182372" sldId="293"/>
        </pc:sldMkLst>
      </pc:sldChg>
      <pc:sldChg chg="modSp new mod">
        <pc:chgData name="michael simeoni" userId="506f25aaf3d2b85d" providerId="LiveId" clId="{CAE5549F-52B4-45BA-87D5-D0EFEAAC414A}" dt="2022-01-13T01:48:03.742" v="251"/>
        <pc:sldMkLst>
          <pc:docMk/>
          <pc:sldMk cId="2318579169" sldId="293"/>
        </pc:sldMkLst>
        <pc:spChg chg="mod">
          <ac:chgData name="michael simeoni" userId="506f25aaf3d2b85d" providerId="LiveId" clId="{CAE5549F-52B4-45BA-87D5-D0EFEAAC414A}" dt="2022-01-13T01:45:30.025" v="68" actId="20577"/>
          <ac:spMkLst>
            <pc:docMk/>
            <pc:sldMk cId="2318579169" sldId="293"/>
            <ac:spMk id="2" creationId="{E2C72CA2-0120-4385-88B4-46038046C8BA}"/>
          </ac:spMkLst>
        </pc:spChg>
        <pc:spChg chg="mod">
          <ac:chgData name="michael simeoni" userId="506f25aaf3d2b85d" providerId="LiveId" clId="{CAE5549F-52B4-45BA-87D5-D0EFEAAC414A}" dt="2022-01-13T01:48:03.742" v="251"/>
          <ac:spMkLst>
            <pc:docMk/>
            <pc:sldMk cId="2318579169" sldId="293"/>
            <ac:spMk id="3" creationId="{A217D22F-3B2F-4799-B816-FCBB4D833CF0}"/>
          </ac:spMkLst>
        </pc:spChg>
      </pc:sldChg>
    </pc:docChg>
  </pc:docChgLst>
  <pc:docChgLst>
    <pc:chgData name="michael simeoni" userId="506f25aaf3d2b85d" providerId="LiveId" clId="{F105BAB2-1361-4A2D-B78D-8991AF5C5525}"/>
    <pc:docChg chg="custSel modSld">
      <pc:chgData name="michael simeoni" userId="506f25aaf3d2b85d" providerId="LiveId" clId="{F105BAB2-1361-4A2D-B78D-8991AF5C5525}" dt="2022-01-14T02:00:01.392" v="9" actId="14100"/>
      <pc:docMkLst>
        <pc:docMk/>
      </pc:docMkLst>
      <pc:sldChg chg="modSp mod">
        <pc:chgData name="michael simeoni" userId="506f25aaf3d2b85d" providerId="LiveId" clId="{F105BAB2-1361-4A2D-B78D-8991AF5C5525}" dt="2022-01-14T01:48:49.892" v="1" actId="20577"/>
        <pc:sldMkLst>
          <pc:docMk/>
          <pc:sldMk cId="1315221385" sldId="256"/>
        </pc:sldMkLst>
        <pc:spChg chg="mod">
          <ac:chgData name="michael simeoni" userId="506f25aaf3d2b85d" providerId="LiveId" clId="{F105BAB2-1361-4A2D-B78D-8991AF5C5525}" dt="2022-01-14T01:48:49.892" v="1" actId="20577"/>
          <ac:spMkLst>
            <pc:docMk/>
            <pc:sldMk cId="1315221385" sldId="256"/>
            <ac:spMk id="2" creationId="{00000000-0000-0000-0000-000000000000}"/>
          </ac:spMkLst>
        </pc:spChg>
      </pc:sldChg>
      <pc:sldChg chg="delSp modSp mod">
        <pc:chgData name="michael simeoni" userId="506f25aaf3d2b85d" providerId="LiveId" clId="{F105BAB2-1361-4A2D-B78D-8991AF5C5525}" dt="2022-01-14T02:00:01.392" v="9" actId="14100"/>
        <pc:sldMkLst>
          <pc:docMk/>
          <pc:sldMk cId="3139137514" sldId="291"/>
        </pc:sldMkLst>
        <pc:picChg chg="del">
          <ac:chgData name="michael simeoni" userId="506f25aaf3d2b85d" providerId="LiveId" clId="{F105BAB2-1361-4A2D-B78D-8991AF5C5525}" dt="2022-01-14T01:59:15.139" v="2" actId="478"/>
          <ac:picMkLst>
            <pc:docMk/>
            <pc:sldMk cId="3139137514" sldId="291"/>
            <ac:picMk id="3" creationId="{45E9C0A5-AD26-4E5A-A953-8632C025244E}"/>
          </ac:picMkLst>
        </pc:picChg>
        <pc:picChg chg="mod modCrop">
          <ac:chgData name="michael simeoni" userId="506f25aaf3d2b85d" providerId="LiveId" clId="{F105BAB2-1361-4A2D-B78D-8991AF5C5525}" dt="2022-01-14T02:00:01.392" v="9" actId="14100"/>
          <ac:picMkLst>
            <pc:docMk/>
            <pc:sldMk cId="3139137514" sldId="291"/>
            <ac:picMk id="4" creationId="{403AD971-88D1-4008-A6A3-651AED787C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CF7C9-9EF0-4DE6-A743-E293E1A009DE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F12AD-D368-4965-B82B-1106FA9419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08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>
            <a:extLst>
              <a:ext uri="{FF2B5EF4-FFF2-40B4-BE49-F238E27FC236}">
                <a16:creationId xmlns:a16="http://schemas.microsoft.com/office/drawing/2014/main" id="{4F380653-5C40-4084-AD44-53CCE3CF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221281-E17E-4433-B666-FF950A08EEA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C5D5F7D-2AA2-4B4E-B2C6-34D1EFA72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5330274-F050-4185-9476-FA14A0D95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>
            <a:extLst>
              <a:ext uri="{FF2B5EF4-FFF2-40B4-BE49-F238E27FC236}">
                <a16:creationId xmlns:a16="http://schemas.microsoft.com/office/drawing/2014/main" id="{4F380653-5C40-4084-AD44-53CCE3CF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221281-E17E-4433-B666-FF950A08EEA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C5D5F7D-2AA2-4B4E-B2C6-34D1EFA72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5330274-F050-4185-9476-FA14A0D95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521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>
            <a:extLst>
              <a:ext uri="{FF2B5EF4-FFF2-40B4-BE49-F238E27FC236}">
                <a16:creationId xmlns:a16="http://schemas.microsoft.com/office/drawing/2014/main" id="{4F380653-5C40-4084-AD44-53CCE3CF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221281-E17E-4433-B666-FF950A08EEA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C5D5F7D-2AA2-4B4E-B2C6-34D1EFA72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5330274-F050-4185-9476-FA14A0D95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279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31">
            <a:extLst>
              <a:ext uri="{FF2B5EF4-FFF2-40B4-BE49-F238E27FC236}">
                <a16:creationId xmlns:a16="http://schemas.microsoft.com/office/drawing/2014/main" id="{A679F0FB-97F8-4526-8785-216BBC514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9E627F-9D21-464C-80F2-3D211977101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EC896BA-265F-48DB-BA14-1D1A88EE76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0355AA9-8482-4584-B5A6-35AF96980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31">
            <a:extLst>
              <a:ext uri="{FF2B5EF4-FFF2-40B4-BE49-F238E27FC236}">
                <a16:creationId xmlns:a16="http://schemas.microsoft.com/office/drawing/2014/main" id="{33C0BA49-3777-4622-B409-ABCD9E205D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EB56A8-F3B4-44F3-9660-68549812504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93E99AD-2E05-483C-969D-130A07B58B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32AF8A29-50FF-4ED4-8687-B0642E87A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31">
            <a:extLst>
              <a:ext uri="{FF2B5EF4-FFF2-40B4-BE49-F238E27FC236}">
                <a16:creationId xmlns:a16="http://schemas.microsoft.com/office/drawing/2014/main" id="{9D71D118-1926-4D6A-8CD5-B272D62C0F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1F8D45-1BD6-4D24-94CA-F10D9A7F6E2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99EFC01-86D6-4E41-A8C0-E6F3051874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96416B3-A85A-4728-B4EE-56ACB5F80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31">
            <a:extLst>
              <a:ext uri="{FF2B5EF4-FFF2-40B4-BE49-F238E27FC236}">
                <a16:creationId xmlns:a16="http://schemas.microsoft.com/office/drawing/2014/main" id="{01FA3F15-2CD1-46CE-8818-233A7130AD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D56944-99ED-4D11-912F-3DA8F477A60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8B40999-9F91-4D48-B927-EEEA326A7B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6913"/>
            <a:ext cx="4648200" cy="3486150"/>
          </a:xfrm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01141E7-F243-4539-897F-29209137D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>
            <a:extLst>
              <a:ext uri="{FF2B5EF4-FFF2-40B4-BE49-F238E27FC236}">
                <a16:creationId xmlns:a16="http://schemas.microsoft.com/office/drawing/2014/main" id="{2C6FAAD3-579A-413F-8C89-5BFF616781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890258-7B3B-4E5E-B679-3D5B11B1BA1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A6AE265-ECE5-42B2-8A98-106A13C16A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6325" y="696913"/>
            <a:ext cx="4705350" cy="3486150"/>
          </a:xfrm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C820C8B-8667-497B-9800-9E91B8A04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31">
            <a:extLst>
              <a:ext uri="{FF2B5EF4-FFF2-40B4-BE49-F238E27FC236}">
                <a16:creationId xmlns:a16="http://schemas.microsoft.com/office/drawing/2014/main" id="{9CD4B173-25C6-4393-AB3E-623DDB511F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A1A66B-D997-4380-B574-20E3A44DD95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E53368E-7932-4A85-B984-E9748CD1A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6325" y="696913"/>
            <a:ext cx="4705350" cy="3486150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CA57214-E8FE-4FAF-9F6D-8DA25B445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8034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1828800" y="1524000"/>
            <a:ext cx="71628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098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sz="quarter" idx="2"/>
          </p:nvPr>
        </p:nvSpPr>
        <p:spPr>
          <a:xfrm>
            <a:off x="1828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3962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A1B479B-7702-B447-9707-B9FB1D0436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22B4D-5DF0-1F48-8EB8-57D6F8B447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0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29C4E-4962-A647-A9A5-D0B15F4D74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2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5BCD6B-EF96-7342-A798-CFCE90FA74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26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EFF5FF-8F79-0A46-95E9-384EA9C3BC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6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6E7E18-EEBE-6D40-A5CE-A4C84A2EB1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15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67C43F-344F-AB40-A483-43603BCBDD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791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D881D-A79B-4D43-94EF-471886EA485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32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83F396-1F94-D849-A0C1-5E00DFC68C0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66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3E1E69-B108-4944-B3CA-EB641EF1E4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6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609600"/>
            <a:ext cx="1943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09600"/>
            <a:ext cx="5676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96BA9-B912-234C-B954-7AC32A051B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69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59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1" y="3602038"/>
            <a:ext cx="6858000" cy="1655762"/>
          </a:xfrm>
        </p:spPr>
        <p:txBody>
          <a:bodyPr/>
          <a:lstStyle>
            <a:lvl1pPr marL="0" indent="0" algn="ctr">
              <a:buNone/>
              <a:defRPr sz="2370"/>
            </a:lvl1pPr>
            <a:lvl2pPr marL="451557" indent="0" algn="ctr">
              <a:buNone/>
              <a:defRPr sz="1975"/>
            </a:lvl2pPr>
            <a:lvl3pPr marL="903114" indent="0" algn="ctr">
              <a:buNone/>
              <a:defRPr sz="1778"/>
            </a:lvl3pPr>
            <a:lvl4pPr marL="1354671" indent="0" algn="ctr">
              <a:buNone/>
              <a:defRPr sz="1581"/>
            </a:lvl4pPr>
            <a:lvl5pPr marL="1806228" indent="0" algn="ctr">
              <a:buNone/>
              <a:defRPr sz="1581"/>
            </a:lvl5pPr>
            <a:lvl6pPr marL="2257785" indent="0" algn="ctr">
              <a:buNone/>
              <a:defRPr sz="1581"/>
            </a:lvl6pPr>
            <a:lvl7pPr marL="2709342" indent="0" algn="ctr">
              <a:buNone/>
              <a:defRPr sz="1581"/>
            </a:lvl7pPr>
            <a:lvl8pPr marL="3160899" indent="0" algn="ctr">
              <a:buNone/>
              <a:defRPr sz="1581"/>
            </a:lvl8pPr>
            <a:lvl9pPr marL="3612456" indent="0" algn="ctr">
              <a:buNone/>
              <a:defRPr sz="158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D4BB0-4CAC-48E6-93AF-1D3FEBA2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5789F-7947-4487-9A05-326FA303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C9D44-2BB7-43CD-ACB4-D76AFBC1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A31023-009A-4339-9508-7A74CDEDBA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6397521"/>
      </p:ext>
    </p:extLst>
  </p:cSld>
  <p:clrMapOvr>
    <a:masterClrMapping/>
  </p:clrMapOvr>
  <p:transition>
    <p:wheel spokes="2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767B-908F-40D8-9608-6486CE00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802F0-FB45-47CC-91B9-C83FA086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589B-74C2-444F-8D2F-F74D8E39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03AE5D-D9D1-43EC-AFE9-5AC80292F1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268819"/>
      </p:ext>
    </p:extLst>
  </p:cSld>
  <p:clrMapOvr>
    <a:masterClrMapping/>
  </p:clrMapOvr>
  <p:transition>
    <p:wheel spokes="2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59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370">
                <a:solidFill>
                  <a:schemeClr val="tx1"/>
                </a:solidFill>
              </a:defRPr>
            </a:lvl1pPr>
            <a:lvl2pPr marL="451557" indent="0">
              <a:buNone/>
              <a:defRPr sz="1975">
                <a:solidFill>
                  <a:schemeClr val="tx1">
                    <a:tint val="75000"/>
                  </a:schemeClr>
                </a:solidFill>
              </a:defRPr>
            </a:lvl2pPr>
            <a:lvl3pPr marL="903114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3pPr>
            <a:lvl4pPr marL="1354671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4pPr>
            <a:lvl5pPr marL="1806228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5pPr>
            <a:lvl6pPr marL="2257785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6pPr>
            <a:lvl7pPr marL="2709342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7pPr>
            <a:lvl8pPr marL="3160899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8pPr>
            <a:lvl9pPr marL="3612456" indent="0">
              <a:buNone/>
              <a:defRPr sz="15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70499-7058-4128-AAB4-32770D96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6AD68-FC4F-4F9A-B3B3-152838AD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EEA06-1443-4DF0-9699-9F0B0D03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B2BC36-D1F4-41CB-9ED7-606367D5A0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8581695"/>
      </p:ext>
    </p:extLst>
  </p:cSld>
  <p:clrMapOvr>
    <a:masterClrMapping/>
  </p:clrMapOvr>
  <p:transition>
    <p:wheel spokes="2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7CAAA8B-9BC8-438E-8DDE-019EBE94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9405C5-6732-48E5-A1F9-888CD04A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2E9DD-D8C7-440D-A0EA-CFA37EA7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CCAD9-EA5C-4913-8CE2-5DD3455B01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853823"/>
      </p:ext>
    </p:extLst>
  </p:cSld>
  <p:clrMapOvr>
    <a:masterClrMapping/>
  </p:clrMapOvr>
  <p:transition>
    <p:wheel spokes="2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2370" b="1"/>
            </a:lvl1pPr>
            <a:lvl2pPr marL="451557" indent="0">
              <a:buNone/>
              <a:defRPr sz="1975" b="1"/>
            </a:lvl2pPr>
            <a:lvl3pPr marL="903114" indent="0">
              <a:buNone/>
              <a:defRPr sz="1778" b="1"/>
            </a:lvl3pPr>
            <a:lvl4pPr marL="1354671" indent="0">
              <a:buNone/>
              <a:defRPr sz="1581" b="1"/>
            </a:lvl4pPr>
            <a:lvl5pPr marL="1806228" indent="0">
              <a:buNone/>
              <a:defRPr sz="1581" b="1"/>
            </a:lvl5pPr>
            <a:lvl6pPr marL="2257785" indent="0">
              <a:buNone/>
              <a:defRPr sz="1581" b="1"/>
            </a:lvl6pPr>
            <a:lvl7pPr marL="2709342" indent="0">
              <a:buNone/>
              <a:defRPr sz="1581" b="1"/>
            </a:lvl7pPr>
            <a:lvl8pPr marL="3160899" indent="0">
              <a:buNone/>
              <a:defRPr sz="1581" b="1"/>
            </a:lvl8pPr>
            <a:lvl9pPr marL="3612456" indent="0">
              <a:buNone/>
              <a:defRPr sz="158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2370" b="1"/>
            </a:lvl1pPr>
            <a:lvl2pPr marL="451557" indent="0">
              <a:buNone/>
              <a:defRPr sz="1975" b="1"/>
            </a:lvl2pPr>
            <a:lvl3pPr marL="903114" indent="0">
              <a:buNone/>
              <a:defRPr sz="1778" b="1"/>
            </a:lvl3pPr>
            <a:lvl4pPr marL="1354671" indent="0">
              <a:buNone/>
              <a:defRPr sz="1581" b="1"/>
            </a:lvl4pPr>
            <a:lvl5pPr marL="1806228" indent="0">
              <a:buNone/>
              <a:defRPr sz="1581" b="1"/>
            </a:lvl5pPr>
            <a:lvl6pPr marL="2257785" indent="0">
              <a:buNone/>
              <a:defRPr sz="1581" b="1"/>
            </a:lvl6pPr>
            <a:lvl7pPr marL="2709342" indent="0">
              <a:buNone/>
              <a:defRPr sz="1581" b="1"/>
            </a:lvl7pPr>
            <a:lvl8pPr marL="3160899" indent="0">
              <a:buNone/>
              <a:defRPr sz="1581" b="1"/>
            </a:lvl8pPr>
            <a:lvl9pPr marL="3612456" indent="0">
              <a:buNone/>
              <a:defRPr sz="158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E50835-0347-4505-9249-36AEA2CB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5ACA304-D728-4260-80EA-C25014D5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F61C87-BB54-4FBF-9237-6FFD1479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9036F-D8D9-447E-AED1-D000DD7C9F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3687350"/>
      </p:ext>
    </p:extLst>
  </p:cSld>
  <p:clrMapOvr>
    <a:masterClrMapping/>
  </p:clrMapOvr>
  <p:transition>
    <p:wheel spokes="2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94A3115-3E7D-4130-BEC5-69733C38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E6C224-8F54-4F56-8478-DC1ABC5D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F8C0C8-0E24-4FEE-AE7A-4013F4EE3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02AE8-BDB6-41B8-979B-954813E2C3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980701"/>
      </p:ext>
    </p:extLst>
  </p:cSld>
  <p:clrMapOvr>
    <a:masterClrMapping/>
  </p:clrMapOvr>
  <p:transition>
    <p:wheel spokes="2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385851D-2316-43DD-85DD-B864F3B1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DB08CF-0715-4FA2-B1BA-38438AC2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8079B4D-9B14-4206-89AB-A5299309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166D17-2F05-47F2-B0E4-46C01424A4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359333"/>
      </p:ext>
    </p:extLst>
  </p:cSld>
  <p:clrMapOvr>
    <a:masterClrMapping/>
  </p:clrMapOvr>
  <p:transition>
    <p:wheel spokes="2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>
              <a:defRPr sz="3160"/>
            </a:lvl1pPr>
            <a:lvl2pPr>
              <a:defRPr sz="2766"/>
            </a:lvl2pPr>
            <a:lvl3pPr>
              <a:defRPr sz="2370"/>
            </a:lvl3pPr>
            <a:lvl4pPr>
              <a:defRPr sz="1975"/>
            </a:lvl4pPr>
            <a:lvl5pPr>
              <a:defRPr sz="1975"/>
            </a:lvl5pPr>
            <a:lvl6pPr>
              <a:defRPr sz="1975"/>
            </a:lvl6pPr>
            <a:lvl7pPr>
              <a:defRPr sz="1975"/>
            </a:lvl7pPr>
            <a:lvl8pPr>
              <a:defRPr sz="1975"/>
            </a:lvl8pPr>
            <a:lvl9pPr>
              <a:defRPr sz="19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581"/>
            </a:lvl1pPr>
            <a:lvl2pPr marL="451557" indent="0">
              <a:buNone/>
              <a:defRPr sz="1382"/>
            </a:lvl2pPr>
            <a:lvl3pPr marL="903114" indent="0">
              <a:buNone/>
              <a:defRPr sz="1185"/>
            </a:lvl3pPr>
            <a:lvl4pPr marL="1354671" indent="0">
              <a:buNone/>
              <a:defRPr sz="988"/>
            </a:lvl4pPr>
            <a:lvl5pPr marL="1806228" indent="0">
              <a:buNone/>
              <a:defRPr sz="988"/>
            </a:lvl5pPr>
            <a:lvl6pPr marL="2257785" indent="0">
              <a:buNone/>
              <a:defRPr sz="988"/>
            </a:lvl6pPr>
            <a:lvl7pPr marL="2709342" indent="0">
              <a:buNone/>
              <a:defRPr sz="988"/>
            </a:lvl7pPr>
            <a:lvl8pPr marL="3160899" indent="0">
              <a:buNone/>
              <a:defRPr sz="988"/>
            </a:lvl8pPr>
            <a:lvl9pPr marL="3612456" indent="0">
              <a:buNone/>
              <a:defRPr sz="9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035B5B-7D12-4518-9174-8A14B690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3620D2-5509-4864-A4BC-F0A6EAF5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5ED016-A271-41C1-AE6E-C0610D89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FDC4F5-AAB4-4B5A-911C-815E361EDC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016338"/>
      </p:ext>
    </p:extLst>
  </p:cSld>
  <p:clrMapOvr>
    <a:masterClrMapping/>
  </p:clrMapOvr>
  <p:transition>
    <p:wheel spokes="2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7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160"/>
            </a:lvl1pPr>
            <a:lvl2pPr marL="451557" indent="0">
              <a:buNone/>
              <a:defRPr sz="2766"/>
            </a:lvl2pPr>
            <a:lvl3pPr marL="903114" indent="0">
              <a:buNone/>
              <a:defRPr sz="2370"/>
            </a:lvl3pPr>
            <a:lvl4pPr marL="1354671" indent="0">
              <a:buNone/>
              <a:defRPr sz="1975"/>
            </a:lvl4pPr>
            <a:lvl5pPr marL="1806228" indent="0">
              <a:buNone/>
              <a:defRPr sz="1975"/>
            </a:lvl5pPr>
            <a:lvl6pPr marL="2257785" indent="0">
              <a:buNone/>
              <a:defRPr sz="1975"/>
            </a:lvl6pPr>
            <a:lvl7pPr marL="2709342" indent="0">
              <a:buNone/>
              <a:defRPr sz="1975"/>
            </a:lvl7pPr>
            <a:lvl8pPr marL="3160899" indent="0">
              <a:buNone/>
              <a:defRPr sz="1975"/>
            </a:lvl8pPr>
            <a:lvl9pPr marL="3612456" indent="0">
              <a:buNone/>
              <a:defRPr sz="197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581"/>
            </a:lvl1pPr>
            <a:lvl2pPr marL="451557" indent="0">
              <a:buNone/>
              <a:defRPr sz="1382"/>
            </a:lvl2pPr>
            <a:lvl3pPr marL="903114" indent="0">
              <a:buNone/>
              <a:defRPr sz="1185"/>
            </a:lvl3pPr>
            <a:lvl4pPr marL="1354671" indent="0">
              <a:buNone/>
              <a:defRPr sz="988"/>
            </a:lvl4pPr>
            <a:lvl5pPr marL="1806228" indent="0">
              <a:buNone/>
              <a:defRPr sz="988"/>
            </a:lvl5pPr>
            <a:lvl6pPr marL="2257785" indent="0">
              <a:buNone/>
              <a:defRPr sz="988"/>
            </a:lvl6pPr>
            <a:lvl7pPr marL="2709342" indent="0">
              <a:buNone/>
              <a:defRPr sz="988"/>
            </a:lvl7pPr>
            <a:lvl8pPr marL="3160899" indent="0">
              <a:buNone/>
              <a:defRPr sz="988"/>
            </a:lvl8pPr>
            <a:lvl9pPr marL="3612456" indent="0">
              <a:buNone/>
              <a:defRPr sz="9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ADBC73D-C921-4782-AC44-5EDF0A8B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3017DA-B1C9-42C1-B7B5-5F566321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D898C4-FD0F-4CE6-B6A4-3A85DAAA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F20BF1-0579-4C3E-98FE-86E041366F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542185"/>
      </p:ext>
    </p:extLst>
  </p:cSld>
  <p:clrMapOvr>
    <a:masterClrMapping/>
  </p:clrMapOvr>
  <p:transition>
    <p:wheel spokes="2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F21DC-C10E-4AEF-BA86-AEBC9FCD6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823E6-CEA8-4CBA-B6AE-529519CE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D4A59-5402-48E1-86B7-546F1058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9F80E9-BD80-4827-A3A7-FA446C024E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230035"/>
      </p:ext>
    </p:extLst>
  </p:cSld>
  <p:clrMapOvr>
    <a:masterClrMapping/>
  </p:clrMapOvr>
  <p:transition>
    <p:wheel spokes="2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156C-1DCD-4416-B2E7-459B39A3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782EC-A5A9-42FC-8A9D-1AA573F50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C4A82-A205-4397-8C36-FF6EACA8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D52F82-A6AB-4A20-8E7E-55D2606FB9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7802460"/>
      </p:ext>
    </p:extLst>
  </p:cSld>
  <p:clrMapOvr>
    <a:masterClrMapping/>
  </p:clrMapOvr>
  <p:transition>
    <p:wheel spokes="2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27" y="275333"/>
            <a:ext cx="822974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127" y="1599903"/>
            <a:ext cx="4043585" cy="45347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18" y="1599903"/>
            <a:ext cx="4045055" cy="45347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44610D-BAA9-410F-A6B2-A3724ECC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AFD71CF-4DBE-4B8F-99D4-B2C448EC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E91FD1-6565-4813-85F0-2F9C3977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AEB62-CD40-4221-B3F9-D091CEBA5A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3609584"/>
      </p:ext>
    </p:extLst>
  </p:cSld>
  <p:clrMapOvr>
    <a:masterClrMapping/>
  </p:clrMapOvr>
  <p:transition>
    <p:wheel spokes="2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27" y="275333"/>
            <a:ext cx="822974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127" y="1599903"/>
            <a:ext cx="4043585" cy="45347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1818" y="1599903"/>
            <a:ext cx="4045055" cy="21952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1818" y="3937992"/>
            <a:ext cx="4045055" cy="21967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438215E-EB5B-42E5-A327-3DBB6DFC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BB7469-62A5-43A8-8311-0763FFF9C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C54DB2-2A9B-4F48-ACF9-88BA0DF3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300B8E-2951-4F86-987E-36A5FAF442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9242029"/>
      </p:ext>
    </p:extLst>
  </p:cSld>
  <p:clrMapOvr>
    <a:masterClrMapping/>
  </p:clrMapOvr>
  <p:transition>
    <p:wheel spokes="2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E1CD650-54EE-4C11-B781-A80732A2460B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8915400" cy="6858000"/>
            <a:chOff x="0" y="0"/>
            <a:chExt cx="5616" cy="4320"/>
          </a:xfrm>
        </p:grpSpPr>
        <p:pic>
          <p:nvPicPr>
            <p:cNvPr id="1026" name="Picture 2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0" y="0"/>
              <a:ext cx="1136" cy="4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27" name="Rectangle 3"/>
            <p:cNvSpPr>
              <a:spLocks noChangeArrowheads="1"/>
            </p:cNvSpPr>
            <p:nvPr/>
          </p:nvSpPr>
          <p:spPr bwMode="white">
            <a:xfrm>
              <a:off x="576" y="1152"/>
              <a:ext cx="5040" cy="2736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300F8B-04D0-C640-A173-C0A81462706D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EE2832F-C2AC-4642-A076-A1E4C9F4B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9100" y="364629"/>
            <a:ext cx="7885800" cy="132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D286512-A8DF-4C4B-913F-296BA9DE2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9100" y="1826121"/>
            <a:ext cx="7885800" cy="435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D6046-F774-430E-BC4F-743F9FA64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9100" y="6356450"/>
            <a:ext cx="2056335" cy="364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85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545F4-F05F-4D5C-B915-1768A1A5D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9382" y="6356450"/>
            <a:ext cx="3085236" cy="364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185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D22B5-E671-4479-A804-C730890E1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8565" y="6356450"/>
            <a:ext cx="2056335" cy="36462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11">
                <a:solidFill>
                  <a:srgbClr val="898989"/>
                </a:solidFill>
              </a:defRPr>
            </a:lvl1pPr>
          </a:lstStyle>
          <a:p>
            <a:fld id="{F16A02B5-C77B-41C7-A8DF-3E0FF6131B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05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</p:sldLayoutIdLst>
  <p:transition>
    <p:wheel spokes="2"/>
  </p:transition>
  <p:txStyles>
    <p:titleStyle>
      <a:lvl1pPr algn="l" defTabSz="90249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59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0249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2pPr>
      <a:lvl3pPr algn="l" defTabSz="90249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3pPr>
      <a:lvl4pPr algn="l" defTabSz="90249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4pPr>
      <a:lvl5pPr algn="l" defTabSz="90249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5pPr>
      <a:lvl6pPr marL="423321" algn="l" defTabSz="902498" rtl="0" fontAlgn="base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6pPr>
      <a:lvl7pPr marL="846643" algn="l" defTabSz="902498" rtl="0" fontAlgn="base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7pPr>
      <a:lvl8pPr marL="1269964" algn="l" defTabSz="902498" rtl="0" fontAlgn="base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8pPr>
      <a:lvl9pPr marL="1693286" algn="l" defTabSz="902498" rtl="0" fontAlgn="base">
        <a:lnSpc>
          <a:spcPct val="90000"/>
        </a:lnSpc>
        <a:spcBef>
          <a:spcPct val="0"/>
        </a:spcBef>
        <a:spcAft>
          <a:spcPct val="0"/>
        </a:spcAft>
        <a:defRPr sz="4259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4890" indent="-224890" algn="l" defTabSz="902498" rtl="0" eaLnBrk="0" fontAlgn="base" hangingPunct="0">
        <a:lnSpc>
          <a:spcPct val="90000"/>
        </a:lnSpc>
        <a:spcBef>
          <a:spcPts val="984"/>
        </a:spcBef>
        <a:spcAft>
          <a:spcPct val="0"/>
        </a:spcAft>
        <a:buFont typeface="Arial" panose="020B0604020202020204" pitchFamily="34" charset="0"/>
        <a:buChar char="•"/>
        <a:defRPr sz="2685" kern="1200">
          <a:solidFill>
            <a:schemeClr val="tx1"/>
          </a:solidFill>
          <a:latin typeface="+mn-lt"/>
          <a:ea typeface="+mn-ea"/>
          <a:cs typeface="+mn-cs"/>
        </a:defRPr>
      </a:lvl1pPr>
      <a:lvl2pPr marL="676138" indent="-224890" algn="l" defTabSz="902498" rtl="0" eaLnBrk="0" fontAlgn="base" hangingPunct="0">
        <a:lnSpc>
          <a:spcPct val="90000"/>
        </a:lnSpc>
        <a:spcBef>
          <a:spcPts val="498"/>
        </a:spcBef>
        <a:spcAft>
          <a:spcPct val="0"/>
        </a:spcAft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2pPr>
      <a:lvl3pPr marL="1128857" indent="-224890" algn="l" defTabSz="902498" rtl="0" eaLnBrk="0" fontAlgn="base" hangingPunct="0">
        <a:lnSpc>
          <a:spcPct val="90000"/>
        </a:lnSpc>
        <a:spcBef>
          <a:spcPts val="498"/>
        </a:spcBef>
        <a:spcAft>
          <a:spcPct val="0"/>
        </a:spcAft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580107" indent="-224890" algn="l" defTabSz="902498" rtl="0" eaLnBrk="0" fontAlgn="base" hangingPunct="0">
        <a:lnSpc>
          <a:spcPct val="90000"/>
        </a:lnSpc>
        <a:spcBef>
          <a:spcPts val="498"/>
        </a:spcBef>
        <a:spcAft>
          <a:spcPct val="0"/>
        </a:spcAft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4pPr>
      <a:lvl5pPr marL="2031355" indent="-224890" algn="l" defTabSz="902498" rtl="0" eaLnBrk="0" fontAlgn="base" hangingPunct="0">
        <a:lnSpc>
          <a:spcPct val="90000"/>
        </a:lnSpc>
        <a:spcBef>
          <a:spcPts val="498"/>
        </a:spcBef>
        <a:spcAft>
          <a:spcPct val="0"/>
        </a:spcAft>
        <a:buFont typeface="Arial" panose="020B0604020202020204" pitchFamily="34" charset="0"/>
        <a:buChar char="•"/>
        <a:defRPr sz="1759" kern="1200">
          <a:solidFill>
            <a:schemeClr val="tx1"/>
          </a:solidFill>
          <a:latin typeface="+mn-lt"/>
          <a:ea typeface="+mn-ea"/>
          <a:cs typeface="+mn-cs"/>
        </a:defRPr>
      </a:lvl5pPr>
      <a:lvl6pPr marL="2483564" indent="-225779" algn="l" defTabSz="903114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121" indent="-225779" algn="l" defTabSz="903114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677" indent="-225779" algn="l" defTabSz="903114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235" indent="-225779" algn="l" defTabSz="903114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57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14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671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228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785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342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0899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456" algn="l" defTabSz="903114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176" y="1956800"/>
            <a:ext cx="7851648" cy="1224136"/>
          </a:xfrm>
        </p:spPr>
        <p:txBody>
          <a:bodyPr/>
          <a:lstStyle/>
          <a:p>
            <a:pPr algn="ctr"/>
            <a:r>
              <a:rPr lang="en-AU" altLang="en-US" dirty="0">
                <a:solidFill>
                  <a:srgbClr val="000000"/>
                </a:solidFill>
              </a:rPr>
              <a:t>Cells : The basis of Life</a:t>
            </a:r>
            <a:endParaRPr lang="en-AU" dirty="0">
              <a:solidFill>
                <a:srgbClr val="00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2740A36-9FFD-4D84-A330-8552E99ABC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22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17CE-471E-43C4-A09A-70A7DB08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27" y="188640"/>
            <a:ext cx="7772400" cy="803176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 Objective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2B22A-228D-4BB0-A2D6-37E97D9F0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14401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what are cells and define Cell Theory.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86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2805-4BB9-4DD7-BBFC-B405528A7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19" y="476672"/>
            <a:ext cx="8514900" cy="1326058"/>
          </a:xfrm>
        </p:spPr>
        <p:txBody>
          <a:bodyPr/>
          <a:lstStyle/>
          <a:p>
            <a:r>
              <a:rPr lang="en-US" dirty="0"/>
              <a:t>What can you observe are the main differences between the them?</a:t>
            </a:r>
            <a:endParaRPr lang="en-AU" dirty="0"/>
          </a:p>
        </p:txBody>
      </p:sp>
      <p:pic>
        <p:nvPicPr>
          <p:cNvPr id="1028" name="Picture 4" descr="Chapter 4 A Tour of the Cell. Cytology: science/study of cells Light  microscopy resolving power = measure of clarity Electron microscopy TEM =  electron. - ppt download">
            <a:extLst>
              <a:ext uri="{FF2B5EF4-FFF2-40B4-BE49-F238E27FC236}">
                <a16:creationId xmlns:a16="http://schemas.microsoft.com/office/drawing/2014/main" id="{C62E6F5B-9A5C-4080-B696-629287227B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" t="3084" r="4827" b="6623"/>
          <a:stretch/>
        </p:blipFill>
        <p:spPr bwMode="auto">
          <a:xfrm>
            <a:off x="179512" y="2308288"/>
            <a:ext cx="4270821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n people see eukaryotic cells under a scanning electron microscope? If  so, are there any images of that? - Quora">
            <a:extLst>
              <a:ext uri="{FF2B5EF4-FFF2-40B4-BE49-F238E27FC236}">
                <a16:creationId xmlns:a16="http://schemas.microsoft.com/office/drawing/2014/main" id="{03C5F5FE-8807-45D6-A6A3-A8135BB88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669" y="2308288"/>
            <a:ext cx="3687212" cy="364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6ACAD5-41C3-4BFF-95DF-8E4897E14E2E}"/>
              </a:ext>
            </a:extLst>
          </p:cNvPr>
          <p:cNvSpPr/>
          <p:nvPr/>
        </p:nvSpPr>
        <p:spPr>
          <a:xfrm>
            <a:off x="212054" y="2308288"/>
            <a:ext cx="2175044" cy="2135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50C8D4-F8AA-4F96-91C2-14A85D2EA74F}"/>
              </a:ext>
            </a:extLst>
          </p:cNvPr>
          <p:cNvSpPr txBox="1">
            <a:spLocks/>
          </p:cNvSpPr>
          <p:nvPr/>
        </p:nvSpPr>
        <p:spPr bwMode="auto">
          <a:xfrm>
            <a:off x="4860032" y="6021288"/>
            <a:ext cx="3384376" cy="708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23321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846643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269964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693286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dirty="0"/>
              <a:t>Eukaryotic Cell</a:t>
            </a:r>
            <a:endParaRPr lang="en-A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BD5867-5F6F-4CED-93BF-C981A5FEE756}"/>
              </a:ext>
            </a:extLst>
          </p:cNvPr>
          <p:cNvSpPr txBox="1">
            <a:spLocks/>
          </p:cNvSpPr>
          <p:nvPr/>
        </p:nvSpPr>
        <p:spPr bwMode="auto">
          <a:xfrm>
            <a:off x="323528" y="6021288"/>
            <a:ext cx="3672408" cy="708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90249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23321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846643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269964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693286" algn="l" defTabSz="90249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259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dirty="0"/>
              <a:t>Procaryotic Cell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6696432"/>
      </p:ext>
    </p:extLst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44B2B6E-8F19-49C9-89C5-5D7201921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9100" y="116632"/>
            <a:ext cx="7885800" cy="688107"/>
          </a:xfrm>
        </p:spPr>
        <p:txBody>
          <a:bodyPr rtlCol="0">
            <a:normAutofit/>
          </a:bodyPr>
          <a:lstStyle/>
          <a:p>
            <a:pPr algn="ctr" defTabSz="903114" eaLnBrk="1" fontAlgn="auto" hangingPunct="1">
              <a:spcAft>
                <a:spcPts val="0"/>
              </a:spcAft>
              <a:defRPr/>
            </a:pPr>
            <a:r>
              <a:rPr lang="en-US" altLang="en-US" sz="4345" dirty="0"/>
              <a:t>Three Principles of Cell Theory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196AFF1-0459-41D2-8922-5A16A9311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1880" y="1916832"/>
            <a:ext cx="5148850" cy="2808312"/>
          </a:xfrm>
        </p:spPr>
        <p:txBody>
          <a:bodyPr rtlCol="0">
            <a:noAutofit/>
          </a:bodyPr>
          <a:lstStyle/>
          <a:p>
            <a:pPr marL="514350" indent="-514350" defTabSz="903114" eaLnBrk="1" fontAlgn="auto" hangingPunct="1">
              <a:spcBef>
                <a:spcPts val="988"/>
              </a:spcBef>
              <a:spcAft>
                <a:spcPts val="0"/>
              </a:spcAft>
              <a:buAutoNum type="arabicPeriod"/>
              <a:defRPr/>
            </a:pPr>
            <a:r>
              <a:rPr lang="en-US" altLang="en-US" sz="2800" dirty="0"/>
              <a:t>The cell is the smallest unit of life that can live on is own.</a:t>
            </a:r>
          </a:p>
          <a:p>
            <a:pPr marL="514350" indent="-514350" defTabSz="903114" eaLnBrk="1" fontAlgn="auto" hangingPunct="1">
              <a:spcBef>
                <a:spcPts val="988"/>
              </a:spcBef>
              <a:spcAft>
                <a:spcPts val="0"/>
              </a:spcAft>
              <a:buAutoNum type="arabicPeriod"/>
              <a:defRPr/>
            </a:pPr>
            <a:endParaRPr lang="en-US" altLang="en-US" sz="2800" dirty="0"/>
          </a:p>
          <a:p>
            <a:pPr marL="0" indent="0" defTabSz="903114" eaLnBrk="1" fontAlgn="auto" hangingPunct="1">
              <a:spcBef>
                <a:spcPts val="988"/>
              </a:spcBef>
              <a:spcAft>
                <a:spcPts val="0"/>
              </a:spcAft>
              <a:buNone/>
              <a:defRPr/>
            </a:pPr>
            <a:endParaRPr lang="en-US" altLang="en-US" sz="2800" dirty="0"/>
          </a:p>
          <a:p>
            <a:pPr marL="0" indent="0" defTabSz="903114" eaLnBrk="1" fontAlgn="auto" hangingPunct="1">
              <a:spcBef>
                <a:spcPts val="988"/>
              </a:spcBef>
              <a:spcAft>
                <a:spcPts val="0"/>
              </a:spcAft>
              <a:buNone/>
              <a:defRPr/>
            </a:pPr>
            <a:r>
              <a:rPr lang="en-US" altLang="en-US" sz="2800" dirty="0"/>
              <a:t>This discovery was made possible only by the invention and development of the microscope.  </a:t>
            </a:r>
          </a:p>
        </p:txBody>
      </p:sp>
      <p:pic>
        <p:nvPicPr>
          <p:cNvPr id="4" name="Picture 11" descr="figure 5-1a">
            <a:extLst>
              <a:ext uri="{FF2B5EF4-FFF2-40B4-BE49-F238E27FC236}">
                <a16:creationId xmlns:a16="http://schemas.microsoft.com/office/drawing/2014/main" id="{D9B3A88B-124B-45B7-8D1D-D1639F697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12" y="4084644"/>
            <a:ext cx="2736985" cy="2457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 descr="figure 5-1b">
            <a:extLst>
              <a:ext uri="{FF2B5EF4-FFF2-40B4-BE49-F238E27FC236}">
                <a16:creationId xmlns:a16="http://schemas.microsoft.com/office/drawing/2014/main" id="{A08AA82B-335F-491D-9E10-98EFF9566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09"/>
          <a:stretch/>
        </p:blipFill>
        <p:spPr bwMode="auto">
          <a:xfrm>
            <a:off x="276437" y="905434"/>
            <a:ext cx="2736985" cy="305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 spokes="2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44B2B6E-8F19-49C9-89C5-5D7201921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9100" y="116632"/>
            <a:ext cx="7885800" cy="688107"/>
          </a:xfrm>
        </p:spPr>
        <p:txBody>
          <a:bodyPr rtlCol="0">
            <a:normAutofit/>
          </a:bodyPr>
          <a:lstStyle/>
          <a:p>
            <a:pPr algn="ctr" defTabSz="903114" eaLnBrk="1" fontAlgn="auto" hangingPunct="1">
              <a:spcAft>
                <a:spcPts val="0"/>
              </a:spcAft>
              <a:defRPr/>
            </a:pPr>
            <a:r>
              <a:rPr lang="en-US" altLang="en-US" sz="4345" dirty="0"/>
              <a:t>Three Principles of Cell Theory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196AFF1-0459-41D2-8922-5A16A9311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1880" y="2024844"/>
            <a:ext cx="5148850" cy="2808312"/>
          </a:xfrm>
        </p:spPr>
        <p:txBody>
          <a:bodyPr rtlCol="0">
            <a:normAutofit/>
          </a:bodyPr>
          <a:lstStyle/>
          <a:p>
            <a:pPr marL="0" indent="0" defTabSz="903114" eaLnBrk="1" fontAlgn="auto" hangingPunct="1">
              <a:spcBef>
                <a:spcPts val="988"/>
              </a:spcBef>
              <a:spcAft>
                <a:spcPts val="0"/>
              </a:spcAft>
              <a:buNone/>
              <a:defRPr/>
            </a:pPr>
            <a:r>
              <a:rPr lang="en-US" altLang="en-US" sz="2766" dirty="0"/>
              <a:t>2. All living things are made of one or more cells.</a:t>
            </a:r>
          </a:p>
        </p:txBody>
      </p:sp>
      <p:pic>
        <p:nvPicPr>
          <p:cNvPr id="4" name="Picture 11" descr="figure 5-1a">
            <a:extLst>
              <a:ext uri="{FF2B5EF4-FFF2-40B4-BE49-F238E27FC236}">
                <a16:creationId xmlns:a16="http://schemas.microsoft.com/office/drawing/2014/main" id="{D9B3A88B-124B-45B7-8D1D-D1639F697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12" y="4084644"/>
            <a:ext cx="2736985" cy="2457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 descr="figure 5-1b">
            <a:extLst>
              <a:ext uri="{FF2B5EF4-FFF2-40B4-BE49-F238E27FC236}">
                <a16:creationId xmlns:a16="http://schemas.microsoft.com/office/drawing/2014/main" id="{A08AA82B-335F-491D-9E10-98EFF9566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09"/>
          <a:stretch/>
        </p:blipFill>
        <p:spPr bwMode="auto">
          <a:xfrm>
            <a:off x="276437" y="905434"/>
            <a:ext cx="2736985" cy="305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9520501"/>
      </p:ext>
    </p:extLst>
  </p:cSld>
  <p:clrMapOvr>
    <a:masterClrMapping/>
  </p:clrMapOvr>
  <p:transition>
    <p:wheel spokes="2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44B2B6E-8F19-49C9-89C5-5D7201921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9100" y="116632"/>
            <a:ext cx="7885800" cy="688107"/>
          </a:xfrm>
        </p:spPr>
        <p:txBody>
          <a:bodyPr rtlCol="0">
            <a:normAutofit/>
          </a:bodyPr>
          <a:lstStyle/>
          <a:p>
            <a:pPr algn="ctr" defTabSz="903114" eaLnBrk="1" fontAlgn="auto" hangingPunct="1">
              <a:spcAft>
                <a:spcPts val="0"/>
              </a:spcAft>
              <a:defRPr/>
            </a:pPr>
            <a:r>
              <a:rPr lang="en-US" altLang="en-US" sz="4345" dirty="0"/>
              <a:t>Three Principles of Cell Theory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196AFF1-0459-41D2-8922-5A16A9311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9100" y="1196752"/>
            <a:ext cx="7885800" cy="2016224"/>
          </a:xfrm>
        </p:spPr>
        <p:txBody>
          <a:bodyPr rtlCol="0">
            <a:normAutofit/>
          </a:bodyPr>
          <a:lstStyle/>
          <a:p>
            <a:pPr marL="0" indent="0" defTabSz="903114" eaLnBrk="1" fontAlgn="auto" hangingPunct="1">
              <a:spcBef>
                <a:spcPts val="988"/>
              </a:spcBef>
              <a:spcAft>
                <a:spcPts val="0"/>
              </a:spcAft>
              <a:buNone/>
              <a:defRPr/>
            </a:pPr>
            <a:r>
              <a:rPr lang="en-US" altLang="en-US" sz="2766" dirty="0"/>
              <a:t>3. All cells arise from preexisting cells. Life comes from Life.</a:t>
            </a:r>
          </a:p>
          <a:p>
            <a:pPr marL="0" indent="0" defTabSz="903114" eaLnBrk="1" fontAlgn="auto" hangingPunct="1">
              <a:spcBef>
                <a:spcPts val="988"/>
              </a:spcBef>
              <a:spcAft>
                <a:spcPts val="0"/>
              </a:spcAft>
              <a:buNone/>
              <a:defRPr/>
            </a:pPr>
            <a:endParaRPr lang="en-US" altLang="en-US" sz="2766" dirty="0"/>
          </a:p>
          <a:p>
            <a:pPr marL="0" indent="0" defTabSz="903114" eaLnBrk="1" fontAlgn="auto" hangingPunct="1">
              <a:spcBef>
                <a:spcPts val="988"/>
              </a:spcBef>
              <a:spcAft>
                <a:spcPts val="0"/>
              </a:spcAft>
              <a:buNone/>
              <a:defRPr/>
            </a:pPr>
            <a:r>
              <a:rPr lang="en-US" altLang="en-US" sz="2766" dirty="0"/>
              <a:t>The is no such thing as </a:t>
            </a:r>
            <a:r>
              <a:rPr lang="en-US" altLang="en-US" sz="2800" dirty="0"/>
              <a:t>spontaneous generation.</a:t>
            </a:r>
            <a:endParaRPr lang="en-US" altLang="en-US" sz="2766" dirty="0"/>
          </a:p>
        </p:txBody>
      </p:sp>
      <p:pic>
        <p:nvPicPr>
          <p:cNvPr id="34818" name="Picture 2" descr="Spontaneous Generation | Microbiology">
            <a:extLst>
              <a:ext uri="{FF2B5EF4-FFF2-40B4-BE49-F238E27FC236}">
                <a16:creationId xmlns:a16="http://schemas.microsoft.com/office/drawing/2014/main" id="{3779AEBF-E41D-408F-AAE2-89B5A22C9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6316917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315496"/>
      </p:ext>
    </p:extLst>
  </p:cSld>
  <p:clrMapOvr>
    <a:masterClrMapping/>
  </p:clrMapOvr>
  <p:transition>
    <p:wheel spokes="2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76386B1-6BBE-4987-A4A6-F013140C9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903114" eaLnBrk="1" fontAlgn="auto" hangingPunct="1">
              <a:spcAft>
                <a:spcPts val="0"/>
              </a:spcAft>
              <a:defRPr/>
            </a:pPr>
            <a:r>
              <a:rPr lang="en-US" altLang="en-US" sz="4345"/>
              <a:t>Cell Types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AEDCBAB-2E18-420D-AF60-3CFBBCB0D0C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34782" y="2601470"/>
            <a:ext cx="2708953" cy="2031347"/>
          </a:xfrm>
        </p:spPr>
        <p:txBody>
          <a:bodyPr rtlCol="0">
            <a:normAutofit/>
          </a:bodyPr>
          <a:lstStyle/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Prokaryotic </a:t>
            </a:r>
          </a:p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endParaRPr lang="en-US" altLang="en-US" sz="2766"/>
          </a:p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Eukaryotic</a:t>
            </a:r>
          </a:p>
        </p:txBody>
      </p:sp>
      <p:pic>
        <p:nvPicPr>
          <p:cNvPr id="5124" name="Picture 8" descr="figure 5-e">
            <a:extLst>
              <a:ext uri="{FF2B5EF4-FFF2-40B4-BE49-F238E27FC236}">
                <a16:creationId xmlns:a16="http://schemas.microsoft.com/office/drawing/2014/main" id="{0FB28A09-F36B-4B55-8C48-1D4B6C4FD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71" y="1697505"/>
            <a:ext cx="4816732" cy="4646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 spokes="2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7711-4F35-465F-B17B-AACC0C4F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ICT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50A8-0469-4A67-8E1C-D26A94CC3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Create a list, table or draw a diagram highlighting some of the differences between procaryotic and eucaryotic cells.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783275"/>
      </p:ext>
    </p:extLst>
  </p:cSld>
  <p:clrMapOvr>
    <a:masterClrMapping/>
  </p:clrMapOvr>
  <p:transition>
    <p:wheel spokes="2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A068054-BE19-453E-B1D9-89B4B01F4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27" y="275333"/>
            <a:ext cx="8229746" cy="777403"/>
          </a:xfrm>
        </p:spPr>
        <p:txBody>
          <a:bodyPr/>
          <a:lstStyle/>
          <a:p>
            <a:r>
              <a:rPr lang="en-AU" altLang="en-US" dirty="0"/>
              <a:t>Differences and comparisons table</a:t>
            </a:r>
          </a:p>
        </p:txBody>
      </p:sp>
      <p:pic>
        <p:nvPicPr>
          <p:cNvPr id="6147" name="Content Placeholder 5">
            <a:extLst>
              <a:ext uri="{FF2B5EF4-FFF2-40B4-BE49-F238E27FC236}">
                <a16:creationId xmlns:a16="http://schemas.microsoft.com/office/drawing/2014/main" id="{11D9CB70-36CB-4B95-8CB3-6D25498EE50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406" y="1556792"/>
            <a:ext cx="9018809" cy="4608512"/>
          </a:xfrm>
        </p:spPr>
      </p:pic>
    </p:spTree>
  </p:cSld>
  <p:clrMapOvr>
    <a:masterClrMapping/>
  </p:clrMapOvr>
  <p:transition>
    <p:wheel spokes="2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7" descr="figure 5-4">
            <a:extLst>
              <a:ext uri="{FF2B5EF4-FFF2-40B4-BE49-F238E27FC236}">
                <a16:creationId xmlns:a16="http://schemas.microsoft.com/office/drawing/2014/main" id="{4B5463CA-45B5-4072-9106-9FA5B7020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424" y="3020379"/>
            <a:ext cx="5945585" cy="351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>
            <a:extLst>
              <a:ext uri="{FF2B5EF4-FFF2-40B4-BE49-F238E27FC236}">
                <a16:creationId xmlns:a16="http://schemas.microsoft.com/office/drawing/2014/main" id="{858571E3-ACB0-426E-8527-34FA09650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9100" y="364629"/>
            <a:ext cx="7885800" cy="904131"/>
          </a:xfrm>
        </p:spPr>
        <p:txBody>
          <a:bodyPr rtlCol="0">
            <a:normAutofit/>
          </a:bodyPr>
          <a:lstStyle/>
          <a:p>
            <a:pPr algn="ctr" defTabSz="903114" eaLnBrk="1" fontAlgn="auto" hangingPunct="1">
              <a:spcAft>
                <a:spcPts val="0"/>
              </a:spcAft>
              <a:defRPr/>
            </a:pPr>
            <a:r>
              <a:rPr lang="en-US" altLang="en-US" sz="4345"/>
              <a:t>Prokaryotic Cells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33812FD6-64C4-4D39-913B-3754ECF4C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62461" y="1622543"/>
            <a:ext cx="6696683" cy="1355211"/>
          </a:xfrm>
        </p:spPr>
        <p:txBody>
          <a:bodyPr rtlCol="0">
            <a:normAutofit/>
          </a:bodyPr>
          <a:lstStyle/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First cell type on earth</a:t>
            </a:r>
          </a:p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Cell type of Bacteria and Archaea</a:t>
            </a:r>
          </a:p>
        </p:txBody>
      </p:sp>
    </p:spTree>
  </p:cSld>
  <p:clrMapOvr>
    <a:masterClrMapping/>
  </p:clrMapOvr>
  <p:transition>
    <p:wheel spokes="2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8" descr="figure 5-4">
            <a:extLst>
              <a:ext uri="{FF2B5EF4-FFF2-40B4-BE49-F238E27FC236}">
                <a16:creationId xmlns:a16="http://schemas.microsoft.com/office/drawing/2014/main" id="{CCAD571D-9FD0-4BBB-841F-8AC2FB113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746" y="3429001"/>
            <a:ext cx="5267979" cy="3119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2">
            <a:extLst>
              <a:ext uri="{FF2B5EF4-FFF2-40B4-BE49-F238E27FC236}">
                <a16:creationId xmlns:a16="http://schemas.microsoft.com/office/drawing/2014/main" id="{BB2E68F6-EEED-4644-A058-4F2983A70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9100" y="364629"/>
            <a:ext cx="7885800" cy="904131"/>
          </a:xfrm>
        </p:spPr>
        <p:txBody>
          <a:bodyPr rtlCol="0">
            <a:normAutofit/>
          </a:bodyPr>
          <a:lstStyle/>
          <a:p>
            <a:pPr algn="ctr" defTabSz="903114" eaLnBrk="1" fontAlgn="auto" hangingPunct="1">
              <a:spcAft>
                <a:spcPts val="0"/>
              </a:spcAft>
              <a:defRPr/>
            </a:pPr>
            <a:r>
              <a:rPr lang="en-US" altLang="en-US" sz="4345"/>
              <a:t>Prokaryotic Cells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71E6E80-B1AA-4AA8-A6C0-75D247D03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4856" y="1622543"/>
            <a:ext cx="7600647" cy="1956383"/>
          </a:xfrm>
        </p:spPr>
        <p:txBody>
          <a:bodyPr rtlCol="0">
            <a:normAutofit/>
          </a:bodyPr>
          <a:lstStyle/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No membrane bound nucleus</a:t>
            </a:r>
          </a:p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Nucleoid = region of DNA concentration</a:t>
            </a:r>
          </a:p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Organelles not bound by membranes</a:t>
            </a:r>
          </a:p>
        </p:txBody>
      </p:sp>
    </p:spTree>
  </p:cSld>
  <p:clrMapOvr>
    <a:masterClrMapping/>
  </p:clrMapOvr>
  <p:transition>
    <p:wheel spokes="2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613ED61-E6FD-4292-87E0-283BEEFEB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9100" y="9118"/>
            <a:ext cx="7885800" cy="976139"/>
          </a:xfrm>
        </p:spPr>
        <p:txBody>
          <a:bodyPr rtlCol="0">
            <a:normAutofit/>
          </a:bodyPr>
          <a:lstStyle/>
          <a:p>
            <a:pPr algn="ctr" defTabSz="903114" eaLnBrk="1" fontAlgn="auto" hangingPunct="1">
              <a:spcAft>
                <a:spcPts val="0"/>
              </a:spcAft>
              <a:defRPr/>
            </a:pPr>
            <a:r>
              <a:rPr lang="en-US" altLang="en-US" sz="4345" dirty="0"/>
              <a:t>Eukaryotic Cells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2AFB71B-D4FD-4661-8B48-7ED474AED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7424" y="1246258"/>
            <a:ext cx="5794189" cy="2409100"/>
          </a:xfrm>
        </p:spPr>
        <p:txBody>
          <a:bodyPr rtlCol="0">
            <a:normAutofit/>
          </a:bodyPr>
          <a:lstStyle/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Nucleus bound by membrane</a:t>
            </a:r>
          </a:p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Include fungi, protists, plant, and animal cells</a:t>
            </a:r>
          </a:p>
          <a:p>
            <a:pPr marL="225779" indent="-225779" defTabSz="903114" eaLnBrk="1" fontAlgn="auto" hangingPunct="1">
              <a:spcBef>
                <a:spcPts val="988"/>
              </a:spcBef>
              <a:spcAft>
                <a:spcPts val="0"/>
              </a:spcAft>
              <a:defRPr/>
            </a:pPr>
            <a:r>
              <a:rPr lang="en-US" altLang="en-US" sz="2766"/>
              <a:t>Possess many organelles</a:t>
            </a:r>
          </a:p>
        </p:txBody>
      </p:sp>
      <p:sp>
        <p:nvSpPr>
          <p:cNvPr id="15364" name="Text Box 6">
            <a:extLst>
              <a:ext uri="{FF2B5EF4-FFF2-40B4-BE49-F238E27FC236}">
                <a16:creationId xmlns:a16="http://schemas.microsoft.com/office/drawing/2014/main" id="{15EA9E84-F094-4395-A96A-D7B464418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5304" y="6046822"/>
            <a:ext cx="1881421" cy="39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423321">
              <a:spcBef>
                <a:spcPct val="50000"/>
              </a:spcBef>
              <a:buNone/>
              <a:defRPr/>
            </a:pPr>
            <a:r>
              <a:rPr lang="en-US" altLang="en-US" sz="1975" b="1">
                <a:solidFill>
                  <a:prstClr val="black"/>
                </a:solidFill>
              </a:rPr>
              <a:t>Protozoan</a:t>
            </a:r>
          </a:p>
        </p:txBody>
      </p:sp>
      <p:pic>
        <p:nvPicPr>
          <p:cNvPr id="9221" name="Picture 8" descr="figure 5-c">
            <a:extLst>
              <a:ext uri="{FF2B5EF4-FFF2-40B4-BE49-F238E27FC236}">
                <a16:creationId xmlns:a16="http://schemas.microsoft.com/office/drawing/2014/main" id="{24F8C526-DB02-4623-8071-577E382B7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313" y="3668588"/>
            <a:ext cx="3462991" cy="2770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 spokes="2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7711-4F35-465F-B17B-AACC0C4F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0" y="188640"/>
            <a:ext cx="7885800" cy="1326058"/>
          </a:xfrm>
        </p:spPr>
        <p:txBody>
          <a:bodyPr/>
          <a:lstStyle/>
          <a:p>
            <a:pPr algn="ctr"/>
            <a:r>
              <a:rPr lang="en-US" dirty="0"/>
              <a:t>Definition for eucaryotic and procaryotic cells?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50A8-0469-4A67-8E1C-D26A94CC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00" y="2132855"/>
            <a:ext cx="7885800" cy="4043511"/>
          </a:xfrm>
        </p:spPr>
        <p:txBody>
          <a:bodyPr/>
          <a:lstStyle/>
          <a:p>
            <a:r>
              <a:rPr lang="en-US" sz="3200" i="0" dirty="0">
                <a:solidFill>
                  <a:srgbClr val="000000"/>
                </a:solidFill>
                <a:effectLst/>
              </a:rPr>
              <a:t>Eukaryotic cells cell or organisms </a:t>
            </a:r>
            <a:r>
              <a:rPr lang="en-US" sz="3200" dirty="0">
                <a:solidFill>
                  <a:srgbClr val="000000"/>
                </a:solidFill>
              </a:rPr>
              <a:t>p</a:t>
            </a:r>
            <a:r>
              <a:rPr lang="en-US" sz="3200" i="0" dirty="0">
                <a:solidFill>
                  <a:srgbClr val="000000"/>
                </a:solidFill>
                <a:effectLst/>
              </a:rPr>
              <a:t>ossess a clearly defined nucleus</a:t>
            </a:r>
            <a:r>
              <a:rPr lang="en-US" sz="3200" dirty="0">
                <a:solidFill>
                  <a:srgbClr val="000000"/>
                </a:solidFill>
              </a:rPr>
              <a:t>. They can be unicellular or multicellular.</a:t>
            </a:r>
          </a:p>
          <a:p>
            <a:endParaRPr lang="en-US" sz="3200" dirty="0">
              <a:solidFill>
                <a:srgbClr val="000000"/>
              </a:solidFill>
            </a:endParaRPr>
          </a:p>
          <a:p>
            <a:endParaRPr lang="en-US" sz="3200" dirty="0">
              <a:solidFill>
                <a:srgbClr val="000000"/>
              </a:solidFill>
            </a:endParaRPr>
          </a:p>
          <a:p>
            <a:r>
              <a:rPr lang="en-US" sz="3200" i="0" dirty="0">
                <a:solidFill>
                  <a:srgbClr val="000000"/>
                </a:solidFill>
                <a:effectLst/>
              </a:rPr>
              <a:t>Prokaryotes are unicellular organisms that lack membrane-bound structures, including the nucleus.</a:t>
            </a:r>
            <a:endParaRPr lang="en-AU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0473"/>
      </p:ext>
    </p:extLst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7711-4F35-465F-B17B-AACC0C4F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-21462"/>
            <a:ext cx="7885800" cy="688107"/>
          </a:xfrm>
        </p:spPr>
        <p:txBody>
          <a:bodyPr/>
          <a:lstStyle/>
          <a:p>
            <a:pPr algn="ctr"/>
            <a:r>
              <a:rPr lang="en-US" dirty="0"/>
              <a:t>ICT - Plant and Animal cells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50A8-0469-4A67-8E1C-D26A94CC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00" y="1196752"/>
            <a:ext cx="7885800" cy="1080121"/>
          </a:xfrm>
        </p:spPr>
        <p:txBody>
          <a:bodyPr/>
          <a:lstStyle/>
          <a:p>
            <a:r>
              <a:rPr lang="en-US" sz="3200" dirty="0">
                <a:solidFill>
                  <a:srgbClr val="000000"/>
                </a:solidFill>
              </a:rPr>
              <a:t>Create a list, table or draw a diagram highlighting some of the differences between Plant and animal cells.</a:t>
            </a:r>
            <a:endParaRPr lang="en-AU" sz="3200" dirty="0">
              <a:solidFill>
                <a:srgbClr val="000000"/>
              </a:solidFill>
            </a:endParaRPr>
          </a:p>
        </p:txBody>
      </p:sp>
      <p:pic>
        <p:nvPicPr>
          <p:cNvPr id="38914" name="Picture 2" descr="What are the Differences Between Plant Cells and Animal Cells? - WorldAtlas">
            <a:extLst>
              <a:ext uri="{FF2B5EF4-FFF2-40B4-BE49-F238E27FC236}">
                <a16:creationId xmlns:a16="http://schemas.microsoft.com/office/drawing/2014/main" id="{4D7D806B-EFB5-477E-A860-59C0B41FD7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30"/>
          <a:stretch/>
        </p:blipFill>
        <p:spPr bwMode="auto">
          <a:xfrm>
            <a:off x="77132" y="1212786"/>
            <a:ext cx="8913410" cy="42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267519"/>
      </p:ext>
    </p:extLst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2C7B4D6-24B9-43CB-8B50-2E264014A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903114" eaLnBrk="1" fontAlgn="auto" hangingPunct="1">
              <a:spcAft>
                <a:spcPts val="0"/>
              </a:spcAft>
              <a:defRPr/>
            </a:pPr>
            <a:r>
              <a:rPr lang="en-US" altLang="en-US" sz="4345"/>
              <a:t>Representative Animal Cell</a:t>
            </a:r>
          </a:p>
        </p:txBody>
      </p:sp>
      <p:pic>
        <p:nvPicPr>
          <p:cNvPr id="10243" name="Picture 8" descr="figure 5-5">
            <a:extLst>
              <a:ext uri="{FF2B5EF4-FFF2-40B4-BE49-F238E27FC236}">
                <a16:creationId xmlns:a16="http://schemas.microsoft.com/office/drawing/2014/main" id="{DDCB2BCC-BB42-4B28-A992-6E6295061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06" y="1697505"/>
            <a:ext cx="8431118" cy="466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 spokes="2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8" descr="figure 5-6">
            <a:extLst>
              <a:ext uri="{FF2B5EF4-FFF2-40B4-BE49-F238E27FC236}">
                <a16:creationId xmlns:a16="http://schemas.microsoft.com/office/drawing/2014/main" id="{4D065D2B-C90B-4855-A774-61148F672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06" y="1362377"/>
            <a:ext cx="8431118" cy="537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2">
            <a:extLst>
              <a:ext uri="{FF2B5EF4-FFF2-40B4-BE49-F238E27FC236}">
                <a16:creationId xmlns:a16="http://schemas.microsoft.com/office/drawing/2014/main" id="{E3FAAAFF-7FAF-44D8-9809-F47437E28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903114" eaLnBrk="1" fontAlgn="auto" hangingPunct="1">
              <a:spcAft>
                <a:spcPts val="0"/>
              </a:spcAft>
              <a:defRPr/>
            </a:pPr>
            <a:r>
              <a:rPr lang="en-US" altLang="en-US" sz="4345"/>
              <a:t>Representative Plant Cell</a:t>
            </a:r>
          </a:p>
        </p:txBody>
      </p:sp>
    </p:spTree>
  </p:cSld>
  <p:clrMapOvr>
    <a:masterClrMapping/>
  </p:clrMapOvr>
  <p:transition>
    <p:wheel spokes="2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59B0-91EA-400B-9D64-5BD7C10A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defTabSz="903114" eaLnBrk="1" fontAlgn="auto" hangingPunct="1">
              <a:spcAft>
                <a:spcPts val="0"/>
              </a:spcAft>
              <a:defRPr/>
            </a:pPr>
            <a:r>
              <a:rPr lang="en-AU" sz="4345" dirty="0"/>
              <a:t>Think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C5CF5-728F-44CD-BC1B-575DFB65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919" y="2229594"/>
            <a:ext cx="7887270" cy="4297871"/>
          </a:xfrm>
        </p:spPr>
        <p:txBody>
          <a:bodyPr rtlCol="0">
            <a:normAutofit/>
          </a:bodyPr>
          <a:lstStyle/>
          <a:p>
            <a:pPr marL="476237" indent="-476237" defTabSz="903114" eaLnBrk="1" fontAlgn="auto" hangingPunct="1">
              <a:spcBef>
                <a:spcPts val="988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AU" sz="2766" dirty="0"/>
              <a:t>Part of the cell theory states that all organisms are composed of cells (and the products of cells). Explain what this means, giving examples.</a:t>
            </a:r>
          </a:p>
          <a:p>
            <a:pPr marL="476237" indent="-476237" defTabSz="903114" eaLnBrk="1" fontAlgn="auto" hangingPunct="1">
              <a:spcBef>
                <a:spcPts val="988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AU" sz="2766" dirty="0"/>
          </a:p>
          <a:p>
            <a:pPr marL="508002" indent="-508002" defTabSz="903114" eaLnBrk="1" fontAlgn="auto" hangingPunct="1">
              <a:spcBef>
                <a:spcPts val="988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AU" altLang="en-US" sz="2766" dirty="0"/>
              <a:t>What are the main differences between prokaryotic cells and eukaryotic cells?</a:t>
            </a:r>
          </a:p>
          <a:p>
            <a:pPr marL="476237" indent="-476237" defTabSz="903114" eaLnBrk="1" fontAlgn="auto" hangingPunct="1">
              <a:spcBef>
                <a:spcPts val="988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AU" sz="2766" dirty="0"/>
          </a:p>
        </p:txBody>
      </p:sp>
    </p:spTree>
  </p:cSld>
  <p:clrMapOvr>
    <a:masterClrMapping/>
  </p:clrMapOvr>
  <p:transition>
    <p:wheel spokes="2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8C84-08F2-4FA5-BFCE-62E9A8DB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Lesson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3F569-8A7F-4DEE-8F02-5E02C7607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Cell Structure and function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259243254"/>
      </p:ext>
    </p:extLst>
  </p:cSld>
  <p:clrMapOvr>
    <a:masterClrMapping/>
  </p:clrMapOvr>
  <p:transition>
    <p:wheel spokes="2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M01069053">
  <a:themeElements>
    <a:clrScheme name="Office Theme 1">
      <a:dk1>
        <a:srgbClr val="404075"/>
      </a:dk1>
      <a:lt1>
        <a:srgbClr val="CCECFF"/>
      </a:lt1>
      <a:dk2>
        <a:srgbClr val="99CCFF"/>
      </a:dk2>
      <a:lt2>
        <a:srgbClr val="EAEAEA"/>
      </a:lt2>
      <a:accent1>
        <a:srgbClr val="6600FF"/>
      </a:accent1>
      <a:accent2>
        <a:srgbClr val="CCCC00"/>
      </a:accent2>
      <a:accent3>
        <a:srgbClr val="CAE2FF"/>
      </a:accent3>
      <a:accent4>
        <a:srgbClr val="AEC9DA"/>
      </a:accent4>
      <a:accent5>
        <a:srgbClr val="B8AAFF"/>
      </a:accent5>
      <a:accent6>
        <a:srgbClr val="B9B900"/>
      </a:accent6>
      <a:hlink>
        <a:srgbClr val="996633"/>
      </a:hlink>
      <a:folHlink>
        <a:srgbClr val="0099CC"/>
      </a:folHlink>
    </a:clrScheme>
    <a:fontScheme name="Office Theme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Office Theme 1">
        <a:dk1>
          <a:srgbClr val="404075"/>
        </a:dk1>
        <a:lt1>
          <a:srgbClr val="CCECFF"/>
        </a:lt1>
        <a:dk2>
          <a:srgbClr val="99CCFF"/>
        </a:dk2>
        <a:lt2>
          <a:srgbClr val="EAEAEA"/>
        </a:lt2>
        <a:accent1>
          <a:srgbClr val="6600FF"/>
        </a:accent1>
        <a:accent2>
          <a:srgbClr val="CCCC00"/>
        </a:accent2>
        <a:accent3>
          <a:srgbClr val="CAE2FF"/>
        </a:accent3>
        <a:accent4>
          <a:srgbClr val="AEC9DA"/>
        </a:accent4>
        <a:accent5>
          <a:srgbClr val="B8AAFF"/>
        </a:accent5>
        <a:accent6>
          <a:srgbClr val="B9B900"/>
        </a:accent6>
        <a:hlink>
          <a:srgbClr val="996633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99CCFF"/>
        </a:lt1>
        <a:dk2>
          <a:srgbClr val="000066"/>
        </a:dk2>
        <a:lt2>
          <a:srgbClr val="FFFFFF"/>
        </a:lt2>
        <a:accent1>
          <a:srgbClr val="CCCCFF"/>
        </a:accent1>
        <a:accent2>
          <a:srgbClr val="FFFFCC"/>
        </a:accent2>
        <a:accent3>
          <a:srgbClr val="CAE2FF"/>
        </a:accent3>
        <a:accent4>
          <a:srgbClr val="000000"/>
        </a:accent4>
        <a:accent5>
          <a:srgbClr val="E2E2FF"/>
        </a:accent5>
        <a:accent6>
          <a:srgbClr val="E7E7B9"/>
        </a:accent6>
        <a:hlink>
          <a:srgbClr val="FFCC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1758</TotalTime>
  <Words>320</Words>
  <Application>Microsoft Office PowerPoint</Application>
  <PresentationFormat>On-screen Show (4:3)</PresentationFormat>
  <Paragraphs>60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Constantia</vt:lpstr>
      <vt:lpstr>Times New Roman</vt:lpstr>
      <vt:lpstr>Wingdings 2</vt:lpstr>
      <vt:lpstr>Flow</vt:lpstr>
      <vt:lpstr>TM01069053</vt:lpstr>
      <vt:lpstr>Office Theme</vt:lpstr>
      <vt:lpstr>Cells : The basis of Life</vt:lpstr>
      <vt:lpstr>Lesson Objective</vt:lpstr>
      <vt:lpstr>What can you observe are the main differences between the them?</vt:lpstr>
      <vt:lpstr>Three Principles of Cell Theory</vt:lpstr>
      <vt:lpstr>Three Principles of Cell Theory</vt:lpstr>
      <vt:lpstr>Three Principles of Cell Theory</vt:lpstr>
      <vt:lpstr>Cell Types</vt:lpstr>
      <vt:lpstr>ICT</vt:lpstr>
      <vt:lpstr>Differences and comparisons table</vt:lpstr>
      <vt:lpstr>Prokaryotic Cells</vt:lpstr>
      <vt:lpstr>Prokaryotic Cells</vt:lpstr>
      <vt:lpstr>Eukaryotic Cells</vt:lpstr>
      <vt:lpstr>Definition for eucaryotic and procaryotic cells?</vt:lpstr>
      <vt:lpstr>ICT - Plant and Animal cells</vt:lpstr>
      <vt:lpstr>Representative Animal Cell</vt:lpstr>
      <vt:lpstr>Representative Plant Cell</vt:lpstr>
      <vt:lpstr>Think about</vt:lpstr>
      <vt:lpstr>Next Lesson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FARM Malcolm</dc:creator>
  <cp:lastModifiedBy>michael simeoni</cp:lastModifiedBy>
  <cp:revision>14</cp:revision>
  <dcterms:created xsi:type="dcterms:W3CDTF">2018-01-29T06:11:57Z</dcterms:created>
  <dcterms:modified xsi:type="dcterms:W3CDTF">2022-02-01T11:11:57Z</dcterms:modified>
</cp:coreProperties>
</file>