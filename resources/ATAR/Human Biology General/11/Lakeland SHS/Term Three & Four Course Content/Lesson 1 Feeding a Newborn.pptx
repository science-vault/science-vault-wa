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3" r:id="rId5"/>
    <p:sldId id="259" r:id="rId6"/>
    <p:sldId id="274" r:id="rId7"/>
    <p:sldId id="260" r:id="rId8"/>
    <p:sldId id="261" r:id="rId9"/>
    <p:sldId id="265" r:id="rId10"/>
    <p:sldId id="269" r:id="rId11"/>
    <p:sldId id="262" r:id="rId12"/>
    <p:sldId id="263" r:id="rId13"/>
    <p:sldId id="264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D0DDC5-9423-47A8-BD50-51BDD76A45EE}" v="101" dt="2022-08-16T00:37:25.8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4" autoAdjust="0"/>
    <p:restoredTop sz="94660"/>
  </p:normalViewPr>
  <p:slideViewPr>
    <p:cSldViewPr snapToGrid="0">
      <p:cViewPr varScale="1">
        <p:scale>
          <a:sx n="72" d="100"/>
          <a:sy n="72" d="100"/>
        </p:scale>
        <p:origin x="4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simeoni" userId="506f25aaf3d2b85d" providerId="LiveId" clId="{8BD0DDC5-9423-47A8-BD50-51BDD76A45EE}"/>
    <pc:docChg chg="delSld modSld">
      <pc:chgData name="michael simeoni" userId="506f25aaf3d2b85d" providerId="LiveId" clId="{8BD0DDC5-9423-47A8-BD50-51BDD76A45EE}" dt="2022-08-16T00:37:25.862" v="144" actId="20577"/>
      <pc:docMkLst>
        <pc:docMk/>
      </pc:docMkLst>
      <pc:sldChg chg="modSp mod">
        <pc:chgData name="michael simeoni" userId="506f25aaf3d2b85d" providerId="LiveId" clId="{8BD0DDC5-9423-47A8-BD50-51BDD76A45EE}" dt="2022-08-16T00:25:36.467" v="27" actId="20577"/>
        <pc:sldMkLst>
          <pc:docMk/>
          <pc:sldMk cId="2706353993" sldId="257"/>
        </pc:sldMkLst>
        <pc:spChg chg="mod">
          <ac:chgData name="michael simeoni" userId="506f25aaf3d2b85d" providerId="LiveId" clId="{8BD0DDC5-9423-47A8-BD50-51BDD76A45EE}" dt="2022-08-16T00:25:36.467" v="27" actId="20577"/>
          <ac:spMkLst>
            <pc:docMk/>
            <pc:sldMk cId="2706353993" sldId="257"/>
            <ac:spMk id="3" creationId="{49F49372-3CB9-0C4D-42B3-F3BCCF4022B6}"/>
          </ac:spMkLst>
        </pc:spChg>
      </pc:sldChg>
      <pc:sldChg chg="modSp mod modAnim">
        <pc:chgData name="michael simeoni" userId="506f25aaf3d2b85d" providerId="LiveId" clId="{8BD0DDC5-9423-47A8-BD50-51BDD76A45EE}" dt="2022-08-16T00:31:30.310" v="43"/>
        <pc:sldMkLst>
          <pc:docMk/>
          <pc:sldMk cId="456484077" sldId="258"/>
        </pc:sldMkLst>
        <pc:spChg chg="mod">
          <ac:chgData name="michael simeoni" userId="506f25aaf3d2b85d" providerId="LiveId" clId="{8BD0DDC5-9423-47A8-BD50-51BDD76A45EE}" dt="2022-08-16T00:27:14.202" v="29" actId="1076"/>
          <ac:spMkLst>
            <pc:docMk/>
            <pc:sldMk cId="456484077" sldId="258"/>
            <ac:spMk id="2" creationId="{46DC5680-5286-D0D0-7FEF-82F10F8610FC}"/>
          </ac:spMkLst>
        </pc:spChg>
        <pc:spChg chg="mod">
          <ac:chgData name="michael simeoni" userId="506f25aaf3d2b85d" providerId="LiveId" clId="{8BD0DDC5-9423-47A8-BD50-51BDD76A45EE}" dt="2022-08-16T00:27:11.597" v="28" actId="1076"/>
          <ac:spMkLst>
            <pc:docMk/>
            <pc:sldMk cId="456484077" sldId="258"/>
            <ac:spMk id="3" creationId="{4DE71DC1-BD7B-624E-ADA0-C338FAC794CA}"/>
          </ac:spMkLst>
        </pc:spChg>
      </pc:sldChg>
      <pc:sldChg chg="modAnim">
        <pc:chgData name="michael simeoni" userId="506f25aaf3d2b85d" providerId="LiveId" clId="{8BD0DDC5-9423-47A8-BD50-51BDD76A45EE}" dt="2022-08-16T00:32:42.159" v="105"/>
        <pc:sldMkLst>
          <pc:docMk/>
          <pc:sldMk cId="2098748213" sldId="259"/>
        </pc:sldMkLst>
      </pc:sldChg>
      <pc:sldChg chg="modSp modAnim">
        <pc:chgData name="michael simeoni" userId="506f25aaf3d2b85d" providerId="LiveId" clId="{8BD0DDC5-9423-47A8-BD50-51BDD76A45EE}" dt="2022-08-16T00:33:50.359" v="136" actId="20577"/>
        <pc:sldMkLst>
          <pc:docMk/>
          <pc:sldMk cId="3452307729" sldId="260"/>
        </pc:sldMkLst>
        <pc:spChg chg="mod">
          <ac:chgData name="michael simeoni" userId="506f25aaf3d2b85d" providerId="LiveId" clId="{8BD0DDC5-9423-47A8-BD50-51BDD76A45EE}" dt="2022-08-16T00:33:50.359" v="136" actId="20577"/>
          <ac:spMkLst>
            <pc:docMk/>
            <pc:sldMk cId="3452307729" sldId="260"/>
            <ac:spMk id="2" creationId="{C927BE1D-31E2-912F-C2C8-8A62D3FAEC18}"/>
          </ac:spMkLst>
        </pc:spChg>
      </pc:sldChg>
      <pc:sldChg chg="modSp modAnim">
        <pc:chgData name="michael simeoni" userId="506f25aaf3d2b85d" providerId="LiveId" clId="{8BD0DDC5-9423-47A8-BD50-51BDD76A45EE}" dt="2022-08-16T00:37:25.862" v="144" actId="20577"/>
        <pc:sldMkLst>
          <pc:docMk/>
          <pc:sldMk cId="3587894131" sldId="261"/>
        </pc:sldMkLst>
        <pc:spChg chg="mod">
          <ac:chgData name="michael simeoni" userId="506f25aaf3d2b85d" providerId="LiveId" clId="{8BD0DDC5-9423-47A8-BD50-51BDD76A45EE}" dt="2022-08-16T00:37:25.862" v="144" actId="20577"/>
          <ac:spMkLst>
            <pc:docMk/>
            <pc:sldMk cId="3587894131" sldId="261"/>
            <ac:spMk id="3" creationId="{07747BC3-AFEE-31D7-F678-657C1D1639E7}"/>
          </ac:spMkLst>
        </pc:spChg>
      </pc:sldChg>
      <pc:sldChg chg="modSp">
        <pc:chgData name="michael simeoni" userId="506f25aaf3d2b85d" providerId="LiveId" clId="{8BD0DDC5-9423-47A8-BD50-51BDD76A45EE}" dt="2022-08-16T00:14:15.813" v="1" actId="14100"/>
        <pc:sldMkLst>
          <pc:docMk/>
          <pc:sldMk cId="1327940758" sldId="262"/>
        </pc:sldMkLst>
        <pc:picChg chg="mod">
          <ac:chgData name="michael simeoni" userId="506f25aaf3d2b85d" providerId="LiveId" clId="{8BD0DDC5-9423-47A8-BD50-51BDD76A45EE}" dt="2022-08-16T00:14:15.813" v="1" actId="14100"/>
          <ac:picMkLst>
            <pc:docMk/>
            <pc:sldMk cId="1327940758" sldId="262"/>
            <ac:picMk id="1026" creationId="{B48933B3-83E5-126B-716D-016103FE12BD}"/>
          </ac:picMkLst>
        </pc:picChg>
      </pc:sldChg>
      <pc:sldChg chg="modAnim">
        <pc:chgData name="michael simeoni" userId="506f25aaf3d2b85d" providerId="LiveId" clId="{8BD0DDC5-9423-47A8-BD50-51BDD76A45EE}" dt="2022-08-16T00:34:01.374" v="138"/>
        <pc:sldMkLst>
          <pc:docMk/>
          <pc:sldMk cId="818256495" sldId="265"/>
        </pc:sldMkLst>
      </pc:sldChg>
      <pc:sldChg chg="del">
        <pc:chgData name="michael simeoni" userId="506f25aaf3d2b85d" providerId="LiveId" clId="{8BD0DDC5-9423-47A8-BD50-51BDD76A45EE}" dt="2022-08-16T00:34:52.454" v="140" actId="47"/>
        <pc:sldMkLst>
          <pc:docMk/>
          <pc:sldMk cId="1384649277" sldId="266"/>
        </pc:sldMkLst>
      </pc:sldChg>
      <pc:sldChg chg="del">
        <pc:chgData name="michael simeoni" userId="506f25aaf3d2b85d" providerId="LiveId" clId="{8BD0DDC5-9423-47A8-BD50-51BDD76A45EE}" dt="2022-08-16T00:34:52.923" v="141" actId="47"/>
        <pc:sldMkLst>
          <pc:docMk/>
          <pc:sldMk cId="1385157148" sldId="267"/>
        </pc:sldMkLst>
      </pc:sldChg>
      <pc:sldChg chg="del">
        <pc:chgData name="michael simeoni" userId="506f25aaf3d2b85d" providerId="LiveId" clId="{8BD0DDC5-9423-47A8-BD50-51BDD76A45EE}" dt="2022-08-16T00:34:53.864" v="142" actId="47"/>
        <pc:sldMkLst>
          <pc:docMk/>
          <pc:sldMk cId="4079630058" sldId="268"/>
        </pc:sldMkLst>
      </pc:sldChg>
      <pc:sldChg chg="addSp modSp mod modAnim">
        <pc:chgData name="michael simeoni" userId="506f25aaf3d2b85d" providerId="LiveId" clId="{8BD0DDC5-9423-47A8-BD50-51BDD76A45EE}" dt="2022-08-16T00:29:52.553" v="42" actId="14100"/>
        <pc:sldMkLst>
          <pc:docMk/>
          <pc:sldMk cId="561196931" sldId="270"/>
        </pc:sldMkLst>
        <pc:spChg chg="mod">
          <ac:chgData name="michael simeoni" userId="506f25aaf3d2b85d" providerId="LiveId" clId="{8BD0DDC5-9423-47A8-BD50-51BDD76A45EE}" dt="2022-08-16T00:29:42.203" v="40" actId="1076"/>
          <ac:spMkLst>
            <pc:docMk/>
            <pc:sldMk cId="561196931" sldId="270"/>
            <ac:spMk id="3" creationId="{EAAF9AE0-8334-FF75-8591-12F5700CD52B}"/>
          </ac:spMkLst>
        </pc:spChg>
        <pc:picChg chg="add mod">
          <ac:chgData name="michael simeoni" userId="506f25aaf3d2b85d" providerId="LiveId" clId="{8BD0DDC5-9423-47A8-BD50-51BDD76A45EE}" dt="2022-08-16T00:29:52.553" v="42" actId="14100"/>
          <ac:picMkLst>
            <pc:docMk/>
            <pc:sldMk cId="561196931" sldId="270"/>
            <ac:picMk id="4" creationId="{34EADB90-9C14-8E6D-1D97-9B0F9CEA5432}"/>
          </ac:picMkLst>
        </pc:picChg>
      </pc:sldChg>
      <pc:sldChg chg="del">
        <pc:chgData name="michael simeoni" userId="506f25aaf3d2b85d" providerId="LiveId" clId="{8BD0DDC5-9423-47A8-BD50-51BDD76A45EE}" dt="2022-08-16T00:34:52.087" v="139" actId="47"/>
        <pc:sldMkLst>
          <pc:docMk/>
          <pc:sldMk cId="1369219096" sldId="271"/>
        </pc:sldMkLst>
      </pc:sldChg>
      <pc:sldChg chg="modSp modAnim">
        <pc:chgData name="michael simeoni" userId="506f25aaf3d2b85d" providerId="LiveId" clId="{8BD0DDC5-9423-47A8-BD50-51BDD76A45EE}" dt="2022-08-16T00:32:31.869" v="104" actId="20577"/>
        <pc:sldMkLst>
          <pc:docMk/>
          <pc:sldMk cId="3868179871" sldId="273"/>
        </pc:sldMkLst>
        <pc:spChg chg="mod">
          <ac:chgData name="michael simeoni" userId="506f25aaf3d2b85d" providerId="LiveId" clId="{8BD0DDC5-9423-47A8-BD50-51BDD76A45EE}" dt="2022-08-16T00:32:31.869" v="104" actId="20577"/>
          <ac:spMkLst>
            <pc:docMk/>
            <pc:sldMk cId="3868179871" sldId="273"/>
            <ac:spMk id="3" creationId="{4DE71DC1-BD7B-624E-ADA0-C338FAC794CA}"/>
          </ac:spMkLst>
        </pc:spChg>
      </pc:sldChg>
      <pc:sldChg chg="modSp modAnim">
        <pc:chgData name="michael simeoni" userId="506f25aaf3d2b85d" providerId="LiveId" clId="{8BD0DDC5-9423-47A8-BD50-51BDD76A45EE}" dt="2022-08-16T00:33:18.862" v="123" actId="20577"/>
        <pc:sldMkLst>
          <pc:docMk/>
          <pc:sldMk cId="2300185795" sldId="274"/>
        </pc:sldMkLst>
        <pc:spChg chg="mod">
          <ac:chgData name="michael simeoni" userId="506f25aaf3d2b85d" providerId="LiveId" clId="{8BD0DDC5-9423-47A8-BD50-51BDD76A45EE}" dt="2022-08-16T00:33:18.862" v="123" actId="20577"/>
          <ac:spMkLst>
            <pc:docMk/>
            <pc:sldMk cId="2300185795" sldId="274"/>
            <ac:spMk id="3" creationId="{03645E1C-B744-AC1C-EA99-3BD9D07B60B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481E0-21E0-98F0-D364-840B2A1CA1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E0815D-A628-EF5B-2860-AD0AD41849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56DA58-550E-9B7D-6681-084727055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F1858-6915-4AB0-B771-C12CBBAFBDFD}" type="datetimeFigureOut">
              <a:rPr lang="en-AU" smtClean="0"/>
              <a:t>16/08/2022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95FB72-1D93-B875-C8F3-35A2593D3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C6BC0-5656-2FB5-57B2-03D2611B5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89157-3CA9-4F66-970F-495ACD3BA1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9626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80645-880B-6043-859C-4A469D51C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BDB98-758F-1094-6928-D0E931F5C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B1F060-19EA-23BF-BC76-FE1A969AB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F1858-6915-4AB0-B771-C12CBBAFBDFD}" type="datetimeFigureOut">
              <a:rPr lang="en-AU" smtClean="0"/>
              <a:t>16/08/2022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4D32AE-844E-FE76-DFEB-B3B0F2935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051F8-24BB-DDA6-BEC5-92859259C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89157-3CA9-4F66-970F-495ACD3BA1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261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C49AD-9680-75A7-F311-DC5A94D43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7CCAF7-6E48-6E88-2C61-33758B4C26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75E439-83B3-E848-9307-AA6F50468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F1858-6915-4AB0-B771-C12CBBAFBDFD}" type="datetimeFigureOut">
              <a:rPr lang="en-AU" smtClean="0"/>
              <a:t>16/08/2022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8452D-6429-917D-6F01-991B9B13D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1ACE9B-9FB3-3059-16D5-6F4D81797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89157-3CA9-4F66-970F-495ACD3BA1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4044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17E83-B583-D1B0-7092-D325DEEDE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5AAF5-C6F6-EACB-9257-FDE62B3B1E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30D0BA-6BC8-C899-24BB-56929FAE7C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CE07C8-34E1-2C2F-CF88-36E5335AF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F1858-6915-4AB0-B771-C12CBBAFBDFD}" type="datetimeFigureOut">
              <a:rPr lang="en-AU" smtClean="0"/>
              <a:t>16/08/2022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B6947B-07D4-E7CC-6BA0-52568A5FF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00755F-7AB4-4E14-4B52-FA215138A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89157-3CA9-4F66-970F-495ACD3BA1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2014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3E4FE-B2E0-4824-DFD4-29D1865A4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C3DB76-5D12-7801-943A-41F77AB3D5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FE4AA7-75A9-8C3F-2C69-7E443C317B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DEDC12-D2FD-B5ED-5569-2BC3D9F9B7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AA56CC-A606-9DF8-E169-715908BAEB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E6C7E8-7F46-F0D0-9457-3FA6F9D42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F1858-6915-4AB0-B771-C12CBBAFBDFD}" type="datetimeFigureOut">
              <a:rPr lang="en-AU" smtClean="0"/>
              <a:t>16/08/2022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9DF3BF-519D-06AA-BA85-FFC5DD847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1D723B-2A2C-CA9D-9B81-44497815F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89157-3CA9-4F66-970F-495ACD3BA1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4221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F5B2B-3052-8D8A-FE45-1C622A151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ED143D-E4DC-A218-0573-CC1A2E01D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F1858-6915-4AB0-B771-C12CBBAFBDFD}" type="datetimeFigureOut">
              <a:rPr lang="en-AU" smtClean="0"/>
              <a:t>16/08/2022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8BFD58-8B78-0B63-935C-9EC0FF18D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549458-C6B4-DFBF-36CC-8482B2D44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89157-3CA9-4F66-970F-495ACD3BA1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6783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820388-6E15-A195-A55A-1F22009E1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F1858-6915-4AB0-B771-C12CBBAFBDFD}" type="datetimeFigureOut">
              <a:rPr lang="en-AU" smtClean="0"/>
              <a:t>16/08/2022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1BF3C7-6FB4-D45D-7D5C-1A4B074B6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7D2C7E-8B23-C0EF-8669-1F8622675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89157-3CA9-4F66-970F-495ACD3BA1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91363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DBD6E-0939-8DBE-3D65-E3D7D682F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56ADB-7DD8-17A7-3BA6-11C738D82E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04F6E1-FD09-F7B0-AB93-ED467EDF52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393D77-D19A-89F3-4093-1F054AF83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F1858-6915-4AB0-B771-C12CBBAFBDFD}" type="datetimeFigureOut">
              <a:rPr lang="en-AU" smtClean="0"/>
              <a:t>16/08/2022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BAFC44-C324-3BB1-83DC-1D2D26AD8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2ABE6B-FDC8-8117-0EA9-93F1CE1D0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89157-3CA9-4F66-970F-495ACD3BA1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54640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09BF3-A3A3-6BA4-2C1C-9D3DF2977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B1B4E9-C238-82CD-31FD-90FB955032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D6BCDA-1609-5F33-62B1-C2023C6FEC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E7D2A4-D23D-109E-57DA-E8AA96DC8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F1858-6915-4AB0-B771-C12CBBAFBDFD}" type="datetimeFigureOut">
              <a:rPr lang="en-AU" smtClean="0"/>
              <a:t>16/08/2022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43444D-FE7A-5BE8-01DD-940B86462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6BD237-8B94-C9E8-5417-8E3C95B70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89157-3CA9-4F66-970F-495ACD3BA1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46400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BC78C-7434-E3BF-0357-E49A4D1B0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5FABD8-5076-AFEA-0013-A7B2FB7707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B96E15-A0F7-2B0C-42C4-9AE55CE7F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F1858-6915-4AB0-B771-C12CBBAFBDFD}" type="datetimeFigureOut">
              <a:rPr lang="en-AU" smtClean="0"/>
              <a:t>16/08/2022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22AB4-E43E-D696-1900-6F69819A7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DED5C-BCF3-2843-81DB-5EA38BA8C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89157-3CA9-4F66-970F-495ACD3BA1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2463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14E163-5F83-B3CB-B093-8E13D4AAC6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FA60D7-EF2B-4505-E7CC-53CB021065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AECB6-2878-6B96-5A2B-F96DE0A3E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F1858-6915-4AB0-B771-C12CBBAFBDFD}" type="datetimeFigureOut">
              <a:rPr lang="en-AU" smtClean="0"/>
              <a:t>16/08/2022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A8E151-1E4D-92C7-E999-67FC174C9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D7F116-175D-3A67-394A-BE7FEA20B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89157-3CA9-4F66-970F-495ACD3BA1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3124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6CCC60-19FD-70A6-B519-81D22C4E2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AB40B4-74A7-4D87-8D5E-B869C370CD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FEF321-19AA-180D-D999-7657D5494D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8F1858-6915-4AB0-B771-C12CBBAFBDFD}" type="datetimeFigureOut">
              <a:rPr lang="en-AU" smtClean="0"/>
              <a:t>16/08/2022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1908D-9065-0A58-7077-D1C7815CB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501EBB-FE62-FB98-7908-D37CF1D6F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389157-3CA9-4F66-970F-495ACD3BA1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2029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i1UMnKduosE?feature=oembe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044E5-DBFE-CEEE-038C-8F0E0A1452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Feeding a Newborn</a:t>
            </a:r>
            <a:endParaRPr lang="en-AU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5BE0A0-998E-D848-55C6-7E2A82357D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25202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54EE6-DC05-FB90-CD7F-C20CFAB73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OBJECTIVE</a:t>
            </a:r>
            <a:endParaRPr lang="en-AU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49372-3CB9-0C4D-42B3-F3BCCF4022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/>
              <a:t>Explain the importance of feeding newborn babies.</a:t>
            </a:r>
            <a:endParaRPr lang="en-AU" sz="4000" dirty="0"/>
          </a:p>
        </p:txBody>
      </p:sp>
    </p:spTree>
    <p:extLst>
      <p:ext uri="{BB962C8B-B14F-4D97-AF65-F5344CB8AC3E}">
        <p14:creationId xmlns:p14="http://schemas.microsoft.com/office/powerpoint/2010/main" val="2706353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C5680-5286-D0D0-7FEF-82F10F861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1772" y="177282"/>
            <a:ext cx="10515600" cy="1036822"/>
          </a:xfrm>
        </p:spPr>
        <p:txBody>
          <a:bodyPr/>
          <a:lstStyle/>
          <a:p>
            <a:r>
              <a:rPr lang="en-AU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Benefits of breastfeeding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71DC1-BD7B-624E-ADA0-C338FAC79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4879"/>
            <a:ext cx="10669172" cy="4351338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Antibodies and other germ-fighting factors pass from a mother to her baby and strengthen the immune system. </a:t>
            </a:r>
            <a:endParaRPr lang="en-AU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Breast milk's components — lactose, protein (whey and casein), and fat and vitamins — are easily digested by a newborn.</a:t>
            </a:r>
            <a:endParaRPr lang="en-AU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Less diarrhea or constipation.</a:t>
            </a:r>
            <a:endParaRPr lang="en-AU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456484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C5680-5286-D0D0-7FEF-82F10F861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1036822"/>
          </a:xfrm>
        </p:spPr>
        <p:txBody>
          <a:bodyPr/>
          <a:lstStyle/>
          <a:p>
            <a:r>
              <a:rPr lang="en-AU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Benefits of breastfeeding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71DC1-BD7B-624E-ADA0-C338FAC79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669172" cy="4351338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Breast milk doesn't cost a cent and is convenient. </a:t>
            </a:r>
            <a:endParaRPr lang="en-AU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Studies show that breastfeeding helps lower the risk of breast cancer, high blood pressure, diabetes, and cardiovascular disease.</a:t>
            </a:r>
            <a:endParaRPr lang="en-AU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3868179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AF50A-D930-00C4-A907-7CB87234C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975"/>
            <a:ext cx="10515600" cy="760290"/>
          </a:xfrm>
        </p:spPr>
        <p:txBody>
          <a:bodyPr>
            <a:normAutofit/>
          </a:bodyPr>
          <a:lstStyle/>
          <a:p>
            <a:r>
              <a:rPr lang="en-AU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Breastfeeding Challenges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45E1C-B744-AC1C-EA99-3BD9D07B60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304" y="1253331"/>
            <a:ext cx="11513234" cy="4351338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Breastfeeding can be easy for some mothers, but take a while to get used to for others.</a:t>
            </a:r>
            <a:endParaRPr lang="en-AU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Breastfeeding can be painful for women throughout feedings, sometimes risking infection.</a:t>
            </a:r>
            <a:endParaRPr lang="en-AU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Breastfeeding requires a big time commitment from mothers, when babies feed often. </a:t>
            </a:r>
            <a:endParaRPr lang="en-AU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2098748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AF50A-D930-00C4-A907-7CB87234C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975"/>
            <a:ext cx="10515600" cy="760290"/>
          </a:xfrm>
        </p:spPr>
        <p:txBody>
          <a:bodyPr>
            <a:normAutofit/>
          </a:bodyPr>
          <a:lstStyle/>
          <a:p>
            <a:r>
              <a:rPr lang="en-AU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Breastfeeding Challenges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45E1C-B744-AC1C-EA99-3BD9D07B60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304" y="1253331"/>
            <a:ext cx="11513234" cy="4351338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Breastfed babies do need to eat every 2 or 3 hours because it is digested quickly.</a:t>
            </a:r>
            <a:endParaRPr lang="en-AU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Women who are breastfeeding need to be aware of what they ingest, since these can be passed to the baby through the breast milk.</a:t>
            </a:r>
            <a:endParaRPr lang="en-AU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2300185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7BE1D-31E2-912F-C2C8-8A62D3FAE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60290"/>
          </a:xfrm>
        </p:spPr>
        <p:txBody>
          <a:bodyPr/>
          <a:lstStyle/>
          <a:p>
            <a:r>
              <a:rPr lang="en-AU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Benefits of Formula Feeding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EEA3A-7949-D239-DA1E-6A84A7DE3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034" y="1253331"/>
            <a:ext cx="10515600" cy="4351338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Commercially prepared infant formulas are designed as a nutritious alternative to breast milk,</a:t>
            </a:r>
            <a:endParaRPr lang="en-AU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Formula feeding allows mom to share the feeding duties and helps her partner.</a:t>
            </a:r>
            <a:endParaRPr lang="en-AU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Because formula is less digestible than breast milk.</a:t>
            </a:r>
            <a:endParaRPr lang="en-AU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Women who opt to formula feed don't have to worry about the things they eat or drink that could affect their babies.</a:t>
            </a:r>
            <a:endParaRPr lang="en-AU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3452307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5D863-03AF-6ED7-B2C3-C8216E236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0967"/>
          </a:xfrm>
        </p:spPr>
        <p:txBody>
          <a:bodyPr/>
          <a:lstStyle/>
          <a:p>
            <a:r>
              <a:rPr lang="en-AU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Formula Feeding Challenges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47BC3-AFEE-31D7-F678-657C1D1639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" y="1164444"/>
            <a:ext cx="10866120" cy="2535360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Lack of antibodies and doesn’t added protection against infection and illness that breast milk does.</a:t>
            </a:r>
            <a:endParaRPr lang="en-AU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Can't change as the baby's needs change.</a:t>
            </a:r>
            <a:endParaRPr lang="en-AU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Expense. During the first year of life, the cost of basic formula can run over $2,500.</a:t>
            </a:r>
            <a:endParaRPr lang="en-AU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Possibility of producing gas and constipation.</a:t>
            </a:r>
            <a:endParaRPr lang="en-AU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3587894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BF7F6-5826-FF7C-5218-6F497DA92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071243"/>
          </a:xfrm>
        </p:spPr>
        <p:txBody>
          <a:bodyPr/>
          <a:lstStyle/>
          <a:p>
            <a:pPr algn="ctr"/>
            <a:r>
              <a:rPr lang="en-US" b="1" dirty="0"/>
              <a:t>Different stages of breast milk</a:t>
            </a:r>
            <a:endParaRPr lang="en-AU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01D9E-C2A1-3108-8032-423381D9CD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986" y="1253331"/>
            <a:ext cx="11601857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AU" sz="3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There are three different stages of breast milk: colostrum, transitional milk and mature milk.</a:t>
            </a:r>
            <a:endParaRPr lang="en-AU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Colostrum: Your first milk that lasts between two and four days after birth.</a:t>
            </a:r>
            <a:endParaRPr lang="en-AU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Transitional milk: Begins approximately four days after birth and lasts about two weeks.</a:t>
            </a:r>
            <a:endParaRPr lang="en-AU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Mature milk: Milk that lasts from approximately 14 days after birth until you are done producing milk.</a:t>
            </a:r>
            <a:endParaRPr lang="en-AU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818256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F5123-8C58-E7DC-CA59-9E3F83894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85755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Difference Between colostrum and mature milk.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38813026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AF7EF-F6F4-6E80-A814-E8859EFAE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15204-1233-EC2D-29BD-235C8253E7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1026" name="Picture 2" descr="Difference Between Colostrum and Breastmilk | Compare the Difference Between  Similar Terms">
            <a:extLst>
              <a:ext uri="{FF2B5EF4-FFF2-40B4-BE49-F238E27FC236}">
                <a16:creationId xmlns:a16="http://schemas.microsoft.com/office/drawing/2014/main" id="{B48933B3-83E5-126B-716D-016103FE12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0"/>
            <a:ext cx="982265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79407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FACEB-30C5-CD52-EDB6-E9E64409E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F0EF5-CE9A-EAA6-2DA3-6998A6010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2050" name="Picture 2" descr="Difference Between Colostrum and Breastmilk | Compare the Difference Between  Similar Terms">
            <a:extLst>
              <a:ext uri="{FF2B5EF4-FFF2-40B4-BE49-F238E27FC236}">
                <a16:creationId xmlns:a16="http://schemas.microsoft.com/office/drawing/2014/main" id="{B820ADC1-AAC9-53C1-E133-979FCEB25B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188"/>
          <a:stretch/>
        </p:blipFill>
        <p:spPr bwMode="auto">
          <a:xfrm>
            <a:off x="391944" y="-1"/>
            <a:ext cx="9783188" cy="6891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1444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E1050-0A6D-E254-C091-077C93032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9E55B-FA38-057E-8DEC-02C27C55C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3074" name="Picture 2" descr="Advantages of breastfeeding – Harsh's Blogs">
            <a:extLst>
              <a:ext uri="{FF2B5EF4-FFF2-40B4-BE49-F238E27FC236}">
                <a16:creationId xmlns:a16="http://schemas.microsoft.com/office/drawing/2014/main" id="{CEF8F2B8-6D3F-0694-0E13-432AF8B78F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0448"/>
            <a:ext cx="12206323" cy="6868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84298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9B5E0-F472-5014-5C84-3272BE05E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F9AE0-8334-FF75-8591-12F5700CD5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47651" y="6599583"/>
            <a:ext cx="3535017" cy="2584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1100" dirty="0"/>
              <a:t>https://www.youtube.com/watch?v=i1UMnKduosE</a:t>
            </a:r>
          </a:p>
        </p:txBody>
      </p:sp>
      <p:pic>
        <p:nvPicPr>
          <p:cNvPr id="4" name="Online Media 3" title="Bad Science: Breast Milk and Formula">
            <a:hlinkClick r:id="" action="ppaction://media"/>
            <a:extLst>
              <a:ext uri="{FF2B5EF4-FFF2-40B4-BE49-F238E27FC236}">
                <a16:creationId xmlns:a16="http://schemas.microsoft.com/office/drawing/2014/main" id="{34EADB90-9C14-8E6D-1D97-9B0F9CEA5432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29556" y="0"/>
            <a:ext cx="11491814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196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401</Words>
  <Application>Microsoft Office PowerPoint</Application>
  <PresentationFormat>Widescreen</PresentationFormat>
  <Paragraphs>34</Paragraphs>
  <Slides>14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Feeding a Newborn</vt:lpstr>
      <vt:lpstr>OBJECTIVE</vt:lpstr>
      <vt:lpstr>Benefits of breastfeeding</vt:lpstr>
      <vt:lpstr>Benefits of breastfeeding</vt:lpstr>
      <vt:lpstr>Breastfeeding Challenges</vt:lpstr>
      <vt:lpstr>Breastfeeding Challenges</vt:lpstr>
      <vt:lpstr>Benefits of Formula Feeding</vt:lpstr>
      <vt:lpstr>Formula Feeding Challenges</vt:lpstr>
      <vt:lpstr>Different stages of breast milk</vt:lpstr>
      <vt:lpstr>Difference Between colostrum and mature milk.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Feeding a Newborn</dc:title>
  <dc:creator>michael simeoni</dc:creator>
  <cp:lastModifiedBy>michael simeoni</cp:lastModifiedBy>
  <cp:revision>1</cp:revision>
  <dcterms:created xsi:type="dcterms:W3CDTF">2022-08-14T02:42:02Z</dcterms:created>
  <dcterms:modified xsi:type="dcterms:W3CDTF">2022-08-16T00:37:30Z</dcterms:modified>
</cp:coreProperties>
</file>