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0A13DC-E6A7-4447-BB35-2E891C73B86A}" v="13" dt="2022-08-17T02:10:50.3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simeoni" userId="506f25aaf3d2b85d" providerId="LiveId" clId="{370A13DC-E6A7-4447-BB35-2E891C73B86A}"/>
    <pc:docChg chg="undo custSel delSld modSld">
      <pc:chgData name="michael simeoni" userId="506f25aaf3d2b85d" providerId="LiveId" clId="{370A13DC-E6A7-4447-BB35-2E891C73B86A}" dt="2022-08-17T02:10:50.397" v="1177"/>
      <pc:docMkLst>
        <pc:docMk/>
      </pc:docMkLst>
      <pc:sldChg chg="modSp mod modAnim">
        <pc:chgData name="michael simeoni" userId="506f25aaf3d2b85d" providerId="LiveId" clId="{370A13DC-E6A7-4447-BB35-2E891C73B86A}" dt="2022-08-17T02:10:15.493" v="1171"/>
        <pc:sldMkLst>
          <pc:docMk/>
          <pc:sldMk cId="725103508" sldId="261"/>
        </pc:sldMkLst>
        <pc:spChg chg="mod">
          <ac:chgData name="michael simeoni" userId="506f25aaf3d2b85d" providerId="LiveId" clId="{370A13DC-E6A7-4447-BB35-2E891C73B86A}" dt="2022-08-14T03:44:36.967" v="46" actId="113"/>
          <ac:spMkLst>
            <pc:docMk/>
            <pc:sldMk cId="725103508" sldId="261"/>
            <ac:spMk id="2" creationId="{F1175549-D49D-6670-9B47-BA6393D0997B}"/>
          </ac:spMkLst>
        </pc:spChg>
        <pc:spChg chg="mod">
          <ac:chgData name="michael simeoni" userId="506f25aaf3d2b85d" providerId="LiveId" clId="{370A13DC-E6A7-4447-BB35-2E891C73B86A}" dt="2022-08-14T03:47:53.119" v="258" actId="20577"/>
          <ac:spMkLst>
            <pc:docMk/>
            <pc:sldMk cId="725103508" sldId="261"/>
            <ac:spMk id="3" creationId="{3C56FA91-D944-46B0-AFD4-D07D2D21DEB5}"/>
          </ac:spMkLst>
        </pc:spChg>
      </pc:sldChg>
      <pc:sldChg chg="addSp modSp mod modAnim">
        <pc:chgData name="michael simeoni" userId="506f25aaf3d2b85d" providerId="LiveId" clId="{370A13DC-E6A7-4447-BB35-2E891C73B86A}" dt="2022-08-17T02:10:29.652" v="1173"/>
        <pc:sldMkLst>
          <pc:docMk/>
          <pc:sldMk cId="2218179231" sldId="262"/>
        </pc:sldMkLst>
        <pc:spChg chg="mod">
          <ac:chgData name="michael simeoni" userId="506f25aaf3d2b85d" providerId="LiveId" clId="{370A13DC-E6A7-4447-BB35-2E891C73B86A}" dt="2022-08-14T04:00:02.617" v="601" actId="113"/>
          <ac:spMkLst>
            <pc:docMk/>
            <pc:sldMk cId="2218179231" sldId="262"/>
            <ac:spMk id="2" creationId="{2F1240FC-D9E3-3902-8E38-CDC1D8CF417F}"/>
          </ac:spMkLst>
        </pc:spChg>
        <pc:spChg chg="mod">
          <ac:chgData name="michael simeoni" userId="506f25aaf3d2b85d" providerId="LiveId" clId="{370A13DC-E6A7-4447-BB35-2E891C73B86A}" dt="2022-08-14T04:01:17.972" v="613" actId="14100"/>
          <ac:spMkLst>
            <pc:docMk/>
            <pc:sldMk cId="2218179231" sldId="262"/>
            <ac:spMk id="3" creationId="{7BC45956-73F1-030A-E266-BCFA907E23AE}"/>
          </ac:spMkLst>
        </pc:spChg>
        <pc:spChg chg="add mod">
          <ac:chgData name="michael simeoni" userId="506f25aaf3d2b85d" providerId="LiveId" clId="{370A13DC-E6A7-4447-BB35-2E891C73B86A}" dt="2022-08-14T04:01:13.707" v="612" actId="14100"/>
          <ac:spMkLst>
            <pc:docMk/>
            <pc:sldMk cId="2218179231" sldId="262"/>
            <ac:spMk id="4" creationId="{ECDCCCDE-2040-2EC5-CBD9-B364C940284D}"/>
          </ac:spMkLst>
        </pc:spChg>
      </pc:sldChg>
      <pc:sldChg chg="addSp modSp mod modAnim">
        <pc:chgData name="michael simeoni" userId="506f25aaf3d2b85d" providerId="LiveId" clId="{370A13DC-E6A7-4447-BB35-2E891C73B86A}" dt="2022-08-17T02:10:50.397" v="1177"/>
        <pc:sldMkLst>
          <pc:docMk/>
          <pc:sldMk cId="2337981771" sldId="263"/>
        </pc:sldMkLst>
        <pc:spChg chg="mod">
          <ac:chgData name="michael simeoni" userId="506f25aaf3d2b85d" providerId="LiveId" clId="{370A13DC-E6A7-4447-BB35-2E891C73B86A}" dt="2022-08-14T04:09:22.344" v="966" actId="14100"/>
          <ac:spMkLst>
            <pc:docMk/>
            <pc:sldMk cId="2337981771" sldId="263"/>
            <ac:spMk id="2" creationId="{200A0555-8558-6345-70D2-F1034C78B1FA}"/>
          </ac:spMkLst>
        </pc:spChg>
        <pc:spChg chg="mod">
          <ac:chgData name="michael simeoni" userId="506f25aaf3d2b85d" providerId="LiveId" clId="{370A13DC-E6A7-4447-BB35-2E891C73B86A}" dt="2022-08-14T04:13:14.505" v="1143" actId="12"/>
          <ac:spMkLst>
            <pc:docMk/>
            <pc:sldMk cId="2337981771" sldId="263"/>
            <ac:spMk id="3" creationId="{7F55CB44-E3AC-DDE3-B872-EADD83284275}"/>
          </ac:spMkLst>
        </pc:spChg>
        <pc:spChg chg="add mod">
          <ac:chgData name="michael simeoni" userId="506f25aaf3d2b85d" providerId="LiveId" clId="{370A13DC-E6A7-4447-BB35-2E891C73B86A}" dt="2022-08-14T04:14:00.511" v="1150" actId="12"/>
          <ac:spMkLst>
            <pc:docMk/>
            <pc:sldMk cId="2337981771" sldId="263"/>
            <ac:spMk id="4" creationId="{C260FA73-7896-F333-7884-8B1DC01BF0A3}"/>
          </ac:spMkLst>
        </pc:spChg>
      </pc:sldChg>
      <pc:sldChg chg="addSp modSp mod modAnim">
        <pc:chgData name="michael simeoni" userId="506f25aaf3d2b85d" providerId="LiveId" clId="{370A13DC-E6A7-4447-BB35-2E891C73B86A}" dt="2022-08-14T04:20:41.116" v="1160" actId="14100"/>
        <pc:sldMkLst>
          <pc:docMk/>
          <pc:sldMk cId="675731248" sldId="264"/>
        </pc:sldMkLst>
        <pc:spChg chg="mod">
          <ac:chgData name="michael simeoni" userId="506f25aaf3d2b85d" providerId="LiveId" clId="{370A13DC-E6A7-4447-BB35-2E891C73B86A}" dt="2022-08-14T04:20:16.162" v="1157" actId="14100"/>
          <ac:spMkLst>
            <pc:docMk/>
            <pc:sldMk cId="675731248" sldId="264"/>
            <ac:spMk id="3" creationId="{BFDD4027-AE2F-49ED-3DF1-1EA61A3E8ACB}"/>
          </ac:spMkLst>
        </pc:spChg>
        <pc:picChg chg="add mod">
          <ac:chgData name="michael simeoni" userId="506f25aaf3d2b85d" providerId="LiveId" clId="{370A13DC-E6A7-4447-BB35-2E891C73B86A}" dt="2022-08-14T04:20:41.116" v="1160" actId="14100"/>
          <ac:picMkLst>
            <pc:docMk/>
            <pc:sldMk cId="675731248" sldId="264"/>
            <ac:picMk id="4" creationId="{4EC16BF9-36FD-E822-07CF-B2E2D7DF547F}"/>
          </ac:picMkLst>
        </pc:picChg>
      </pc:sldChg>
      <pc:sldChg chg="addSp modSp mod modAnim">
        <pc:chgData name="michael simeoni" userId="506f25aaf3d2b85d" providerId="LiveId" clId="{370A13DC-E6A7-4447-BB35-2E891C73B86A}" dt="2022-08-14T04:21:34.762" v="1169" actId="14100"/>
        <pc:sldMkLst>
          <pc:docMk/>
          <pc:sldMk cId="1641901184" sldId="265"/>
        </pc:sldMkLst>
        <pc:spChg chg="mod">
          <ac:chgData name="michael simeoni" userId="506f25aaf3d2b85d" providerId="LiveId" clId="{370A13DC-E6A7-4447-BB35-2E891C73B86A}" dt="2022-08-14T04:21:03.143" v="1166" actId="1076"/>
          <ac:spMkLst>
            <pc:docMk/>
            <pc:sldMk cId="1641901184" sldId="265"/>
            <ac:spMk id="3" creationId="{5DD17B9B-051D-6059-03B5-2E1A68AEEBC8}"/>
          </ac:spMkLst>
        </pc:spChg>
        <pc:picChg chg="add mod">
          <ac:chgData name="michael simeoni" userId="506f25aaf3d2b85d" providerId="LiveId" clId="{370A13DC-E6A7-4447-BB35-2E891C73B86A}" dt="2022-08-14T04:21:34.762" v="1169" actId="14100"/>
          <ac:picMkLst>
            <pc:docMk/>
            <pc:sldMk cId="1641901184" sldId="265"/>
            <ac:picMk id="4" creationId="{BC6AC7BD-9DDF-A600-7BA9-60820DFC1B58}"/>
          </ac:picMkLst>
        </pc:picChg>
      </pc:sldChg>
      <pc:sldChg chg="del">
        <pc:chgData name="michael simeoni" userId="506f25aaf3d2b85d" providerId="LiveId" clId="{370A13DC-E6A7-4447-BB35-2E891C73B86A}" dt="2022-08-14T04:22:08.605" v="1170" actId="47"/>
        <pc:sldMkLst>
          <pc:docMk/>
          <pc:sldMk cId="2296471957" sldId="266"/>
        </pc:sldMkLst>
      </pc:sldChg>
      <pc:sldChg chg="del">
        <pc:chgData name="michael simeoni" userId="506f25aaf3d2b85d" providerId="LiveId" clId="{370A13DC-E6A7-4447-BB35-2E891C73B86A}" dt="2022-08-14T04:22:08.605" v="1170" actId="47"/>
        <pc:sldMkLst>
          <pc:docMk/>
          <pc:sldMk cId="2655332105" sldId="267"/>
        </pc:sldMkLst>
      </pc:sldChg>
      <pc:sldChg chg="del">
        <pc:chgData name="michael simeoni" userId="506f25aaf3d2b85d" providerId="LiveId" clId="{370A13DC-E6A7-4447-BB35-2E891C73B86A}" dt="2022-08-14T04:22:08.605" v="1170" actId="47"/>
        <pc:sldMkLst>
          <pc:docMk/>
          <pc:sldMk cId="1312778580" sldId="268"/>
        </pc:sldMkLst>
      </pc:sldChg>
      <pc:sldChg chg="del">
        <pc:chgData name="michael simeoni" userId="506f25aaf3d2b85d" providerId="LiveId" clId="{370A13DC-E6A7-4447-BB35-2E891C73B86A}" dt="2022-08-14T04:22:08.605" v="1170" actId="47"/>
        <pc:sldMkLst>
          <pc:docMk/>
          <pc:sldMk cId="2528913464" sldId="269"/>
        </pc:sldMkLst>
      </pc:sldChg>
      <pc:sldChg chg="del">
        <pc:chgData name="michael simeoni" userId="506f25aaf3d2b85d" providerId="LiveId" clId="{370A13DC-E6A7-4447-BB35-2E891C73B86A}" dt="2022-08-14T04:22:08.605" v="1170" actId="47"/>
        <pc:sldMkLst>
          <pc:docMk/>
          <pc:sldMk cId="201013849" sldId="270"/>
        </pc:sldMkLst>
      </pc:sldChg>
      <pc:sldChg chg="del">
        <pc:chgData name="michael simeoni" userId="506f25aaf3d2b85d" providerId="LiveId" clId="{370A13DC-E6A7-4447-BB35-2E891C73B86A}" dt="2022-08-14T04:22:08.605" v="1170" actId="47"/>
        <pc:sldMkLst>
          <pc:docMk/>
          <pc:sldMk cId="1203739309" sldId="271"/>
        </pc:sldMkLst>
      </pc:sldChg>
      <pc:sldChg chg="del">
        <pc:chgData name="michael simeoni" userId="506f25aaf3d2b85d" providerId="LiveId" clId="{370A13DC-E6A7-4447-BB35-2E891C73B86A}" dt="2022-08-14T04:22:08.605" v="1170" actId="47"/>
        <pc:sldMkLst>
          <pc:docMk/>
          <pc:sldMk cId="511275471" sldId="272"/>
        </pc:sldMkLst>
      </pc:sldChg>
      <pc:sldChg chg="del">
        <pc:chgData name="michael simeoni" userId="506f25aaf3d2b85d" providerId="LiveId" clId="{370A13DC-E6A7-4447-BB35-2E891C73B86A}" dt="2022-08-14T04:22:08.605" v="1170" actId="47"/>
        <pc:sldMkLst>
          <pc:docMk/>
          <pc:sldMk cId="81747960" sldId="273"/>
        </pc:sldMkLst>
      </pc:sldChg>
      <pc:sldChg chg="del">
        <pc:chgData name="michael simeoni" userId="506f25aaf3d2b85d" providerId="LiveId" clId="{370A13DC-E6A7-4447-BB35-2E891C73B86A}" dt="2022-08-14T04:22:08.605" v="1170" actId="47"/>
        <pc:sldMkLst>
          <pc:docMk/>
          <pc:sldMk cId="3716667857" sldId="274"/>
        </pc:sldMkLst>
      </pc:sldChg>
      <pc:sldChg chg="del">
        <pc:chgData name="michael simeoni" userId="506f25aaf3d2b85d" providerId="LiveId" clId="{370A13DC-E6A7-4447-BB35-2E891C73B86A}" dt="2022-08-14T04:22:08.605" v="1170" actId="47"/>
        <pc:sldMkLst>
          <pc:docMk/>
          <pc:sldMk cId="3026575006" sldId="275"/>
        </pc:sldMkLst>
      </pc:sldChg>
      <pc:sldChg chg="del">
        <pc:chgData name="michael simeoni" userId="506f25aaf3d2b85d" providerId="LiveId" clId="{370A13DC-E6A7-4447-BB35-2E891C73B86A}" dt="2022-08-14T04:22:08.605" v="1170" actId="47"/>
        <pc:sldMkLst>
          <pc:docMk/>
          <pc:sldMk cId="2407520004" sldId="276"/>
        </pc:sldMkLst>
      </pc:sldChg>
      <pc:sldChg chg="del">
        <pc:chgData name="michael simeoni" userId="506f25aaf3d2b85d" providerId="LiveId" clId="{370A13DC-E6A7-4447-BB35-2E891C73B86A}" dt="2022-08-14T04:22:08.605" v="1170" actId="47"/>
        <pc:sldMkLst>
          <pc:docMk/>
          <pc:sldMk cId="2380688736" sldId="2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02E2D-D21B-D10C-7F29-31A264007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1496CE-3C5B-7CD1-AB84-B46183237E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92574-C600-D163-FE14-8F4FA9F4D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DAB58-BADE-4CEC-9CB5-0A91E07693AB}" type="datetimeFigureOut">
              <a:rPr lang="en-AU" smtClean="0"/>
              <a:t>17/08/2022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70018-BA7F-3B2D-902F-C87AA6F71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C97F6-CF41-2961-D9A3-70ADD67A5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A595-D571-42BD-A3A8-9A0AE4702D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2269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D1EF5-37F6-FF56-7DCE-F7138713B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025F0-812B-DE70-7D11-0ADC6F5A3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DBBE4-5EF2-0ADB-C51B-9C4ADFC6C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DAB58-BADE-4CEC-9CB5-0A91E07693AB}" type="datetimeFigureOut">
              <a:rPr lang="en-AU" smtClean="0"/>
              <a:t>17/08/2022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FD27F-265B-74D4-B494-F227F3213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5AD30-F833-A3F7-4C8D-29707BD1F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A595-D571-42BD-A3A8-9A0AE4702D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4185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7186C-3C16-9618-27B0-6B776A642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D6AB2-1ADF-FE59-C909-C0C37AC0F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FE802-0088-FE18-2002-46DC06229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DAB58-BADE-4CEC-9CB5-0A91E07693AB}" type="datetimeFigureOut">
              <a:rPr lang="en-AU" smtClean="0"/>
              <a:t>17/08/2022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B229C-1130-55B0-8D8A-D5E13B2E9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122AC-6F38-B88C-823D-415A07D64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A595-D571-42BD-A3A8-9A0AE4702D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3486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F7C5A-2E62-9E3F-0152-95809A16D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38488-1FAE-3C19-2637-0261131C38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1D8047-4412-31E2-5890-2189A364A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48D98B-0AB9-508D-67A3-2B109F3F1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DAB58-BADE-4CEC-9CB5-0A91E07693AB}" type="datetimeFigureOut">
              <a:rPr lang="en-AU" smtClean="0"/>
              <a:t>17/08/2022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5142C3-8366-E055-2CD0-0FF5343A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2A916-0131-650E-2E67-C1503F1E7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A595-D571-42BD-A3A8-9A0AE4702D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2792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D7B01-515C-BBA4-2DB2-9544208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7D036-EDA3-3DDF-D0DE-0F1649D9D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07E3F4-81A9-802E-B741-F17B70C8F5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EE0550-BCD1-B078-2B8B-FFA4BBBAD9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01E76B-37C1-7A90-08E2-E3312FADC2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DAC92B-7020-B6BD-EBEE-130791E63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DAB58-BADE-4CEC-9CB5-0A91E07693AB}" type="datetimeFigureOut">
              <a:rPr lang="en-AU" smtClean="0"/>
              <a:t>17/08/2022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864771-23F4-0CBF-EEB3-8C2DE9DF2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C73D46-0F96-E171-D876-6BF883EA8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A595-D571-42BD-A3A8-9A0AE4702D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0395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3FF5D-3BAF-2D10-2253-B777FCB28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E976D3-F600-3DA2-021A-C1FC7E7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DAB58-BADE-4CEC-9CB5-0A91E07693AB}" type="datetimeFigureOut">
              <a:rPr lang="en-AU" smtClean="0"/>
              <a:t>17/08/2022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8A8229-834F-4F79-015D-935F8E6E5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48FD79-2DEB-94BB-FEF2-6E1296890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A595-D571-42BD-A3A8-9A0AE4702D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9748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693F05-CC6D-2C85-18BF-27F8345AC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DAB58-BADE-4CEC-9CB5-0A91E07693AB}" type="datetimeFigureOut">
              <a:rPr lang="en-AU" smtClean="0"/>
              <a:t>17/08/2022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D05A61-DCEE-5DD5-A2E9-A8CD3554A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8EE66-9B1D-922C-F35E-BBA3C83FA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A595-D571-42BD-A3A8-9A0AE4702D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5039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093C6-12C9-DC36-0B3E-8CF1C02B9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944CB-1FF0-BD37-1246-8CE3298DD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4F6CC2-A6DD-7ACA-F37C-2331FD9A4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A8B142-0C02-AC03-53DF-74D8433E1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DAB58-BADE-4CEC-9CB5-0A91E07693AB}" type="datetimeFigureOut">
              <a:rPr lang="en-AU" smtClean="0"/>
              <a:t>17/08/2022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7BE0AF-05AD-93DB-FD78-3D8C9F95B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5262D-B1E3-B8F0-E409-2B589F315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A595-D571-42BD-A3A8-9A0AE4702D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3574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83747-5516-FBBA-37D5-881195B4F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B3CB3E-0A41-0097-42D7-9C0359344A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764AF1-08D7-CE79-4516-2E0BFB8E69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1D477-D5E8-C9E5-010C-D552DA38B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DAB58-BADE-4CEC-9CB5-0A91E07693AB}" type="datetimeFigureOut">
              <a:rPr lang="en-AU" smtClean="0"/>
              <a:t>17/08/2022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50195-2DA6-A087-EAFB-07D4F3663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30BA1-ED3E-BA7E-CE33-E941EB9E2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A595-D571-42BD-A3A8-9A0AE4702D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6629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58B8E-779D-337E-19F1-08BB2F58B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590F59-58D6-B54C-7FA2-8D43A9AFC8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6309B-3054-907B-E26B-DFE5E677F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DAB58-BADE-4CEC-9CB5-0A91E07693AB}" type="datetimeFigureOut">
              <a:rPr lang="en-AU" smtClean="0"/>
              <a:t>17/08/2022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443E-2569-5320-C4F6-004C79BA1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76F81-C655-6B66-A2D0-3F18C8B1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A595-D571-42BD-A3A8-9A0AE4702D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3583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9D115A-4EA5-2198-BFBB-4EFD4F471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269BBD-8D83-B9D2-83E1-3CCDC90247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86B43-4631-DB6C-8C79-2A768CD76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DAB58-BADE-4CEC-9CB5-0A91E07693AB}" type="datetimeFigureOut">
              <a:rPr lang="en-AU" smtClean="0"/>
              <a:t>17/08/2022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BE80B-A2A7-26EB-9FE9-86C9D9520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6EECF-E13B-258E-B96D-B0C4E16D0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A595-D571-42BD-A3A8-9A0AE4702D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0502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0276D-6CF6-EB62-07F6-E0193D33A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9AB20-07E0-14B2-76C5-D9CDE96CA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7D85D-77B9-A64E-0563-DF8F6421C0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DDAB58-BADE-4CEC-9CB5-0A91E07693AB}" type="datetimeFigureOut">
              <a:rPr lang="en-AU" smtClean="0"/>
              <a:t>17/08/2022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95A25-B995-CEC3-E383-E3112485FC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2C191-BE07-9F89-1A6D-DAF48C54B1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9AA595-D571-42BD-A3A8-9A0AE4702D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7683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NCdLNuP7OA8?feature=oembed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bzblC_pT8t0?feature=oembed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0SYx95xdGTo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3DC3B-404B-08AF-DAFD-53FDBC29FE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INFANT DEVELOPMENT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ABB2EA-9B24-9575-0266-49A0EDB0D9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9633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F0BC4-38C7-4A62-7F6D-6198ACAA9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E3C10-BD45-8ABE-0C30-61BFAB078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7628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A025-8659-F057-70D4-024508201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BABY / CHILDHOOD DEVELOPMENT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A5A9A-5CFB-6F09-6AF2-E601E5E7C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Physical</a:t>
            </a:r>
          </a:p>
          <a:p>
            <a:r>
              <a:rPr lang="en-US" sz="4000" dirty="0"/>
              <a:t>Intellectual</a:t>
            </a:r>
          </a:p>
          <a:p>
            <a:r>
              <a:rPr lang="en-US" sz="4000" dirty="0"/>
              <a:t>Emotional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3347472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B7AB7-E4D1-649A-5E84-0775C5105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29193"/>
          </a:xfrm>
        </p:spPr>
        <p:txBody>
          <a:bodyPr/>
          <a:lstStyle/>
          <a:p>
            <a:pPr algn="ctr"/>
            <a:r>
              <a:rPr lang="en-US" dirty="0"/>
              <a:t>COGNITIVE DEVELOPMENT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29E5D-83BD-2B0E-4754-89A17ECC9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589" y="1614926"/>
            <a:ext cx="11664821" cy="4351338"/>
          </a:xfrm>
        </p:spPr>
        <p:txBody>
          <a:bodyPr>
            <a:noAutofit/>
          </a:bodyPr>
          <a:lstStyle/>
          <a:p>
            <a:r>
              <a:rPr lang="en-US" b="0" i="0" dirty="0">
                <a:effectLst/>
              </a:rPr>
              <a:t>There have been identified four stages of development in normal intellectual development, from infancy through adulthood. </a:t>
            </a:r>
          </a:p>
          <a:p>
            <a:r>
              <a:rPr lang="en-US" b="0" i="0" dirty="0">
                <a:effectLst/>
              </a:rPr>
              <a:t>Each stage is marked by new intellectual abilities and a more complex understanding of the world. </a:t>
            </a:r>
          </a:p>
          <a:p>
            <a:r>
              <a:rPr lang="en-US" dirty="0"/>
              <a:t>There are developmental milestones.</a:t>
            </a:r>
            <a:endParaRPr lang="en-US" b="0" i="0" dirty="0">
              <a:effectLst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9354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E3323-92D2-884B-6061-C2F767216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149009"/>
            <a:ext cx="9833113" cy="708991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- Cognitive development in toddlers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19DE3-9E91-50E1-DC9B-3FB6C4787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88486" y="6503504"/>
            <a:ext cx="1510748" cy="1248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600" dirty="0"/>
              <a:t>https://www.youtube.com/watch?v=NCdLNuP7OA8</a:t>
            </a:r>
          </a:p>
        </p:txBody>
      </p:sp>
      <p:pic>
        <p:nvPicPr>
          <p:cNvPr id="4" name="Online Media 3" title="Piaget - Stage 1 - Sensorimotor stage : Object Permanence">
            <a:hlinkClick r:id="" action="ppaction://media"/>
            <a:extLst>
              <a:ext uri="{FF2B5EF4-FFF2-40B4-BE49-F238E27FC236}">
                <a16:creationId xmlns:a16="http://schemas.microsoft.com/office/drawing/2014/main" id="{61B8755E-1D9F-3139-242D-FBC8BE472D7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175564" y="-10362"/>
            <a:ext cx="8212494" cy="6159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480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5549-D49D-6670-9B47-BA6393D0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8483"/>
          </a:xfrm>
        </p:spPr>
        <p:txBody>
          <a:bodyPr/>
          <a:lstStyle/>
          <a:p>
            <a:pPr algn="ctr"/>
            <a:r>
              <a:rPr lang="en-US" b="1" dirty="0"/>
              <a:t>Gross and Fine Motor Skills</a:t>
            </a:r>
            <a:endParaRPr lang="en-AU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6FA91-D944-46B0-AFD4-D07D2D21D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US" sz="3200" dirty="0"/>
              <a:t>Muscular development is vital human development.</a:t>
            </a:r>
          </a:p>
          <a:p>
            <a:r>
              <a:rPr lang="en-AU" sz="32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Gross motor skills involve the bigger muscles and control the overall structure and function of the body. </a:t>
            </a:r>
          </a:p>
          <a:p>
            <a:r>
              <a:rPr lang="en-AU" sz="3200" dirty="0">
                <a:ea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AU" sz="32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ine motor skills work the smaller muscles of the hands, fingers, and wrists. Fine motor skills are about dexterity and associated the development </a:t>
            </a:r>
            <a:r>
              <a:rPr lang="en-AU" sz="3200" dirty="0">
                <a:ea typeface="Calibri" panose="020F0502020204030204" pitchFamily="34" charset="0"/>
                <a:cs typeface="Calibri" panose="020F0502020204030204" pitchFamily="34" charset="0"/>
              </a:rPr>
              <a:t>many intellectual skills</a:t>
            </a:r>
            <a:r>
              <a:rPr lang="en-AU" sz="32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AU" sz="3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25103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240FC-D9E3-3902-8E38-CDC1D8CF4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66719"/>
          </a:xfrm>
        </p:spPr>
        <p:txBody>
          <a:bodyPr/>
          <a:lstStyle/>
          <a:p>
            <a:r>
              <a:rPr lang="en-US" b="1" dirty="0"/>
              <a:t>Milestones Gross Motor skill development</a:t>
            </a:r>
            <a:endParaRPr lang="en-AU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45956-73F1-030A-E266-BCFA907E2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57" y="1066718"/>
            <a:ext cx="5894614" cy="4643618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AU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0–3 months</a:t>
            </a:r>
            <a:endParaRPr lang="en-A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AU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Developing hand-eye coordination, lifting their head and chest.</a:t>
            </a:r>
            <a:endParaRPr lang="en-A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AU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3–6 months</a:t>
            </a:r>
            <a:endParaRPr lang="en-A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AU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Roll from their back to their side, head control.</a:t>
            </a:r>
            <a:endParaRPr lang="en-A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AU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6–9 months</a:t>
            </a:r>
            <a:endParaRPr lang="en-A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AU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 and abdominal muscles get stronger, start slide and crawl.</a:t>
            </a:r>
            <a:endParaRPr lang="en-A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en-A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CDCCCDE-2040-2EC5-CBD9-B364C940284D}"/>
              </a:ext>
            </a:extLst>
          </p:cNvPr>
          <p:cNvSpPr txBox="1">
            <a:spLocks/>
          </p:cNvSpPr>
          <p:nvPr/>
        </p:nvSpPr>
        <p:spPr>
          <a:xfrm>
            <a:off x="6456783" y="1066718"/>
            <a:ext cx="5579707" cy="49795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A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year</a:t>
            </a:r>
            <a:endParaRPr lang="en-A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A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Walking without help.</a:t>
            </a:r>
            <a:endParaRPr lang="en-A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A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years</a:t>
            </a:r>
            <a:endParaRPr lang="en-A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A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 to run and jump 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A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to 5 years</a:t>
            </a:r>
            <a:endParaRPr lang="en-A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A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Stronger leg muscles, improved balance, child is ready to learn how to catch, skate and swim.</a:t>
            </a:r>
            <a:endParaRPr lang="en-A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8179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A0555-8558-6345-70D2-F1034C78B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5739"/>
          </a:xfrm>
        </p:spPr>
        <p:txBody>
          <a:bodyPr/>
          <a:lstStyle/>
          <a:p>
            <a:r>
              <a:rPr lang="en-US" b="1" dirty="0"/>
              <a:t>Milestones Fine Motor skill development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5CB44-E3AC-DDE3-B872-EADD83284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657" y="1253331"/>
            <a:ext cx="6043127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0 – 6 months</a:t>
            </a:r>
          </a:p>
          <a:p>
            <a:r>
              <a:rPr lang="en-AU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Reaching and grasping</a:t>
            </a:r>
          </a:p>
          <a:p>
            <a:pPr marL="0" indent="0">
              <a:buNone/>
            </a:pPr>
            <a:r>
              <a:rPr lang="en-AU" dirty="0">
                <a:latin typeface="Calibri" panose="020F0502020204030204" pitchFamily="34" charset="0"/>
              </a:rPr>
              <a:t>6-12 months</a:t>
            </a:r>
          </a:p>
          <a:p>
            <a:r>
              <a:rPr lang="en-AU" dirty="0">
                <a:latin typeface="Calibri" panose="020F0502020204030204" pitchFamily="34" charset="0"/>
              </a:rPr>
              <a:t>Reach for, grasp, drop and pickup objects</a:t>
            </a:r>
          </a:p>
          <a:p>
            <a:pPr marL="0" indent="0">
              <a:buNone/>
            </a:pPr>
            <a:r>
              <a:rPr lang="en-AU" dirty="0">
                <a:latin typeface="Calibri" panose="020F0502020204030204" pitchFamily="34" charset="0"/>
              </a:rPr>
              <a:t>1-2 years</a:t>
            </a:r>
          </a:p>
          <a:p>
            <a:r>
              <a:rPr lang="en-AU" dirty="0">
                <a:latin typeface="Calibri" panose="020F0502020204030204" pitchFamily="34" charset="0"/>
              </a:rPr>
              <a:t>Hold cups, turn pages, string beads.</a:t>
            </a:r>
          </a:p>
          <a:p>
            <a:pPr marL="0" indent="0">
              <a:buNone/>
            </a:pPr>
            <a:r>
              <a:rPr lang="en-AU" dirty="0">
                <a:latin typeface="Calibri" panose="020F0502020204030204" pitchFamily="34" charset="0"/>
              </a:rPr>
              <a:t>2-3 years</a:t>
            </a:r>
          </a:p>
          <a:p>
            <a:r>
              <a:rPr lang="en-AU" dirty="0">
                <a:latin typeface="Calibri" panose="020F0502020204030204" pitchFamily="34" charset="0"/>
              </a:rPr>
              <a:t>Manipulate objects, build, cut, squeeze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260FA73-7896-F333-7884-8B1DC01BF0A3}"/>
              </a:ext>
            </a:extLst>
          </p:cNvPr>
          <p:cNvSpPr txBox="1">
            <a:spLocks/>
          </p:cNvSpPr>
          <p:nvPr/>
        </p:nvSpPr>
        <p:spPr>
          <a:xfrm>
            <a:off x="6630955" y="1122702"/>
            <a:ext cx="5293567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dirty="0">
                <a:latin typeface="Calibri" panose="020F0502020204030204" pitchFamily="34" charset="0"/>
              </a:rPr>
              <a:t>3-4 years</a:t>
            </a:r>
          </a:p>
          <a:p>
            <a:r>
              <a:rPr lang="en-AU" dirty="0">
                <a:latin typeface="Calibri" panose="020F0502020204030204" pitchFamily="34" charset="0"/>
              </a:rPr>
              <a:t>Write numbers and names, dress and undress.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dirty="0">
                <a:latin typeface="Calibri" panose="020F0502020204030204" pitchFamily="34" charset="0"/>
              </a:rPr>
              <a:t>4-5 years</a:t>
            </a:r>
          </a:p>
          <a:p>
            <a:r>
              <a:rPr lang="en-AU" dirty="0">
                <a:latin typeface="Calibri" panose="020F0502020204030204" pitchFamily="34" charset="0"/>
              </a:rPr>
              <a:t>Cut simple shapes, controlled </a:t>
            </a:r>
            <a:r>
              <a:rPr lang="en-AU" dirty="0" err="1">
                <a:latin typeface="Calibri" panose="020F0502020204030204" pitchFamily="34" charset="0"/>
              </a:rPr>
              <a:t>coloring</a:t>
            </a:r>
            <a:r>
              <a:rPr lang="en-AU" dirty="0">
                <a:latin typeface="Calibri" panose="020F0502020204030204" pitchFamily="34" charset="0"/>
              </a:rPr>
              <a:t>, draw basic pictures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dirty="0">
                <a:latin typeface="Calibri" panose="020F0502020204030204" pitchFamily="34" charset="0"/>
              </a:rPr>
              <a:t>5-6 years</a:t>
            </a:r>
          </a:p>
          <a:p>
            <a:r>
              <a:rPr lang="en-AU" dirty="0">
                <a:latin typeface="Calibri" panose="020F0502020204030204" pitchFamily="34" charset="0"/>
              </a:rPr>
              <a:t>Correct formation of letters, numbers and drawings.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dirty="0">
                <a:latin typeface="Calibri" panose="020F0502020204030204" pitchFamily="34" charset="0"/>
              </a:rPr>
              <a:t>6-8 years</a:t>
            </a:r>
          </a:p>
          <a:p>
            <a:r>
              <a:rPr lang="en-AU" dirty="0">
                <a:latin typeface="Calibri" panose="020F0502020204030204" pitchFamily="34" charset="0"/>
              </a:rPr>
              <a:t>Consistency and endurance of writing</a:t>
            </a:r>
          </a:p>
        </p:txBody>
      </p:sp>
    </p:spTree>
    <p:extLst>
      <p:ext uri="{BB962C8B-B14F-4D97-AF65-F5344CB8AC3E}">
        <p14:creationId xmlns:p14="http://schemas.microsoft.com/office/powerpoint/2010/main" val="2337981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E59AF-6518-A313-5FCA-73B2FC24F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D4027-AE2F-49ED-3DF1-1EA61A3E8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249" y="6492875"/>
            <a:ext cx="10515600" cy="270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1200" dirty="0"/>
              <a:t>https://www.youtube.com/watch?v=bzblC_pT8t0</a:t>
            </a:r>
          </a:p>
        </p:txBody>
      </p:sp>
      <p:pic>
        <p:nvPicPr>
          <p:cNvPr id="4" name="Online Media 3" title="Parents’ Guide to Fine Versus Gross Motor Skills">
            <a:hlinkClick r:id="" action="ppaction://media"/>
            <a:extLst>
              <a:ext uri="{FF2B5EF4-FFF2-40B4-BE49-F238E27FC236}">
                <a16:creationId xmlns:a16="http://schemas.microsoft.com/office/drawing/2014/main" id="{4EC16BF9-36FD-E822-07CF-B2E2D7DF547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92539" y="94489"/>
            <a:ext cx="10856696" cy="613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731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6BFD4-216D-B44F-2A1C-77E99B5A0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17B9B-051D-6059-03B5-2E1A68AEE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679" y="6492875"/>
            <a:ext cx="3402496" cy="3571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1100" dirty="0"/>
              <a:t>https://www.youtube.com/watch?v=0SYx95xdGTo</a:t>
            </a:r>
          </a:p>
        </p:txBody>
      </p:sp>
      <p:pic>
        <p:nvPicPr>
          <p:cNvPr id="4" name="Online Media 3" title="Gross and fine motor skills - Early level">
            <a:hlinkClick r:id="" action="ppaction://media"/>
            <a:extLst>
              <a:ext uri="{FF2B5EF4-FFF2-40B4-BE49-F238E27FC236}">
                <a16:creationId xmlns:a16="http://schemas.microsoft.com/office/drawing/2014/main" id="{BC6AC7BD-9DDF-A600-7BA9-60820DFC1B5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52782" y="114024"/>
            <a:ext cx="11056671" cy="624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901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327</Words>
  <Application>Microsoft Office PowerPoint</Application>
  <PresentationFormat>Widescreen</PresentationFormat>
  <Paragraphs>48</Paragraphs>
  <Slides>10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INFANT DEVELOPMENT</vt:lpstr>
      <vt:lpstr>OBJECTIVE</vt:lpstr>
      <vt:lpstr>BABY / CHILDHOOD DEVELOPMENT</vt:lpstr>
      <vt:lpstr>COGNITIVE DEVELOPMENT</vt:lpstr>
      <vt:lpstr>Example - Cognitive development in toddlers</vt:lpstr>
      <vt:lpstr>Gross and Fine Motor Skills</vt:lpstr>
      <vt:lpstr>Milestones Gross Motor skill development</vt:lpstr>
      <vt:lpstr>Milestones Fine Motor skill development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INFANT DEVELOPMENT</dc:title>
  <dc:creator>michael simeoni</dc:creator>
  <cp:lastModifiedBy>michael simeoni</cp:lastModifiedBy>
  <cp:revision>1</cp:revision>
  <dcterms:created xsi:type="dcterms:W3CDTF">2022-08-14T03:30:11Z</dcterms:created>
  <dcterms:modified xsi:type="dcterms:W3CDTF">2022-08-17T02:10:54Z</dcterms:modified>
</cp:coreProperties>
</file>