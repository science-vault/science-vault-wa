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1" r:id="rId1"/>
    <p:sldMasterId id="2147483874" r:id="rId2"/>
  </p:sldMasterIdLst>
  <p:notesMasterIdLst>
    <p:notesMasterId r:id="rId67"/>
  </p:notesMasterIdLst>
  <p:handoutMasterIdLst>
    <p:handoutMasterId r:id="rId68"/>
  </p:handoutMasterIdLst>
  <p:sldIdLst>
    <p:sldId id="256" r:id="rId3"/>
    <p:sldId id="299" r:id="rId4"/>
    <p:sldId id="303" r:id="rId5"/>
    <p:sldId id="304" r:id="rId6"/>
    <p:sldId id="277" r:id="rId7"/>
    <p:sldId id="257" r:id="rId8"/>
    <p:sldId id="298" r:id="rId9"/>
    <p:sldId id="281" r:id="rId10"/>
    <p:sldId id="288" r:id="rId11"/>
    <p:sldId id="290" r:id="rId12"/>
    <p:sldId id="275" r:id="rId13"/>
    <p:sldId id="276" r:id="rId14"/>
    <p:sldId id="306" r:id="rId15"/>
    <p:sldId id="307" r:id="rId16"/>
    <p:sldId id="308" r:id="rId17"/>
    <p:sldId id="309" r:id="rId18"/>
    <p:sldId id="310" r:id="rId19"/>
    <p:sldId id="311" r:id="rId20"/>
    <p:sldId id="312" r:id="rId21"/>
    <p:sldId id="283" r:id="rId22"/>
    <p:sldId id="313" r:id="rId23"/>
    <p:sldId id="314" r:id="rId24"/>
    <p:sldId id="315" r:id="rId25"/>
    <p:sldId id="316" r:id="rId26"/>
    <p:sldId id="292" r:id="rId27"/>
    <p:sldId id="265" r:id="rId28"/>
    <p:sldId id="291" r:id="rId29"/>
    <p:sldId id="282" r:id="rId30"/>
    <p:sldId id="260" r:id="rId31"/>
    <p:sldId id="261" r:id="rId32"/>
    <p:sldId id="284" r:id="rId33"/>
    <p:sldId id="285" r:id="rId34"/>
    <p:sldId id="286" r:id="rId35"/>
    <p:sldId id="300" r:id="rId36"/>
    <p:sldId id="289" r:id="rId37"/>
    <p:sldId id="325" r:id="rId38"/>
    <p:sldId id="305" r:id="rId39"/>
    <p:sldId id="279" r:id="rId40"/>
    <p:sldId id="294" r:id="rId41"/>
    <p:sldId id="280" r:id="rId42"/>
    <p:sldId id="317" r:id="rId43"/>
    <p:sldId id="318" r:id="rId44"/>
    <p:sldId id="319" r:id="rId45"/>
    <p:sldId id="268" r:id="rId46"/>
    <p:sldId id="320" r:id="rId47"/>
    <p:sldId id="269" r:id="rId48"/>
    <p:sldId id="270" r:id="rId49"/>
    <p:sldId id="271" r:id="rId50"/>
    <p:sldId id="272" r:id="rId51"/>
    <p:sldId id="321" r:id="rId52"/>
    <p:sldId id="322" r:id="rId53"/>
    <p:sldId id="323" r:id="rId54"/>
    <p:sldId id="324" r:id="rId55"/>
    <p:sldId id="293" r:id="rId56"/>
    <p:sldId id="297" r:id="rId57"/>
    <p:sldId id="266" r:id="rId58"/>
    <p:sldId id="262" r:id="rId59"/>
    <p:sldId id="296" r:id="rId60"/>
    <p:sldId id="267" r:id="rId61"/>
    <p:sldId id="295" r:id="rId62"/>
    <p:sldId id="278" r:id="rId63"/>
    <p:sldId id="263" r:id="rId64"/>
    <p:sldId id="302" r:id="rId65"/>
    <p:sldId id="301" r:id="rId66"/>
  </p:sldIdLst>
  <p:sldSz cx="9144000" cy="6858000" type="screen4x3"/>
  <p:notesSz cx="7010400" cy="9296400"/>
  <p:defaultTextStyle>
    <a:defPPr>
      <a:defRPr lang="en-US"/>
    </a:defPPr>
    <a:lvl1pPr algn="l" rtl="0" eaLnBrk="0" fontAlgn="base" hangingPunct="0">
      <a:spcBef>
        <a:spcPct val="0"/>
      </a:spcBef>
      <a:spcAft>
        <a:spcPct val="0"/>
      </a:spcAft>
      <a:defRPr kern="1200">
        <a:solidFill>
          <a:schemeClr val="tx1"/>
        </a:solidFill>
        <a:effectLst>
          <a:outerShdw blurRad="38100" dist="38100" dir="2700000" algn="tl">
            <a:srgbClr val="000000">
              <a:alpha val="43137"/>
            </a:srgbClr>
          </a:outerShdw>
        </a:effectLst>
        <a:latin typeface="Tahom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effectLst>
          <a:outerShdw blurRad="38100" dist="38100" dir="2700000" algn="tl">
            <a:srgbClr val="000000">
              <a:alpha val="43137"/>
            </a:srgbClr>
          </a:outerShdw>
        </a:effectLst>
        <a:latin typeface="Tahom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effectLst>
          <a:outerShdw blurRad="38100" dist="38100" dir="2700000" algn="tl">
            <a:srgbClr val="000000">
              <a:alpha val="43137"/>
            </a:srgbClr>
          </a:outerShdw>
        </a:effectLst>
        <a:latin typeface="Tahom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effectLst>
          <a:outerShdw blurRad="38100" dist="38100" dir="2700000" algn="tl">
            <a:srgbClr val="000000">
              <a:alpha val="43137"/>
            </a:srgbClr>
          </a:outerShdw>
        </a:effectLst>
        <a:latin typeface="Tahom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effectLst>
          <a:outerShdw blurRad="38100" dist="38100" dir="2700000" algn="tl">
            <a:srgbClr val="000000">
              <a:alpha val="43137"/>
            </a:srgbClr>
          </a:outerShdw>
        </a:effectLst>
        <a:latin typeface="Tahoma" panose="020B0604030504040204" pitchFamily="34" charset="0"/>
        <a:ea typeface="+mn-ea"/>
        <a:cs typeface="+mn-cs"/>
      </a:defRPr>
    </a:lvl5pPr>
    <a:lvl6pPr marL="2286000" algn="l" defTabSz="914400" rtl="0" eaLnBrk="1" latinLnBrk="0" hangingPunct="1">
      <a:defRPr kern="1200">
        <a:solidFill>
          <a:schemeClr val="tx1"/>
        </a:solidFill>
        <a:effectLst>
          <a:outerShdw blurRad="38100" dist="38100" dir="2700000" algn="tl">
            <a:srgbClr val="000000">
              <a:alpha val="43137"/>
            </a:srgbClr>
          </a:outerShdw>
        </a:effectLst>
        <a:latin typeface="Tahoma" panose="020B0604030504040204" pitchFamily="34" charset="0"/>
        <a:ea typeface="+mn-ea"/>
        <a:cs typeface="+mn-cs"/>
      </a:defRPr>
    </a:lvl6pPr>
    <a:lvl7pPr marL="2743200" algn="l" defTabSz="914400" rtl="0" eaLnBrk="1" latinLnBrk="0" hangingPunct="1">
      <a:defRPr kern="1200">
        <a:solidFill>
          <a:schemeClr val="tx1"/>
        </a:solidFill>
        <a:effectLst>
          <a:outerShdw blurRad="38100" dist="38100" dir="2700000" algn="tl">
            <a:srgbClr val="000000">
              <a:alpha val="43137"/>
            </a:srgbClr>
          </a:outerShdw>
        </a:effectLst>
        <a:latin typeface="Tahoma" panose="020B0604030504040204" pitchFamily="34" charset="0"/>
        <a:ea typeface="+mn-ea"/>
        <a:cs typeface="+mn-cs"/>
      </a:defRPr>
    </a:lvl7pPr>
    <a:lvl8pPr marL="3200400" algn="l" defTabSz="914400" rtl="0" eaLnBrk="1" latinLnBrk="0" hangingPunct="1">
      <a:defRPr kern="1200">
        <a:solidFill>
          <a:schemeClr val="tx1"/>
        </a:solidFill>
        <a:effectLst>
          <a:outerShdw blurRad="38100" dist="38100" dir="2700000" algn="tl">
            <a:srgbClr val="000000">
              <a:alpha val="43137"/>
            </a:srgbClr>
          </a:outerShdw>
        </a:effectLst>
        <a:latin typeface="Tahoma" panose="020B0604030504040204" pitchFamily="34" charset="0"/>
        <a:ea typeface="+mn-ea"/>
        <a:cs typeface="+mn-cs"/>
      </a:defRPr>
    </a:lvl8pPr>
    <a:lvl9pPr marL="3657600" algn="l" defTabSz="914400" rtl="0" eaLnBrk="1" latinLnBrk="0" hangingPunct="1">
      <a:defRPr kern="1200">
        <a:solidFill>
          <a:schemeClr val="tx1"/>
        </a:solidFill>
        <a:effectLst>
          <a:outerShdw blurRad="38100" dist="38100" dir="2700000" algn="tl">
            <a:srgbClr val="000000">
              <a:alpha val="43137"/>
            </a:srgbClr>
          </a:outerShdw>
        </a:effectLst>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CC00CC"/>
    <a:srgbClr val="FFCCFF"/>
    <a:srgbClr val="FF66CC"/>
    <a:srgbClr val="FF00FF"/>
    <a:srgbClr val="FF99FF"/>
    <a:srgbClr val="000066"/>
    <a:srgbClr val="990099"/>
    <a:srgbClr val="66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6E5E153-9FD3-44E3-847A-9A17EFDFF180}" v="6" dt="2022-07-21T06:19:09.2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411" autoAdjust="0"/>
    <p:restoredTop sz="94601"/>
  </p:normalViewPr>
  <p:slideViewPr>
    <p:cSldViewPr>
      <p:cViewPr varScale="1">
        <p:scale>
          <a:sx n="68" d="100"/>
          <a:sy n="68" d="100"/>
        </p:scale>
        <p:origin x="1002" y="4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1236"/>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microsoft.com/office/2015/10/relationships/revisionInfo" Target="revisionInfo.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7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 simeoni" userId="506f25aaf3d2b85d" providerId="LiveId" clId="{F6E5E153-9FD3-44E3-847A-9A17EFDFF180}"/>
    <pc:docChg chg="addSld modSld">
      <pc:chgData name="michael simeoni" userId="506f25aaf3d2b85d" providerId="LiveId" clId="{F6E5E153-9FD3-44E3-847A-9A17EFDFF180}" dt="2022-07-21T06:19:22.038" v="122" actId="1076"/>
      <pc:docMkLst>
        <pc:docMk/>
      </pc:docMkLst>
      <pc:sldChg chg="add">
        <pc:chgData name="michael simeoni" userId="506f25aaf3d2b85d" providerId="LiveId" clId="{F6E5E153-9FD3-44E3-847A-9A17EFDFF180}" dt="2022-06-21T00:28:24.623" v="108"/>
        <pc:sldMkLst>
          <pc:docMk/>
          <pc:sldMk cId="0" sldId="268"/>
        </pc:sldMkLst>
      </pc:sldChg>
      <pc:sldChg chg="add">
        <pc:chgData name="michael simeoni" userId="506f25aaf3d2b85d" providerId="LiveId" clId="{F6E5E153-9FD3-44E3-847A-9A17EFDFF180}" dt="2022-06-21T00:28:24.623" v="108"/>
        <pc:sldMkLst>
          <pc:docMk/>
          <pc:sldMk cId="0" sldId="269"/>
        </pc:sldMkLst>
      </pc:sldChg>
      <pc:sldChg chg="add">
        <pc:chgData name="michael simeoni" userId="506f25aaf3d2b85d" providerId="LiveId" clId="{F6E5E153-9FD3-44E3-847A-9A17EFDFF180}" dt="2022-06-21T00:28:24.623" v="108"/>
        <pc:sldMkLst>
          <pc:docMk/>
          <pc:sldMk cId="0" sldId="270"/>
        </pc:sldMkLst>
      </pc:sldChg>
      <pc:sldChg chg="add">
        <pc:chgData name="michael simeoni" userId="506f25aaf3d2b85d" providerId="LiveId" clId="{F6E5E153-9FD3-44E3-847A-9A17EFDFF180}" dt="2022-06-21T00:28:24.623" v="108"/>
        <pc:sldMkLst>
          <pc:docMk/>
          <pc:sldMk cId="0" sldId="271"/>
        </pc:sldMkLst>
      </pc:sldChg>
      <pc:sldChg chg="add">
        <pc:chgData name="michael simeoni" userId="506f25aaf3d2b85d" providerId="LiveId" clId="{F6E5E153-9FD3-44E3-847A-9A17EFDFF180}" dt="2022-06-21T00:28:24.623" v="108"/>
        <pc:sldMkLst>
          <pc:docMk/>
          <pc:sldMk cId="0" sldId="272"/>
        </pc:sldMkLst>
      </pc:sldChg>
      <pc:sldChg chg="add">
        <pc:chgData name="michael simeoni" userId="506f25aaf3d2b85d" providerId="LiveId" clId="{F6E5E153-9FD3-44E3-847A-9A17EFDFF180}" dt="2022-06-21T00:26:34.068" v="107"/>
        <pc:sldMkLst>
          <pc:docMk/>
          <pc:sldMk cId="0" sldId="275"/>
        </pc:sldMkLst>
      </pc:sldChg>
      <pc:sldChg chg="add">
        <pc:chgData name="michael simeoni" userId="506f25aaf3d2b85d" providerId="LiveId" clId="{F6E5E153-9FD3-44E3-847A-9A17EFDFF180}" dt="2022-06-21T00:26:34.068" v="107"/>
        <pc:sldMkLst>
          <pc:docMk/>
          <pc:sldMk cId="0" sldId="276"/>
        </pc:sldMkLst>
      </pc:sldChg>
      <pc:sldChg chg="add">
        <pc:chgData name="michael simeoni" userId="506f25aaf3d2b85d" providerId="LiveId" clId="{F6E5E153-9FD3-44E3-847A-9A17EFDFF180}" dt="2022-06-21T00:26:34.068" v="107"/>
        <pc:sldMkLst>
          <pc:docMk/>
          <pc:sldMk cId="0" sldId="283"/>
        </pc:sldMkLst>
      </pc:sldChg>
      <pc:sldChg chg="modSp mod">
        <pc:chgData name="michael simeoni" userId="506f25aaf3d2b85d" providerId="LiveId" clId="{F6E5E153-9FD3-44E3-847A-9A17EFDFF180}" dt="2022-06-21T00:29:18.940" v="112" actId="6549"/>
        <pc:sldMkLst>
          <pc:docMk/>
          <pc:sldMk cId="3929540269" sldId="299"/>
        </pc:sldMkLst>
        <pc:spChg chg="mod">
          <ac:chgData name="michael simeoni" userId="506f25aaf3d2b85d" providerId="LiveId" clId="{F6E5E153-9FD3-44E3-847A-9A17EFDFF180}" dt="2022-06-21T00:29:18.940" v="112" actId="6549"/>
          <ac:spMkLst>
            <pc:docMk/>
            <pc:sldMk cId="3929540269" sldId="299"/>
            <ac:spMk id="3" creationId="{B2E7F99F-0966-6F49-95FD-919969FE0A21}"/>
          </ac:spMkLst>
        </pc:spChg>
      </pc:sldChg>
      <pc:sldChg chg="modSp new mod">
        <pc:chgData name="michael simeoni" userId="506f25aaf3d2b85d" providerId="LiveId" clId="{F6E5E153-9FD3-44E3-847A-9A17EFDFF180}" dt="2022-06-21T00:20:05.638" v="52" actId="1076"/>
        <pc:sldMkLst>
          <pc:docMk/>
          <pc:sldMk cId="879233673" sldId="303"/>
        </pc:sldMkLst>
        <pc:spChg chg="mod">
          <ac:chgData name="michael simeoni" userId="506f25aaf3d2b85d" providerId="LiveId" clId="{F6E5E153-9FD3-44E3-847A-9A17EFDFF180}" dt="2022-06-21T00:19:56.037" v="50" actId="1076"/>
          <ac:spMkLst>
            <pc:docMk/>
            <pc:sldMk cId="879233673" sldId="303"/>
            <ac:spMk id="2" creationId="{EF3E4ABC-1275-1634-B734-3AA236841DA5}"/>
          </ac:spMkLst>
        </pc:spChg>
        <pc:spChg chg="mod">
          <ac:chgData name="michael simeoni" userId="506f25aaf3d2b85d" providerId="LiveId" clId="{F6E5E153-9FD3-44E3-847A-9A17EFDFF180}" dt="2022-06-21T00:20:05.638" v="52" actId="1076"/>
          <ac:spMkLst>
            <pc:docMk/>
            <pc:sldMk cId="879233673" sldId="303"/>
            <ac:spMk id="3" creationId="{3366B80C-0125-39DB-2C3F-87CC870E2009}"/>
          </ac:spMkLst>
        </pc:spChg>
      </pc:sldChg>
      <pc:sldChg chg="modSp new mod">
        <pc:chgData name="michael simeoni" userId="506f25aaf3d2b85d" providerId="LiveId" clId="{F6E5E153-9FD3-44E3-847A-9A17EFDFF180}" dt="2022-06-21T00:21:58.744" v="93" actId="113"/>
        <pc:sldMkLst>
          <pc:docMk/>
          <pc:sldMk cId="4044539088" sldId="304"/>
        </pc:sldMkLst>
        <pc:spChg chg="mod">
          <ac:chgData name="michael simeoni" userId="506f25aaf3d2b85d" providerId="LiveId" clId="{F6E5E153-9FD3-44E3-847A-9A17EFDFF180}" dt="2022-06-21T00:21:51.549" v="91" actId="1076"/>
          <ac:spMkLst>
            <pc:docMk/>
            <pc:sldMk cId="4044539088" sldId="304"/>
            <ac:spMk id="2" creationId="{8C3AAB51-C3FE-2F41-DF43-F5B36A8FA04F}"/>
          </ac:spMkLst>
        </pc:spChg>
        <pc:spChg chg="mod">
          <ac:chgData name="michael simeoni" userId="506f25aaf3d2b85d" providerId="LiveId" clId="{F6E5E153-9FD3-44E3-847A-9A17EFDFF180}" dt="2022-06-21T00:21:58.744" v="93" actId="113"/>
          <ac:spMkLst>
            <pc:docMk/>
            <pc:sldMk cId="4044539088" sldId="304"/>
            <ac:spMk id="3" creationId="{9C109E45-2C35-F468-9816-1B1BB5F2750D}"/>
          </ac:spMkLst>
        </pc:spChg>
      </pc:sldChg>
      <pc:sldChg chg="modSp add mod">
        <pc:chgData name="michael simeoni" userId="506f25aaf3d2b85d" providerId="LiveId" clId="{F6E5E153-9FD3-44E3-847A-9A17EFDFF180}" dt="2022-06-21T00:24:26.403" v="106" actId="20577"/>
        <pc:sldMkLst>
          <pc:docMk/>
          <pc:sldMk cId="233573967" sldId="305"/>
        </pc:sldMkLst>
        <pc:spChg chg="mod">
          <ac:chgData name="michael simeoni" userId="506f25aaf3d2b85d" providerId="LiveId" clId="{F6E5E153-9FD3-44E3-847A-9A17EFDFF180}" dt="2022-06-21T00:22:33.112" v="96" actId="20577"/>
          <ac:spMkLst>
            <pc:docMk/>
            <pc:sldMk cId="233573967" sldId="305"/>
            <ac:spMk id="2" creationId="{8C3AAB51-C3FE-2F41-DF43-F5B36A8FA04F}"/>
          </ac:spMkLst>
        </pc:spChg>
        <pc:spChg chg="mod">
          <ac:chgData name="michael simeoni" userId="506f25aaf3d2b85d" providerId="LiveId" clId="{F6E5E153-9FD3-44E3-847A-9A17EFDFF180}" dt="2022-06-21T00:24:26.403" v="106" actId="20577"/>
          <ac:spMkLst>
            <pc:docMk/>
            <pc:sldMk cId="233573967" sldId="305"/>
            <ac:spMk id="3" creationId="{9C109E45-2C35-F468-9816-1B1BB5F2750D}"/>
          </ac:spMkLst>
        </pc:spChg>
      </pc:sldChg>
      <pc:sldChg chg="add">
        <pc:chgData name="michael simeoni" userId="506f25aaf3d2b85d" providerId="LiveId" clId="{F6E5E153-9FD3-44E3-847A-9A17EFDFF180}" dt="2022-06-21T00:26:34.068" v="107"/>
        <pc:sldMkLst>
          <pc:docMk/>
          <pc:sldMk cId="0" sldId="306"/>
        </pc:sldMkLst>
      </pc:sldChg>
      <pc:sldChg chg="modSp add mod">
        <pc:chgData name="michael simeoni" userId="506f25aaf3d2b85d" providerId="LiveId" clId="{F6E5E153-9FD3-44E3-847A-9A17EFDFF180}" dt="2022-07-21T06:19:22.038" v="122" actId="1076"/>
        <pc:sldMkLst>
          <pc:docMk/>
          <pc:sldMk cId="0" sldId="307"/>
        </pc:sldMkLst>
        <pc:spChg chg="mod">
          <ac:chgData name="michael simeoni" userId="506f25aaf3d2b85d" providerId="LiveId" clId="{F6E5E153-9FD3-44E3-847A-9A17EFDFF180}" dt="2022-07-21T06:19:22.038" v="122" actId="1076"/>
          <ac:spMkLst>
            <pc:docMk/>
            <pc:sldMk cId="0" sldId="307"/>
            <ac:spMk id="112642" creationId="{648A0BE1-450B-1D5A-7F2E-4BFC2BBB2F2F}"/>
          </ac:spMkLst>
        </pc:spChg>
        <pc:picChg chg="mod">
          <ac:chgData name="michael simeoni" userId="506f25aaf3d2b85d" providerId="LiveId" clId="{F6E5E153-9FD3-44E3-847A-9A17EFDFF180}" dt="2022-07-21T06:19:09.253" v="120" actId="1076"/>
          <ac:picMkLst>
            <pc:docMk/>
            <pc:sldMk cId="0" sldId="307"/>
            <ac:picMk id="62468" creationId="{CFAE5E93-7B38-FDEF-75E2-9F8641C1BA89}"/>
          </ac:picMkLst>
        </pc:picChg>
      </pc:sldChg>
      <pc:sldChg chg="add">
        <pc:chgData name="michael simeoni" userId="506f25aaf3d2b85d" providerId="LiveId" clId="{F6E5E153-9FD3-44E3-847A-9A17EFDFF180}" dt="2022-06-21T00:26:34.068" v="107"/>
        <pc:sldMkLst>
          <pc:docMk/>
          <pc:sldMk cId="0" sldId="308"/>
        </pc:sldMkLst>
      </pc:sldChg>
      <pc:sldChg chg="add">
        <pc:chgData name="michael simeoni" userId="506f25aaf3d2b85d" providerId="LiveId" clId="{F6E5E153-9FD3-44E3-847A-9A17EFDFF180}" dt="2022-06-21T00:26:34.068" v="107"/>
        <pc:sldMkLst>
          <pc:docMk/>
          <pc:sldMk cId="0" sldId="309"/>
        </pc:sldMkLst>
      </pc:sldChg>
      <pc:sldChg chg="add">
        <pc:chgData name="michael simeoni" userId="506f25aaf3d2b85d" providerId="LiveId" clId="{F6E5E153-9FD3-44E3-847A-9A17EFDFF180}" dt="2022-06-21T00:26:34.068" v="107"/>
        <pc:sldMkLst>
          <pc:docMk/>
          <pc:sldMk cId="0" sldId="310"/>
        </pc:sldMkLst>
      </pc:sldChg>
      <pc:sldChg chg="add">
        <pc:chgData name="michael simeoni" userId="506f25aaf3d2b85d" providerId="LiveId" clId="{F6E5E153-9FD3-44E3-847A-9A17EFDFF180}" dt="2022-06-21T00:26:34.068" v="107"/>
        <pc:sldMkLst>
          <pc:docMk/>
          <pc:sldMk cId="0" sldId="311"/>
        </pc:sldMkLst>
      </pc:sldChg>
      <pc:sldChg chg="add">
        <pc:chgData name="michael simeoni" userId="506f25aaf3d2b85d" providerId="LiveId" clId="{F6E5E153-9FD3-44E3-847A-9A17EFDFF180}" dt="2022-06-21T00:26:34.068" v="107"/>
        <pc:sldMkLst>
          <pc:docMk/>
          <pc:sldMk cId="0" sldId="312"/>
        </pc:sldMkLst>
      </pc:sldChg>
      <pc:sldChg chg="add">
        <pc:chgData name="michael simeoni" userId="506f25aaf3d2b85d" providerId="LiveId" clId="{F6E5E153-9FD3-44E3-847A-9A17EFDFF180}" dt="2022-06-21T00:26:34.068" v="107"/>
        <pc:sldMkLst>
          <pc:docMk/>
          <pc:sldMk cId="0" sldId="313"/>
        </pc:sldMkLst>
      </pc:sldChg>
      <pc:sldChg chg="add">
        <pc:chgData name="michael simeoni" userId="506f25aaf3d2b85d" providerId="LiveId" clId="{F6E5E153-9FD3-44E3-847A-9A17EFDFF180}" dt="2022-06-21T00:26:34.068" v="107"/>
        <pc:sldMkLst>
          <pc:docMk/>
          <pc:sldMk cId="0" sldId="314"/>
        </pc:sldMkLst>
      </pc:sldChg>
      <pc:sldChg chg="add">
        <pc:chgData name="michael simeoni" userId="506f25aaf3d2b85d" providerId="LiveId" clId="{F6E5E153-9FD3-44E3-847A-9A17EFDFF180}" dt="2022-06-21T00:26:34.068" v="107"/>
        <pc:sldMkLst>
          <pc:docMk/>
          <pc:sldMk cId="0" sldId="315"/>
        </pc:sldMkLst>
      </pc:sldChg>
      <pc:sldChg chg="add">
        <pc:chgData name="michael simeoni" userId="506f25aaf3d2b85d" providerId="LiveId" clId="{F6E5E153-9FD3-44E3-847A-9A17EFDFF180}" dt="2022-06-21T00:28:24.623" v="108"/>
        <pc:sldMkLst>
          <pc:docMk/>
          <pc:sldMk cId="0" sldId="317"/>
        </pc:sldMkLst>
      </pc:sldChg>
      <pc:sldChg chg="add">
        <pc:chgData name="michael simeoni" userId="506f25aaf3d2b85d" providerId="LiveId" clId="{F6E5E153-9FD3-44E3-847A-9A17EFDFF180}" dt="2022-06-21T00:28:24.623" v="108"/>
        <pc:sldMkLst>
          <pc:docMk/>
          <pc:sldMk cId="0" sldId="318"/>
        </pc:sldMkLst>
      </pc:sldChg>
      <pc:sldChg chg="add">
        <pc:chgData name="michael simeoni" userId="506f25aaf3d2b85d" providerId="LiveId" clId="{F6E5E153-9FD3-44E3-847A-9A17EFDFF180}" dt="2022-06-21T00:28:24.623" v="108"/>
        <pc:sldMkLst>
          <pc:docMk/>
          <pc:sldMk cId="0" sldId="319"/>
        </pc:sldMkLst>
      </pc:sldChg>
      <pc:sldChg chg="add">
        <pc:chgData name="michael simeoni" userId="506f25aaf3d2b85d" providerId="LiveId" clId="{F6E5E153-9FD3-44E3-847A-9A17EFDFF180}" dt="2022-06-21T00:28:24.623" v="108"/>
        <pc:sldMkLst>
          <pc:docMk/>
          <pc:sldMk cId="0" sldId="320"/>
        </pc:sldMkLst>
      </pc:sldChg>
      <pc:sldChg chg="add">
        <pc:chgData name="michael simeoni" userId="506f25aaf3d2b85d" providerId="LiveId" clId="{F6E5E153-9FD3-44E3-847A-9A17EFDFF180}" dt="2022-06-21T00:28:24.623" v="108"/>
        <pc:sldMkLst>
          <pc:docMk/>
          <pc:sldMk cId="0" sldId="321"/>
        </pc:sldMkLst>
      </pc:sldChg>
      <pc:sldChg chg="add">
        <pc:chgData name="michael simeoni" userId="506f25aaf3d2b85d" providerId="LiveId" clId="{F6E5E153-9FD3-44E3-847A-9A17EFDFF180}" dt="2022-06-21T00:28:24.623" v="108"/>
        <pc:sldMkLst>
          <pc:docMk/>
          <pc:sldMk cId="0" sldId="322"/>
        </pc:sldMkLst>
      </pc:sldChg>
      <pc:sldChg chg="add">
        <pc:chgData name="michael simeoni" userId="506f25aaf3d2b85d" providerId="LiveId" clId="{F6E5E153-9FD3-44E3-847A-9A17EFDFF180}" dt="2022-06-21T00:28:24.623" v="108"/>
        <pc:sldMkLst>
          <pc:docMk/>
          <pc:sldMk cId="0" sldId="323"/>
        </pc:sldMkLst>
      </pc:sldChg>
      <pc:sldChg chg="add">
        <pc:chgData name="michael simeoni" userId="506f25aaf3d2b85d" providerId="LiveId" clId="{F6E5E153-9FD3-44E3-847A-9A17EFDFF180}" dt="2022-06-21T00:28:24.623" v="108"/>
        <pc:sldMkLst>
          <pc:docMk/>
          <pc:sldMk cId="0" sldId="324"/>
        </pc:sldMkLst>
      </pc:sldChg>
      <pc:sldChg chg="modSp add mod">
        <pc:chgData name="michael simeoni" userId="506f25aaf3d2b85d" providerId="LiveId" clId="{F6E5E153-9FD3-44E3-847A-9A17EFDFF180}" dt="2022-06-21T00:29:43.014" v="119" actId="20577"/>
        <pc:sldMkLst>
          <pc:docMk/>
          <pc:sldMk cId="3473649549" sldId="325"/>
        </pc:sldMkLst>
        <pc:spChg chg="mod">
          <ac:chgData name="michael simeoni" userId="506f25aaf3d2b85d" providerId="LiveId" clId="{F6E5E153-9FD3-44E3-847A-9A17EFDFF180}" dt="2022-06-21T00:29:43.014" v="119" actId="20577"/>
          <ac:spMkLst>
            <pc:docMk/>
            <pc:sldMk cId="3473649549" sldId="325"/>
            <ac:spMk id="3" creationId="{B2E7F99F-0966-6F49-95FD-919969FE0A21}"/>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3177" tIns="46589" rIns="93177" bIns="46589" rtlCol="0"/>
          <a:lstStyle>
            <a:lvl1pPr algn="l">
              <a:defRPr sz="1200"/>
            </a:lvl1pPr>
          </a:lstStyle>
          <a:p>
            <a:pPr>
              <a:defRPr/>
            </a:pPr>
            <a:endParaRPr lang="en-US"/>
          </a:p>
        </p:txBody>
      </p:sp>
      <p:sp>
        <p:nvSpPr>
          <p:cNvPr id="3" name="Date Placeholder 2"/>
          <p:cNvSpPr>
            <a:spLocks noGrp="1"/>
          </p:cNvSpPr>
          <p:nvPr>
            <p:ph type="dt" sz="quarter" idx="1"/>
          </p:nvPr>
        </p:nvSpPr>
        <p:spPr>
          <a:xfrm>
            <a:off x="3970338" y="0"/>
            <a:ext cx="3038475" cy="465138"/>
          </a:xfrm>
          <a:prstGeom prst="rect">
            <a:avLst/>
          </a:prstGeom>
        </p:spPr>
        <p:txBody>
          <a:bodyPr vert="horz" lIns="93177" tIns="46589" rIns="93177" bIns="46589" rtlCol="0"/>
          <a:lstStyle>
            <a:lvl1pPr algn="r">
              <a:defRPr sz="1200"/>
            </a:lvl1pPr>
          </a:lstStyle>
          <a:p>
            <a:pPr>
              <a:defRPr/>
            </a:pPr>
            <a:fld id="{EA9FD85D-4B0F-4239-A43D-0B0437D1E958}" type="datetimeFigureOut">
              <a:rPr lang="en-US"/>
              <a:pPr>
                <a:defRPr/>
              </a:pPr>
              <a:t>7/21/2022</a:t>
            </a:fld>
            <a:endParaRPr lang="en-US"/>
          </a:p>
        </p:txBody>
      </p:sp>
      <p:sp>
        <p:nvSpPr>
          <p:cNvPr id="4" name="Footer Placeholder 3"/>
          <p:cNvSpPr>
            <a:spLocks noGrp="1"/>
          </p:cNvSpPr>
          <p:nvPr>
            <p:ph type="ftr" sz="quarter" idx="2"/>
          </p:nvPr>
        </p:nvSpPr>
        <p:spPr>
          <a:xfrm>
            <a:off x="0" y="8829675"/>
            <a:ext cx="3038475" cy="465138"/>
          </a:xfrm>
          <a:prstGeom prst="rect">
            <a:avLst/>
          </a:prstGeom>
        </p:spPr>
        <p:txBody>
          <a:bodyPr vert="horz" lIns="93177" tIns="46589" rIns="93177" bIns="46589" rtlCol="0" anchor="b"/>
          <a:lstStyle>
            <a:lvl1pPr algn="l">
              <a:defRPr sz="1200"/>
            </a:lvl1pPr>
          </a:lstStyle>
          <a:p>
            <a:pPr>
              <a:defRPr/>
            </a:pPr>
            <a:endParaRPr lang="en-US"/>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wrap="square" lIns="93177" tIns="46589" rIns="93177" bIns="46589" numCol="1" anchor="b" anchorCtr="0" compatLnSpc="1">
            <a:prstTxWarp prst="textNoShape">
              <a:avLst/>
            </a:prstTxWarp>
          </a:bodyPr>
          <a:lstStyle>
            <a:lvl1pPr algn="r">
              <a:defRPr sz="1200">
                <a:effectLst>
                  <a:outerShdw blurRad="38100" dist="38100" dir="2700000" algn="tl">
                    <a:srgbClr val="C0C0C0"/>
                  </a:outerShdw>
                </a:effectLst>
              </a:defRPr>
            </a:lvl1pPr>
          </a:lstStyle>
          <a:p>
            <a:fld id="{CFB11D86-21E2-454C-886F-E6B3B3F979DA}" type="slidenum">
              <a:rPr lang="en-US" altLang="en-US"/>
              <a:pPr/>
              <a:t>‹#›</a:t>
            </a:fld>
            <a:endParaRPr lang="en-US" altLang="en-US"/>
          </a:p>
        </p:txBody>
      </p:sp>
    </p:spTree>
    <p:extLst>
      <p:ext uri="{BB962C8B-B14F-4D97-AF65-F5344CB8AC3E}">
        <p14:creationId xmlns:p14="http://schemas.microsoft.com/office/powerpoint/2010/main" val="38353976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970338" y="0"/>
            <a:ext cx="3038475" cy="466725"/>
          </a:xfrm>
          <a:prstGeom prst="rect">
            <a:avLst/>
          </a:prstGeom>
        </p:spPr>
        <p:txBody>
          <a:bodyPr vert="horz" lIns="91440" tIns="45720" rIns="91440" bIns="45720" rtlCol="0"/>
          <a:lstStyle>
            <a:lvl1pPr algn="r">
              <a:defRPr sz="1200"/>
            </a:lvl1pPr>
          </a:lstStyle>
          <a:p>
            <a:fld id="{2D99C9A3-DC18-4929-9BDE-E4ADEFB452BD}" type="datetimeFigureOut">
              <a:rPr lang="en-AU" smtClean="0"/>
              <a:t>21/07/2022</a:t>
            </a:fld>
            <a:endParaRPr lang="en-AU"/>
          </a:p>
        </p:txBody>
      </p:sp>
      <p:sp>
        <p:nvSpPr>
          <p:cNvPr id="4" name="Slide Image Placeholder 3"/>
          <p:cNvSpPr>
            <a:spLocks noGrp="1" noRot="1" noChangeAspect="1"/>
          </p:cNvSpPr>
          <p:nvPr>
            <p:ph type="sldImg" idx="2"/>
          </p:nvPr>
        </p:nvSpPr>
        <p:spPr>
          <a:xfrm>
            <a:off x="1414463" y="1162050"/>
            <a:ext cx="4181475" cy="31369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701675" y="4473575"/>
            <a:ext cx="5607050" cy="36607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829675"/>
            <a:ext cx="3038475" cy="466725"/>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970338" y="8829675"/>
            <a:ext cx="3038475" cy="466725"/>
          </a:xfrm>
          <a:prstGeom prst="rect">
            <a:avLst/>
          </a:prstGeom>
        </p:spPr>
        <p:txBody>
          <a:bodyPr vert="horz" lIns="91440" tIns="45720" rIns="91440" bIns="45720" rtlCol="0" anchor="b"/>
          <a:lstStyle>
            <a:lvl1pPr algn="r">
              <a:defRPr sz="1200"/>
            </a:lvl1pPr>
          </a:lstStyle>
          <a:p>
            <a:fld id="{FD36B2D4-609B-4415-8B6A-004304493D27}" type="slidenum">
              <a:rPr lang="en-AU" smtClean="0"/>
              <a:t>‹#›</a:t>
            </a:fld>
            <a:endParaRPr lang="en-AU"/>
          </a:p>
        </p:txBody>
      </p:sp>
    </p:spTree>
    <p:extLst>
      <p:ext uri="{BB962C8B-B14F-4D97-AF65-F5344CB8AC3E}">
        <p14:creationId xmlns:p14="http://schemas.microsoft.com/office/powerpoint/2010/main" val="3953907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Slide Image Placeholder 1">
            <a:extLst>
              <a:ext uri="{FF2B5EF4-FFF2-40B4-BE49-F238E27FC236}">
                <a16:creationId xmlns:a16="http://schemas.microsoft.com/office/drawing/2014/main" id="{9D5EB3BE-DAC0-AB52-DDE5-922DA02682A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6" name="Notes Placeholder 2">
            <a:extLst>
              <a:ext uri="{FF2B5EF4-FFF2-40B4-BE49-F238E27FC236}">
                <a16:creationId xmlns:a16="http://schemas.microsoft.com/office/drawing/2014/main" id="{E76A0343-AC17-F94F-C9D2-A5C7A63787B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
        <p:nvSpPr>
          <p:cNvPr id="57347" name="Slide Number Placeholder 3">
            <a:extLst>
              <a:ext uri="{FF2B5EF4-FFF2-40B4-BE49-F238E27FC236}">
                <a16:creationId xmlns:a16="http://schemas.microsoft.com/office/drawing/2014/main" id="{508E786B-3E29-7FAD-1FF4-65E976EB05F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AC2E7906-149E-4C0D-890A-8C065E841872}" type="slidenum">
              <a:rPr kumimoji="0" lang="en-US" altLang="en-US" sz="1200" b="0" i="0" u="none" strike="noStrike" kern="1200" cap="none" spc="0" normalizeH="0" baseline="0" noProof="0" smtClean="0">
                <a:ln>
                  <a:noFill/>
                </a:ln>
                <a:solidFill>
                  <a:prstClr val="black"/>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11</a:t>
            </a:fld>
            <a:endParaRPr kumimoji="0" lang="en-US" altLang="en-US" sz="1200" b="0" i="0" u="none" strike="noStrike" kern="1200" cap="none" spc="0" normalizeH="0" baseline="0" noProof="0">
              <a:ln>
                <a:noFill/>
              </a:ln>
              <a:solidFill>
                <a:prstClr val="black"/>
              </a:solidFill>
              <a:effectLst/>
              <a:uLnTx/>
              <a:uFillTx/>
              <a:latin typeface="Tahoma" panose="020B0604030504040204" pitchFamily="34" charset="0"/>
              <a:ea typeface="+mn-ea"/>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Slide Image Placeholder 1">
            <a:extLst>
              <a:ext uri="{FF2B5EF4-FFF2-40B4-BE49-F238E27FC236}">
                <a16:creationId xmlns:a16="http://schemas.microsoft.com/office/drawing/2014/main" id="{BC090E78-498F-2E88-101C-56E8AD274EF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4" name="Notes Placeholder 2">
            <a:extLst>
              <a:ext uri="{FF2B5EF4-FFF2-40B4-BE49-F238E27FC236}">
                <a16:creationId xmlns:a16="http://schemas.microsoft.com/office/drawing/2014/main" id="{364DC357-8BF8-F87F-641C-74ABAAE8C77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
        <p:nvSpPr>
          <p:cNvPr id="59395" name="Slide Number Placeholder 3">
            <a:extLst>
              <a:ext uri="{FF2B5EF4-FFF2-40B4-BE49-F238E27FC236}">
                <a16:creationId xmlns:a16="http://schemas.microsoft.com/office/drawing/2014/main" id="{ECCD9D65-1058-147E-ED80-E20DB3D8403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CA4F4DAD-89D0-47E7-9948-45F57013DC1D}" type="slidenum">
              <a:rPr kumimoji="0" lang="en-US" altLang="en-US" sz="1200" b="0" i="0" u="none" strike="noStrike" kern="1200" cap="none" spc="0" normalizeH="0" baseline="0" noProof="0" smtClean="0">
                <a:ln>
                  <a:noFill/>
                </a:ln>
                <a:solidFill>
                  <a:prstClr val="black"/>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12</a:t>
            </a:fld>
            <a:endParaRPr kumimoji="0" lang="en-US" altLang="en-US" sz="1200" b="0" i="0" u="none" strike="noStrike" kern="1200" cap="none" spc="0" normalizeH="0" baseline="0" noProof="0">
              <a:ln>
                <a:noFill/>
              </a:ln>
              <a:solidFill>
                <a:prstClr val="black"/>
              </a:solidFill>
              <a:effectLst/>
              <a:uLnTx/>
              <a:uFillTx/>
              <a:latin typeface="Tahoma" panose="020B0604030504040204" pitchFamily="34" charset="0"/>
              <a:ea typeface="+mn-ea"/>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Slide Image Placeholder 1">
            <a:extLst>
              <a:ext uri="{FF2B5EF4-FFF2-40B4-BE49-F238E27FC236}">
                <a16:creationId xmlns:a16="http://schemas.microsoft.com/office/drawing/2014/main" id="{A4A7BE8E-3D87-08AB-1FD0-2FA7BB33B77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2" name="Notes Placeholder 2">
            <a:extLst>
              <a:ext uri="{FF2B5EF4-FFF2-40B4-BE49-F238E27FC236}">
                <a16:creationId xmlns:a16="http://schemas.microsoft.com/office/drawing/2014/main" id="{B8E5BB0D-8794-77BE-D901-2EC238ABCFD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
        <p:nvSpPr>
          <p:cNvPr id="61443" name="Slide Number Placeholder 3">
            <a:extLst>
              <a:ext uri="{FF2B5EF4-FFF2-40B4-BE49-F238E27FC236}">
                <a16:creationId xmlns:a16="http://schemas.microsoft.com/office/drawing/2014/main" id="{8AA39500-0F41-C49C-DF70-E26C7C22A3D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956C48B1-5344-4024-8AF4-D72C9C59D60F}" type="slidenum">
              <a:rPr kumimoji="0" lang="en-US" altLang="en-US" sz="1200" b="0" i="0" u="none" strike="noStrike" kern="1200" cap="none" spc="0" normalizeH="0" baseline="0" noProof="0" smtClean="0">
                <a:ln>
                  <a:noFill/>
                </a:ln>
                <a:solidFill>
                  <a:prstClr val="black"/>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13</a:t>
            </a:fld>
            <a:endParaRPr kumimoji="0" lang="en-US" altLang="en-US" sz="1200" b="0" i="0" u="none" strike="noStrike" kern="1200" cap="none" spc="0" normalizeH="0" baseline="0" noProof="0">
              <a:ln>
                <a:noFill/>
              </a:ln>
              <a:solidFill>
                <a:prstClr val="black"/>
              </a:solidFill>
              <a:effectLst/>
              <a:uLnTx/>
              <a:uFillTx/>
              <a:latin typeface="Tahoma" panose="020B0604030504040204" pitchFamily="34" charset="0"/>
              <a:ea typeface="+mn-ea"/>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Slide Image Placeholder 1">
            <a:extLst>
              <a:ext uri="{FF2B5EF4-FFF2-40B4-BE49-F238E27FC236}">
                <a16:creationId xmlns:a16="http://schemas.microsoft.com/office/drawing/2014/main" id="{FF38F857-E589-B158-4CC4-CA166016A13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0" name="Notes Placeholder 2">
            <a:extLst>
              <a:ext uri="{FF2B5EF4-FFF2-40B4-BE49-F238E27FC236}">
                <a16:creationId xmlns:a16="http://schemas.microsoft.com/office/drawing/2014/main" id="{49E9A2F1-9E20-5182-23A6-857E64322E0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
        <p:nvSpPr>
          <p:cNvPr id="63491" name="Slide Number Placeholder 3">
            <a:extLst>
              <a:ext uri="{FF2B5EF4-FFF2-40B4-BE49-F238E27FC236}">
                <a16:creationId xmlns:a16="http://schemas.microsoft.com/office/drawing/2014/main" id="{A0BFB614-66AD-57BA-6C7D-695479C021B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AA30714B-EB10-40CC-B0A4-7A507F17E6B1}" type="slidenum">
              <a:rPr kumimoji="0" lang="en-US" altLang="en-US" sz="1200" b="0" i="0" u="none" strike="noStrike" kern="1200" cap="none" spc="0" normalizeH="0" baseline="0" noProof="0" smtClean="0">
                <a:ln>
                  <a:noFill/>
                </a:ln>
                <a:solidFill>
                  <a:prstClr val="black"/>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14</a:t>
            </a:fld>
            <a:endParaRPr kumimoji="0" lang="en-US" altLang="en-US" sz="1200" b="0" i="0" u="none" strike="noStrike" kern="1200" cap="none" spc="0" normalizeH="0" baseline="0" noProof="0">
              <a:ln>
                <a:noFill/>
              </a:ln>
              <a:solidFill>
                <a:prstClr val="black"/>
              </a:solidFill>
              <a:effectLst/>
              <a:uLnTx/>
              <a:uFillTx/>
              <a:latin typeface="Tahoma" panose="020B0604030504040204" pitchFamily="34" charset="0"/>
              <a:ea typeface="+mn-ea"/>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Slide Image Placeholder 1">
            <a:extLst>
              <a:ext uri="{FF2B5EF4-FFF2-40B4-BE49-F238E27FC236}">
                <a16:creationId xmlns:a16="http://schemas.microsoft.com/office/drawing/2014/main" id="{0C64247C-1DE0-DE5E-7200-0A4075CCB16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8" name="Notes Placeholder 2">
            <a:extLst>
              <a:ext uri="{FF2B5EF4-FFF2-40B4-BE49-F238E27FC236}">
                <a16:creationId xmlns:a16="http://schemas.microsoft.com/office/drawing/2014/main" id="{8FA9AFF6-FDB4-3151-1772-B2E7FE5B31C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
        <p:nvSpPr>
          <p:cNvPr id="65539" name="Slide Number Placeholder 3">
            <a:extLst>
              <a:ext uri="{FF2B5EF4-FFF2-40B4-BE49-F238E27FC236}">
                <a16:creationId xmlns:a16="http://schemas.microsoft.com/office/drawing/2014/main" id="{7E02545E-2576-1A83-0A18-DA0ED1BA43F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9671DA46-EBF5-4FAB-9B32-2EA6B5AA5C30}" type="slidenum">
              <a:rPr kumimoji="0" lang="en-US" altLang="en-US" sz="1200" b="0" i="0" u="none" strike="noStrike" kern="1200" cap="none" spc="0" normalizeH="0" baseline="0" noProof="0" smtClean="0">
                <a:ln>
                  <a:noFill/>
                </a:ln>
                <a:solidFill>
                  <a:prstClr val="black"/>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15</a:t>
            </a:fld>
            <a:endParaRPr kumimoji="0" lang="en-US" altLang="en-US" sz="1200" b="0" i="0" u="none" strike="noStrike" kern="1200" cap="none" spc="0" normalizeH="0" baseline="0" noProof="0">
              <a:ln>
                <a:noFill/>
              </a:ln>
              <a:solidFill>
                <a:prstClr val="black"/>
              </a:solidFill>
              <a:effectLst/>
              <a:uLnTx/>
              <a:uFillTx/>
              <a:latin typeface="Tahoma" panose="020B0604030504040204" pitchFamily="34" charset="0"/>
              <a:ea typeface="+mn-ea"/>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Slide Image Placeholder 1">
            <a:extLst>
              <a:ext uri="{FF2B5EF4-FFF2-40B4-BE49-F238E27FC236}">
                <a16:creationId xmlns:a16="http://schemas.microsoft.com/office/drawing/2014/main" id="{E6DEBB5B-1749-F892-DB89-73BEF7ADDE9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6" name="Notes Placeholder 2">
            <a:extLst>
              <a:ext uri="{FF2B5EF4-FFF2-40B4-BE49-F238E27FC236}">
                <a16:creationId xmlns:a16="http://schemas.microsoft.com/office/drawing/2014/main" id="{B3AB0F73-E054-2D22-11CB-C117316C031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
        <p:nvSpPr>
          <p:cNvPr id="67587" name="Slide Number Placeholder 3">
            <a:extLst>
              <a:ext uri="{FF2B5EF4-FFF2-40B4-BE49-F238E27FC236}">
                <a16:creationId xmlns:a16="http://schemas.microsoft.com/office/drawing/2014/main" id="{0E6008FE-C058-1578-C8AD-685CA4F4605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4EB31BC8-038B-4DAD-8188-1000E0FCDCF7}" type="slidenum">
              <a:rPr kumimoji="0" lang="en-US" altLang="en-US" sz="1200" b="0" i="0" u="none" strike="noStrike" kern="1200" cap="none" spc="0" normalizeH="0" baseline="0" noProof="0" smtClean="0">
                <a:ln>
                  <a:noFill/>
                </a:ln>
                <a:solidFill>
                  <a:prstClr val="black"/>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16</a:t>
            </a:fld>
            <a:endParaRPr kumimoji="0" lang="en-US" altLang="en-US" sz="1200" b="0" i="0" u="none" strike="noStrike" kern="1200" cap="none" spc="0" normalizeH="0" baseline="0" noProof="0">
              <a:ln>
                <a:noFill/>
              </a:ln>
              <a:solidFill>
                <a:prstClr val="black"/>
              </a:solidFill>
              <a:effectLst/>
              <a:uLnTx/>
              <a:uFillTx/>
              <a:latin typeface="Tahoma" panose="020B0604030504040204" pitchFamily="34" charset="0"/>
              <a:ea typeface="+mn-ea"/>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Slide Image Placeholder 1">
            <a:extLst>
              <a:ext uri="{FF2B5EF4-FFF2-40B4-BE49-F238E27FC236}">
                <a16:creationId xmlns:a16="http://schemas.microsoft.com/office/drawing/2014/main" id="{1F46CA88-7842-7817-EAB2-0847B229EFA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4" name="Notes Placeholder 2">
            <a:extLst>
              <a:ext uri="{FF2B5EF4-FFF2-40B4-BE49-F238E27FC236}">
                <a16:creationId xmlns:a16="http://schemas.microsoft.com/office/drawing/2014/main" id="{D7FE0100-381D-84AF-0F96-1D86AE216B7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
        <p:nvSpPr>
          <p:cNvPr id="69635" name="Slide Number Placeholder 3">
            <a:extLst>
              <a:ext uri="{FF2B5EF4-FFF2-40B4-BE49-F238E27FC236}">
                <a16:creationId xmlns:a16="http://schemas.microsoft.com/office/drawing/2014/main" id="{9915DC2C-DDA3-5396-63A8-167EBCA76C5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109DE36B-37F5-43DA-9A72-2E578936AB1E}" type="slidenum">
              <a:rPr kumimoji="0" lang="en-US" altLang="en-US" sz="1200" b="0" i="0" u="none" strike="noStrike" kern="1200" cap="none" spc="0" normalizeH="0" baseline="0" noProof="0" smtClean="0">
                <a:ln>
                  <a:noFill/>
                </a:ln>
                <a:solidFill>
                  <a:prstClr val="black"/>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17</a:t>
            </a:fld>
            <a:endParaRPr kumimoji="0" lang="en-US" altLang="en-US" sz="1200" b="0" i="0" u="none" strike="noStrike" kern="1200" cap="none" spc="0" normalizeH="0" baseline="0" noProof="0">
              <a:ln>
                <a:noFill/>
              </a:ln>
              <a:solidFill>
                <a:prstClr val="black"/>
              </a:solidFill>
              <a:effectLst/>
              <a:uLnTx/>
              <a:uFillTx/>
              <a:latin typeface="Tahoma" panose="020B0604030504040204" pitchFamily="34" charset="0"/>
              <a:ea typeface="+mn-ea"/>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Slide Image Placeholder 1">
            <a:extLst>
              <a:ext uri="{FF2B5EF4-FFF2-40B4-BE49-F238E27FC236}">
                <a16:creationId xmlns:a16="http://schemas.microsoft.com/office/drawing/2014/main" id="{4CE5AB5F-5844-2AAD-4094-AEBB8C13E6A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682" name="Notes Placeholder 2">
            <a:extLst>
              <a:ext uri="{FF2B5EF4-FFF2-40B4-BE49-F238E27FC236}">
                <a16:creationId xmlns:a16="http://schemas.microsoft.com/office/drawing/2014/main" id="{ED80BD0B-21B6-6DA8-21EF-6C6DDA1A1AA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
        <p:nvSpPr>
          <p:cNvPr id="71683" name="Slide Number Placeholder 3">
            <a:extLst>
              <a:ext uri="{FF2B5EF4-FFF2-40B4-BE49-F238E27FC236}">
                <a16:creationId xmlns:a16="http://schemas.microsoft.com/office/drawing/2014/main" id="{12069CD1-811F-19CC-23A6-90A665F3247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5E0B1A4E-E482-4B78-B7F4-F727D297763E}" type="slidenum">
              <a:rPr kumimoji="0" lang="en-US" altLang="en-US" sz="1200" b="0" i="0" u="none" strike="noStrike" kern="1200" cap="none" spc="0" normalizeH="0" baseline="0" noProof="0" smtClean="0">
                <a:ln>
                  <a:noFill/>
                </a:ln>
                <a:solidFill>
                  <a:prstClr val="black"/>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18</a:t>
            </a:fld>
            <a:endParaRPr kumimoji="0" lang="en-US" altLang="en-US" sz="1200" b="0" i="0" u="none" strike="noStrike" kern="1200" cap="none" spc="0" normalizeH="0" baseline="0" noProof="0">
              <a:ln>
                <a:noFill/>
              </a:ln>
              <a:solidFill>
                <a:prstClr val="black"/>
              </a:solidFill>
              <a:effectLst/>
              <a:uLnTx/>
              <a:uFillTx/>
              <a:latin typeface="Tahoma" panose="020B0604030504040204" pitchFamily="34" charset="0"/>
              <a:ea typeface="+mn-ea"/>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Slide Image Placeholder 1">
            <a:extLst>
              <a:ext uri="{FF2B5EF4-FFF2-40B4-BE49-F238E27FC236}">
                <a16:creationId xmlns:a16="http://schemas.microsoft.com/office/drawing/2014/main" id="{A0289737-F6E2-A9B1-7DAE-B2AAA0FD17B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0" name="Notes Placeholder 2">
            <a:extLst>
              <a:ext uri="{FF2B5EF4-FFF2-40B4-BE49-F238E27FC236}">
                <a16:creationId xmlns:a16="http://schemas.microsoft.com/office/drawing/2014/main" id="{2A15A436-5D8B-512F-0C40-D5019CF8112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
        <p:nvSpPr>
          <p:cNvPr id="73731" name="Slide Number Placeholder 3">
            <a:extLst>
              <a:ext uri="{FF2B5EF4-FFF2-40B4-BE49-F238E27FC236}">
                <a16:creationId xmlns:a16="http://schemas.microsoft.com/office/drawing/2014/main" id="{00D2DAEB-34DA-FD4F-2A4D-AE556F6145A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776AC545-2B8E-4F1E-A555-7059067CBB61}" type="slidenum">
              <a:rPr kumimoji="0" lang="en-US" altLang="en-US" sz="1200" b="0" i="0" u="none" strike="noStrike" kern="1200" cap="none" spc="0" normalizeH="0" baseline="0" noProof="0" smtClean="0">
                <a:ln>
                  <a:noFill/>
                </a:ln>
                <a:solidFill>
                  <a:prstClr val="black"/>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19</a:t>
            </a:fld>
            <a:endParaRPr kumimoji="0" lang="en-US" altLang="en-US" sz="1200" b="0" i="0" u="none" strike="noStrike" kern="1200" cap="none" spc="0" normalizeH="0" baseline="0" noProof="0">
              <a:ln>
                <a:noFill/>
              </a:ln>
              <a:solidFill>
                <a:prstClr val="black"/>
              </a:solidFill>
              <a:effectLst/>
              <a:uLnTx/>
              <a:uFillTx/>
              <a:latin typeface="Tahoma" panose="020B0604030504040204" pitchFamily="34" charset="0"/>
              <a:ea typeface="+mn-ea"/>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Slide Image Placeholder 1">
            <a:extLst>
              <a:ext uri="{FF2B5EF4-FFF2-40B4-BE49-F238E27FC236}">
                <a16:creationId xmlns:a16="http://schemas.microsoft.com/office/drawing/2014/main" id="{E3D05EEB-A11B-5442-AB0C-6A5DDE0CAE0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78" name="Notes Placeholder 2">
            <a:extLst>
              <a:ext uri="{FF2B5EF4-FFF2-40B4-BE49-F238E27FC236}">
                <a16:creationId xmlns:a16="http://schemas.microsoft.com/office/drawing/2014/main" id="{EBF7D4D4-C2ED-3D53-187C-5DCDBC5ED2C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
        <p:nvSpPr>
          <p:cNvPr id="75779" name="Slide Number Placeholder 3">
            <a:extLst>
              <a:ext uri="{FF2B5EF4-FFF2-40B4-BE49-F238E27FC236}">
                <a16:creationId xmlns:a16="http://schemas.microsoft.com/office/drawing/2014/main" id="{052C0636-5697-F42F-8B0A-56CE5DE0CE0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2D19695F-226A-42C6-964E-BA724B4F51E0}" type="slidenum">
              <a:rPr kumimoji="0" lang="en-US" altLang="en-US" sz="1200" b="0" i="0" u="none" strike="noStrike" kern="1200" cap="none" spc="0" normalizeH="0" baseline="0" noProof="0" smtClean="0">
                <a:ln>
                  <a:noFill/>
                </a:ln>
                <a:solidFill>
                  <a:prstClr val="black"/>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20</a:t>
            </a:fld>
            <a:endParaRPr kumimoji="0" lang="en-US" altLang="en-US" sz="1200" b="0" i="0" u="none" strike="noStrike" kern="1200" cap="none" spc="0" normalizeH="0" baseline="0" noProof="0">
              <a:ln>
                <a:noFill/>
              </a:ln>
              <a:solidFill>
                <a:prstClr val="black"/>
              </a:solidFill>
              <a:effectLst/>
              <a:uLnTx/>
              <a:uFillTx/>
              <a:latin typeface="Tahoma" panose="020B0604030504040204" pitchFamily="34" charset="0"/>
              <a:ea typeface="+mn-ea"/>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Slide Image Placeholder 1">
            <a:extLst>
              <a:ext uri="{FF2B5EF4-FFF2-40B4-BE49-F238E27FC236}">
                <a16:creationId xmlns:a16="http://schemas.microsoft.com/office/drawing/2014/main" id="{2806A710-17F9-308E-9E4A-72808C24055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7826" name="Notes Placeholder 2">
            <a:extLst>
              <a:ext uri="{FF2B5EF4-FFF2-40B4-BE49-F238E27FC236}">
                <a16:creationId xmlns:a16="http://schemas.microsoft.com/office/drawing/2014/main" id="{59D6171D-B0BB-5DEE-3E79-9D72E2C303A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
        <p:nvSpPr>
          <p:cNvPr id="77827" name="Slide Number Placeholder 3">
            <a:extLst>
              <a:ext uri="{FF2B5EF4-FFF2-40B4-BE49-F238E27FC236}">
                <a16:creationId xmlns:a16="http://schemas.microsoft.com/office/drawing/2014/main" id="{8A929D5A-A7F1-675B-520E-01578E95839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644ED3AE-B73C-45EF-8605-138EA53AAED7}" type="slidenum">
              <a:rPr kumimoji="0" lang="en-US" altLang="en-US" sz="1200" b="0" i="0" u="none" strike="noStrike" kern="1200" cap="none" spc="0" normalizeH="0" baseline="0" noProof="0" smtClean="0">
                <a:ln>
                  <a:noFill/>
                </a:ln>
                <a:solidFill>
                  <a:prstClr val="black"/>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21</a:t>
            </a:fld>
            <a:endParaRPr kumimoji="0" lang="en-US" altLang="en-US" sz="1200" b="0" i="0" u="none" strike="noStrike" kern="1200" cap="none" spc="0" normalizeH="0" baseline="0" noProof="0">
              <a:ln>
                <a:noFill/>
              </a:ln>
              <a:solidFill>
                <a:prstClr val="black"/>
              </a:solidFill>
              <a:effectLst/>
              <a:uLnTx/>
              <a:uFillTx/>
              <a:latin typeface="Tahoma" panose="020B0604030504040204" pitchFamily="34" charset="0"/>
              <a:ea typeface="+mn-ea"/>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Slide Image Placeholder 1">
            <a:extLst>
              <a:ext uri="{FF2B5EF4-FFF2-40B4-BE49-F238E27FC236}">
                <a16:creationId xmlns:a16="http://schemas.microsoft.com/office/drawing/2014/main" id="{79ABFE76-A537-2909-8DC9-C74C42D64CE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4" name="Notes Placeholder 2">
            <a:extLst>
              <a:ext uri="{FF2B5EF4-FFF2-40B4-BE49-F238E27FC236}">
                <a16:creationId xmlns:a16="http://schemas.microsoft.com/office/drawing/2014/main" id="{8E903EDB-A48F-B93D-D266-6FDD2CAE8C5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
        <p:nvSpPr>
          <p:cNvPr id="79875" name="Slide Number Placeholder 3">
            <a:extLst>
              <a:ext uri="{FF2B5EF4-FFF2-40B4-BE49-F238E27FC236}">
                <a16:creationId xmlns:a16="http://schemas.microsoft.com/office/drawing/2014/main" id="{ACE24951-8468-0B2D-6B94-92743C1953C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E38D3D35-4B73-427E-8B96-4B674E1D49C7}" type="slidenum">
              <a:rPr kumimoji="0" lang="en-US" altLang="en-US" sz="1200" b="0" i="0" u="none" strike="noStrike" kern="1200" cap="none" spc="0" normalizeH="0" baseline="0" noProof="0" smtClean="0">
                <a:ln>
                  <a:noFill/>
                </a:ln>
                <a:solidFill>
                  <a:prstClr val="black"/>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22</a:t>
            </a:fld>
            <a:endParaRPr kumimoji="0" lang="en-US" altLang="en-US" sz="1200" b="0" i="0" u="none" strike="noStrike" kern="1200" cap="none" spc="0" normalizeH="0" baseline="0" noProof="0">
              <a:ln>
                <a:noFill/>
              </a:ln>
              <a:solidFill>
                <a:prstClr val="black"/>
              </a:solidFill>
              <a:effectLst/>
              <a:uLnTx/>
              <a:uFillTx/>
              <a:latin typeface="Tahoma" panose="020B0604030504040204" pitchFamily="34" charset="0"/>
              <a:ea typeface="+mn-ea"/>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Slide Image Placeholder 1">
            <a:extLst>
              <a:ext uri="{FF2B5EF4-FFF2-40B4-BE49-F238E27FC236}">
                <a16:creationId xmlns:a16="http://schemas.microsoft.com/office/drawing/2014/main" id="{A4D97DDC-5552-9521-3FD5-C46F2ABA477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22" name="Notes Placeholder 2">
            <a:extLst>
              <a:ext uri="{FF2B5EF4-FFF2-40B4-BE49-F238E27FC236}">
                <a16:creationId xmlns:a16="http://schemas.microsoft.com/office/drawing/2014/main" id="{CAFCE826-F35C-015B-8A77-2E48B61685B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
        <p:nvSpPr>
          <p:cNvPr id="81923" name="Slide Number Placeholder 3">
            <a:extLst>
              <a:ext uri="{FF2B5EF4-FFF2-40B4-BE49-F238E27FC236}">
                <a16:creationId xmlns:a16="http://schemas.microsoft.com/office/drawing/2014/main" id="{B4BD3934-E271-7A4A-84AA-0E5F9403A92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7887B229-AE30-4366-9762-790539BC14DC}" type="slidenum">
              <a:rPr kumimoji="0" lang="en-US" altLang="en-US" sz="1200" b="0" i="0" u="none" strike="noStrike" kern="1200" cap="none" spc="0" normalizeH="0" baseline="0" noProof="0" smtClean="0">
                <a:ln>
                  <a:noFill/>
                </a:ln>
                <a:solidFill>
                  <a:prstClr val="black"/>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23</a:t>
            </a:fld>
            <a:endParaRPr kumimoji="0" lang="en-US" altLang="en-US" sz="1200" b="0" i="0" u="none" strike="noStrike" kern="1200" cap="none" spc="0" normalizeH="0" baseline="0" noProof="0">
              <a:ln>
                <a:noFill/>
              </a:ln>
              <a:solidFill>
                <a:prstClr val="black"/>
              </a:solidFill>
              <a:effectLst/>
              <a:uLnTx/>
              <a:uFillTx/>
              <a:latin typeface="Tahoma" panose="020B0604030504040204" pitchFamily="34" charset="0"/>
              <a:ea typeface="+mn-ea"/>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Slide Image Placeholder 1">
            <a:extLst>
              <a:ext uri="{FF2B5EF4-FFF2-40B4-BE49-F238E27FC236}">
                <a16:creationId xmlns:a16="http://schemas.microsoft.com/office/drawing/2014/main" id="{847107AB-5D7B-6920-CD36-842202144F3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970" name="Notes Placeholder 2">
            <a:extLst>
              <a:ext uri="{FF2B5EF4-FFF2-40B4-BE49-F238E27FC236}">
                <a16:creationId xmlns:a16="http://schemas.microsoft.com/office/drawing/2014/main" id="{84AEC1FF-FAD1-D085-B75B-CC55D7AE461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
        <p:nvSpPr>
          <p:cNvPr id="83971" name="Slide Number Placeholder 3">
            <a:extLst>
              <a:ext uri="{FF2B5EF4-FFF2-40B4-BE49-F238E27FC236}">
                <a16:creationId xmlns:a16="http://schemas.microsoft.com/office/drawing/2014/main" id="{5D88DCCD-4DF4-60D9-225E-116B24FBBFE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B087B125-A4C7-46A5-92B9-B08301E31BCF}" type="slidenum">
              <a:rPr kumimoji="0" lang="en-US" altLang="en-US" sz="1200" b="0" i="0" u="none" strike="noStrike" kern="1200" cap="none" spc="0" normalizeH="0" baseline="0" noProof="0" smtClean="0">
                <a:ln>
                  <a:noFill/>
                </a:ln>
                <a:solidFill>
                  <a:prstClr val="black"/>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24</a:t>
            </a:fld>
            <a:endParaRPr kumimoji="0" lang="en-US" altLang="en-US" sz="1200" b="0" i="0" u="none" strike="noStrike" kern="1200" cap="none" spc="0" normalizeH="0" baseline="0" noProof="0">
              <a:ln>
                <a:noFill/>
              </a:ln>
              <a:solidFill>
                <a:prstClr val="black"/>
              </a:solidFill>
              <a:effectLst/>
              <a:uLnTx/>
              <a:uFillTx/>
              <a:latin typeface="Tahoma" panose="020B0604030504040204" pitchFamily="34" charset="0"/>
              <a:ea typeface="+mn-ea"/>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Slide Image Placeholder 1">
            <a:extLst>
              <a:ext uri="{FF2B5EF4-FFF2-40B4-BE49-F238E27FC236}">
                <a16:creationId xmlns:a16="http://schemas.microsoft.com/office/drawing/2014/main" id="{C635975C-D19C-1452-53E8-028F9E23588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6" name="Notes Placeholder 2">
            <a:extLst>
              <a:ext uri="{FF2B5EF4-FFF2-40B4-BE49-F238E27FC236}">
                <a16:creationId xmlns:a16="http://schemas.microsoft.com/office/drawing/2014/main" id="{1D276C26-3337-C5E0-395F-7CEF084F51E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
        <p:nvSpPr>
          <p:cNvPr id="26627" name="Slide Number Placeholder 3">
            <a:extLst>
              <a:ext uri="{FF2B5EF4-FFF2-40B4-BE49-F238E27FC236}">
                <a16:creationId xmlns:a16="http://schemas.microsoft.com/office/drawing/2014/main" id="{85ACC776-5F73-BA3A-D459-CAC28EC4B39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C92C7617-6814-4F5E-A30A-7BF52366BF69}" type="slidenum">
              <a:rPr kumimoji="0" lang="en-US" altLang="en-US" sz="1200" b="0" i="0" u="none" strike="noStrike" kern="1200" cap="none" spc="0" normalizeH="0" baseline="0" noProof="0" smtClean="0">
                <a:ln>
                  <a:noFill/>
                </a:ln>
                <a:solidFill>
                  <a:prstClr val="black"/>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41</a:t>
            </a:fld>
            <a:endParaRPr kumimoji="0" lang="en-US" altLang="en-US" sz="1200" b="0" i="0" u="none" strike="noStrike" kern="1200" cap="none" spc="0" normalizeH="0" baseline="0" noProof="0">
              <a:ln>
                <a:noFill/>
              </a:ln>
              <a:solidFill>
                <a:prstClr val="black"/>
              </a:solidFill>
              <a:effectLst/>
              <a:uLnTx/>
              <a:uFillTx/>
              <a:latin typeface="Tahoma" panose="020B0604030504040204" pitchFamily="34" charset="0"/>
              <a:ea typeface="+mn-ea"/>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Slide Image Placeholder 1">
            <a:extLst>
              <a:ext uri="{FF2B5EF4-FFF2-40B4-BE49-F238E27FC236}">
                <a16:creationId xmlns:a16="http://schemas.microsoft.com/office/drawing/2014/main" id="{F75FEBCF-FEBD-EC1D-1C96-56A7BE734DD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4" name="Notes Placeholder 2">
            <a:extLst>
              <a:ext uri="{FF2B5EF4-FFF2-40B4-BE49-F238E27FC236}">
                <a16:creationId xmlns:a16="http://schemas.microsoft.com/office/drawing/2014/main" id="{A10D8983-3018-4AE3-2AC4-E3F6AE8A358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
        <p:nvSpPr>
          <p:cNvPr id="28675" name="Slide Number Placeholder 3">
            <a:extLst>
              <a:ext uri="{FF2B5EF4-FFF2-40B4-BE49-F238E27FC236}">
                <a16:creationId xmlns:a16="http://schemas.microsoft.com/office/drawing/2014/main" id="{CC986221-D169-DEA6-2D9E-8773425334A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F9612652-9DE8-42A4-9892-19A75A043252}" type="slidenum">
              <a:rPr kumimoji="0" lang="en-US" altLang="en-US" sz="1200" b="0" i="0" u="none" strike="noStrike" kern="1200" cap="none" spc="0" normalizeH="0" baseline="0" noProof="0" smtClean="0">
                <a:ln>
                  <a:noFill/>
                </a:ln>
                <a:solidFill>
                  <a:prstClr val="black"/>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42</a:t>
            </a:fld>
            <a:endParaRPr kumimoji="0" lang="en-US" altLang="en-US" sz="1200" b="0" i="0" u="none" strike="noStrike" kern="1200" cap="none" spc="0" normalizeH="0" baseline="0" noProof="0">
              <a:ln>
                <a:noFill/>
              </a:ln>
              <a:solidFill>
                <a:prstClr val="black"/>
              </a:solidFill>
              <a:effectLst/>
              <a:uLnTx/>
              <a:uFillTx/>
              <a:latin typeface="Tahoma" panose="020B0604030504040204" pitchFamily="34" charset="0"/>
              <a:ea typeface="+mn-ea"/>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Slide Image Placeholder 1">
            <a:extLst>
              <a:ext uri="{FF2B5EF4-FFF2-40B4-BE49-F238E27FC236}">
                <a16:creationId xmlns:a16="http://schemas.microsoft.com/office/drawing/2014/main" id="{157858A5-68E7-AD91-D73A-74789524043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2" name="Notes Placeholder 2">
            <a:extLst>
              <a:ext uri="{FF2B5EF4-FFF2-40B4-BE49-F238E27FC236}">
                <a16:creationId xmlns:a16="http://schemas.microsoft.com/office/drawing/2014/main" id="{4EC60545-20D9-8D40-7072-2E3F3B5CC63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
        <p:nvSpPr>
          <p:cNvPr id="30723" name="Slide Number Placeholder 3">
            <a:extLst>
              <a:ext uri="{FF2B5EF4-FFF2-40B4-BE49-F238E27FC236}">
                <a16:creationId xmlns:a16="http://schemas.microsoft.com/office/drawing/2014/main" id="{068D9FF0-604D-9C20-DD2E-142DF9FC73F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4BC37D8E-B5C3-49C3-B940-EFC289A0DAAB}" type="slidenum">
              <a:rPr kumimoji="0" lang="en-US" altLang="en-US" sz="1200" b="0" i="0" u="none" strike="noStrike" kern="1200" cap="none" spc="0" normalizeH="0" baseline="0" noProof="0" smtClean="0">
                <a:ln>
                  <a:noFill/>
                </a:ln>
                <a:solidFill>
                  <a:prstClr val="black"/>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43</a:t>
            </a:fld>
            <a:endParaRPr kumimoji="0" lang="en-US" altLang="en-US" sz="1200" b="0" i="0" u="none" strike="noStrike" kern="1200" cap="none" spc="0" normalizeH="0" baseline="0" noProof="0">
              <a:ln>
                <a:noFill/>
              </a:ln>
              <a:solidFill>
                <a:prstClr val="black"/>
              </a:solidFill>
              <a:effectLst/>
              <a:uLnTx/>
              <a:uFillTx/>
              <a:latin typeface="Tahoma" panose="020B0604030504040204" pitchFamily="34" charset="0"/>
              <a:ea typeface="+mn-ea"/>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a:extLst>
              <a:ext uri="{FF2B5EF4-FFF2-40B4-BE49-F238E27FC236}">
                <a16:creationId xmlns:a16="http://schemas.microsoft.com/office/drawing/2014/main" id="{902DB5CA-1719-E4E0-783E-F8E3C80F160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0" name="Notes Placeholder 2">
            <a:extLst>
              <a:ext uri="{FF2B5EF4-FFF2-40B4-BE49-F238E27FC236}">
                <a16:creationId xmlns:a16="http://schemas.microsoft.com/office/drawing/2014/main" id="{52BBF8BF-F430-CD72-47E4-C11D36B04D9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
        <p:nvSpPr>
          <p:cNvPr id="32771" name="Slide Number Placeholder 3">
            <a:extLst>
              <a:ext uri="{FF2B5EF4-FFF2-40B4-BE49-F238E27FC236}">
                <a16:creationId xmlns:a16="http://schemas.microsoft.com/office/drawing/2014/main" id="{A3C0A6B8-D071-2C08-D204-FCF4D6946A6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EB6C0D90-1C32-47E8-9694-A75C0B4B7079}" type="slidenum">
              <a:rPr kumimoji="0" lang="en-US" altLang="en-US" sz="1200" b="0" i="0" u="none" strike="noStrike" kern="1200" cap="none" spc="0" normalizeH="0" baseline="0" noProof="0" smtClean="0">
                <a:ln>
                  <a:noFill/>
                </a:ln>
                <a:solidFill>
                  <a:prstClr val="black"/>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44</a:t>
            </a:fld>
            <a:endParaRPr kumimoji="0" lang="en-US" altLang="en-US" sz="1200" b="0" i="0" u="none" strike="noStrike" kern="1200" cap="none" spc="0" normalizeH="0" baseline="0" noProof="0">
              <a:ln>
                <a:noFill/>
              </a:ln>
              <a:solidFill>
                <a:prstClr val="black"/>
              </a:solidFill>
              <a:effectLst/>
              <a:uLnTx/>
              <a:uFillTx/>
              <a:latin typeface="Tahoma" panose="020B0604030504040204" pitchFamily="34" charset="0"/>
              <a:ea typeface="+mn-ea"/>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Slide Image Placeholder 1">
            <a:extLst>
              <a:ext uri="{FF2B5EF4-FFF2-40B4-BE49-F238E27FC236}">
                <a16:creationId xmlns:a16="http://schemas.microsoft.com/office/drawing/2014/main" id="{26E2624C-4E57-5B61-ECBE-22D8FCB709E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8" name="Notes Placeholder 2">
            <a:extLst>
              <a:ext uri="{FF2B5EF4-FFF2-40B4-BE49-F238E27FC236}">
                <a16:creationId xmlns:a16="http://schemas.microsoft.com/office/drawing/2014/main" id="{F8EFD65C-0073-DF4B-8142-8E5DF65C32E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
        <p:nvSpPr>
          <p:cNvPr id="34819" name="Slide Number Placeholder 3">
            <a:extLst>
              <a:ext uri="{FF2B5EF4-FFF2-40B4-BE49-F238E27FC236}">
                <a16:creationId xmlns:a16="http://schemas.microsoft.com/office/drawing/2014/main" id="{72B67535-0A95-C3F7-B1C3-47245FA7A06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9352A8F6-51E3-46FD-BDB3-B4556FDF3C86}" type="slidenum">
              <a:rPr kumimoji="0" lang="en-US" altLang="en-US" sz="1200" b="0" i="0" u="none" strike="noStrike" kern="1200" cap="none" spc="0" normalizeH="0" baseline="0" noProof="0" smtClean="0">
                <a:ln>
                  <a:noFill/>
                </a:ln>
                <a:solidFill>
                  <a:prstClr val="black"/>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45</a:t>
            </a:fld>
            <a:endParaRPr kumimoji="0" lang="en-US" altLang="en-US" sz="1200" b="0" i="0" u="none" strike="noStrike" kern="1200" cap="none" spc="0" normalizeH="0" baseline="0" noProof="0">
              <a:ln>
                <a:noFill/>
              </a:ln>
              <a:solidFill>
                <a:prstClr val="black"/>
              </a:solidFill>
              <a:effectLst/>
              <a:uLnTx/>
              <a:uFillTx/>
              <a:latin typeface="Tahoma" panose="020B0604030504040204" pitchFamily="34" charset="0"/>
              <a:ea typeface="+mn-ea"/>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Image Placeholder 1">
            <a:extLst>
              <a:ext uri="{FF2B5EF4-FFF2-40B4-BE49-F238E27FC236}">
                <a16:creationId xmlns:a16="http://schemas.microsoft.com/office/drawing/2014/main" id="{E7E8AAC7-DE12-7D83-C69B-3E97379C09F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6" name="Notes Placeholder 2">
            <a:extLst>
              <a:ext uri="{FF2B5EF4-FFF2-40B4-BE49-F238E27FC236}">
                <a16:creationId xmlns:a16="http://schemas.microsoft.com/office/drawing/2014/main" id="{98E9448F-1FF3-AB4E-37C2-80986612963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
        <p:nvSpPr>
          <p:cNvPr id="36867" name="Slide Number Placeholder 3">
            <a:extLst>
              <a:ext uri="{FF2B5EF4-FFF2-40B4-BE49-F238E27FC236}">
                <a16:creationId xmlns:a16="http://schemas.microsoft.com/office/drawing/2014/main" id="{F339AA78-E6DA-E5C5-551D-02AE09E8057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EC7FA3E-BA5C-4CF9-A777-7E5EC9D0E78F}" type="slidenum">
              <a:rPr kumimoji="0" lang="en-US" altLang="en-US" sz="1200" b="0" i="0" u="none" strike="noStrike" kern="1200" cap="none" spc="0" normalizeH="0" baseline="0" noProof="0" smtClean="0">
                <a:ln>
                  <a:noFill/>
                </a:ln>
                <a:solidFill>
                  <a:prstClr val="black"/>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46</a:t>
            </a:fld>
            <a:endParaRPr kumimoji="0" lang="en-US" altLang="en-US" sz="1200" b="0" i="0" u="none" strike="noStrike" kern="1200" cap="none" spc="0" normalizeH="0" baseline="0" noProof="0">
              <a:ln>
                <a:noFill/>
              </a:ln>
              <a:solidFill>
                <a:prstClr val="black"/>
              </a:solidFill>
              <a:effectLst/>
              <a:uLnTx/>
              <a:uFillTx/>
              <a:latin typeface="Tahoma" panose="020B0604030504040204" pitchFamily="34" charset="0"/>
              <a:ea typeface="+mn-ea"/>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Slide Image Placeholder 1">
            <a:extLst>
              <a:ext uri="{FF2B5EF4-FFF2-40B4-BE49-F238E27FC236}">
                <a16:creationId xmlns:a16="http://schemas.microsoft.com/office/drawing/2014/main" id="{AA1140FA-C2B5-17D2-BC33-25188BBA702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4" name="Notes Placeholder 2">
            <a:extLst>
              <a:ext uri="{FF2B5EF4-FFF2-40B4-BE49-F238E27FC236}">
                <a16:creationId xmlns:a16="http://schemas.microsoft.com/office/drawing/2014/main" id="{5E05DDCE-9577-DCD4-E5A5-3578CA3EE72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
        <p:nvSpPr>
          <p:cNvPr id="38915" name="Slide Number Placeholder 3">
            <a:extLst>
              <a:ext uri="{FF2B5EF4-FFF2-40B4-BE49-F238E27FC236}">
                <a16:creationId xmlns:a16="http://schemas.microsoft.com/office/drawing/2014/main" id="{996FD5B6-EE45-97ED-CB24-F6F94E76A21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7AC2F65-C762-41F6-8B74-1F7E4D859C42}" type="slidenum">
              <a:rPr kumimoji="0" lang="en-US" altLang="en-US" sz="1200" b="0" i="0" u="none" strike="noStrike" kern="1200" cap="none" spc="0" normalizeH="0" baseline="0" noProof="0" smtClean="0">
                <a:ln>
                  <a:noFill/>
                </a:ln>
                <a:solidFill>
                  <a:prstClr val="black"/>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47</a:t>
            </a:fld>
            <a:endParaRPr kumimoji="0" lang="en-US" altLang="en-US" sz="1200" b="0" i="0" u="none" strike="noStrike" kern="1200" cap="none" spc="0" normalizeH="0" baseline="0" noProof="0">
              <a:ln>
                <a:noFill/>
              </a:ln>
              <a:solidFill>
                <a:prstClr val="black"/>
              </a:solidFill>
              <a:effectLst/>
              <a:uLnTx/>
              <a:uFillTx/>
              <a:latin typeface="Tahoma" panose="020B0604030504040204" pitchFamily="34" charset="0"/>
              <a:ea typeface="+mn-ea"/>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Slide Image Placeholder 1">
            <a:extLst>
              <a:ext uri="{FF2B5EF4-FFF2-40B4-BE49-F238E27FC236}">
                <a16:creationId xmlns:a16="http://schemas.microsoft.com/office/drawing/2014/main" id="{6F5DC5D6-CC11-920A-5CBD-1B37726F176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2" name="Notes Placeholder 2">
            <a:extLst>
              <a:ext uri="{FF2B5EF4-FFF2-40B4-BE49-F238E27FC236}">
                <a16:creationId xmlns:a16="http://schemas.microsoft.com/office/drawing/2014/main" id="{FA93EA38-1135-5057-A295-26132DF7526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
        <p:nvSpPr>
          <p:cNvPr id="40963" name="Slide Number Placeholder 3">
            <a:extLst>
              <a:ext uri="{FF2B5EF4-FFF2-40B4-BE49-F238E27FC236}">
                <a16:creationId xmlns:a16="http://schemas.microsoft.com/office/drawing/2014/main" id="{8F1C42F8-8449-DE44-D56B-10213843D1A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B01A911F-6F61-4C0E-8751-0E188BFDCD7C}" type="slidenum">
              <a:rPr kumimoji="0" lang="en-US" altLang="en-US" sz="1200" b="0" i="0" u="none" strike="noStrike" kern="1200" cap="none" spc="0" normalizeH="0" baseline="0" noProof="0" smtClean="0">
                <a:ln>
                  <a:noFill/>
                </a:ln>
                <a:solidFill>
                  <a:prstClr val="black"/>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48</a:t>
            </a:fld>
            <a:endParaRPr kumimoji="0" lang="en-US" altLang="en-US" sz="1200" b="0" i="0" u="none" strike="noStrike" kern="1200" cap="none" spc="0" normalizeH="0" baseline="0" noProof="0">
              <a:ln>
                <a:noFill/>
              </a:ln>
              <a:solidFill>
                <a:prstClr val="black"/>
              </a:solidFill>
              <a:effectLst/>
              <a:uLnTx/>
              <a:uFillTx/>
              <a:latin typeface="Tahoma" panose="020B0604030504040204" pitchFamily="34" charset="0"/>
              <a:ea typeface="+mn-ea"/>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Slide Image Placeholder 1">
            <a:extLst>
              <a:ext uri="{FF2B5EF4-FFF2-40B4-BE49-F238E27FC236}">
                <a16:creationId xmlns:a16="http://schemas.microsoft.com/office/drawing/2014/main" id="{7EE3132A-D197-31A1-BC34-B70A43EB25B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0" name="Notes Placeholder 2">
            <a:extLst>
              <a:ext uri="{FF2B5EF4-FFF2-40B4-BE49-F238E27FC236}">
                <a16:creationId xmlns:a16="http://schemas.microsoft.com/office/drawing/2014/main" id="{2A1C5B78-FC3D-AD29-7D55-3F72E0B7305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
        <p:nvSpPr>
          <p:cNvPr id="43011" name="Slide Number Placeholder 3">
            <a:extLst>
              <a:ext uri="{FF2B5EF4-FFF2-40B4-BE49-F238E27FC236}">
                <a16:creationId xmlns:a16="http://schemas.microsoft.com/office/drawing/2014/main" id="{3566957D-91FB-B6D5-B544-6920F0B7B0F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5E9FAB43-A0BF-4406-B395-4214A74E6458}" type="slidenum">
              <a:rPr kumimoji="0" lang="en-US" altLang="en-US" sz="1200" b="0" i="0" u="none" strike="noStrike" kern="1200" cap="none" spc="0" normalizeH="0" baseline="0" noProof="0" smtClean="0">
                <a:ln>
                  <a:noFill/>
                </a:ln>
                <a:solidFill>
                  <a:prstClr val="black"/>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49</a:t>
            </a:fld>
            <a:endParaRPr kumimoji="0" lang="en-US" altLang="en-US" sz="1200" b="0" i="0" u="none" strike="noStrike" kern="1200" cap="none" spc="0" normalizeH="0" baseline="0" noProof="0">
              <a:ln>
                <a:noFill/>
              </a:ln>
              <a:solidFill>
                <a:prstClr val="black"/>
              </a:solidFill>
              <a:effectLst/>
              <a:uLnTx/>
              <a:uFillTx/>
              <a:latin typeface="Tahoma" panose="020B0604030504040204" pitchFamily="34" charset="0"/>
              <a:ea typeface="+mn-ea"/>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Slide Image Placeholder 1">
            <a:extLst>
              <a:ext uri="{FF2B5EF4-FFF2-40B4-BE49-F238E27FC236}">
                <a16:creationId xmlns:a16="http://schemas.microsoft.com/office/drawing/2014/main" id="{B3127FA8-F810-6C7C-B77A-10ABD701949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8" name="Notes Placeholder 2">
            <a:extLst>
              <a:ext uri="{FF2B5EF4-FFF2-40B4-BE49-F238E27FC236}">
                <a16:creationId xmlns:a16="http://schemas.microsoft.com/office/drawing/2014/main" id="{CA0F7381-3270-1352-3C94-BA3B2B11DEB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
        <p:nvSpPr>
          <p:cNvPr id="45059" name="Slide Number Placeholder 3">
            <a:extLst>
              <a:ext uri="{FF2B5EF4-FFF2-40B4-BE49-F238E27FC236}">
                <a16:creationId xmlns:a16="http://schemas.microsoft.com/office/drawing/2014/main" id="{49C72E9B-39F9-4CA5-ADA2-6221EFC59FF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6A19FF4E-B61E-4D8B-9CBB-8F071AC43FF7}" type="slidenum">
              <a:rPr kumimoji="0" lang="en-US" altLang="en-US" sz="1200" b="0" i="0" u="none" strike="noStrike" kern="1200" cap="none" spc="0" normalizeH="0" baseline="0" noProof="0" smtClean="0">
                <a:ln>
                  <a:noFill/>
                </a:ln>
                <a:solidFill>
                  <a:prstClr val="black"/>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50</a:t>
            </a:fld>
            <a:endParaRPr kumimoji="0" lang="en-US" altLang="en-US" sz="1200" b="0" i="0" u="none" strike="noStrike" kern="1200" cap="none" spc="0" normalizeH="0" baseline="0" noProof="0">
              <a:ln>
                <a:noFill/>
              </a:ln>
              <a:solidFill>
                <a:prstClr val="black"/>
              </a:solidFill>
              <a:effectLst/>
              <a:uLnTx/>
              <a:uFillTx/>
              <a:latin typeface="Tahoma" panose="020B0604030504040204" pitchFamily="34" charset="0"/>
              <a:ea typeface="+mn-ea"/>
              <a:cs typeface="+mn-c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Slide Image Placeholder 1">
            <a:extLst>
              <a:ext uri="{FF2B5EF4-FFF2-40B4-BE49-F238E27FC236}">
                <a16:creationId xmlns:a16="http://schemas.microsoft.com/office/drawing/2014/main" id="{C562036E-EF5D-C7F6-ADF0-0DF8DB643D1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6" name="Notes Placeholder 2">
            <a:extLst>
              <a:ext uri="{FF2B5EF4-FFF2-40B4-BE49-F238E27FC236}">
                <a16:creationId xmlns:a16="http://schemas.microsoft.com/office/drawing/2014/main" id="{AFDA3F88-15A0-F4A1-EE87-EB252407513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
        <p:nvSpPr>
          <p:cNvPr id="47107" name="Slide Number Placeholder 3">
            <a:extLst>
              <a:ext uri="{FF2B5EF4-FFF2-40B4-BE49-F238E27FC236}">
                <a16:creationId xmlns:a16="http://schemas.microsoft.com/office/drawing/2014/main" id="{4907BECC-0EE6-4E87-C770-7AE6724089E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76250D9A-00E4-4B0B-91FA-764D7D80327B}" type="slidenum">
              <a:rPr kumimoji="0" lang="en-US" altLang="en-US" sz="1200" b="0" i="0" u="none" strike="noStrike" kern="1200" cap="none" spc="0" normalizeH="0" baseline="0" noProof="0" smtClean="0">
                <a:ln>
                  <a:noFill/>
                </a:ln>
                <a:solidFill>
                  <a:prstClr val="black"/>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51</a:t>
            </a:fld>
            <a:endParaRPr kumimoji="0" lang="en-US" altLang="en-US" sz="1200" b="0" i="0" u="none" strike="noStrike" kern="1200" cap="none" spc="0" normalizeH="0" baseline="0" noProof="0">
              <a:ln>
                <a:noFill/>
              </a:ln>
              <a:solidFill>
                <a:prstClr val="black"/>
              </a:solidFill>
              <a:effectLst/>
              <a:uLnTx/>
              <a:uFillTx/>
              <a:latin typeface="Tahoma" panose="020B0604030504040204" pitchFamily="34" charset="0"/>
              <a:ea typeface="+mn-ea"/>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Slide Image Placeholder 1">
            <a:extLst>
              <a:ext uri="{FF2B5EF4-FFF2-40B4-BE49-F238E27FC236}">
                <a16:creationId xmlns:a16="http://schemas.microsoft.com/office/drawing/2014/main" id="{0FE89C98-5308-B2F1-0E8B-8B4D6C30AF1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4" name="Notes Placeholder 2">
            <a:extLst>
              <a:ext uri="{FF2B5EF4-FFF2-40B4-BE49-F238E27FC236}">
                <a16:creationId xmlns:a16="http://schemas.microsoft.com/office/drawing/2014/main" id="{1B2120E9-77B5-8B4B-12B1-B45B05EB8C0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
        <p:nvSpPr>
          <p:cNvPr id="49155" name="Slide Number Placeholder 3">
            <a:extLst>
              <a:ext uri="{FF2B5EF4-FFF2-40B4-BE49-F238E27FC236}">
                <a16:creationId xmlns:a16="http://schemas.microsoft.com/office/drawing/2014/main" id="{6F82D65E-E5B0-03AD-1A3A-B284E187CD7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7092A1E-1ACF-4960-9787-12652BB7D83C}" type="slidenum">
              <a:rPr kumimoji="0" lang="en-US" altLang="en-US" sz="1200" b="0" i="0" u="none" strike="noStrike" kern="1200" cap="none" spc="0" normalizeH="0" baseline="0" noProof="0" smtClean="0">
                <a:ln>
                  <a:noFill/>
                </a:ln>
                <a:solidFill>
                  <a:prstClr val="black"/>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52</a:t>
            </a:fld>
            <a:endParaRPr kumimoji="0" lang="en-US" altLang="en-US" sz="1200" b="0" i="0" u="none" strike="noStrike" kern="1200" cap="none" spc="0" normalizeH="0" baseline="0" noProof="0">
              <a:ln>
                <a:noFill/>
              </a:ln>
              <a:solidFill>
                <a:prstClr val="black"/>
              </a:solidFill>
              <a:effectLst/>
              <a:uLnTx/>
              <a:uFillTx/>
              <a:latin typeface="Tahoma" panose="020B0604030504040204" pitchFamily="34" charset="0"/>
              <a:ea typeface="+mn-ea"/>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Slide Image Placeholder 1">
            <a:extLst>
              <a:ext uri="{FF2B5EF4-FFF2-40B4-BE49-F238E27FC236}">
                <a16:creationId xmlns:a16="http://schemas.microsoft.com/office/drawing/2014/main" id="{F90D4680-7F4D-8C63-8524-9F016ADD300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2" name="Notes Placeholder 2">
            <a:extLst>
              <a:ext uri="{FF2B5EF4-FFF2-40B4-BE49-F238E27FC236}">
                <a16:creationId xmlns:a16="http://schemas.microsoft.com/office/drawing/2014/main" id="{09750F23-5B34-1B9D-4369-54B93B5AFAF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
        <p:nvSpPr>
          <p:cNvPr id="51203" name="Slide Number Placeholder 3">
            <a:extLst>
              <a:ext uri="{FF2B5EF4-FFF2-40B4-BE49-F238E27FC236}">
                <a16:creationId xmlns:a16="http://schemas.microsoft.com/office/drawing/2014/main" id="{B9524FB1-745A-D51C-B9AE-F6CACF5C061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EA9F8664-47DB-49E5-8832-F074ABA6F477}" type="slidenum">
              <a:rPr kumimoji="0" lang="en-US" altLang="en-US" sz="1200" b="0" i="0" u="none" strike="noStrike" kern="1200" cap="none" spc="0" normalizeH="0" baseline="0" noProof="0" smtClean="0">
                <a:ln>
                  <a:noFill/>
                </a:ln>
                <a:solidFill>
                  <a:prstClr val="black"/>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53</a:t>
            </a:fld>
            <a:endParaRPr kumimoji="0" lang="en-US" altLang="en-US" sz="1200" b="0" i="0" u="none" strike="noStrike" kern="1200" cap="none" spc="0" normalizeH="0" baseline="0" noProof="0">
              <a:ln>
                <a:noFill/>
              </a:ln>
              <a:solidFill>
                <a:prstClr val="black"/>
              </a:solidFill>
              <a:effectLst/>
              <a:uLnTx/>
              <a:uFillTx/>
              <a:latin typeface="Tahoma" panose="020B0604030504040204" pitchFamily="34" charset="0"/>
              <a:ea typeface="+mn-ea"/>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2C9663D2-7F78-454A-BED3-2EE094A4D44A}" type="slidenum">
              <a:rPr lang="en-US" altLang="en-US" smtClean="0"/>
              <a:pPr/>
              <a:t>‹#›</a:t>
            </a:fld>
            <a:endParaRPr lang="en-US" altLang="en-US"/>
          </a:p>
        </p:txBody>
      </p:sp>
    </p:spTree>
    <p:extLst>
      <p:ext uri="{BB962C8B-B14F-4D97-AF65-F5344CB8AC3E}">
        <p14:creationId xmlns:p14="http://schemas.microsoft.com/office/powerpoint/2010/main" val="42848607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CE6E3BC9-B8F2-48F2-AB30-3AA90AB5BBEF}" type="slidenum">
              <a:rPr lang="en-US" altLang="en-US" smtClean="0"/>
              <a:pPr/>
              <a:t>‹#›</a:t>
            </a:fld>
            <a:endParaRPr lang="en-US" altLang="en-US"/>
          </a:p>
        </p:txBody>
      </p:sp>
    </p:spTree>
    <p:extLst>
      <p:ext uri="{BB962C8B-B14F-4D97-AF65-F5344CB8AC3E}">
        <p14:creationId xmlns:p14="http://schemas.microsoft.com/office/powerpoint/2010/main" val="5537938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8C359120-1D15-4517-9F49-A02376B5E707}" type="slidenum">
              <a:rPr lang="en-US" altLang="en-US" smtClean="0"/>
              <a:pPr/>
              <a:t>‹#›</a:t>
            </a:fld>
            <a:endParaRPr lang="en-US" altLang="en-US"/>
          </a:p>
        </p:txBody>
      </p:sp>
    </p:spTree>
    <p:extLst>
      <p:ext uri="{BB962C8B-B14F-4D97-AF65-F5344CB8AC3E}">
        <p14:creationId xmlns:p14="http://schemas.microsoft.com/office/powerpoint/2010/main" val="17791052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fld id="{E4CE2E1D-C979-4F4F-93B8-849538C28E94}" type="slidenum">
              <a:rPr lang="en-US" altLang="en-US" smtClean="0"/>
              <a:pPr/>
              <a:t>‹#›</a:t>
            </a:fld>
            <a:endParaRPr lang="en-US" altLang="en-US"/>
          </a:p>
        </p:txBody>
      </p:sp>
    </p:spTree>
    <p:extLst>
      <p:ext uri="{BB962C8B-B14F-4D97-AF65-F5344CB8AC3E}">
        <p14:creationId xmlns:p14="http://schemas.microsoft.com/office/powerpoint/2010/main" val="35879512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fld id="{3EA62B06-69A6-4089-A19C-1043004941FD}" type="slidenum">
              <a:rPr lang="en-US" altLang="en-US" smtClean="0"/>
              <a:pPr/>
              <a:t>‹#›</a:t>
            </a:fld>
            <a:endParaRPr lang="en-US" altLang="en-US"/>
          </a:p>
        </p:txBody>
      </p:sp>
    </p:spTree>
    <p:extLst>
      <p:ext uri="{BB962C8B-B14F-4D97-AF65-F5344CB8AC3E}">
        <p14:creationId xmlns:p14="http://schemas.microsoft.com/office/powerpoint/2010/main" val="17521115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fld id="{A2199731-0B22-4150-8A3B-A69AEC101979}" type="slidenum">
              <a:rPr lang="en-US" altLang="en-US" smtClean="0"/>
              <a:pPr/>
              <a:t>‹#›</a:t>
            </a:fld>
            <a:endParaRPr lang="en-US" altLang="en-US"/>
          </a:p>
        </p:txBody>
      </p:sp>
    </p:spTree>
    <p:extLst>
      <p:ext uri="{BB962C8B-B14F-4D97-AF65-F5344CB8AC3E}">
        <p14:creationId xmlns:p14="http://schemas.microsoft.com/office/powerpoint/2010/main" val="10938336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fld id="{5EC6042B-4838-4222-9F82-1DB849516D11}" type="slidenum">
              <a:rPr lang="en-US" altLang="en-US" smtClean="0"/>
              <a:pPr/>
              <a:t>‹#›</a:t>
            </a:fld>
            <a:endParaRPr lang="en-US" altLang="en-US"/>
          </a:p>
        </p:txBody>
      </p:sp>
    </p:spTree>
    <p:extLst>
      <p:ext uri="{BB962C8B-B14F-4D97-AF65-F5344CB8AC3E}">
        <p14:creationId xmlns:p14="http://schemas.microsoft.com/office/powerpoint/2010/main" val="19616345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fld id="{F5079829-3915-44F5-8C18-8A02B0682C60}" type="slidenum">
              <a:rPr lang="en-US" altLang="en-US" smtClean="0"/>
              <a:pPr/>
              <a:t>‹#›</a:t>
            </a:fld>
            <a:endParaRPr lang="en-US" altLang="en-US"/>
          </a:p>
        </p:txBody>
      </p:sp>
    </p:spTree>
    <p:extLst>
      <p:ext uri="{BB962C8B-B14F-4D97-AF65-F5344CB8AC3E}">
        <p14:creationId xmlns:p14="http://schemas.microsoft.com/office/powerpoint/2010/main" val="35958107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fld id="{211ABB52-8DB2-480F-AF8C-5B887DDD6276}" type="slidenum">
              <a:rPr lang="en-US" altLang="en-US" smtClean="0"/>
              <a:pPr/>
              <a:t>‹#›</a:t>
            </a:fld>
            <a:endParaRPr lang="en-US" altLang="en-US"/>
          </a:p>
        </p:txBody>
      </p:sp>
    </p:spTree>
    <p:extLst>
      <p:ext uri="{BB962C8B-B14F-4D97-AF65-F5344CB8AC3E}">
        <p14:creationId xmlns:p14="http://schemas.microsoft.com/office/powerpoint/2010/main" val="40121742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4567F189-A9E4-49CF-869C-154F736C7974}" type="slidenum">
              <a:rPr lang="en-US" altLang="en-US" smtClean="0"/>
              <a:pPr/>
              <a:t>‹#›</a:t>
            </a:fld>
            <a:endParaRPr lang="en-US" altLang="en-US"/>
          </a:p>
        </p:txBody>
      </p:sp>
    </p:spTree>
    <p:extLst>
      <p:ext uri="{BB962C8B-B14F-4D97-AF65-F5344CB8AC3E}">
        <p14:creationId xmlns:p14="http://schemas.microsoft.com/office/powerpoint/2010/main" val="9775360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6CC6310D-B35C-4C3C-A89C-E0AE046CF39F}" type="slidenum">
              <a:rPr lang="en-US" altLang="en-US" smtClean="0"/>
              <a:pPr/>
              <a:t>‹#›</a:t>
            </a:fld>
            <a:endParaRPr lang="en-US" altLang="en-US"/>
          </a:p>
        </p:txBody>
      </p:sp>
    </p:spTree>
    <p:extLst>
      <p:ext uri="{BB962C8B-B14F-4D97-AF65-F5344CB8AC3E}">
        <p14:creationId xmlns:p14="http://schemas.microsoft.com/office/powerpoint/2010/main" val="13898762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B5952750-68A9-4616-8737-6257B21EC56D}" type="slidenum">
              <a:rPr lang="en-US" altLang="en-US"/>
              <a:pPr/>
              <a:t>‹#›</a:t>
            </a:fld>
            <a:endParaRPr lang="en-US" altLang="en-US"/>
          </a:p>
        </p:txBody>
      </p:sp>
    </p:spTree>
    <p:extLst>
      <p:ext uri="{BB962C8B-B14F-4D97-AF65-F5344CB8AC3E}">
        <p14:creationId xmlns:p14="http://schemas.microsoft.com/office/powerpoint/2010/main" val="20811083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6018" name="Rectangle 2"/>
          <p:cNvSpPr>
            <a:spLocks noGrp="1" noChangeArrowheads="1"/>
          </p:cNvSpPr>
          <p:nvPr>
            <p:ph type="ctrTitle" sz="quarter"/>
          </p:nvPr>
        </p:nvSpPr>
        <p:spPr>
          <a:xfrm>
            <a:off x="685800" y="1676400"/>
            <a:ext cx="7772400" cy="1828800"/>
          </a:xfrm>
        </p:spPr>
        <p:txBody>
          <a:bodyPr/>
          <a:lstStyle>
            <a:lvl1pPr>
              <a:defRPr/>
            </a:lvl1pPr>
          </a:lstStyle>
          <a:p>
            <a:r>
              <a:rPr lang="en-US"/>
              <a:t>Click to edit Master title style</a:t>
            </a:r>
          </a:p>
        </p:txBody>
      </p:sp>
      <p:sp>
        <p:nvSpPr>
          <p:cNvPr id="86019" name="Rectangle 3"/>
          <p:cNvSpPr>
            <a:spLocks noGrp="1" noChangeArrowheads="1"/>
          </p:cNvSpPr>
          <p:nvPr>
            <p:ph type="subTitle" sz="quarter"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4" name="Rectangle 4">
            <a:extLst>
              <a:ext uri="{FF2B5EF4-FFF2-40B4-BE49-F238E27FC236}">
                <a16:creationId xmlns:a16="http://schemas.microsoft.com/office/drawing/2014/main" id="{890B28E1-5D13-9AE3-3F5A-503607F1E4E2}"/>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AD3B4CDF-41F6-1474-7CCC-C8392DA35DC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B097E2DC-A34E-1BAA-1306-A45B13B1281A}"/>
              </a:ext>
            </a:extLst>
          </p:cNvPr>
          <p:cNvSpPr>
            <a:spLocks noGrp="1" noChangeArrowheads="1"/>
          </p:cNvSpPr>
          <p:nvPr>
            <p:ph type="sldNum" sz="quarter" idx="12"/>
          </p:nvPr>
        </p:nvSpPr>
        <p:spPr>
          <a:ln/>
        </p:spPr>
        <p:txBody>
          <a:bodyPr/>
          <a:lstStyle>
            <a:lvl1pPr>
              <a:defRPr/>
            </a:lvl1pPr>
          </a:lstStyle>
          <a:p>
            <a:pPr>
              <a:defRPr/>
            </a:pPr>
            <a:fld id="{8476FD7E-CDB4-434A-867A-9959EB8926A1}" type="slidenum">
              <a:rPr lang="en-US" altLang="en-US"/>
              <a:pPr>
                <a:defRPr/>
              </a:pPr>
              <a:t>‹#›</a:t>
            </a:fld>
            <a:endParaRPr lang="en-US" altLang="en-US"/>
          </a:p>
        </p:txBody>
      </p:sp>
    </p:spTree>
    <p:extLst>
      <p:ext uri="{BB962C8B-B14F-4D97-AF65-F5344CB8AC3E}">
        <p14:creationId xmlns:p14="http://schemas.microsoft.com/office/powerpoint/2010/main" val="27635513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AB6A3F2E-214A-8B8D-CB99-726913565E5A}"/>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4BDA50DC-C613-DC9F-7468-C02D5FEF450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44520163-1954-2532-B49E-06EE666FA30F}"/>
              </a:ext>
            </a:extLst>
          </p:cNvPr>
          <p:cNvSpPr>
            <a:spLocks noGrp="1" noChangeArrowheads="1"/>
          </p:cNvSpPr>
          <p:nvPr>
            <p:ph type="sldNum" sz="quarter" idx="12"/>
          </p:nvPr>
        </p:nvSpPr>
        <p:spPr>
          <a:ln/>
        </p:spPr>
        <p:txBody>
          <a:bodyPr/>
          <a:lstStyle>
            <a:lvl1pPr>
              <a:defRPr/>
            </a:lvl1pPr>
          </a:lstStyle>
          <a:p>
            <a:pPr>
              <a:defRPr/>
            </a:pPr>
            <a:fld id="{CC00E18F-575B-4FED-BC0E-9341C47997DF}" type="slidenum">
              <a:rPr lang="en-US" altLang="en-US"/>
              <a:pPr>
                <a:defRPr/>
              </a:pPr>
              <a:t>‹#›</a:t>
            </a:fld>
            <a:endParaRPr lang="en-US" altLang="en-US"/>
          </a:p>
        </p:txBody>
      </p:sp>
    </p:spTree>
    <p:extLst>
      <p:ext uri="{BB962C8B-B14F-4D97-AF65-F5344CB8AC3E}">
        <p14:creationId xmlns:p14="http://schemas.microsoft.com/office/powerpoint/2010/main" val="27986563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5D9B57A9-BF09-A7A2-2A41-E71BDE1BE67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28E027E1-BC0C-7613-22EA-AB363871436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8D8AC571-01BC-6EF0-16DD-E782A932612F}"/>
              </a:ext>
            </a:extLst>
          </p:cNvPr>
          <p:cNvSpPr>
            <a:spLocks noGrp="1" noChangeArrowheads="1"/>
          </p:cNvSpPr>
          <p:nvPr>
            <p:ph type="sldNum" sz="quarter" idx="12"/>
          </p:nvPr>
        </p:nvSpPr>
        <p:spPr>
          <a:ln/>
        </p:spPr>
        <p:txBody>
          <a:bodyPr/>
          <a:lstStyle>
            <a:lvl1pPr>
              <a:defRPr/>
            </a:lvl1pPr>
          </a:lstStyle>
          <a:p>
            <a:pPr>
              <a:defRPr/>
            </a:pPr>
            <a:fld id="{5D0CA8B3-B0F7-4EC5-A47B-17DC1BF97CC5}" type="slidenum">
              <a:rPr lang="en-US" altLang="en-US"/>
              <a:pPr>
                <a:defRPr/>
              </a:pPr>
              <a:t>‹#›</a:t>
            </a:fld>
            <a:endParaRPr lang="en-US" altLang="en-US"/>
          </a:p>
        </p:txBody>
      </p:sp>
    </p:spTree>
    <p:extLst>
      <p:ext uri="{BB962C8B-B14F-4D97-AF65-F5344CB8AC3E}">
        <p14:creationId xmlns:p14="http://schemas.microsoft.com/office/powerpoint/2010/main" val="9919614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81200"/>
            <a:ext cx="40386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40386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679CC7B0-BF6E-CD88-ABD5-BC7E6846B38F}"/>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5B07AE58-8A6E-6D79-4DF1-71D48979569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C90FA485-D2D7-E181-2E52-FFE04AB6DC8A}"/>
              </a:ext>
            </a:extLst>
          </p:cNvPr>
          <p:cNvSpPr>
            <a:spLocks noGrp="1" noChangeArrowheads="1"/>
          </p:cNvSpPr>
          <p:nvPr>
            <p:ph type="sldNum" sz="quarter" idx="12"/>
          </p:nvPr>
        </p:nvSpPr>
        <p:spPr>
          <a:ln/>
        </p:spPr>
        <p:txBody>
          <a:bodyPr/>
          <a:lstStyle>
            <a:lvl1pPr>
              <a:defRPr/>
            </a:lvl1pPr>
          </a:lstStyle>
          <a:p>
            <a:pPr>
              <a:defRPr/>
            </a:pPr>
            <a:fld id="{78043B68-F664-45F1-8E6A-411312E9CE89}" type="slidenum">
              <a:rPr lang="en-US" altLang="en-US"/>
              <a:pPr>
                <a:defRPr/>
              </a:pPr>
              <a:t>‹#›</a:t>
            </a:fld>
            <a:endParaRPr lang="en-US" altLang="en-US"/>
          </a:p>
        </p:txBody>
      </p:sp>
    </p:spTree>
    <p:extLst>
      <p:ext uri="{BB962C8B-B14F-4D97-AF65-F5344CB8AC3E}">
        <p14:creationId xmlns:p14="http://schemas.microsoft.com/office/powerpoint/2010/main" val="247727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4396C878-AF88-026F-E436-9BE375BE27A6}"/>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47BA8661-58AA-271C-5311-F92D023DB7D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FD3BFC38-6E92-30E0-1827-C0FC4268560D}"/>
              </a:ext>
            </a:extLst>
          </p:cNvPr>
          <p:cNvSpPr>
            <a:spLocks noGrp="1" noChangeArrowheads="1"/>
          </p:cNvSpPr>
          <p:nvPr>
            <p:ph type="sldNum" sz="quarter" idx="12"/>
          </p:nvPr>
        </p:nvSpPr>
        <p:spPr>
          <a:ln/>
        </p:spPr>
        <p:txBody>
          <a:bodyPr/>
          <a:lstStyle>
            <a:lvl1pPr>
              <a:defRPr/>
            </a:lvl1pPr>
          </a:lstStyle>
          <a:p>
            <a:pPr>
              <a:defRPr/>
            </a:pPr>
            <a:fld id="{80B722B8-A41C-4F9C-96A6-AD9F00CDAEDD}" type="slidenum">
              <a:rPr lang="en-US" altLang="en-US"/>
              <a:pPr>
                <a:defRPr/>
              </a:pPr>
              <a:t>‹#›</a:t>
            </a:fld>
            <a:endParaRPr lang="en-US" altLang="en-US"/>
          </a:p>
        </p:txBody>
      </p:sp>
    </p:spTree>
    <p:extLst>
      <p:ext uri="{BB962C8B-B14F-4D97-AF65-F5344CB8AC3E}">
        <p14:creationId xmlns:p14="http://schemas.microsoft.com/office/powerpoint/2010/main" val="24795696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1465BC5D-5FEE-39D4-7CC5-1641B71DE319}"/>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A8F2FF7D-3821-A315-0CEE-8C70A8AF255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0D24FC3A-4D2D-2D68-3EEB-545D46DF4CBD}"/>
              </a:ext>
            </a:extLst>
          </p:cNvPr>
          <p:cNvSpPr>
            <a:spLocks noGrp="1" noChangeArrowheads="1"/>
          </p:cNvSpPr>
          <p:nvPr>
            <p:ph type="sldNum" sz="quarter" idx="12"/>
          </p:nvPr>
        </p:nvSpPr>
        <p:spPr>
          <a:ln/>
        </p:spPr>
        <p:txBody>
          <a:bodyPr/>
          <a:lstStyle>
            <a:lvl1pPr>
              <a:defRPr/>
            </a:lvl1pPr>
          </a:lstStyle>
          <a:p>
            <a:pPr>
              <a:defRPr/>
            </a:pPr>
            <a:fld id="{27D1B570-F3DA-436A-9E68-4741C6E0A0BB}" type="slidenum">
              <a:rPr lang="en-US" altLang="en-US"/>
              <a:pPr>
                <a:defRPr/>
              </a:pPr>
              <a:t>‹#›</a:t>
            </a:fld>
            <a:endParaRPr lang="en-US" altLang="en-US"/>
          </a:p>
        </p:txBody>
      </p:sp>
    </p:spTree>
    <p:extLst>
      <p:ext uri="{BB962C8B-B14F-4D97-AF65-F5344CB8AC3E}">
        <p14:creationId xmlns:p14="http://schemas.microsoft.com/office/powerpoint/2010/main" val="27214883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3B50FA1A-4167-804D-A1CD-4AF35FEB965C}"/>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AF582F4E-5A59-8DBF-4920-77C08BE7D71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DA01F68C-7C64-228F-0E93-506D488FE89D}"/>
              </a:ext>
            </a:extLst>
          </p:cNvPr>
          <p:cNvSpPr>
            <a:spLocks noGrp="1" noChangeArrowheads="1"/>
          </p:cNvSpPr>
          <p:nvPr>
            <p:ph type="sldNum" sz="quarter" idx="12"/>
          </p:nvPr>
        </p:nvSpPr>
        <p:spPr>
          <a:ln/>
        </p:spPr>
        <p:txBody>
          <a:bodyPr/>
          <a:lstStyle>
            <a:lvl1pPr>
              <a:defRPr/>
            </a:lvl1pPr>
          </a:lstStyle>
          <a:p>
            <a:pPr>
              <a:defRPr/>
            </a:pPr>
            <a:fld id="{CF93420B-8041-4D3D-93D8-54C275E5D69C}" type="slidenum">
              <a:rPr lang="en-US" altLang="en-US"/>
              <a:pPr>
                <a:defRPr/>
              </a:pPr>
              <a:t>‹#›</a:t>
            </a:fld>
            <a:endParaRPr lang="en-US" altLang="en-US"/>
          </a:p>
        </p:txBody>
      </p:sp>
    </p:spTree>
    <p:extLst>
      <p:ext uri="{BB962C8B-B14F-4D97-AF65-F5344CB8AC3E}">
        <p14:creationId xmlns:p14="http://schemas.microsoft.com/office/powerpoint/2010/main" val="19868746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F1233EAA-FE0D-16D3-E0BB-31012D22AADB}"/>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9022869A-4F6C-22EA-A133-900F0E97A09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C48D09BB-467D-84A0-393F-CF8059730131}"/>
              </a:ext>
            </a:extLst>
          </p:cNvPr>
          <p:cNvSpPr>
            <a:spLocks noGrp="1" noChangeArrowheads="1"/>
          </p:cNvSpPr>
          <p:nvPr>
            <p:ph type="sldNum" sz="quarter" idx="12"/>
          </p:nvPr>
        </p:nvSpPr>
        <p:spPr>
          <a:ln/>
        </p:spPr>
        <p:txBody>
          <a:bodyPr/>
          <a:lstStyle>
            <a:lvl1pPr>
              <a:defRPr/>
            </a:lvl1pPr>
          </a:lstStyle>
          <a:p>
            <a:pPr>
              <a:defRPr/>
            </a:pPr>
            <a:fld id="{B763CF78-DD26-4152-8E25-0B24DC223986}" type="slidenum">
              <a:rPr lang="en-US" altLang="en-US"/>
              <a:pPr>
                <a:defRPr/>
              </a:pPr>
              <a:t>‹#›</a:t>
            </a:fld>
            <a:endParaRPr lang="en-US" altLang="en-US"/>
          </a:p>
        </p:txBody>
      </p:sp>
    </p:spTree>
    <p:extLst>
      <p:ext uri="{BB962C8B-B14F-4D97-AF65-F5344CB8AC3E}">
        <p14:creationId xmlns:p14="http://schemas.microsoft.com/office/powerpoint/2010/main" val="23379607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3C0AA58D-3D73-85FF-BAE0-72E5AC7CEA6B}"/>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20D8410D-C53B-C097-B132-B75AE22572F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A4C434BC-D454-B155-0367-EFCD6F665795}"/>
              </a:ext>
            </a:extLst>
          </p:cNvPr>
          <p:cNvSpPr>
            <a:spLocks noGrp="1" noChangeArrowheads="1"/>
          </p:cNvSpPr>
          <p:nvPr>
            <p:ph type="sldNum" sz="quarter" idx="12"/>
          </p:nvPr>
        </p:nvSpPr>
        <p:spPr>
          <a:ln/>
        </p:spPr>
        <p:txBody>
          <a:bodyPr/>
          <a:lstStyle>
            <a:lvl1pPr>
              <a:defRPr/>
            </a:lvl1pPr>
          </a:lstStyle>
          <a:p>
            <a:pPr>
              <a:defRPr/>
            </a:pPr>
            <a:fld id="{C1FE4EA1-3F14-4E85-9A4D-258D5092ECF4}" type="slidenum">
              <a:rPr lang="en-US" altLang="en-US"/>
              <a:pPr>
                <a:defRPr/>
              </a:pPr>
              <a:t>‹#›</a:t>
            </a:fld>
            <a:endParaRPr lang="en-US" altLang="en-US"/>
          </a:p>
        </p:txBody>
      </p:sp>
    </p:spTree>
    <p:extLst>
      <p:ext uri="{BB962C8B-B14F-4D97-AF65-F5344CB8AC3E}">
        <p14:creationId xmlns:p14="http://schemas.microsoft.com/office/powerpoint/2010/main" val="283263702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B3CB01D9-E041-2778-7586-4C9FECAE78A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5C7B72B5-5E55-CF20-7630-C394058D3D4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C0256243-A5A0-EE1E-74A7-1551BA89111C}"/>
              </a:ext>
            </a:extLst>
          </p:cNvPr>
          <p:cNvSpPr>
            <a:spLocks noGrp="1" noChangeArrowheads="1"/>
          </p:cNvSpPr>
          <p:nvPr>
            <p:ph type="sldNum" sz="quarter" idx="12"/>
          </p:nvPr>
        </p:nvSpPr>
        <p:spPr>
          <a:ln/>
        </p:spPr>
        <p:txBody>
          <a:bodyPr/>
          <a:lstStyle>
            <a:lvl1pPr>
              <a:defRPr/>
            </a:lvl1pPr>
          </a:lstStyle>
          <a:p>
            <a:pPr>
              <a:defRPr/>
            </a:pPr>
            <a:fld id="{3E9982AC-51B3-4DF8-B5A3-68380E3E0600}" type="slidenum">
              <a:rPr lang="en-US" altLang="en-US"/>
              <a:pPr>
                <a:defRPr/>
              </a:pPr>
              <a:t>‹#›</a:t>
            </a:fld>
            <a:endParaRPr lang="en-US" altLang="en-US"/>
          </a:p>
        </p:txBody>
      </p:sp>
    </p:spTree>
    <p:extLst>
      <p:ext uri="{BB962C8B-B14F-4D97-AF65-F5344CB8AC3E}">
        <p14:creationId xmlns:p14="http://schemas.microsoft.com/office/powerpoint/2010/main" val="14158033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381000"/>
            <a:ext cx="2057400"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381000"/>
            <a:ext cx="6019800"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4EFD83D8-E3E8-0287-C3CB-721017F76189}"/>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97E8DAF5-EFC0-FB23-BC44-553F662C7A9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A39B903F-9F48-8A97-637A-58253B006BA0}"/>
              </a:ext>
            </a:extLst>
          </p:cNvPr>
          <p:cNvSpPr>
            <a:spLocks noGrp="1" noChangeArrowheads="1"/>
          </p:cNvSpPr>
          <p:nvPr>
            <p:ph type="sldNum" sz="quarter" idx="12"/>
          </p:nvPr>
        </p:nvSpPr>
        <p:spPr>
          <a:ln/>
        </p:spPr>
        <p:txBody>
          <a:bodyPr/>
          <a:lstStyle>
            <a:lvl1pPr>
              <a:defRPr/>
            </a:lvl1pPr>
          </a:lstStyle>
          <a:p>
            <a:pPr>
              <a:defRPr/>
            </a:pPr>
            <a:fld id="{AE22F4DC-6129-450D-97F5-98C3F6A38049}" type="slidenum">
              <a:rPr lang="en-US" altLang="en-US"/>
              <a:pPr>
                <a:defRPr/>
              </a:pPr>
              <a:t>‹#›</a:t>
            </a:fld>
            <a:endParaRPr lang="en-US" altLang="en-US"/>
          </a:p>
        </p:txBody>
      </p:sp>
    </p:spTree>
    <p:extLst>
      <p:ext uri="{BB962C8B-B14F-4D97-AF65-F5344CB8AC3E}">
        <p14:creationId xmlns:p14="http://schemas.microsoft.com/office/powerpoint/2010/main" val="85054990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457200" y="381000"/>
            <a:ext cx="8229600" cy="1371600"/>
          </a:xfrm>
        </p:spPr>
        <p:txBody>
          <a:bodyPr/>
          <a:lstStyle/>
          <a:p>
            <a:r>
              <a:rPr lang="en-US"/>
              <a:t>Click to edit Master title style</a:t>
            </a:r>
          </a:p>
        </p:txBody>
      </p:sp>
      <p:sp>
        <p:nvSpPr>
          <p:cNvPr id="3" name="Content Placeholder 2"/>
          <p:cNvSpPr>
            <a:spLocks noGrp="1"/>
          </p:cNvSpPr>
          <p:nvPr>
            <p:ph sz="quarter" idx="1"/>
          </p:nvPr>
        </p:nvSpPr>
        <p:spPr>
          <a:xfrm>
            <a:off x="457200" y="1981200"/>
            <a:ext cx="40386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981200"/>
            <a:ext cx="40386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57200" y="4114800"/>
            <a:ext cx="40386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8200" y="4114800"/>
            <a:ext cx="40386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50CF07C8-33A4-4EC9-E25C-A8C63B34BD82}"/>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1C6B816D-6034-B634-145A-89F116B0538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5D781AF5-F354-58F4-7707-A2C44FA63312}"/>
              </a:ext>
            </a:extLst>
          </p:cNvPr>
          <p:cNvSpPr>
            <a:spLocks noGrp="1" noChangeArrowheads="1"/>
          </p:cNvSpPr>
          <p:nvPr>
            <p:ph type="sldNum" sz="quarter" idx="12"/>
          </p:nvPr>
        </p:nvSpPr>
        <p:spPr>
          <a:ln/>
        </p:spPr>
        <p:txBody>
          <a:bodyPr/>
          <a:lstStyle>
            <a:lvl1pPr>
              <a:defRPr/>
            </a:lvl1pPr>
          </a:lstStyle>
          <a:p>
            <a:pPr>
              <a:defRPr/>
            </a:pPr>
            <a:fld id="{785389F3-8A6C-4167-B3C9-8FD936613E75}" type="slidenum">
              <a:rPr lang="en-US" altLang="en-US"/>
              <a:pPr>
                <a:defRPr/>
              </a:pPr>
              <a:t>‹#›</a:t>
            </a:fld>
            <a:endParaRPr lang="en-US" altLang="en-US"/>
          </a:p>
        </p:txBody>
      </p:sp>
    </p:spTree>
    <p:extLst>
      <p:ext uri="{BB962C8B-B14F-4D97-AF65-F5344CB8AC3E}">
        <p14:creationId xmlns:p14="http://schemas.microsoft.com/office/powerpoint/2010/main" val="30866968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371600"/>
          </a:xfrm>
        </p:spPr>
        <p:txBody>
          <a:bodyPr/>
          <a:lstStyle/>
          <a:p>
            <a:r>
              <a:rPr lang="en-US"/>
              <a:t>Click to edit Master title style</a:t>
            </a:r>
          </a:p>
        </p:txBody>
      </p:sp>
      <p:sp>
        <p:nvSpPr>
          <p:cNvPr id="3" name="Text Placeholder 2"/>
          <p:cNvSpPr>
            <a:spLocks noGrp="1"/>
          </p:cNvSpPr>
          <p:nvPr>
            <p:ph type="body" sz="half" idx="1"/>
          </p:nvPr>
        </p:nvSpPr>
        <p:spPr>
          <a:xfrm>
            <a:off x="457200" y="1981200"/>
            <a:ext cx="40386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40386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86D8FBD7-0DBB-ED41-3D67-56BD101308AF}"/>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B85FA867-A868-FCC3-DB87-B38CE1B9D08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DA654AEE-BE45-E57E-E808-D705DA674053}"/>
              </a:ext>
            </a:extLst>
          </p:cNvPr>
          <p:cNvSpPr>
            <a:spLocks noGrp="1" noChangeArrowheads="1"/>
          </p:cNvSpPr>
          <p:nvPr>
            <p:ph type="sldNum" sz="quarter" idx="12"/>
          </p:nvPr>
        </p:nvSpPr>
        <p:spPr>
          <a:ln/>
        </p:spPr>
        <p:txBody>
          <a:bodyPr/>
          <a:lstStyle>
            <a:lvl1pPr>
              <a:defRPr/>
            </a:lvl1pPr>
          </a:lstStyle>
          <a:p>
            <a:pPr>
              <a:defRPr/>
            </a:pPr>
            <a:fld id="{CAAA32AB-CBBE-4348-9236-0429202E641D}" type="slidenum">
              <a:rPr lang="en-US" altLang="en-US"/>
              <a:pPr>
                <a:defRPr/>
              </a:pPr>
              <a:t>‹#›</a:t>
            </a:fld>
            <a:endParaRPr lang="en-US" altLang="en-US"/>
          </a:p>
        </p:txBody>
      </p:sp>
    </p:spTree>
    <p:extLst>
      <p:ext uri="{BB962C8B-B14F-4D97-AF65-F5344CB8AC3E}">
        <p14:creationId xmlns:p14="http://schemas.microsoft.com/office/powerpoint/2010/main" val="2395225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1.jpe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2CAAE0F-70E1-4D12-B5E2-9CFA9E9E61C3}" type="slidenum">
              <a:rPr lang="en-US" altLang="en-US" smtClean="0"/>
              <a:pPr/>
              <a:t>‹#›</a:t>
            </a:fld>
            <a:endParaRPr lang="en-US" altLang="en-US"/>
          </a:p>
        </p:txBody>
      </p:sp>
    </p:spTree>
    <p:extLst>
      <p:ext uri="{BB962C8B-B14F-4D97-AF65-F5344CB8AC3E}">
        <p14:creationId xmlns:p14="http://schemas.microsoft.com/office/powerpoint/2010/main" val="748345162"/>
      </p:ext>
    </p:extLst>
  </p:cSld>
  <p:clrMap bg1="lt1" tx1="dk1" bg2="lt2" tx2="dk2" accent1="accent1" accent2="accent2" accent3="accent3" accent4="accent4" accent5="accent5" accent6="accent6" hlink="hlink" folHlink="folHlink"/>
  <p:sldLayoutIdLst>
    <p:sldLayoutId id="2147483862" r:id="rId1"/>
    <p:sldLayoutId id="2147483863" r:id="rId2"/>
    <p:sldLayoutId id="2147483864" r:id="rId3"/>
    <p:sldLayoutId id="2147483865" r:id="rId4"/>
    <p:sldLayoutId id="2147483866" r:id="rId5"/>
    <p:sldLayoutId id="2147483867" r:id="rId6"/>
    <p:sldLayoutId id="2147483868" r:id="rId7"/>
    <p:sldLayoutId id="2147483869" r:id="rId8"/>
    <p:sldLayoutId id="2147483870" r:id="rId9"/>
    <p:sldLayoutId id="2147483871" r:id="rId10"/>
    <p:sldLayoutId id="2147483872" r:id="rId11"/>
    <p:sldLayoutId id="2147483873"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15">
            <a:duotone>
              <a:schemeClr val="bg1"/>
              <a:srgbClr val="FFFFFF"/>
            </a:duotone>
          </a:blip>
          <a:srcRect/>
          <a:stretch>
            <a:fillRect/>
          </a:stretch>
        </a:blipFill>
        <a:effectLst/>
      </p:bgPr>
    </p:bg>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44089767-4740-689C-7379-724B55D9124C}"/>
              </a:ext>
            </a:extLst>
          </p:cNvPr>
          <p:cNvSpPr>
            <a:spLocks noGrp="1" noChangeArrowheads="1"/>
          </p:cNvSpPr>
          <p:nvPr>
            <p:ph type="title"/>
          </p:nvPr>
        </p:nvSpPr>
        <p:spPr bwMode="auto">
          <a:xfrm>
            <a:off x="457200" y="381000"/>
            <a:ext cx="8229600" cy="13716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84995" name="Rectangle 3">
            <a:extLst>
              <a:ext uri="{FF2B5EF4-FFF2-40B4-BE49-F238E27FC236}">
                <a16:creationId xmlns:a16="http://schemas.microsoft.com/office/drawing/2014/main" id="{D6EA33E7-B77A-D83C-85B9-8419D9B5D323}"/>
              </a:ext>
            </a:extLst>
          </p:cNvPr>
          <p:cNvSpPr>
            <a:spLocks noGrp="1" noChangeArrowheads="1"/>
          </p:cNvSpPr>
          <p:nvPr>
            <p:ph type="body" idx="1"/>
          </p:nvPr>
        </p:nvSpPr>
        <p:spPr bwMode="auto">
          <a:xfrm>
            <a:off x="457200" y="1981200"/>
            <a:ext cx="82296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4996" name="Rectangle 4">
            <a:extLst>
              <a:ext uri="{FF2B5EF4-FFF2-40B4-BE49-F238E27FC236}">
                <a16:creationId xmlns:a16="http://schemas.microsoft.com/office/drawing/2014/main" id="{AB068C30-5754-486A-D85C-30FD2DFEE7DB}"/>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400">
                <a:effectLst>
                  <a:outerShdw blurRad="38100" dist="38100" dir="2700000" algn="tl">
                    <a:srgbClr val="000000"/>
                  </a:outerShdw>
                </a:effectLst>
                <a:latin typeface="Arial" charset="0"/>
              </a:defRPr>
            </a:lvl1pPr>
          </a:lstStyle>
          <a:p>
            <a:pPr>
              <a:defRPr/>
            </a:pPr>
            <a:endParaRPr lang="en-US"/>
          </a:p>
        </p:txBody>
      </p:sp>
      <p:sp>
        <p:nvSpPr>
          <p:cNvPr id="84997" name="Rectangle 5">
            <a:extLst>
              <a:ext uri="{FF2B5EF4-FFF2-40B4-BE49-F238E27FC236}">
                <a16:creationId xmlns:a16="http://schemas.microsoft.com/office/drawing/2014/main" id="{9BD2919E-6C17-1B05-9C64-CE5962EE9DE3}"/>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effectLst>
                  <a:outerShdw blurRad="38100" dist="38100" dir="2700000" algn="tl">
                    <a:srgbClr val="000000"/>
                  </a:outerShdw>
                </a:effectLst>
                <a:latin typeface="Arial" charset="0"/>
              </a:defRPr>
            </a:lvl1pPr>
          </a:lstStyle>
          <a:p>
            <a:pPr>
              <a:defRPr/>
            </a:pPr>
            <a:endParaRPr lang="en-US"/>
          </a:p>
        </p:txBody>
      </p:sp>
      <p:sp>
        <p:nvSpPr>
          <p:cNvPr id="84998" name="Rectangle 6">
            <a:extLst>
              <a:ext uri="{FF2B5EF4-FFF2-40B4-BE49-F238E27FC236}">
                <a16:creationId xmlns:a16="http://schemas.microsoft.com/office/drawing/2014/main" id="{0BEFBFD3-2BC1-C15A-4078-00924ABBA1D5}"/>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400">
                <a:effectLst>
                  <a:outerShdw blurRad="38100" dist="38100" dir="2700000" algn="tl">
                    <a:srgbClr val="000000"/>
                  </a:outerShdw>
                </a:effectLst>
                <a:latin typeface="Arial" panose="020B0604020202020204" pitchFamily="34" charset="0"/>
              </a:defRPr>
            </a:lvl1pPr>
          </a:lstStyle>
          <a:p>
            <a:pPr>
              <a:defRPr/>
            </a:pPr>
            <a:fld id="{F4B70894-6CC1-45A7-8015-C2E765490466}" type="slidenum">
              <a:rPr lang="en-US" altLang="en-US"/>
              <a:pPr>
                <a:defRPr/>
              </a:pPr>
              <a:t>‹#›</a:t>
            </a:fld>
            <a:endParaRPr lang="en-US" altLang="en-US"/>
          </a:p>
        </p:txBody>
      </p:sp>
    </p:spTree>
    <p:extLst>
      <p:ext uri="{BB962C8B-B14F-4D97-AF65-F5344CB8AC3E}">
        <p14:creationId xmlns:p14="http://schemas.microsoft.com/office/powerpoint/2010/main" val="2558498101"/>
      </p:ext>
    </p:extLst>
  </p:cSld>
  <p:clrMap bg1="dk2" tx1="lt1" bg2="dk1" tx2="lt2" accent1="accent1" accent2="accent2" accent3="accent3" accent4="accent4" accent5="accent5" accent6="accent6" hlink="hlink" folHlink="folHlink"/>
  <p:sldLayoutIdLst>
    <p:sldLayoutId id="2147483875" r:id="rId1"/>
    <p:sldLayoutId id="2147483876" r:id="rId2"/>
    <p:sldLayoutId id="2147483877" r:id="rId3"/>
    <p:sldLayoutId id="2147483878" r:id="rId4"/>
    <p:sldLayoutId id="2147483879" r:id="rId5"/>
    <p:sldLayoutId id="2147483880" r:id="rId6"/>
    <p:sldLayoutId id="2147483881" r:id="rId7"/>
    <p:sldLayoutId id="2147483882" r:id="rId8"/>
    <p:sldLayoutId id="2147483883" r:id="rId9"/>
    <p:sldLayoutId id="2147483884" r:id="rId10"/>
    <p:sldLayoutId id="2147483885" r:id="rId11"/>
    <p:sldLayoutId id="2147483886" r:id="rId12"/>
    <p:sldLayoutId id="2147483887" r:id="rId13"/>
  </p:sldLayoutIdLst>
  <p:txStyles>
    <p:title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Tahoma" pitchFamily="34"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Tahoma" pitchFamily="34"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Tahoma" pitchFamily="34"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Tahoma" pitchFamily="34"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Tahoma" pitchFamily="34"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Tahoma" pitchFamily="34"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Tahoma" pitchFamily="34"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Tahoma" pitchFamily="34" charset="0"/>
        </a:defRPr>
      </a:lvl9pPr>
    </p:titleStyle>
    <p:bodyStyle>
      <a:lvl1pPr marL="342900" indent="-342900" algn="l" rtl="0" eaLnBrk="0" fontAlgn="base" hangingPunct="0">
        <a:spcBef>
          <a:spcPct val="20000"/>
        </a:spcBef>
        <a:spcAft>
          <a:spcPct val="0"/>
        </a:spcAft>
        <a:buClr>
          <a:schemeClr val="hlink"/>
        </a:buClr>
        <a:buSzPct val="65000"/>
        <a:buFont typeface="Wingdings" panose="05000000000000000000"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65000"/>
        <a:buFont typeface="Wingdings" panose="05000000000000000000" pitchFamily="2" charset="2"/>
        <a:buChar char="n"/>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n"/>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lr>
          <a:schemeClr val="folHlink"/>
        </a:buClr>
        <a:buSzPct val="65000"/>
        <a:buFont typeface="Wingdings" panose="05000000000000000000" pitchFamily="2" charset="2"/>
        <a:buChar char="n"/>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hlink"/>
        </a:buClr>
        <a:buSzPct val="65000"/>
        <a:buFont typeface="Wingdings" pitchFamily="2" charset="2"/>
        <a:buChar char="n"/>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hlink"/>
        </a:buClr>
        <a:buSzPct val="65000"/>
        <a:buFont typeface="Wingdings" pitchFamily="2" charset="2"/>
        <a:buChar char="n"/>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hlink"/>
        </a:buClr>
        <a:buSzPct val="65000"/>
        <a:buFont typeface="Wingdings" pitchFamily="2" charset="2"/>
        <a:buChar char="n"/>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hlink"/>
        </a:buClr>
        <a:buSzPct val="65000"/>
        <a:buFont typeface="Wingdings" pitchFamily="2" charset="2"/>
        <a:buChar char="n"/>
        <a:defRPr sz="2000">
          <a:solidFill>
            <a:schemeClr val="tx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hyperlink" Target="http://www.google.com/url?sa=i&amp;rct=j&amp;q=&amp;esrc=s&amp;frm=1&amp;source=images&amp;cd=&amp;cad=rja&amp;docid=zpU1mbJTlXndJM&amp;tbnid=LqeJGENBp9JCLM:&amp;ved=0CAUQjRw&amp;url=http://faculty.stcc.edu/AandP/AP/AP2pages/reprod/male.htm&amp;ei=akhVUvubF_bd4APcnoHgAw&amp;bvm=bv.53760139,d.dmg&amp;psig=AFQjCNFDuyt8v7_qLWUqA25uEMBZpYp4Cw&amp;ust=1381407033264516"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www.youtube.com/watch?v=HPH4bVKaU4Y"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hyperlink" Target="http://www.google.com/url?sa=i&amp;rct=j&amp;q=&amp;esrc=s&amp;frm=1&amp;source=images&amp;cd=&amp;cad=rja&amp;docid=zpU1mbJTlXndJM&amp;tbnid=LqeJGENBp9JCLM:&amp;ved=0CAUQjRw&amp;url=http://faculty.stcc.edu/AandP/AP/AP2pages/reprod/male.htm&amp;ei=akhVUvubF_bd4APcnoHgAw&amp;bvm=bv.53760139,d.dmg&amp;psig=AFQjCNFDuyt8v7_qLWUqA25uEMBZpYp4Cw&amp;ust=1381407033264516"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slide" Target="slide18.xml"/><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slide" Target="slide59.xml"/><Relationship Id="rId2" Type="http://schemas.openxmlformats.org/officeDocument/2006/relationships/notesSlide" Target="../notesSlides/notesSlide2.xml"/><Relationship Id="rId1" Type="http://schemas.openxmlformats.org/officeDocument/2006/relationships/slideLayout" Target="../slideLayouts/slideLayout14.xml"/><Relationship Id="rId4" Type="http://schemas.openxmlformats.org/officeDocument/2006/relationships/slide" Target="slide13.xml"/></Relationships>
</file>

<file path=ppt/slides/_rels/slide13.xml.rels><?xml version="1.0" encoding="UTF-8" standalone="yes"?>
<Relationships xmlns="http://schemas.openxmlformats.org/package/2006/relationships"><Relationship Id="rId3" Type="http://schemas.openxmlformats.org/officeDocument/2006/relationships/slide" Target="slide59.xml"/><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slide" Target="slide14.xml"/></Relationships>
</file>

<file path=ppt/slides/_rels/slide14.xml.rels><?xml version="1.0" encoding="UTF-8" standalone="yes"?>
<Relationships xmlns="http://schemas.openxmlformats.org/package/2006/relationships"><Relationship Id="rId3" Type="http://schemas.openxmlformats.org/officeDocument/2006/relationships/slide" Target="slide59.xml"/><Relationship Id="rId2" Type="http://schemas.openxmlformats.org/officeDocument/2006/relationships/notesSlide" Target="../notesSlides/notesSlide4.xml"/><Relationship Id="rId1" Type="http://schemas.openxmlformats.org/officeDocument/2006/relationships/slideLayout" Target="../slideLayouts/slideLayout25.xml"/><Relationship Id="rId5" Type="http://schemas.openxmlformats.org/officeDocument/2006/relationships/image" Target="../media/image7.png"/><Relationship Id="rId4" Type="http://schemas.openxmlformats.org/officeDocument/2006/relationships/slide" Target="slide18.xml"/></Relationships>
</file>

<file path=ppt/slides/_rels/slide15.xml.rels><?xml version="1.0" encoding="UTF-8" standalone="yes"?>
<Relationships xmlns="http://schemas.openxmlformats.org/package/2006/relationships"><Relationship Id="rId3" Type="http://schemas.openxmlformats.org/officeDocument/2006/relationships/slide" Target="slide59.xml"/><Relationship Id="rId2" Type="http://schemas.openxmlformats.org/officeDocument/2006/relationships/notesSlide" Target="../notesSlides/notesSlide5.xml"/><Relationship Id="rId1" Type="http://schemas.openxmlformats.org/officeDocument/2006/relationships/slideLayout" Target="../slideLayouts/slideLayout14.xml"/><Relationship Id="rId5" Type="http://schemas.openxmlformats.org/officeDocument/2006/relationships/slide" Target="slide17.xml"/><Relationship Id="rId4" Type="http://schemas.openxmlformats.org/officeDocument/2006/relationships/slide" Target="slide18.xml"/></Relationships>
</file>

<file path=ppt/slides/_rels/slide16.xml.rels><?xml version="1.0" encoding="UTF-8" standalone="yes"?>
<Relationships xmlns="http://schemas.openxmlformats.org/package/2006/relationships"><Relationship Id="rId3" Type="http://schemas.openxmlformats.org/officeDocument/2006/relationships/slide" Target="slide18.xml"/><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slide" Target="slide59.xml"/><Relationship Id="rId2" Type="http://schemas.openxmlformats.org/officeDocument/2006/relationships/notesSlide" Target="../notesSlides/notesSlide7.xml"/><Relationship Id="rId1" Type="http://schemas.openxmlformats.org/officeDocument/2006/relationships/slideLayout" Target="../slideLayouts/slideLayout14.xml"/><Relationship Id="rId5" Type="http://schemas.openxmlformats.org/officeDocument/2006/relationships/slide" Target="slide17.xml"/><Relationship Id="rId4" Type="http://schemas.openxmlformats.org/officeDocument/2006/relationships/slide" Target="slide18.xml"/></Relationships>
</file>

<file path=ppt/slides/_rels/slide18.xml.rels><?xml version="1.0" encoding="UTF-8" standalone="yes"?>
<Relationships xmlns="http://schemas.openxmlformats.org/package/2006/relationships"><Relationship Id="rId3" Type="http://schemas.openxmlformats.org/officeDocument/2006/relationships/slide" Target="slide59.xml"/><Relationship Id="rId2" Type="http://schemas.openxmlformats.org/officeDocument/2006/relationships/notesSlide" Target="../notesSlides/notesSlide8.xml"/><Relationship Id="rId1" Type="http://schemas.openxmlformats.org/officeDocument/2006/relationships/slideLayout" Target="../slideLayouts/slideLayout14.xml"/><Relationship Id="rId4" Type="http://schemas.openxmlformats.org/officeDocument/2006/relationships/slide" Target="slide18.xml"/></Relationships>
</file>

<file path=ppt/slides/_rels/slide19.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notesSlide" Target="../notesSlides/notesSlide9.xml"/><Relationship Id="rId1" Type="http://schemas.openxmlformats.org/officeDocument/2006/relationships/slideLayout" Target="../slideLayouts/slideLayout14.xml"/><Relationship Id="rId4" Type="http://schemas.openxmlformats.org/officeDocument/2006/relationships/slide" Target="slide18.xml"/></Relationships>
</file>

<file path=ppt/slides/_rels/slide20.xml.rels><?xml version="1.0" encoding="UTF-8" standalone="yes"?>
<Relationships xmlns="http://schemas.openxmlformats.org/package/2006/relationships"><Relationship Id="rId3" Type="http://schemas.openxmlformats.org/officeDocument/2006/relationships/slide" Target="slide18.xml"/><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notesSlide" Target="../notesSlides/notesSlide11.xml"/><Relationship Id="rId1" Type="http://schemas.openxmlformats.org/officeDocument/2006/relationships/slideLayout" Target="../slideLayouts/slideLayout14.xml"/><Relationship Id="rId4" Type="http://schemas.openxmlformats.org/officeDocument/2006/relationships/slide" Target="slide22.xml"/></Relationships>
</file>

<file path=ppt/slides/_rels/slide22.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notesSlide" Target="../notesSlides/notesSlide12.xml"/><Relationship Id="rId1" Type="http://schemas.openxmlformats.org/officeDocument/2006/relationships/slideLayout" Target="../slideLayouts/slideLayout14.xml"/><Relationship Id="rId4" Type="http://schemas.openxmlformats.org/officeDocument/2006/relationships/slide" Target="slide23.xml"/></Relationships>
</file>

<file path=ppt/slides/_rels/slide23.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notesSlide" Target="../notesSlides/notesSlide13.xml"/><Relationship Id="rId1" Type="http://schemas.openxmlformats.org/officeDocument/2006/relationships/slideLayout" Target="../slideLayouts/slideLayout14.xml"/><Relationship Id="rId4" Type="http://schemas.openxmlformats.org/officeDocument/2006/relationships/slide" Target="slide1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www.medicinenet.com/script/main/art.asp?articlekey=24721"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slide" Target="slide56.xml"/><Relationship Id="rId2" Type="http://schemas.openxmlformats.org/officeDocument/2006/relationships/notesSlide" Target="../notesSlides/notesSlide15.xml"/><Relationship Id="rId1" Type="http://schemas.openxmlformats.org/officeDocument/2006/relationships/slideLayout" Target="../slideLayouts/slideLayout14.xml"/><Relationship Id="rId4" Type="http://schemas.openxmlformats.org/officeDocument/2006/relationships/slide" Target="slide42.xml"/></Relationships>
</file>

<file path=ppt/slides/_rels/slide4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5.xml"/><Relationship Id="rId4" Type="http://schemas.openxmlformats.org/officeDocument/2006/relationships/slide" Target="slide43.xml"/></Relationships>
</file>

<file path=ppt/slides/_rels/slide43.xml.rels><?xml version="1.0" encoding="UTF-8" standalone="yes"?>
<Relationships xmlns="http://schemas.openxmlformats.org/package/2006/relationships"><Relationship Id="rId3" Type="http://schemas.openxmlformats.org/officeDocument/2006/relationships/slide" Target="slide44.xml"/><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8.xml"/><Relationship Id="rId1" Type="http://schemas.openxmlformats.org/officeDocument/2006/relationships/slideLayout" Target="../slideLayouts/slideLayout14.xml"/><Relationship Id="rId4" Type="http://schemas.openxmlformats.org/officeDocument/2006/relationships/slide" Target="slide45.xml"/></Relationships>
</file>

<file path=ppt/slides/_rels/slide45.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9.xml"/><Relationship Id="rId1" Type="http://schemas.openxmlformats.org/officeDocument/2006/relationships/slideLayout" Target="../slideLayouts/slideLayout14.xml"/><Relationship Id="rId4" Type="http://schemas.openxmlformats.org/officeDocument/2006/relationships/slide" Target="slide3.xml"/></Relationships>
</file>

<file path=ppt/slides/_rels/slide46.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24.xml"/><Relationship Id="rId1" Type="http://schemas.openxmlformats.org/officeDocument/2006/relationships/slideLayout" Target="../slideLayouts/slideLayout14.xml"/><Relationship Id="rId4" Type="http://schemas.openxmlformats.org/officeDocument/2006/relationships/slide" Target="slide3.xml"/></Relationships>
</file>

<file path=ppt/slides/_rels/slide51.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25.xml"/><Relationship Id="rId1" Type="http://schemas.openxmlformats.org/officeDocument/2006/relationships/slideLayout" Target="../slideLayouts/slideLayout14.xml"/><Relationship Id="rId4" Type="http://schemas.openxmlformats.org/officeDocument/2006/relationships/slide" Target="slide3.xml"/></Relationships>
</file>

<file path=ppt/slides/_rels/slide52.xml.rels><?xml version="1.0" encoding="UTF-8" standalone="yes"?>
<Relationships xmlns="http://schemas.openxmlformats.org/package/2006/relationships"><Relationship Id="rId3" Type="http://schemas.openxmlformats.org/officeDocument/2006/relationships/slide" Target="slide53.xml"/><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27.xml"/><Relationship Id="rId1" Type="http://schemas.openxmlformats.org/officeDocument/2006/relationships/slideLayout" Target="../slideLayouts/slideLayout14.xml"/><Relationship Id="rId4" Type="http://schemas.openxmlformats.org/officeDocument/2006/relationships/slide" Target="slide18.xml"/></Relationships>
</file>

<file path=ppt/slides/_rels/slide5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jpe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609600" y="609600"/>
            <a:ext cx="7772400" cy="1736725"/>
          </a:xfrm>
        </p:spPr>
        <p:txBody>
          <a:bodyPr>
            <a:normAutofit/>
          </a:bodyPr>
          <a:lstStyle/>
          <a:p>
            <a:pPr eaLnBrk="1" fontAlgn="auto" hangingPunct="1">
              <a:spcAft>
                <a:spcPts val="0"/>
              </a:spcAft>
              <a:defRPr/>
            </a:pPr>
            <a:r>
              <a:rPr lang="en-US" altLang="en-US" sz="5400">
                <a:latin typeface="Tahoma" pitchFamily="34" charset="0"/>
              </a:rPr>
              <a:t>The Body’s Reproductive</a:t>
            </a:r>
            <a:br>
              <a:rPr lang="en-US" altLang="en-US" sz="5400">
                <a:latin typeface="Tahoma" pitchFamily="34" charset="0"/>
              </a:rPr>
            </a:br>
            <a:r>
              <a:rPr lang="en-US" altLang="en-US" sz="5400">
                <a:latin typeface="Tahoma" pitchFamily="34" charset="0"/>
              </a:rPr>
              <a:t>System</a:t>
            </a:r>
          </a:p>
        </p:txBody>
      </p:sp>
      <p:pic>
        <p:nvPicPr>
          <p:cNvPr id="5123" name="Picture 4" descr="maleOrgan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3200400"/>
            <a:ext cx="2870200" cy="285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4" name="Picture 5" descr="femaleOrgan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1600" y="3200400"/>
            <a:ext cx="2833688" cy="284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856BD-A85C-3E41-A807-52487C91199D}"/>
              </a:ext>
            </a:extLst>
          </p:cNvPr>
          <p:cNvSpPr>
            <a:spLocks noGrp="1"/>
          </p:cNvSpPr>
          <p:nvPr>
            <p:ph type="title"/>
          </p:nvPr>
        </p:nvSpPr>
        <p:spPr/>
        <p:txBody>
          <a:bodyPr/>
          <a:lstStyle/>
          <a:p>
            <a:r>
              <a:rPr lang="en-US" b="1" dirty="0"/>
              <a:t>Learning Outcomes </a:t>
            </a:r>
          </a:p>
        </p:txBody>
      </p:sp>
      <p:sp>
        <p:nvSpPr>
          <p:cNvPr id="3" name="Content Placeholder 2">
            <a:extLst>
              <a:ext uri="{FF2B5EF4-FFF2-40B4-BE49-F238E27FC236}">
                <a16:creationId xmlns:a16="http://schemas.microsoft.com/office/drawing/2014/main" id="{B2E7F99F-0966-6F49-95FD-919969FE0A21}"/>
              </a:ext>
            </a:extLst>
          </p:cNvPr>
          <p:cNvSpPr>
            <a:spLocks noGrp="1"/>
          </p:cNvSpPr>
          <p:nvPr>
            <p:ph idx="1"/>
          </p:nvPr>
        </p:nvSpPr>
        <p:spPr/>
        <p:txBody>
          <a:bodyPr>
            <a:normAutofit/>
          </a:bodyPr>
          <a:lstStyle/>
          <a:p>
            <a:r>
              <a:rPr lang="en-US" sz="3200" dirty="0"/>
              <a:t>By the end of this lesson I will be able to:</a:t>
            </a:r>
          </a:p>
          <a:p>
            <a:pPr marL="0" indent="0">
              <a:buNone/>
            </a:pPr>
            <a:endParaRPr lang="en-US" sz="3200" dirty="0"/>
          </a:p>
          <a:p>
            <a:pPr lvl="1"/>
            <a:r>
              <a:rPr lang="en-US" sz="2800" dirty="0"/>
              <a:t>Label the male reproductive system </a:t>
            </a:r>
          </a:p>
          <a:p>
            <a:pPr lvl="1"/>
            <a:r>
              <a:rPr lang="en-US" sz="2800" dirty="0"/>
              <a:t>State the function of each structure in the male system</a:t>
            </a:r>
          </a:p>
          <a:p>
            <a:pPr lvl="1"/>
            <a:r>
              <a:rPr lang="en-US" sz="2800" dirty="0"/>
              <a:t>Describe two disorders that affect male reproductive systems </a:t>
            </a:r>
          </a:p>
        </p:txBody>
      </p:sp>
    </p:spTree>
    <p:extLst>
      <p:ext uri="{BB962C8B-B14F-4D97-AF65-F5344CB8AC3E}">
        <p14:creationId xmlns:p14="http://schemas.microsoft.com/office/powerpoint/2010/main" val="39295402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E4ABC-1275-1634-B734-3AA236841DA5}"/>
              </a:ext>
            </a:extLst>
          </p:cNvPr>
          <p:cNvSpPr>
            <a:spLocks noGrp="1"/>
          </p:cNvSpPr>
          <p:nvPr>
            <p:ph type="title"/>
          </p:nvPr>
        </p:nvSpPr>
        <p:spPr>
          <a:xfrm>
            <a:off x="628650" y="16565"/>
            <a:ext cx="7886700" cy="871330"/>
          </a:xfrm>
        </p:spPr>
        <p:txBody>
          <a:bodyPr>
            <a:normAutofit/>
          </a:bodyPr>
          <a:lstStyle/>
          <a:p>
            <a:r>
              <a:rPr lang="en-US" sz="3600" b="1" dirty="0">
                <a:latin typeface="+mn-lt"/>
              </a:rPr>
              <a:t>The function of the reproductive system</a:t>
            </a:r>
            <a:endParaRPr lang="en-AU" sz="3600" b="1" dirty="0">
              <a:latin typeface="+mn-lt"/>
            </a:endParaRPr>
          </a:p>
        </p:txBody>
      </p:sp>
      <p:sp>
        <p:nvSpPr>
          <p:cNvPr id="3" name="Content Placeholder 2">
            <a:extLst>
              <a:ext uri="{FF2B5EF4-FFF2-40B4-BE49-F238E27FC236}">
                <a16:creationId xmlns:a16="http://schemas.microsoft.com/office/drawing/2014/main" id="{3366B80C-0125-39DB-2C3F-87CC870E2009}"/>
              </a:ext>
            </a:extLst>
          </p:cNvPr>
          <p:cNvSpPr>
            <a:spLocks noGrp="1"/>
          </p:cNvSpPr>
          <p:nvPr>
            <p:ph idx="1"/>
          </p:nvPr>
        </p:nvSpPr>
        <p:spPr>
          <a:xfrm>
            <a:off x="314325" y="1905000"/>
            <a:ext cx="8515350" cy="4351338"/>
          </a:xfrm>
        </p:spPr>
        <p:txBody>
          <a:bodyPr>
            <a:normAutofit/>
          </a:bodyPr>
          <a:lstStyle/>
          <a:p>
            <a:pPr marL="0" indent="0" algn="l">
              <a:buNone/>
            </a:pPr>
            <a:r>
              <a:rPr lang="en-US" sz="3600" b="0" i="0" dirty="0">
                <a:solidFill>
                  <a:srgbClr val="212529"/>
                </a:solidFill>
                <a:effectLst/>
              </a:rPr>
              <a:t>Within the context of producing offspring, the reproductive system has four functions:</a:t>
            </a:r>
          </a:p>
          <a:p>
            <a:pPr algn="l">
              <a:buFont typeface="Arial" panose="020B0604020202020204" pitchFamily="34" charset="0"/>
              <a:buChar char="•"/>
            </a:pPr>
            <a:r>
              <a:rPr lang="en-US" sz="3600" b="0" i="0" dirty="0">
                <a:solidFill>
                  <a:srgbClr val="212529"/>
                </a:solidFill>
                <a:effectLst/>
              </a:rPr>
              <a:t>To produce egg and sperm cells</a:t>
            </a:r>
          </a:p>
          <a:p>
            <a:pPr algn="l">
              <a:buFont typeface="Arial" panose="020B0604020202020204" pitchFamily="34" charset="0"/>
              <a:buChar char="•"/>
            </a:pPr>
            <a:r>
              <a:rPr lang="en-US" sz="3600" b="0" i="0" dirty="0">
                <a:solidFill>
                  <a:srgbClr val="212529"/>
                </a:solidFill>
                <a:effectLst/>
              </a:rPr>
              <a:t>To transport and sustain these cells</a:t>
            </a:r>
          </a:p>
          <a:p>
            <a:pPr algn="l">
              <a:buFont typeface="Arial" panose="020B0604020202020204" pitchFamily="34" charset="0"/>
              <a:buChar char="•"/>
            </a:pPr>
            <a:r>
              <a:rPr lang="en-US" sz="3600" b="0" i="0" dirty="0">
                <a:solidFill>
                  <a:srgbClr val="212529"/>
                </a:solidFill>
                <a:effectLst/>
              </a:rPr>
              <a:t>To nurture the developing offspring</a:t>
            </a:r>
          </a:p>
          <a:p>
            <a:pPr algn="l">
              <a:buFont typeface="Arial" panose="020B0604020202020204" pitchFamily="34" charset="0"/>
              <a:buChar char="•"/>
            </a:pPr>
            <a:r>
              <a:rPr lang="en-US" sz="3600" b="0" i="0" dirty="0">
                <a:solidFill>
                  <a:srgbClr val="212529"/>
                </a:solidFill>
                <a:effectLst/>
              </a:rPr>
              <a:t>To produce hormones</a:t>
            </a:r>
          </a:p>
          <a:p>
            <a:pPr marL="0" indent="0">
              <a:buNone/>
            </a:pPr>
            <a:endParaRPr lang="en-AU" sz="3600" dirty="0"/>
          </a:p>
        </p:txBody>
      </p:sp>
    </p:spTree>
    <p:extLst>
      <p:ext uri="{BB962C8B-B14F-4D97-AF65-F5344CB8AC3E}">
        <p14:creationId xmlns:p14="http://schemas.microsoft.com/office/powerpoint/2010/main" val="8792336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AAB51-C3FE-2F41-DF43-F5B36A8FA04F}"/>
              </a:ext>
            </a:extLst>
          </p:cNvPr>
          <p:cNvSpPr>
            <a:spLocks noGrp="1"/>
          </p:cNvSpPr>
          <p:nvPr>
            <p:ph type="title"/>
          </p:nvPr>
        </p:nvSpPr>
        <p:spPr>
          <a:xfrm>
            <a:off x="628650" y="152400"/>
            <a:ext cx="7886700" cy="701674"/>
          </a:xfrm>
        </p:spPr>
        <p:txBody>
          <a:bodyPr>
            <a:normAutofit/>
          </a:bodyPr>
          <a:lstStyle/>
          <a:p>
            <a:r>
              <a:rPr lang="en-US" sz="3600" dirty="0">
                <a:latin typeface="+mn-lt"/>
              </a:rPr>
              <a:t>The male reproductive system</a:t>
            </a:r>
            <a:endParaRPr lang="en-AU" sz="3600" dirty="0">
              <a:latin typeface="+mn-lt"/>
            </a:endParaRPr>
          </a:p>
        </p:txBody>
      </p:sp>
      <p:sp>
        <p:nvSpPr>
          <p:cNvPr id="3" name="Content Placeholder 2">
            <a:extLst>
              <a:ext uri="{FF2B5EF4-FFF2-40B4-BE49-F238E27FC236}">
                <a16:creationId xmlns:a16="http://schemas.microsoft.com/office/drawing/2014/main" id="{9C109E45-2C35-F468-9816-1B1BB5F2750D}"/>
              </a:ext>
            </a:extLst>
          </p:cNvPr>
          <p:cNvSpPr>
            <a:spLocks noGrp="1"/>
          </p:cNvSpPr>
          <p:nvPr>
            <p:ph idx="1"/>
          </p:nvPr>
        </p:nvSpPr>
        <p:spPr/>
        <p:txBody>
          <a:bodyPr>
            <a:normAutofit/>
          </a:bodyPr>
          <a:lstStyle/>
          <a:p>
            <a:pPr marL="0" indent="0">
              <a:buNone/>
            </a:pPr>
            <a:r>
              <a:rPr lang="en-US" sz="3600" i="0" dirty="0">
                <a:solidFill>
                  <a:srgbClr val="202124"/>
                </a:solidFill>
                <a:effectLst/>
                <a:latin typeface="arial" panose="020B0604020202020204" pitchFamily="34" charset="0"/>
              </a:rPr>
              <a:t>Produces, maintain and transport sperm (the male reproductive cells) and semen (the protective fluid around sperm).</a:t>
            </a:r>
            <a:endParaRPr lang="en-AU" sz="3600" dirty="0"/>
          </a:p>
        </p:txBody>
      </p:sp>
    </p:spTree>
    <p:extLst>
      <p:ext uri="{BB962C8B-B14F-4D97-AF65-F5344CB8AC3E}">
        <p14:creationId xmlns:p14="http://schemas.microsoft.com/office/powerpoint/2010/main" val="40445390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0" y="0"/>
            <a:ext cx="9144000" cy="914400"/>
          </a:xfrm>
        </p:spPr>
        <p:txBody>
          <a:bodyPr/>
          <a:lstStyle/>
          <a:p>
            <a:pPr eaLnBrk="1" fontAlgn="auto" hangingPunct="1">
              <a:spcAft>
                <a:spcPts val="0"/>
              </a:spcAft>
              <a:defRPr/>
            </a:pPr>
            <a:r>
              <a:rPr lang="en-US" altLang="en-US" sz="4200" dirty="0">
                <a:latin typeface="Tahoma" pitchFamily="34" charset="0"/>
              </a:rPr>
              <a:t>	Male Reproductive System</a:t>
            </a:r>
          </a:p>
        </p:txBody>
      </p:sp>
      <p:sp>
        <p:nvSpPr>
          <p:cNvPr id="5123" name="Rectangle 3"/>
          <p:cNvSpPr>
            <a:spLocks noGrp="1" noChangeArrowheads="1"/>
          </p:cNvSpPr>
          <p:nvPr>
            <p:ph idx="1"/>
          </p:nvPr>
        </p:nvSpPr>
        <p:spPr>
          <a:xfrm>
            <a:off x="0" y="990600"/>
            <a:ext cx="8991600" cy="5105400"/>
          </a:xfrm>
        </p:spPr>
        <p:txBody>
          <a:bodyPr/>
          <a:lstStyle/>
          <a:p>
            <a:pPr marL="609600" indent="-609600" eaLnBrk="1" fontAlgn="auto" hangingPunct="1">
              <a:buFont typeface="Wingdings" pitchFamily="2" charset="2"/>
              <a:buNone/>
              <a:defRPr/>
            </a:pPr>
            <a:r>
              <a:rPr lang="en-US" altLang="en-US" sz="2400" b="1" i="1" dirty="0"/>
              <a:t>External Structures</a:t>
            </a:r>
          </a:p>
          <a:p>
            <a:pPr marL="609600" indent="-609600" eaLnBrk="1" fontAlgn="auto" hangingPunct="1">
              <a:defRPr/>
            </a:pPr>
            <a:r>
              <a:rPr lang="en-US" altLang="en-US" sz="2800" u="sng" dirty="0">
                <a:solidFill>
                  <a:schemeClr val="hlink"/>
                </a:solidFill>
              </a:rPr>
              <a:t>Penis</a:t>
            </a:r>
            <a:r>
              <a:rPr lang="en-US" altLang="en-US" sz="2800" dirty="0">
                <a:solidFill>
                  <a:schemeClr val="hlink"/>
                </a:solidFill>
              </a:rPr>
              <a:t>:  external male sex organ</a:t>
            </a:r>
          </a:p>
          <a:p>
            <a:pPr marL="609600" indent="-609600" eaLnBrk="1" fontAlgn="auto" hangingPunct="1">
              <a:buSzPct val="60000"/>
              <a:buFontTx/>
              <a:buNone/>
              <a:defRPr/>
            </a:pPr>
            <a:r>
              <a:rPr lang="en-US" altLang="en-US" sz="2800" dirty="0">
                <a:solidFill>
                  <a:schemeClr val="tx2"/>
                </a:solidFill>
              </a:rPr>
              <a:t>	- Circumcised: removes some or all of foreskin</a:t>
            </a:r>
          </a:p>
          <a:p>
            <a:pPr marL="609600" indent="-609600" eaLnBrk="1" fontAlgn="auto" hangingPunct="1">
              <a:buSzPct val="60000"/>
              <a:buFontTx/>
              <a:buNone/>
              <a:defRPr/>
            </a:pPr>
            <a:r>
              <a:rPr lang="en-US" altLang="en-US" sz="2800" dirty="0">
                <a:solidFill>
                  <a:schemeClr val="tx2"/>
                </a:solidFill>
              </a:rPr>
              <a:t>	- Uncircumcised: foreskin not removed</a:t>
            </a:r>
          </a:p>
          <a:p>
            <a:pPr marL="609600" indent="-609600" eaLnBrk="1" fontAlgn="auto" hangingPunct="1">
              <a:defRPr/>
            </a:pPr>
            <a:r>
              <a:rPr lang="en-US" altLang="en-US" sz="2800" u="sng" dirty="0">
                <a:solidFill>
                  <a:schemeClr val="hlink"/>
                </a:solidFill>
              </a:rPr>
              <a:t>Scrotum</a:t>
            </a:r>
            <a:r>
              <a:rPr lang="en-US" altLang="en-US" sz="2800" dirty="0">
                <a:solidFill>
                  <a:schemeClr val="hlink"/>
                </a:solidFill>
              </a:rPr>
              <a:t>: sac of skin and muscle containing testicles</a:t>
            </a:r>
          </a:p>
          <a:p>
            <a:pPr marL="609600" indent="-609600" eaLnBrk="1" fontAlgn="auto" hangingPunct="1">
              <a:buFont typeface="Wingdings" pitchFamily="2" charset="2"/>
              <a:buNone/>
              <a:defRPr/>
            </a:pPr>
            <a:endParaRPr lang="en-US" altLang="en-US" sz="2800" i="1" dirty="0">
              <a:solidFill>
                <a:schemeClr val="hlink"/>
              </a:solidFill>
              <a:latin typeface="Tahoma" pitchFamily="34" charset="0"/>
            </a:endParaRPr>
          </a:p>
        </p:txBody>
      </p:sp>
      <p:pic>
        <p:nvPicPr>
          <p:cNvPr id="6148"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3886200"/>
            <a:ext cx="5715000" cy="287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9" name="Text Box 13"/>
          <p:cNvSpPr txBox="1">
            <a:spLocks noChangeArrowheads="1"/>
          </p:cNvSpPr>
          <p:nvPr/>
        </p:nvSpPr>
        <p:spPr bwMode="auto">
          <a:xfrm>
            <a:off x="1524000" y="3886200"/>
            <a:ext cx="2895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1pPr>
            <a:lvl2pPr marL="742950" indent="-28575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2pPr>
            <a:lvl3pPr marL="1143000" indent="-22860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3pPr>
            <a:lvl4pPr marL="1600200" indent="-22860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4pPr>
            <a:lvl5pPr marL="2057400" indent="-22860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5pPr>
            <a:lvl6pPr marL="2514600" indent="-228600" eaLnBrk="0" fontAlgn="base" hangingPunct="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6pPr>
            <a:lvl7pPr marL="2971800" indent="-228600" eaLnBrk="0" fontAlgn="base" hangingPunct="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7pPr>
            <a:lvl8pPr marL="3429000" indent="-228600" eaLnBrk="0" fontAlgn="base" hangingPunct="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8pPr>
            <a:lvl9pPr marL="3886200" indent="-228600" eaLnBrk="0" fontAlgn="base" hangingPunct="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9pPr>
          </a:lstStyle>
          <a:p>
            <a:pPr>
              <a:spcBef>
                <a:spcPct val="50000"/>
              </a:spcBef>
              <a:spcAft>
                <a:spcPct val="0"/>
              </a:spcAft>
              <a:buClrTx/>
              <a:buFontTx/>
              <a:buNone/>
            </a:pPr>
            <a:r>
              <a:rPr lang="en-US" altLang="en-US" sz="2800" b="1">
                <a:solidFill>
                  <a:schemeClr val="bg1"/>
                </a:solidFill>
                <a:effectLst/>
                <a:latin typeface="Tahoma" panose="020B0604030504040204" pitchFamily="34" charset="0"/>
              </a:rPr>
              <a:t>Uncircumcised</a:t>
            </a:r>
          </a:p>
        </p:txBody>
      </p:sp>
      <p:sp>
        <p:nvSpPr>
          <p:cNvPr id="6150" name="Text Box 14"/>
          <p:cNvSpPr txBox="1">
            <a:spLocks noChangeArrowheads="1"/>
          </p:cNvSpPr>
          <p:nvPr/>
        </p:nvSpPr>
        <p:spPr bwMode="auto">
          <a:xfrm>
            <a:off x="4648200" y="3886200"/>
            <a:ext cx="2667000" cy="116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1pPr>
            <a:lvl2pPr marL="742950" indent="-28575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2pPr>
            <a:lvl3pPr marL="1143000" indent="-22860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3pPr>
            <a:lvl4pPr marL="1600200" indent="-22860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4pPr>
            <a:lvl5pPr marL="2057400" indent="-22860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5pPr>
            <a:lvl6pPr marL="2514600" indent="-228600" eaLnBrk="0" fontAlgn="base" hangingPunct="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6pPr>
            <a:lvl7pPr marL="2971800" indent="-228600" eaLnBrk="0" fontAlgn="base" hangingPunct="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7pPr>
            <a:lvl8pPr marL="3429000" indent="-228600" eaLnBrk="0" fontAlgn="base" hangingPunct="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8pPr>
            <a:lvl9pPr marL="3886200" indent="-228600" eaLnBrk="0" fontAlgn="base" hangingPunct="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9pPr>
          </a:lstStyle>
          <a:p>
            <a:pPr>
              <a:spcBef>
                <a:spcPct val="50000"/>
              </a:spcBef>
              <a:spcAft>
                <a:spcPct val="0"/>
              </a:spcAft>
              <a:buClrTx/>
              <a:buFontTx/>
              <a:buNone/>
            </a:pPr>
            <a:r>
              <a:rPr lang="en-US" altLang="en-US" sz="2800" b="1">
                <a:solidFill>
                  <a:schemeClr val="bg1"/>
                </a:solidFill>
                <a:effectLst/>
                <a:latin typeface="Tahoma" panose="020B0604030504040204" pitchFamily="34" charset="0"/>
              </a:rPr>
              <a:t>Circumcised</a:t>
            </a:r>
          </a:p>
          <a:p>
            <a:pPr>
              <a:spcBef>
                <a:spcPct val="50000"/>
              </a:spcBef>
              <a:spcAft>
                <a:spcPct val="0"/>
              </a:spcAft>
              <a:buClrTx/>
              <a:buFontTx/>
              <a:buNone/>
            </a:pPr>
            <a:endParaRPr lang="en-US" altLang="en-US" sz="2800">
              <a:effectLst/>
              <a:latin typeface="Tahoma" panose="020B0604030504040204" pitchFamily="34" charset="0"/>
            </a:endParaRPr>
          </a:p>
        </p:txBody>
      </p:sp>
    </p:spTree>
  </p:cSld>
  <p:clrMapOvr>
    <a:masterClrMapping/>
  </p:clrMapOvr>
  <p:transition>
    <p:rand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normAutofit/>
          </a:bodyPr>
          <a:lstStyle/>
          <a:p>
            <a:pPr eaLnBrk="1" fontAlgn="auto" hangingPunct="1">
              <a:spcAft>
                <a:spcPts val="0"/>
              </a:spcAft>
              <a:defRPr/>
            </a:pPr>
            <a:r>
              <a:rPr lang="en-US" altLang="en-US"/>
              <a:t>      </a:t>
            </a:r>
            <a:r>
              <a:rPr lang="en-US" altLang="en-US" sz="4400">
                <a:latin typeface="Tahoma" pitchFamily="34" charset="0"/>
              </a:rPr>
              <a:t>Male Reproductive System</a:t>
            </a:r>
          </a:p>
        </p:txBody>
      </p:sp>
      <p:pic>
        <p:nvPicPr>
          <p:cNvPr id="7171" name="Picture 4" descr="http://faculty.stcc.edu/AandP/AP/imagesAP2/reprod/malerepsys.jpg">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524000"/>
            <a:ext cx="70104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33400" y="304800"/>
            <a:ext cx="8305800" cy="6625965"/>
          </a:xfrm>
        </p:spPr>
      </p:pic>
    </p:spTree>
    <p:extLst>
      <p:ext uri="{BB962C8B-B14F-4D97-AF65-F5344CB8AC3E}">
        <p14:creationId xmlns:p14="http://schemas.microsoft.com/office/powerpoint/2010/main" val="28703647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0" y="0"/>
            <a:ext cx="8915400" cy="1066800"/>
          </a:xfrm>
        </p:spPr>
        <p:txBody>
          <a:bodyPr/>
          <a:lstStyle/>
          <a:p>
            <a:pPr eaLnBrk="1" fontAlgn="auto" hangingPunct="1">
              <a:spcAft>
                <a:spcPts val="0"/>
              </a:spcAft>
              <a:defRPr/>
            </a:pPr>
            <a:r>
              <a:rPr lang="en-US" altLang="en-US" dirty="0"/>
              <a:t>         </a:t>
            </a:r>
            <a:r>
              <a:rPr lang="en-US" altLang="en-US" sz="4200" dirty="0">
                <a:latin typeface="Tahoma" pitchFamily="34" charset="0"/>
              </a:rPr>
              <a:t>Male Reproductive System</a:t>
            </a:r>
          </a:p>
        </p:txBody>
      </p:sp>
      <p:sp>
        <p:nvSpPr>
          <p:cNvPr id="6147" name="Rectangle 3"/>
          <p:cNvSpPr>
            <a:spLocks noGrp="1" noChangeArrowheads="1"/>
          </p:cNvSpPr>
          <p:nvPr>
            <p:ph idx="1"/>
          </p:nvPr>
        </p:nvSpPr>
        <p:spPr>
          <a:xfrm>
            <a:off x="152400" y="990600"/>
            <a:ext cx="9144000" cy="6172200"/>
          </a:xfrm>
        </p:spPr>
        <p:txBody>
          <a:bodyPr/>
          <a:lstStyle/>
          <a:p>
            <a:pPr eaLnBrk="1" fontAlgn="auto" hangingPunct="1">
              <a:buFont typeface="Wingdings" pitchFamily="2" charset="2"/>
              <a:buNone/>
              <a:defRPr/>
            </a:pPr>
            <a:r>
              <a:rPr lang="en-US" altLang="en-US" sz="2400" b="1" i="1" dirty="0">
                <a:solidFill>
                  <a:srgbClr val="FF6600"/>
                </a:solidFill>
              </a:rPr>
              <a:t>Internal Structures </a:t>
            </a:r>
          </a:p>
          <a:p>
            <a:pPr eaLnBrk="1" fontAlgn="auto" hangingPunct="1">
              <a:defRPr/>
            </a:pPr>
            <a:r>
              <a:rPr lang="en-US" altLang="en-US" sz="2000" u="sng" dirty="0">
                <a:solidFill>
                  <a:srgbClr val="FF6600"/>
                </a:solidFill>
              </a:rPr>
              <a:t>Prostate</a:t>
            </a:r>
            <a:r>
              <a:rPr lang="en-US" altLang="en-US" sz="2000" dirty="0">
                <a:solidFill>
                  <a:srgbClr val="FF6600"/>
                </a:solidFill>
              </a:rPr>
              <a:t>: exocrine gland of male reproductive system</a:t>
            </a:r>
          </a:p>
          <a:p>
            <a:pPr eaLnBrk="1" fontAlgn="auto" hangingPunct="1">
              <a:defRPr/>
            </a:pPr>
            <a:r>
              <a:rPr lang="en-US" altLang="en-US" sz="2000" u="sng" dirty="0">
                <a:solidFill>
                  <a:srgbClr val="FF6600"/>
                </a:solidFill>
              </a:rPr>
              <a:t>Vas Deferens</a:t>
            </a:r>
            <a:r>
              <a:rPr lang="en-US" altLang="en-US" sz="2000" dirty="0">
                <a:solidFill>
                  <a:srgbClr val="FF6600"/>
                </a:solidFill>
              </a:rPr>
              <a:t>: tubes connecting epididymis to ejaculatory ducts</a:t>
            </a:r>
          </a:p>
          <a:p>
            <a:pPr eaLnBrk="1" fontAlgn="auto" hangingPunct="1">
              <a:defRPr/>
            </a:pPr>
            <a:r>
              <a:rPr lang="en-US" altLang="en-US" sz="2000" u="sng" dirty="0">
                <a:solidFill>
                  <a:srgbClr val="FF6600"/>
                </a:solidFill>
              </a:rPr>
              <a:t>Epididymis</a:t>
            </a:r>
            <a:r>
              <a:rPr lang="en-US" altLang="en-US" sz="2000" dirty="0">
                <a:solidFill>
                  <a:srgbClr val="FF6600"/>
                </a:solidFill>
              </a:rPr>
              <a:t>: organ where sperm matures</a:t>
            </a:r>
          </a:p>
          <a:p>
            <a:pPr eaLnBrk="1" fontAlgn="auto" hangingPunct="1">
              <a:defRPr/>
            </a:pPr>
            <a:r>
              <a:rPr lang="en-US" altLang="en-US" sz="2000" u="sng" dirty="0">
                <a:solidFill>
                  <a:srgbClr val="FF6600"/>
                </a:solidFill>
              </a:rPr>
              <a:t>Testicles</a:t>
            </a:r>
            <a:r>
              <a:rPr lang="en-US" altLang="en-US" sz="2000" dirty="0">
                <a:solidFill>
                  <a:srgbClr val="FF6600"/>
                </a:solidFill>
              </a:rPr>
              <a:t>: organ where sperm is created</a:t>
            </a:r>
          </a:p>
          <a:p>
            <a:pPr eaLnBrk="1" fontAlgn="auto" hangingPunct="1">
              <a:defRPr/>
            </a:pPr>
            <a:r>
              <a:rPr lang="en-US" altLang="en-US" sz="2000" u="sng" dirty="0">
                <a:solidFill>
                  <a:srgbClr val="FF6600"/>
                </a:solidFill>
              </a:rPr>
              <a:t>Urethra</a:t>
            </a:r>
            <a:r>
              <a:rPr lang="en-US" altLang="en-US" sz="2000" dirty="0">
                <a:solidFill>
                  <a:srgbClr val="FF6600"/>
                </a:solidFill>
              </a:rPr>
              <a:t>: tube that connects bladder to outside of body</a:t>
            </a:r>
          </a:p>
          <a:p>
            <a:pPr eaLnBrk="1" fontAlgn="auto" hangingPunct="1">
              <a:defRPr/>
            </a:pPr>
            <a:r>
              <a:rPr lang="en-US" altLang="en-US" sz="2000" u="sng" dirty="0">
                <a:solidFill>
                  <a:srgbClr val="FF6600"/>
                </a:solidFill>
              </a:rPr>
              <a:t>Cowper’s Gland: </a:t>
            </a:r>
            <a:r>
              <a:rPr lang="en-US" altLang="en-US" sz="2000" dirty="0">
                <a:solidFill>
                  <a:srgbClr val="FF6600"/>
                </a:solidFill>
              </a:rPr>
              <a:t>secretes lubricating fluid</a:t>
            </a:r>
          </a:p>
          <a:p>
            <a:pPr eaLnBrk="1" fontAlgn="auto" hangingPunct="1">
              <a:defRPr/>
            </a:pPr>
            <a:r>
              <a:rPr lang="en-US" altLang="en-US" sz="2000" u="sng" dirty="0">
                <a:solidFill>
                  <a:srgbClr val="FF6600"/>
                </a:solidFill>
              </a:rPr>
              <a:t>Seminal Vesicle: </a:t>
            </a:r>
            <a:r>
              <a:rPr lang="en-US" altLang="en-US" sz="2000" dirty="0">
                <a:solidFill>
                  <a:srgbClr val="FF6600"/>
                </a:solidFill>
              </a:rPr>
              <a:t>make semen (seminal fluid)</a:t>
            </a:r>
          </a:p>
          <a:p>
            <a:pPr eaLnBrk="1" fontAlgn="auto" hangingPunct="1">
              <a:defRPr/>
            </a:pPr>
            <a:r>
              <a:rPr lang="en-US" altLang="en-US" sz="2000" dirty="0">
                <a:solidFill>
                  <a:srgbClr val="FF6600"/>
                </a:solidFill>
                <a:hlinkClick r:id="rId2"/>
              </a:rPr>
              <a:t>http://www.youtube.com/watch?v=HPH4bVKaU4Y</a:t>
            </a:r>
            <a:endParaRPr lang="en-US" altLang="en-US" sz="2000" dirty="0">
              <a:solidFill>
                <a:srgbClr val="FF6600"/>
              </a:solidFill>
            </a:endParaRPr>
          </a:p>
          <a:p>
            <a:pPr eaLnBrk="1" fontAlgn="auto" hangingPunct="1">
              <a:defRPr/>
            </a:pPr>
            <a:endParaRPr lang="en-US" altLang="en-US" sz="2000" dirty="0">
              <a:solidFill>
                <a:schemeClr val="hlink"/>
              </a:solidFill>
            </a:endParaRPr>
          </a:p>
          <a:p>
            <a:pPr marL="0" indent="0" eaLnBrk="1" fontAlgn="auto" hangingPunct="1">
              <a:buFont typeface="Arial" charset="0"/>
              <a:buNone/>
              <a:defRPr/>
            </a:pPr>
            <a:endParaRPr lang="en-US" altLang="en-US" sz="2000" dirty="0">
              <a:solidFill>
                <a:schemeClr val="hlink"/>
              </a:solidFill>
            </a:endParaRPr>
          </a:p>
          <a:p>
            <a:pPr eaLnBrk="1" fontAlgn="auto" hangingPunct="1">
              <a:defRPr/>
            </a:pPr>
            <a:endParaRPr lang="en-US" altLang="en-US" sz="2000" dirty="0">
              <a:solidFill>
                <a:schemeClr val="hlink"/>
              </a:solidFill>
            </a:endParaRPr>
          </a:p>
          <a:p>
            <a:pPr eaLnBrk="1" fontAlgn="auto" hangingPunct="1">
              <a:defRPr/>
            </a:pPr>
            <a:endParaRPr lang="en-US" altLang="en-US" sz="2800" u="sng" dirty="0">
              <a:solidFill>
                <a:schemeClr val="hlink"/>
              </a:solidFill>
            </a:endParaRPr>
          </a:p>
          <a:p>
            <a:pPr eaLnBrk="1" fontAlgn="auto" hangingPunct="1">
              <a:defRPr/>
            </a:pPr>
            <a:endParaRPr lang="en-US" altLang="en-US" sz="2800" dirty="0">
              <a:solidFill>
                <a:schemeClr val="hlink"/>
              </a:solidFill>
              <a:latin typeface="Tahoma" pitchFamily="34" charset="0"/>
            </a:endParaRPr>
          </a:p>
        </p:txBody>
      </p:sp>
    </p:spTree>
  </p:cSld>
  <p:clrMapOvr>
    <a:masterClrMapping/>
  </p:clrMapOvr>
  <p:transition>
    <p:rand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4" descr="http://faculty.stcc.edu/AandP/AP/imagesAP2/reprod/malerepsys.jpg">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952500"/>
            <a:ext cx="70104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20" name="Text Box 3"/>
          <p:cNvSpPr txBox="1">
            <a:spLocks noChangeArrowheads="1"/>
          </p:cNvSpPr>
          <p:nvPr/>
        </p:nvSpPr>
        <p:spPr bwMode="auto">
          <a:xfrm>
            <a:off x="304800" y="1143000"/>
            <a:ext cx="3529013" cy="466725"/>
          </a:xfrm>
          <a:prstGeom prst="rect">
            <a:avLst/>
          </a:prstGeom>
          <a:solidFill>
            <a:srgbClr val="CCECFF"/>
          </a:solidFill>
          <a:ln w="9525">
            <a:miter lim="800000"/>
            <a:headEnd/>
            <a:tailEnd/>
          </a:ln>
          <a:effectLst/>
          <a:scene3d>
            <a:camera prst="legacyObliqueBottomLeft"/>
            <a:lightRig rig="legacyFlat3" dir="t"/>
          </a:scene3d>
          <a:sp3d extrusionH="430200" prstMaterial="legacyMatte">
            <a:bevelT w="13500" h="13500" prst="angle"/>
            <a:bevelB w="13500" h="13500" prst="angle"/>
            <a:extrusionClr>
              <a:srgbClr val="CCECFF"/>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flatTx/>
          </a:bodyPr>
          <a:lstStyle>
            <a:lvl1pPr>
              <a:defRPr sz="2400">
                <a:solidFill>
                  <a:schemeClr val="tx1"/>
                </a:solidFill>
                <a:latin typeface="Arial Black" pitchFamily="34" charset="0"/>
              </a:defRPr>
            </a:lvl1pPr>
            <a:lvl2pPr marL="742950" indent="-285750">
              <a:defRPr sz="2400">
                <a:solidFill>
                  <a:schemeClr val="tx1"/>
                </a:solidFill>
                <a:latin typeface="Arial Black" pitchFamily="34" charset="0"/>
              </a:defRPr>
            </a:lvl2pPr>
            <a:lvl3pPr marL="1143000" indent="-228600">
              <a:defRPr sz="2400">
                <a:solidFill>
                  <a:schemeClr val="tx1"/>
                </a:solidFill>
                <a:latin typeface="Arial Black" pitchFamily="34" charset="0"/>
              </a:defRPr>
            </a:lvl3pPr>
            <a:lvl4pPr marL="1600200" indent="-228600">
              <a:defRPr sz="2400">
                <a:solidFill>
                  <a:schemeClr val="tx1"/>
                </a:solidFill>
                <a:latin typeface="Arial Black" pitchFamily="34" charset="0"/>
              </a:defRPr>
            </a:lvl4pPr>
            <a:lvl5pPr marL="2057400" indent="-228600">
              <a:defRPr sz="2400">
                <a:solidFill>
                  <a:schemeClr val="tx1"/>
                </a:solidFill>
                <a:latin typeface="Arial Black" pitchFamily="34" charset="0"/>
              </a:defRPr>
            </a:lvl5pPr>
            <a:lvl6pPr marL="2514600" indent="-228600" eaLnBrk="0" fontAlgn="base" hangingPunct="0">
              <a:spcBef>
                <a:spcPct val="0"/>
              </a:spcBef>
              <a:spcAft>
                <a:spcPct val="0"/>
              </a:spcAft>
              <a:defRPr sz="2400">
                <a:solidFill>
                  <a:schemeClr val="tx1"/>
                </a:solidFill>
                <a:latin typeface="Arial Black" pitchFamily="34" charset="0"/>
              </a:defRPr>
            </a:lvl6pPr>
            <a:lvl7pPr marL="2971800" indent="-228600" eaLnBrk="0" fontAlgn="base" hangingPunct="0">
              <a:spcBef>
                <a:spcPct val="0"/>
              </a:spcBef>
              <a:spcAft>
                <a:spcPct val="0"/>
              </a:spcAft>
              <a:defRPr sz="2400">
                <a:solidFill>
                  <a:schemeClr val="tx1"/>
                </a:solidFill>
                <a:latin typeface="Arial Black" pitchFamily="34" charset="0"/>
              </a:defRPr>
            </a:lvl7pPr>
            <a:lvl8pPr marL="3429000" indent="-228600" eaLnBrk="0" fontAlgn="base" hangingPunct="0">
              <a:spcBef>
                <a:spcPct val="0"/>
              </a:spcBef>
              <a:spcAft>
                <a:spcPct val="0"/>
              </a:spcAft>
              <a:defRPr sz="2400">
                <a:solidFill>
                  <a:schemeClr val="tx1"/>
                </a:solidFill>
                <a:latin typeface="Arial Black" pitchFamily="34" charset="0"/>
              </a:defRPr>
            </a:lvl8pPr>
            <a:lvl9pPr marL="3886200" indent="-228600" eaLnBrk="0" fontAlgn="base" hangingPunct="0">
              <a:spcBef>
                <a:spcPct val="0"/>
              </a:spcBef>
              <a:spcAft>
                <a:spcPct val="0"/>
              </a:spcAft>
              <a:defRPr sz="2400">
                <a:solidFill>
                  <a:schemeClr val="tx1"/>
                </a:solidFill>
                <a:latin typeface="Arial Black" pitchFamily="34" charset="0"/>
              </a:defRPr>
            </a:lvl9pPr>
          </a:lstStyle>
          <a:p>
            <a:pPr>
              <a:defRPr/>
            </a:pPr>
            <a:r>
              <a:rPr lang="en-US" altLang="en-US" dirty="0">
                <a:solidFill>
                  <a:schemeClr val="bg1"/>
                </a:solidFill>
              </a:rPr>
              <a:t>The Sperm Pathway</a:t>
            </a:r>
          </a:p>
        </p:txBody>
      </p:sp>
      <p:grpSp>
        <p:nvGrpSpPr>
          <p:cNvPr id="11308" name="Group 44"/>
          <p:cNvGrpSpPr>
            <a:grpSpLocks/>
          </p:cNvGrpSpPr>
          <p:nvPr/>
        </p:nvGrpSpPr>
        <p:grpSpPr bwMode="auto">
          <a:xfrm>
            <a:off x="304800" y="1447800"/>
            <a:ext cx="6400800" cy="4343400"/>
            <a:chOff x="192" y="912"/>
            <a:chExt cx="4032" cy="2736"/>
          </a:xfrm>
        </p:grpSpPr>
        <p:cxnSp>
          <p:nvCxnSpPr>
            <p:cNvPr id="10267" name="AutoShape 40"/>
            <p:cNvCxnSpPr>
              <a:cxnSpLocks noChangeShapeType="1"/>
              <a:stCxn id="9246" idx="2"/>
              <a:endCxn id="9237" idx="0"/>
            </p:cNvCxnSpPr>
            <p:nvPr/>
          </p:nvCxnSpPr>
          <p:spPr bwMode="auto">
            <a:xfrm rot="5400000" flipH="1" flipV="1">
              <a:off x="1404" y="828"/>
              <a:ext cx="2736" cy="2904"/>
            </a:xfrm>
            <a:prstGeom prst="bentConnector5">
              <a:avLst>
                <a:gd name="adj1" fmla="val -15463"/>
                <a:gd name="adj2" fmla="val 48759"/>
                <a:gd name="adj3" fmla="val 105264"/>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246" name="Rectangle 15"/>
            <p:cNvSpPr>
              <a:spLocks noChangeArrowheads="1"/>
            </p:cNvSpPr>
            <p:nvPr/>
          </p:nvSpPr>
          <p:spPr bwMode="auto">
            <a:xfrm>
              <a:off x="192" y="3408"/>
              <a:ext cx="2256" cy="240"/>
            </a:xfrm>
            <a:prstGeom prst="rect">
              <a:avLst/>
            </a:prstGeom>
            <a:solidFill>
              <a:srgbClr val="FF9999"/>
            </a:solidFill>
            <a:ln w="9525">
              <a:miter lim="800000"/>
              <a:headEnd/>
              <a:tailEnd/>
            </a:ln>
            <a:effectLst/>
            <a:scene3d>
              <a:camera prst="legacyObliqueBottomLeft"/>
              <a:lightRig rig="legacyFlat3" dir="t"/>
            </a:scene3d>
            <a:sp3d extrusionH="430200" prstMaterial="legacyMatte">
              <a:bevelT w="13500" h="13500" prst="angle"/>
              <a:bevelB w="13500" h="13500" prst="angle"/>
              <a:extrusionClr>
                <a:srgbClr val="FF9999"/>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defRPr sz="2400">
                  <a:solidFill>
                    <a:schemeClr val="tx1"/>
                  </a:solidFill>
                  <a:latin typeface="Arial Black" pitchFamily="34" charset="0"/>
                </a:defRPr>
              </a:lvl1pPr>
              <a:lvl2pPr marL="742950" indent="-285750">
                <a:defRPr sz="2400">
                  <a:solidFill>
                    <a:schemeClr val="tx1"/>
                  </a:solidFill>
                  <a:latin typeface="Arial Black" pitchFamily="34" charset="0"/>
                </a:defRPr>
              </a:lvl2pPr>
              <a:lvl3pPr marL="1143000" indent="-228600">
                <a:defRPr sz="2400">
                  <a:solidFill>
                    <a:schemeClr val="tx1"/>
                  </a:solidFill>
                  <a:latin typeface="Arial Black" pitchFamily="34" charset="0"/>
                </a:defRPr>
              </a:lvl3pPr>
              <a:lvl4pPr marL="1600200" indent="-228600">
                <a:defRPr sz="2400">
                  <a:solidFill>
                    <a:schemeClr val="tx1"/>
                  </a:solidFill>
                  <a:latin typeface="Arial Black" pitchFamily="34" charset="0"/>
                </a:defRPr>
              </a:lvl4pPr>
              <a:lvl5pPr marL="2057400" indent="-228600">
                <a:defRPr sz="2400">
                  <a:solidFill>
                    <a:schemeClr val="tx1"/>
                  </a:solidFill>
                  <a:latin typeface="Arial Black" pitchFamily="34" charset="0"/>
                </a:defRPr>
              </a:lvl5pPr>
              <a:lvl6pPr marL="2514600" indent="-228600" eaLnBrk="0" fontAlgn="base" hangingPunct="0">
                <a:spcBef>
                  <a:spcPct val="0"/>
                </a:spcBef>
                <a:spcAft>
                  <a:spcPct val="0"/>
                </a:spcAft>
                <a:defRPr sz="2400">
                  <a:solidFill>
                    <a:schemeClr val="tx1"/>
                  </a:solidFill>
                  <a:latin typeface="Arial Black" pitchFamily="34" charset="0"/>
                </a:defRPr>
              </a:lvl6pPr>
              <a:lvl7pPr marL="2971800" indent="-228600" eaLnBrk="0" fontAlgn="base" hangingPunct="0">
                <a:spcBef>
                  <a:spcPct val="0"/>
                </a:spcBef>
                <a:spcAft>
                  <a:spcPct val="0"/>
                </a:spcAft>
                <a:defRPr sz="2400">
                  <a:solidFill>
                    <a:schemeClr val="tx1"/>
                  </a:solidFill>
                  <a:latin typeface="Arial Black" pitchFamily="34" charset="0"/>
                </a:defRPr>
              </a:lvl7pPr>
              <a:lvl8pPr marL="3429000" indent="-228600" eaLnBrk="0" fontAlgn="base" hangingPunct="0">
                <a:spcBef>
                  <a:spcPct val="0"/>
                </a:spcBef>
                <a:spcAft>
                  <a:spcPct val="0"/>
                </a:spcAft>
                <a:defRPr sz="2400">
                  <a:solidFill>
                    <a:schemeClr val="tx1"/>
                  </a:solidFill>
                  <a:latin typeface="Arial Black" pitchFamily="34" charset="0"/>
                </a:defRPr>
              </a:lvl8pPr>
              <a:lvl9pPr marL="3886200" indent="-228600" eaLnBrk="0" fontAlgn="base" hangingPunct="0">
                <a:spcBef>
                  <a:spcPct val="0"/>
                </a:spcBef>
                <a:spcAft>
                  <a:spcPct val="0"/>
                </a:spcAft>
                <a:defRPr sz="2400">
                  <a:solidFill>
                    <a:schemeClr val="tx1"/>
                  </a:solidFill>
                  <a:latin typeface="Arial Black" pitchFamily="34" charset="0"/>
                </a:defRPr>
              </a:lvl9pPr>
            </a:lstStyle>
            <a:p>
              <a:pPr algn="ctr">
                <a:defRPr/>
              </a:pPr>
              <a:r>
                <a:rPr lang="en-US" altLang="en-US"/>
                <a:t>Vas deferens</a:t>
              </a:r>
              <a:endParaRPr lang="en-US" altLang="en-US" sz="3200"/>
            </a:p>
          </p:txBody>
        </p:sp>
      </p:grpSp>
      <p:sp>
        <p:nvSpPr>
          <p:cNvPr id="11289" name="Rectangle 25"/>
          <p:cNvSpPr>
            <a:spLocks noChangeArrowheads="1"/>
          </p:cNvSpPr>
          <p:nvPr/>
        </p:nvSpPr>
        <p:spPr bwMode="auto">
          <a:xfrm>
            <a:off x="4800600" y="5486400"/>
            <a:ext cx="3810000" cy="533400"/>
          </a:xfrm>
          <a:prstGeom prst="rect">
            <a:avLst/>
          </a:prstGeom>
          <a:solidFill>
            <a:srgbClr val="FF9999"/>
          </a:solidFill>
          <a:ln w="9525">
            <a:miter lim="800000"/>
            <a:headEnd/>
            <a:tailEnd/>
          </a:ln>
          <a:effectLst/>
          <a:scene3d>
            <a:camera prst="legacyObliqueBottomLeft"/>
            <a:lightRig rig="legacyFlat3" dir="t"/>
          </a:scene3d>
          <a:sp3d extrusionH="430200" prstMaterial="legacyMatte">
            <a:bevelT w="13500" h="13500" prst="angle"/>
            <a:bevelB w="13500" h="13500" prst="angle"/>
            <a:extrusionClr>
              <a:srgbClr val="FF9999"/>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defRPr sz="2400">
                <a:solidFill>
                  <a:schemeClr val="tx1"/>
                </a:solidFill>
                <a:latin typeface="Arial Black" pitchFamily="34" charset="0"/>
              </a:defRPr>
            </a:lvl1pPr>
            <a:lvl2pPr marL="742950" indent="-285750">
              <a:defRPr sz="2400">
                <a:solidFill>
                  <a:schemeClr val="tx1"/>
                </a:solidFill>
                <a:latin typeface="Arial Black" pitchFamily="34" charset="0"/>
              </a:defRPr>
            </a:lvl2pPr>
            <a:lvl3pPr marL="1143000" indent="-228600">
              <a:defRPr sz="2400">
                <a:solidFill>
                  <a:schemeClr val="tx1"/>
                </a:solidFill>
                <a:latin typeface="Arial Black" pitchFamily="34" charset="0"/>
              </a:defRPr>
            </a:lvl3pPr>
            <a:lvl4pPr marL="1600200" indent="-228600">
              <a:defRPr sz="2400">
                <a:solidFill>
                  <a:schemeClr val="tx1"/>
                </a:solidFill>
                <a:latin typeface="Arial Black" pitchFamily="34" charset="0"/>
              </a:defRPr>
            </a:lvl4pPr>
            <a:lvl5pPr marL="2057400" indent="-228600">
              <a:defRPr sz="2400">
                <a:solidFill>
                  <a:schemeClr val="tx1"/>
                </a:solidFill>
                <a:latin typeface="Arial Black" pitchFamily="34" charset="0"/>
              </a:defRPr>
            </a:lvl5pPr>
            <a:lvl6pPr marL="2514600" indent="-228600" eaLnBrk="0" fontAlgn="base" hangingPunct="0">
              <a:spcBef>
                <a:spcPct val="0"/>
              </a:spcBef>
              <a:spcAft>
                <a:spcPct val="0"/>
              </a:spcAft>
              <a:defRPr sz="2400">
                <a:solidFill>
                  <a:schemeClr val="tx1"/>
                </a:solidFill>
                <a:latin typeface="Arial Black" pitchFamily="34" charset="0"/>
              </a:defRPr>
            </a:lvl6pPr>
            <a:lvl7pPr marL="2971800" indent="-228600" eaLnBrk="0" fontAlgn="base" hangingPunct="0">
              <a:spcBef>
                <a:spcPct val="0"/>
              </a:spcBef>
              <a:spcAft>
                <a:spcPct val="0"/>
              </a:spcAft>
              <a:defRPr sz="2400">
                <a:solidFill>
                  <a:schemeClr val="tx1"/>
                </a:solidFill>
                <a:latin typeface="Arial Black" pitchFamily="34" charset="0"/>
              </a:defRPr>
            </a:lvl7pPr>
            <a:lvl8pPr marL="3429000" indent="-228600" eaLnBrk="0" fontAlgn="base" hangingPunct="0">
              <a:spcBef>
                <a:spcPct val="0"/>
              </a:spcBef>
              <a:spcAft>
                <a:spcPct val="0"/>
              </a:spcAft>
              <a:defRPr sz="2400">
                <a:solidFill>
                  <a:schemeClr val="tx1"/>
                </a:solidFill>
                <a:latin typeface="Arial Black" pitchFamily="34" charset="0"/>
              </a:defRPr>
            </a:lvl8pPr>
            <a:lvl9pPr marL="3886200" indent="-228600" eaLnBrk="0" fontAlgn="base" hangingPunct="0">
              <a:spcBef>
                <a:spcPct val="0"/>
              </a:spcBef>
              <a:spcAft>
                <a:spcPct val="0"/>
              </a:spcAft>
              <a:defRPr sz="2400">
                <a:solidFill>
                  <a:schemeClr val="tx1"/>
                </a:solidFill>
                <a:latin typeface="Arial Black" pitchFamily="34" charset="0"/>
              </a:defRPr>
            </a:lvl9pPr>
          </a:lstStyle>
          <a:p>
            <a:pPr algn="ctr">
              <a:defRPr/>
            </a:pPr>
            <a:r>
              <a:rPr lang="en-US" altLang="en-US"/>
              <a:t>Expulsion</a:t>
            </a:r>
          </a:p>
          <a:p>
            <a:pPr algn="ctr">
              <a:defRPr/>
            </a:pPr>
            <a:r>
              <a:rPr lang="en-US" altLang="en-US"/>
              <a:t>from the body</a:t>
            </a:r>
          </a:p>
        </p:txBody>
      </p:sp>
      <p:sp>
        <p:nvSpPr>
          <p:cNvPr id="10245" name="WordArt 28"/>
          <p:cNvSpPr>
            <a:spLocks noChangeArrowheads="1" noChangeShapeType="1" noTextEdit="1"/>
          </p:cNvSpPr>
          <p:nvPr/>
        </p:nvSpPr>
        <p:spPr bwMode="auto">
          <a:xfrm>
            <a:off x="1905000" y="228600"/>
            <a:ext cx="5753100" cy="647700"/>
          </a:xfrm>
          <a:prstGeom prst="rect">
            <a:avLst/>
          </a:prstGeom>
        </p:spPr>
        <p:txBody>
          <a:bodyPr wrap="none" fromWordArt="1">
            <a:prstTxWarp prst="textPlain">
              <a:avLst>
                <a:gd name="adj" fmla="val 50000"/>
              </a:avLst>
            </a:prstTxWarp>
            <a:scene3d>
              <a:camera prst="legacyPerspectiveBottomRight">
                <a:rot lat="0" lon="21239993" rev="0"/>
              </a:camera>
              <a:lightRig rig="legacyHarsh3" dir="l"/>
            </a:scene3d>
            <a:sp3d extrusionH="430200" prstMaterial="legacyMatte">
              <a:extrusionClr>
                <a:srgbClr val="C0C0C0"/>
              </a:extrusionClr>
              <a:contourClr>
                <a:srgbClr val="DCEBF5"/>
              </a:contourClr>
            </a:sp3d>
          </a:bodyPr>
          <a:lstStyle/>
          <a:p>
            <a:pPr algn="ctr"/>
            <a:r>
              <a:rPr lang="en-US" sz="3600" kern="10">
                <a:ln w="9525">
                  <a:round/>
                  <a:headEnd/>
                  <a:tailEnd/>
                </a:ln>
                <a:gradFill rotWithShape="1">
                  <a:gsLst>
                    <a:gs pos="0">
                      <a:srgbClr val="DCEBF5"/>
                    </a:gs>
                    <a:gs pos="8000">
                      <a:srgbClr val="83A7C3"/>
                    </a:gs>
                    <a:gs pos="13000">
                      <a:srgbClr val="768FB9"/>
                    </a:gs>
                    <a:gs pos="21001">
                      <a:srgbClr val="83A7C3"/>
                    </a:gs>
                    <a:gs pos="52000">
                      <a:srgbClr val="FFFFFF"/>
                    </a:gs>
                    <a:gs pos="56000">
                      <a:srgbClr val="9C6563"/>
                    </a:gs>
                    <a:gs pos="58000">
                      <a:srgbClr val="80302D"/>
                    </a:gs>
                    <a:gs pos="71001">
                      <a:srgbClr val="C0524E"/>
                    </a:gs>
                    <a:gs pos="94000">
                      <a:srgbClr val="EBDAD4"/>
                    </a:gs>
                    <a:gs pos="100000">
                      <a:srgbClr val="55261C"/>
                    </a:gs>
                  </a:gsLst>
                  <a:lin ang="5400000" scaled="1"/>
                </a:gradFill>
                <a:effectLst>
                  <a:outerShdw blurRad="38100" dist="38100" dir="2700000" algn="tl" rotWithShape="0">
                    <a:srgbClr val="000000">
                      <a:alpha val="43137"/>
                    </a:srgbClr>
                  </a:outerShdw>
                </a:effectLst>
                <a:latin typeface="Arial Black" panose="020B0A04020102020204" pitchFamily="34" charset="0"/>
              </a:rPr>
              <a:t>Structure and Function</a:t>
            </a:r>
          </a:p>
        </p:txBody>
      </p:sp>
      <p:grpSp>
        <p:nvGrpSpPr>
          <p:cNvPr id="11305" name="Group 41"/>
          <p:cNvGrpSpPr>
            <a:grpSpLocks/>
          </p:cNvGrpSpPr>
          <p:nvPr/>
        </p:nvGrpSpPr>
        <p:grpSpPr bwMode="auto">
          <a:xfrm>
            <a:off x="304800" y="2286000"/>
            <a:ext cx="3505200" cy="990600"/>
            <a:chOff x="192" y="1440"/>
            <a:chExt cx="2208" cy="624"/>
          </a:xfrm>
        </p:grpSpPr>
        <p:sp>
          <p:nvSpPr>
            <p:cNvPr id="9243" name="Rectangle 9"/>
            <p:cNvSpPr>
              <a:spLocks noChangeArrowheads="1"/>
            </p:cNvSpPr>
            <p:nvPr/>
          </p:nvSpPr>
          <p:spPr bwMode="auto">
            <a:xfrm>
              <a:off x="192" y="1440"/>
              <a:ext cx="2208" cy="240"/>
            </a:xfrm>
            <a:prstGeom prst="rect">
              <a:avLst/>
            </a:prstGeom>
            <a:solidFill>
              <a:srgbClr val="FF9999"/>
            </a:solidFill>
            <a:ln w="9525">
              <a:miter lim="800000"/>
              <a:headEnd/>
              <a:tailEnd/>
            </a:ln>
            <a:effectLst/>
            <a:scene3d>
              <a:camera prst="legacyObliqueBottomLeft"/>
              <a:lightRig rig="legacyFlat3" dir="t"/>
            </a:scene3d>
            <a:sp3d extrusionH="430200" prstMaterial="legacyMatte">
              <a:bevelT w="13500" h="13500" prst="angle"/>
              <a:bevelB w="13500" h="13500" prst="angle"/>
              <a:extrusionClr>
                <a:srgbClr val="FF9999"/>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defRPr sz="2400">
                  <a:solidFill>
                    <a:schemeClr val="tx1"/>
                  </a:solidFill>
                  <a:latin typeface="Arial Black" pitchFamily="34" charset="0"/>
                </a:defRPr>
              </a:lvl1pPr>
              <a:lvl2pPr marL="742950" indent="-285750">
                <a:defRPr sz="2400">
                  <a:solidFill>
                    <a:schemeClr val="tx1"/>
                  </a:solidFill>
                  <a:latin typeface="Arial Black" pitchFamily="34" charset="0"/>
                </a:defRPr>
              </a:lvl2pPr>
              <a:lvl3pPr marL="1143000" indent="-228600">
                <a:defRPr sz="2400">
                  <a:solidFill>
                    <a:schemeClr val="tx1"/>
                  </a:solidFill>
                  <a:latin typeface="Arial Black" pitchFamily="34" charset="0"/>
                </a:defRPr>
              </a:lvl3pPr>
              <a:lvl4pPr marL="1600200" indent="-228600">
                <a:defRPr sz="2400">
                  <a:solidFill>
                    <a:schemeClr val="tx1"/>
                  </a:solidFill>
                  <a:latin typeface="Arial Black" pitchFamily="34" charset="0"/>
                </a:defRPr>
              </a:lvl4pPr>
              <a:lvl5pPr marL="2057400" indent="-228600">
                <a:defRPr sz="2400">
                  <a:solidFill>
                    <a:schemeClr val="tx1"/>
                  </a:solidFill>
                  <a:latin typeface="Arial Black" pitchFamily="34" charset="0"/>
                </a:defRPr>
              </a:lvl5pPr>
              <a:lvl6pPr marL="2514600" indent="-228600" eaLnBrk="0" fontAlgn="base" hangingPunct="0">
                <a:spcBef>
                  <a:spcPct val="0"/>
                </a:spcBef>
                <a:spcAft>
                  <a:spcPct val="0"/>
                </a:spcAft>
                <a:defRPr sz="2400">
                  <a:solidFill>
                    <a:schemeClr val="tx1"/>
                  </a:solidFill>
                  <a:latin typeface="Arial Black" pitchFamily="34" charset="0"/>
                </a:defRPr>
              </a:lvl6pPr>
              <a:lvl7pPr marL="2971800" indent="-228600" eaLnBrk="0" fontAlgn="base" hangingPunct="0">
                <a:spcBef>
                  <a:spcPct val="0"/>
                </a:spcBef>
                <a:spcAft>
                  <a:spcPct val="0"/>
                </a:spcAft>
                <a:defRPr sz="2400">
                  <a:solidFill>
                    <a:schemeClr val="tx1"/>
                  </a:solidFill>
                  <a:latin typeface="Arial Black" pitchFamily="34" charset="0"/>
                </a:defRPr>
              </a:lvl7pPr>
              <a:lvl8pPr marL="3429000" indent="-228600" eaLnBrk="0" fontAlgn="base" hangingPunct="0">
                <a:spcBef>
                  <a:spcPct val="0"/>
                </a:spcBef>
                <a:spcAft>
                  <a:spcPct val="0"/>
                </a:spcAft>
                <a:defRPr sz="2400">
                  <a:solidFill>
                    <a:schemeClr val="tx1"/>
                  </a:solidFill>
                  <a:latin typeface="Arial Black" pitchFamily="34" charset="0"/>
                </a:defRPr>
              </a:lvl8pPr>
              <a:lvl9pPr marL="3886200" indent="-228600" eaLnBrk="0" fontAlgn="base" hangingPunct="0">
                <a:spcBef>
                  <a:spcPct val="0"/>
                </a:spcBef>
                <a:spcAft>
                  <a:spcPct val="0"/>
                </a:spcAft>
                <a:defRPr sz="2400">
                  <a:solidFill>
                    <a:schemeClr val="tx1"/>
                  </a:solidFill>
                  <a:latin typeface="Arial Black" pitchFamily="34" charset="0"/>
                </a:defRPr>
              </a:lvl9pPr>
            </a:lstStyle>
            <a:p>
              <a:pPr algn="ctr">
                <a:defRPr/>
              </a:pPr>
              <a:r>
                <a:rPr lang="en-US" altLang="en-US"/>
                <a:t>Testes</a:t>
              </a:r>
            </a:p>
          </p:txBody>
        </p:sp>
        <p:sp>
          <p:nvSpPr>
            <p:cNvPr id="9244" name="Line 30"/>
            <p:cNvSpPr>
              <a:spLocks noChangeShapeType="1"/>
            </p:cNvSpPr>
            <p:nvPr/>
          </p:nvSpPr>
          <p:spPr bwMode="auto">
            <a:xfrm>
              <a:off x="1296" y="1776"/>
              <a:ext cx="0" cy="28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a:p>
          </p:txBody>
        </p:sp>
      </p:grpSp>
      <p:grpSp>
        <p:nvGrpSpPr>
          <p:cNvPr id="11306" name="Group 42"/>
          <p:cNvGrpSpPr>
            <a:grpSpLocks/>
          </p:cNvGrpSpPr>
          <p:nvPr/>
        </p:nvGrpSpPr>
        <p:grpSpPr bwMode="auto">
          <a:xfrm>
            <a:off x="304800" y="3295650"/>
            <a:ext cx="3589338" cy="971550"/>
            <a:chOff x="192" y="2076"/>
            <a:chExt cx="2261" cy="612"/>
          </a:xfrm>
        </p:grpSpPr>
        <p:sp>
          <p:nvSpPr>
            <p:cNvPr id="9241" name="Rectangle 11"/>
            <p:cNvSpPr>
              <a:spLocks noChangeArrowheads="1"/>
            </p:cNvSpPr>
            <p:nvPr/>
          </p:nvSpPr>
          <p:spPr bwMode="auto">
            <a:xfrm>
              <a:off x="192" y="2076"/>
              <a:ext cx="2261" cy="240"/>
            </a:xfrm>
            <a:prstGeom prst="rect">
              <a:avLst/>
            </a:prstGeom>
            <a:solidFill>
              <a:srgbClr val="FF9999"/>
            </a:solidFill>
            <a:ln w="9525">
              <a:miter lim="800000"/>
              <a:headEnd/>
              <a:tailEnd/>
            </a:ln>
            <a:effectLst/>
            <a:scene3d>
              <a:camera prst="legacyObliqueBottomLeft"/>
              <a:lightRig rig="legacyFlat3" dir="t"/>
            </a:scene3d>
            <a:sp3d extrusionH="430200" prstMaterial="legacyMatte">
              <a:bevelT w="13500" h="13500" prst="angle"/>
              <a:bevelB w="13500" h="13500" prst="angle"/>
              <a:extrusionClr>
                <a:srgbClr val="FF9999"/>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defRPr sz="2400">
                  <a:solidFill>
                    <a:schemeClr val="tx1"/>
                  </a:solidFill>
                  <a:latin typeface="Arial Black" pitchFamily="34" charset="0"/>
                </a:defRPr>
              </a:lvl1pPr>
              <a:lvl2pPr marL="742950" indent="-285750">
                <a:defRPr sz="2400">
                  <a:solidFill>
                    <a:schemeClr val="tx1"/>
                  </a:solidFill>
                  <a:latin typeface="Arial Black" pitchFamily="34" charset="0"/>
                </a:defRPr>
              </a:lvl2pPr>
              <a:lvl3pPr marL="1143000" indent="-228600">
                <a:defRPr sz="2400">
                  <a:solidFill>
                    <a:schemeClr val="tx1"/>
                  </a:solidFill>
                  <a:latin typeface="Arial Black" pitchFamily="34" charset="0"/>
                </a:defRPr>
              </a:lvl3pPr>
              <a:lvl4pPr marL="1600200" indent="-228600">
                <a:defRPr sz="2400">
                  <a:solidFill>
                    <a:schemeClr val="tx1"/>
                  </a:solidFill>
                  <a:latin typeface="Arial Black" pitchFamily="34" charset="0"/>
                </a:defRPr>
              </a:lvl4pPr>
              <a:lvl5pPr marL="2057400" indent="-228600">
                <a:defRPr sz="2400">
                  <a:solidFill>
                    <a:schemeClr val="tx1"/>
                  </a:solidFill>
                  <a:latin typeface="Arial Black" pitchFamily="34" charset="0"/>
                </a:defRPr>
              </a:lvl5pPr>
              <a:lvl6pPr marL="2514600" indent="-228600" eaLnBrk="0" fontAlgn="base" hangingPunct="0">
                <a:spcBef>
                  <a:spcPct val="0"/>
                </a:spcBef>
                <a:spcAft>
                  <a:spcPct val="0"/>
                </a:spcAft>
                <a:defRPr sz="2400">
                  <a:solidFill>
                    <a:schemeClr val="tx1"/>
                  </a:solidFill>
                  <a:latin typeface="Arial Black" pitchFamily="34" charset="0"/>
                </a:defRPr>
              </a:lvl6pPr>
              <a:lvl7pPr marL="2971800" indent="-228600" eaLnBrk="0" fontAlgn="base" hangingPunct="0">
                <a:spcBef>
                  <a:spcPct val="0"/>
                </a:spcBef>
                <a:spcAft>
                  <a:spcPct val="0"/>
                </a:spcAft>
                <a:defRPr sz="2400">
                  <a:solidFill>
                    <a:schemeClr val="tx1"/>
                  </a:solidFill>
                  <a:latin typeface="Arial Black" pitchFamily="34" charset="0"/>
                </a:defRPr>
              </a:lvl7pPr>
              <a:lvl8pPr marL="3429000" indent="-228600" eaLnBrk="0" fontAlgn="base" hangingPunct="0">
                <a:spcBef>
                  <a:spcPct val="0"/>
                </a:spcBef>
                <a:spcAft>
                  <a:spcPct val="0"/>
                </a:spcAft>
                <a:defRPr sz="2400">
                  <a:solidFill>
                    <a:schemeClr val="tx1"/>
                  </a:solidFill>
                  <a:latin typeface="Arial Black" pitchFamily="34" charset="0"/>
                </a:defRPr>
              </a:lvl8pPr>
              <a:lvl9pPr marL="3886200" indent="-228600" eaLnBrk="0" fontAlgn="base" hangingPunct="0">
                <a:spcBef>
                  <a:spcPct val="0"/>
                </a:spcBef>
                <a:spcAft>
                  <a:spcPct val="0"/>
                </a:spcAft>
                <a:defRPr sz="2400">
                  <a:solidFill>
                    <a:schemeClr val="tx1"/>
                  </a:solidFill>
                  <a:latin typeface="Arial Black" pitchFamily="34" charset="0"/>
                </a:defRPr>
              </a:lvl9pPr>
            </a:lstStyle>
            <a:p>
              <a:pPr algn="ctr">
                <a:defRPr/>
              </a:pPr>
              <a:r>
                <a:rPr lang="en-US" altLang="en-US"/>
                <a:t>Sperm</a:t>
              </a:r>
            </a:p>
          </p:txBody>
        </p:sp>
        <p:sp>
          <p:nvSpPr>
            <p:cNvPr id="9242" name="Line 31"/>
            <p:cNvSpPr>
              <a:spLocks noChangeShapeType="1"/>
            </p:cNvSpPr>
            <p:nvPr/>
          </p:nvSpPr>
          <p:spPr bwMode="auto">
            <a:xfrm>
              <a:off x="1296" y="2400"/>
              <a:ext cx="0" cy="28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a:p>
          </p:txBody>
        </p:sp>
      </p:grpSp>
      <p:grpSp>
        <p:nvGrpSpPr>
          <p:cNvPr id="11307" name="Group 43"/>
          <p:cNvGrpSpPr>
            <a:grpSpLocks/>
          </p:cNvGrpSpPr>
          <p:nvPr/>
        </p:nvGrpSpPr>
        <p:grpSpPr bwMode="auto">
          <a:xfrm>
            <a:off x="304800" y="4305300"/>
            <a:ext cx="3581400" cy="1104900"/>
            <a:chOff x="192" y="2712"/>
            <a:chExt cx="2256" cy="696"/>
          </a:xfrm>
        </p:grpSpPr>
        <p:sp>
          <p:nvSpPr>
            <p:cNvPr id="9239" name="Rectangle 13"/>
            <p:cNvSpPr>
              <a:spLocks noChangeArrowheads="1"/>
            </p:cNvSpPr>
            <p:nvPr/>
          </p:nvSpPr>
          <p:spPr bwMode="auto">
            <a:xfrm>
              <a:off x="192" y="2712"/>
              <a:ext cx="2256" cy="300"/>
            </a:xfrm>
            <a:prstGeom prst="rect">
              <a:avLst/>
            </a:prstGeom>
            <a:solidFill>
              <a:srgbClr val="FF9999"/>
            </a:solidFill>
            <a:ln w="9525">
              <a:miter lim="800000"/>
              <a:headEnd/>
              <a:tailEnd/>
            </a:ln>
            <a:effectLst/>
            <a:scene3d>
              <a:camera prst="legacyObliqueBottomLeft"/>
              <a:lightRig rig="legacyFlat3" dir="t"/>
            </a:scene3d>
            <a:sp3d extrusionH="430200" prstMaterial="legacyMatte">
              <a:bevelT w="13500" h="13500" prst="angle"/>
              <a:bevelB w="13500" h="13500" prst="angle"/>
              <a:extrusionClr>
                <a:srgbClr val="FF9999"/>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defRPr sz="2400">
                  <a:solidFill>
                    <a:schemeClr val="tx1"/>
                  </a:solidFill>
                  <a:latin typeface="Arial Black" pitchFamily="34" charset="0"/>
                </a:defRPr>
              </a:lvl1pPr>
              <a:lvl2pPr marL="742950" indent="-285750">
                <a:defRPr sz="2400">
                  <a:solidFill>
                    <a:schemeClr val="tx1"/>
                  </a:solidFill>
                  <a:latin typeface="Arial Black" pitchFamily="34" charset="0"/>
                </a:defRPr>
              </a:lvl2pPr>
              <a:lvl3pPr marL="1143000" indent="-228600">
                <a:defRPr sz="2400">
                  <a:solidFill>
                    <a:schemeClr val="tx1"/>
                  </a:solidFill>
                  <a:latin typeface="Arial Black" pitchFamily="34" charset="0"/>
                </a:defRPr>
              </a:lvl3pPr>
              <a:lvl4pPr marL="1600200" indent="-228600">
                <a:defRPr sz="2400">
                  <a:solidFill>
                    <a:schemeClr val="tx1"/>
                  </a:solidFill>
                  <a:latin typeface="Arial Black" pitchFamily="34" charset="0"/>
                </a:defRPr>
              </a:lvl4pPr>
              <a:lvl5pPr marL="2057400" indent="-228600">
                <a:defRPr sz="2400">
                  <a:solidFill>
                    <a:schemeClr val="tx1"/>
                  </a:solidFill>
                  <a:latin typeface="Arial Black" pitchFamily="34" charset="0"/>
                </a:defRPr>
              </a:lvl5pPr>
              <a:lvl6pPr marL="2514600" indent="-228600" eaLnBrk="0" fontAlgn="base" hangingPunct="0">
                <a:spcBef>
                  <a:spcPct val="0"/>
                </a:spcBef>
                <a:spcAft>
                  <a:spcPct val="0"/>
                </a:spcAft>
                <a:defRPr sz="2400">
                  <a:solidFill>
                    <a:schemeClr val="tx1"/>
                  </a:solidFill>
                  <a:latin typeface="Arial Black" pitchFamily="34" charset="0"/>
                </a:defRPr>
              </a:lvl6pPr>
              <a:lvl7pPr marL="2971800" indent="-228600" eaLnBrk="0" fontAlgn="base" hangingPunct="0">
                <a:spcBef>
                  <a:spcPct val="0"/>
                </a:spcBef>
                <a:spcAft>
                  <a:spcPct val="0"/>
                </a:spcAft>
                <a:defRPr sz="2400">
                  <a:solidFill>
                    <a:schemeClr val="tx1"/>
                  </a:solidFill>
                  <a:latin typeface="Arial Black" pitchFamily="34" charset="0"/>
                </a:defRPr>
              </a:lvl7pPr>
              <a:lvl8pPr marL="3429000" indent="-228600" eaLnBrk="0" fontAlgn="base" hangingPunct="0">
                <a:spcBef>
                  <a:spcPct val="0"/>
                </a:spcBef>
                <a:spcAft>
                  <a:spcPct val="0"/>
                </a:spcAft>
                <a:defRPr sz="2400">
                  <a:solidFill>
                    <a:schemeClr val="tx1"/>
                  </a:solidFill>
                  <a:latin typeface="Arial Black" pitchFamily="34" charset="0"/>
                </a:defRPr>
              </a:lvl8pPr>
              <a:lvl9pPr marL="3886200" indent="-228600" eaLnBrk="0" fontAlgn="base" hangingPunct="0">
                <a:spcBef>
                  <a:spcPct val="0"/>
                </a:spcBef>
                <a:spcAft>
                  <a:spcPct val="0"/>
                </a:spcAft>
                <a:defRPr sz="2400">
                  <a:solidFill>
                    <a:schemeClr val="tx1"/>
                  </a:solidFill>
                  <a:latin typeface="Arial Black" pitchFamily="34" charset="0"/>
                </a:defRPr>
              </a:lvl9pPr>
            </a:lstStyle>
            <a:p>
              <a:pPr algn="ctr">
                <a:defRPr/>
              </a:pPr>
              <a:r>
                <a:rPr lang="en-US" altLang="en-US"/>
                <a:t>Epididymis</a:t>
              </a:r>
            </a:p>
          </p:txBody>
        </p:sp>
        <p:sp>
          <p:nvSpPr>
            <p:cNvPr id="9240" name="Line 32"/>
            <p:cNvSpPr>
              <a:spLocks noChangeShapeType="1"/>
            </p:cNvSpPr>
            <p:nvPr/>
          </p:nvSpPr>
          <p:spPr bwMode="auto">
            <a:xfrm>
              <a:off x="1296" y="3120"/>
              <a:ext cx="0" cy="28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a:p>
          </p:txBody>
        </p:sp>
      </p:grpSp>
      <p:grpSp>
        <p:nvGrpSpPr>
          <p:cNvPr id="11309" name="Group 45"/>
          <p:cNvGrpSpPr>
            <a:grpSpLocks/>
          </p:cNvGrpSpPr>
          <p:nvPr/>
        </p:nvGrpSpPr>
        <p:grpSpPr bwMode="auto">
          <a:xfrm>
            <a:off x="4800600" y="1447800"/>
            <a:ext cx="3810000" cy="990600"/>
            <a:chOff x="3024" y="912"/>
            <a:chExt cx="2400" cy="624"/>
          </a:xfrm>
        </p:grpSpPr>
        <p:sp>
          <p:nvSpPr>
            <p:cNvPr id="9237" name="Rectangle 17"/>
            <p:cNvSpPr>
              <a:spLocks noChangeArrowheads="1"/>
            </p:cNvSpPr>
            <p:nvPr/>
          </p:nvSpPr>
          <p:spPr bwMode="auto">
            <a:xfrm>
              <a:off x="3024" y="912"/>
              <a:ext cx="2400" cy="288"/>
            </a:xfrm>
            <a:prstGeom prst="rect">
              <a:avLst/>
            </a:prstGeom>
            <a:solidFill>
              <a:srgbClr val="FF9999"/>
            </a:solidFill>
            <a:ln w="9525">
              <a:miter lim="800000"/>
              <a:headEnd/>
              <a:tailEnd/>
            </a:ln>
            <a:effectLst/>
            <a:scene3d>
              <a:camera prst="legacyObliqueBottomLeft"/>
              <a:lightRig rig="legacyFlat3" dir="t"/>
            </a:scene3d>
            <a:sp3d extrusionH="430200" prstMaterial="legacyMatte">
              <a:bevelT w="13500" h="13500" prst="angle"/>
              <a:bevelB w="13500" h="13500" prst="angle"/>
              <a:extrusionClr>
                <a:srgbClr val="FF9999"/>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defRPr sz="2400">
                  <a:solidFill>
                    <a:schemeClr val="tx1"/>
                  </a:solidFill>
                  <a:latin typeface="Arial Black" pitchFamily="34" charset="0"/>
                </a:defRPr>
              </a:lvl1pPr>
              <a:lvl2pPr marL="742950" indent="-285750">
                <a:defRPr sz="2400">
                  <a:solidFill>
                    <a:schemeClr val="tx1"/>
                  </a:solidFill>
                  <a:latin typeface="Arial Black" pitchFamily="34" charset="0"/>
                </a:defRPr>
              </a:lvl2pPr>
              <a:lvl3pPr marL="1143000" indent="-228600">
                <a:defRPr sz="2400">
                  <a:solidFill>
                    <a:schemeClr val="tx1"/>
                  </a:solidFill>
                  <a:latin typeface="Arial Black" pitchFamily="34" charset="0"/>
                </a:defRPr>
              </a:lvl3pPr>
              <a:lvl4pPr marL="1600200" indent="-228600">
                <a:defRPr sz="2400">
                  <a:solidFill>
                    <a:schemeClr val="tx1"/>
                  </a:solidFill>
                  <a:latin typeface="Arial Black" pitchFamily="34" charset="0"/>
                </a:defRPr>
              </a:lvl4pPr>
              <a:lvl5pPr marL="2057400" indent="-228600">
                <a:defRPr sz="2400">
                  <a:solidFill>
                    <a:schemeClr val="tx1"/>
                  </a:solidFill>
                  <a:latin typeface="Arial Black" pitchFamily="34" charset="0"/>
                </a:defRPr>
              </a:lvl5pPr>
              <a:lvl6pPr marL="2514600" indent="-228600" eaLnBrk="0" fontAlgn="base" hangingPunct="0">
                <a:spcBef>
                  <a:spcPct val="0"/>
                </a:spcBef>
                <a:spcAft>
                  <a:spcPct val="0"/>
                </a:spcAft>
                <a:defRPr sz="2400">
                  <a:solidFill>
                    <a:schemeClr val="tx1"/>
                  </a:solidFill>
                  <a:latin typeface="Arial Black" pitchFamily="34" charset="0"/>
                </a:defRPr>
              </a:lvl6pPr>
              <a:lvl7pPr marL="2971800" indent="-228600" eaLnBrk="0" fontAlgn="base" hangingPunct="0">
                <a:spcBef>
                  <a:spcPct val="0"/>
                </a:spcBef>
                <a:spcAft>
                  <a:spcPct val="0"/>
                </a:spcAft>
                <a:defRPr sz="2400">
                  <a:solidFill>
                    <a:schemeClr val="tx1"/>
                  </a:solidFill>
                  <a:latin typeface="Arial Black" pitchFamily="34" charset="0"/>
                </a:defRPr>
              </a:lvl7pPr>
              <a:lvl8pPr marL="3429000" indent="-228600" eaLnBrk="0" fontAlgn="base" hangingPunct="0">
                <a:spcBef>
                  <a:spcPct val="0"/>
                </a:spcBef>
                <a:spcAft>
                  <a:spcPct val="0"/>
                </a:spcAft>
                <a:defRPr sz="2400">
                  <a:solidFill>
                    <a:schemeClr val="tx1"/>
                  </a:solidFill>
                  <a:latin typeface="Arial Black" pitchFamily="34" charset="0"/>
                </a:defRPr>
              </a:lvl8pPr>
              <a:lvl9pPr marL="3886200" indent="-228600" eaLnBrk="0" fontAlgn="base" hangingPunct="0">
                <a:spcBef>
                  <a:spcPct val="0"/>
                </a:spcBef>
                <a:spcAft>
                  <a:spcPct val="0"/>
                </a:spcAft>
                <a:defRPr sz="2400">
                  <a:solidFill>
                    <a:schemeClr val="tx1"/>
                  </a:solidFill>
                  <a:latin typeface="Arial Black" pitchFamily="34" charset="0"/>
                </a:defRPr>
              </a:lvl9pPr>
            </a:lstStyle>
            <a:p>
              <a:pPr algn="ctr">
                <a:defRPr/>
              </a:pPr>
              <a:r>
                <a:rPr lang="en-US" altLang="en-US"/>
                <a:t>Seminal vesicles</a:t>
              </a:r>
            </a:p>
          </p:txBody>
        </p:sp>
        <p:sp>
          <p:nvSpPr>
            <p:cNvPr id="9238" name="Line 33"/>
            <p:cNvSpPr>
              <a:spLocks noChangeShapeType="1"/>
            </p:cNvSpPr>
            <p:nvPr/>
          </p:nvSpPr>
          <p:spPr bwMode="auto">
            <a:xfrm>
              <a:off x="4224" y="1296"/>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a:p>
          </p:txBody>
        </p:sp>
      </p:grpSp>
      <p:grpSp>
        <p:nvGrpSpPr>
          <p:cNvPr id="11310" name="Group 46"/>
          <p:cNvGrpSpPr>
            <a:grpSpLocks/>
          </p:cNvGrpSpPr>
          <p:nvPr/>
        </p:nvGrpSpPr>
        <p:grpSpPr bwMode="auto">
          <a:xfrm>
            <a:off x="4800600" y="2468563"/>
            <a:ext cx="3810000" cy="1036637"/>
            <a:chOff x="3024" y="1555"/>
            <a:chExt cx="2400" cy="653"/>
          </a:xfrm>
        </p:grpSpPr>
        <p:sp>
          <p:nvSpPr>
            <p:cNvPr id="9235" name="Rectangle 19"/>
            <p:cNvSpPr>
              <a:spLocks noChangeArrowheads="1"/>
            </p:cNvSpPr>
            <p:nvPr/>
          </p:nvSpPr>
          <p:spPr bwMode="auto">
            <a:xfrm>
              <a:off x="3024" y="1555"/>
              <a:ext cx="2400" cy="240"/>
            </a:xfrm>
            <a:prstGeom prst="rect">
              <a:avLst/>
            </a:prstGeom>
            <a:solidFill>
              <a:srgbClr val="FF9999"/>
            </a:solidFill>
            <a:ln w="9525">
              <a:miter lim="800000"/>
              <a:headEnd/>
              <a:tailEnd/>
            </a:ln>
            <a:effectLst/>
            <a:scene3d>
              <a:camera prst="legacyObliqueBottomLeft"/>
              <a:lightRig rig="legacyFlat3" dir="t"/>
            </a:scene3d>
            <a:sp3d extrusionH="430200" prstMaterial="legacyMatte">
              <a:bevelT w="13500" h="13500" prst="angle"/>
              <a:bevelB w="13500" h="13500" prst="angle"/>
              <a:extrusionClr>
                <a:srgbClr val="FF9999"/>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defRPr sz="2400">
                  <a:solidFill>
                    <a:schemeClr val="tx1"/>
                  </a:solidFill>
                  <a:latin typeface="Arial Black" pitchFamily="34" charset="0"/>
                </a:defRPr>
              </a:lvl1pPr>
              <a:lvl2pPr marL="742950" indent="-285750">
                <a:defRPr sz="2400">
                  <a:solidFill>
                    <a:schemeClr val="tx1"/>
                  </a:solidFill>
                  <a:latin typeface="Arial Black" pitchFamily="34" charset="0"/>
                </a:defRPr>
              </a:lvl2pPr>
              <a:lvl3pPr marL="1143000" indent="-228600">
                <a:defRPr sz="2400">
                  <a:solidFill>
                    <a:schemeClr val="tx1"/>
                  </a:solidFill>
                  <a:latin typeface="Arial Black" pitchFamily="34" charset="0"/>
                </a:defRPr>
              </a:lvl3pPr>
              <a:lvl4pPr marL="1600200" indent="-228600">
                <a:defRPr sz="2400">
                  <a:solidFill>
                    <a:schemeClr val="tx1"/>
                  </a:solidFill>
                  <a:latin typeface="Arial Black" pitchFamily="34" charset="0"/>
                </a:defRPr>
              </a:lvl4pPr>
              <a:lvl5pPr marL="2057400" indent="-228600">
                <a:defRPr sz="2400">
                  <a:solidFill>
                    <a:schemeClr val="tx1"/>
                  </a:solidFill>
                  <a:latin typeface="Arial Black" pitchFamily="34" charset="0"/>
                </a:defRPr>
              </a:lvl5pPr>
              <a:lvl6pPr marL="2514600" indent="-228600" eaLnBrk="0" fontAlgn="base" hangingPunct="0">
                <a:spcBef>
                  <a:spcPct val="0"/>
                </a:spcBef>
                <a:spcAft>
                  <a:spcPct val="0"/>
                </a:spcAft>
                <a:defRPr sz="2400">
                  <a:solidFill>
                    <a:schemeClr val="tx1"/>
                  </a:solidFill>
                  <a:latin typeface="Arial Black" pitchFamily="34" charset="0"/>
                </a:defRPr>
              </a:lvl6pPr>
              <a:lvl7pPr marL="2971800" indent="-228600" eaLnBrk="0" fontAlgn="base" hangingPunct="0">
                <a:spcBef>
                  <a:spcPct val="0"/>
                </a:spcBef>
                <a:spcAft>
                  <a:spcPct val="0"/>
                </a:spcAft>
                <a:defRPr sz="2400">
                  <a:solidFill>
                    <a:schemeClr val="tx1"/>
                  </a:solidFill>
                  <a:latin typeface="Arial Black" pitchFamily="34" charset="0"/>
                </a:defRPr>
              </a:lvl7pPr>
              <a:lvl8pPr marL="3429000" indent="-228600" eaLnBrk="0" fontAlgn="base" hangingPunct="0">
                <a:spcBef>
                  <a:spcPct val="0"/>
                </a:spcBef>
                <a:spcAft>
                  <a:spcPct val="0"/>
                </a:spcAft>
                <a:defRPr sz="2400">
                  <a:solidFill>
                    <a:schemeClr val="tx1"/>
                  </a:solidFill>
                  <a:latin typeface="Arial Black" pitchFamily="34" charset="0"/>
                </a:defRPr>
              </a:lvl8pPr>
              <a:lvl9pPr marL="3886200" indent="-228600" eaLnBrk="0" fontAlgn="base" hangingPunct="0">
                <a:spcBef>
                  <a:spcPct val="0"/>
                </a:spcBef>
                <a:spcAft>
                  <a:spcPct val="0"/>
                </a:spcAft>
                <a:defRPr sz="2400">
                  <a:solidFill>
                    <a:schemeClr val="tx1"/>
                  </a:solidFill>
                  <a:latin typeface="Arial Black" pitchFamily="34" charset="0"/>
                </a:defRPr>
              </a:lvl9pPr>
            </a:lstStyle>
            <a:p>
              <a:pPr algn="ctr">
                <a:defRPr/>
              </a:pPr>
              <a:r>
                <a:rPr lang="en-US" altLang="en-US"/>
                <a:t>Ejaculatory duct</a:t>
              </a:r>
            </a:p>
          </p:txBody>
        </p:sp>
        <p:sp>
          <p:nvSpPr>
            <p:cNvPr id="9236" name="Line 34"/>
            <p:cNvSpPr>
              <a:spLocks noChangeShapeType="1"/>
            </p:cNvSpPr>
            <p:nvPr/>
          </p:nvSpPr>
          <p:spPr bwMode="auto">
            <a:xfrm>
              <a:off x="4224" y="1920"/>
              <a:ext cx="0" cy="28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a:p>
          </p:txBody>
        </p:sp>
      </p:grpSp>
      <p:grpSp>
        <p:nvGrpSpPr>
          <p:cNvPr id="11311" name="Group 47"/>
          <p:cNvGrpSpPr>
            <a:grpSpLocks/>
          </p:cNvGrpSpPr>
          <p:nvPr/>
        </p:nvGrpSpPr>
        <p:grpSpPr bwMode="auto">
          <a:xfrm>
            <a:off x="4800600" y="3549650"/>
            <a:ext cx="3900488" cy="1022350"/>
            <a:chOff x="3024" y="2236"/>
            <a:chExt cx="2457" cy="644"/>
          </a:xfrm>
        </p:grpSpPr>
        <p:sp>
          <p:nvSpPr>
            <p:cNvPr id="9233" name="Rectangle 21"/>
            <p:cNvSpPr>
              <a:spLocks noChangeArrowheads="1"/>
            </p:cNvSpPr>
            <p:nvPr/>
          </p:nvSpPr>
          <p:spPr bwMode="auto">
            <a:xfrm>
              <a:off x="3024" y="2236"/>
              <a:ext cx="2457" cy="192"/>
            </a:xfrm>
            <a:prstGeom prst="rect">
              <a:avLst/>
            </a:prstGeom>
            <a:solidFill>
              <a:srgbClr val="FF9999"/>
            </a:solidFill>
            <a:ln w="9525">
              <a:miter lim="800000"/>
              <a:headEnd/>
              <a:tailEnd/>
            </a:ln>
            <a:effectLst/>
            <a:scene3d>
              <a:camera prst="legacyObliqueBottomLeft"/>
              <a:lightRig rig="legacyFlat3" dir="t"/>
            </a:scene3d>
            <a:sp3d extrusionH="430200" prstMaterial="legacyMatte">
              <a:bevelT w="13500" h="13500" prst="angle"/>
              <a:bevelB w="13500" h="13500" prst="angle"/>
              <a:extrusionClr>
                <a:srgbClr val="FF9999"/>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defRPr sz="2400">
                  <a:solidFill>
                    <a:schemeClr val="tx1"/>
                  </a:solidFill>
                  <a:latin typeface="Arial Black" pitchFamily="34" charset="0"/>
                </a:defRPr>
              </a:lvl1pPr>
              <a:lvl2pPr marL="742950" indent="-285750">
                <a:defRPr sz="2400">
                  <a:solidFill>
                    <a:schemeClr val="tx1"/>
                  </a:solidFill>
                  <a:latin typeface="Arial Black" pitchFamily="34" charset="0"/>
                </a:defRPr>
              </a:lvl2pPr>
              <a:lvl3pPr marL="1143000" indent="-228600">
                <a:defRPr sz="2400">
                  <a:solidFill>
                    <a:schemeClr val="tx1"/>
                  </a:solidFill>
                  <a:latin typeface="Arial Black" pitchFamily="34" charset="0"/>
                </a:defRPr>
              </a:lvl3pPr>
              <a:lvl4pPr marL="1600200" indent="-228600">
                <a:defRPr sz="2400">
                  <a:solidFill>
                    <a:schemeClr val="tx1"/>
                  </a:solidFill>
                  <a:latin typeface="Arial Black" pitchFamily="34" charset="0"/>
                </a:defRPr>
              </a:lvl4pPr>
              <a:lvl5pPr marL="2057400" indent="-228600">
                <a:defRPr sz="2400">
                  <a:solidFill>
                    <a:schemeClr val="tx1"/>
                  </a:solidFill>
                  <a:latin typeface="Arial Black" pitchFamily="34" charset="0"/>
                </a:defRPr>
              </a:lvl5pPr>
              <a:lvl6pPr marL="2514600" indent="-228600" eaLnBrk="0" fontAlgn="base" hangingPunct="0">
                <a:spcBef>
                  <a:spcPct val="0"/>
                </a:spcBef>
                <a:spcAft>
                  <a:spcPct val="0"/>
                </a:spcAft>
                <a:defRPr sz="2400">
                  <a:solidFill>
                    <a:schemeClr val="tx1"/>
                  </a:solidFill>
                  <a:latin typeface="Arial Black" pitchFamily="34" charset="0"/>
                </a:defRPr>
              </a:lvl6pPr>
              <a:lvl7pPr marL="2971800" indent="-228600" eaLnBrk="0" fontAlgn="base" hangingPunct="0">
                <a:spcBef>
                  <a:spcPct val="0"/>
                </a:spcBef>
                <a:spcAft>
                  <a:spcPct val="0"/>
                </a:spcAft>
                <a:defRPr sz="2400">
                  <a:solidFill>
                    <a:schemeClr val="tx1"/>
                  </a:solidFill>
                  <a:latin typeface="Arial Black" pitchFamily="34" charset="0"/>
                </a:defRPr>
              </a:lvl7pPr>
              <a:lvl8pPr marL="3429000" indent="-228600" eaLnBrk="0" fontAlgn="base" hangingPunct="0">
                <a:spcBef>
                  <a:spcPct val="0"/>
                </a:spcBef>
                <a:spcAft>
                  <a:spcPct val="0"/>
                </a:spcAft>
                <a:defRPr sz="2400">
                  <a:solidFill>
                    <a:schemeClr val="tx1"/>
                  </a:solidFill>
                  <a:latin typeface="Arial Black" pitchFamily="34" charset="0"/>
                </a:defRPr>
              </a:lvl8pPr>
              <a:lvl9pPr marL="3886200" indent="-228600" eaLnBrk="0" fontAlgn="base" hangingPunct="0">
                <a:spcBef>
                  <a:spcPct val="0"/>
                </a:spcBef>
                <a:spcAft>
                  <a:spcPct val="0"/>
                </a:spcAft>
                <a:defRPr sz="2400">
                  <a:solidFill>
                    <a:schemeClr val="tx1"/>
                  </a:solidFill>
                  <a:latin typeface="Arial Black" pitchFamily="34" charset="0"/>
                </a:defRPr>
              </a:lvl9pPr>
            </a:lstStyle>
            <a:p>
              <a:pPr algn="ctr">
                <a:defRPr/>
              </a:pPr>
              <a:r>
                <a:rPr lang="en-US" altLang="en-US"/>
                <a:t>Prostate gland</a:t>
              </a:r>
            </a:p>
          </p:txBody>
        </p:sp>
        <p:sp>
          <p:nvSpPr>
            <p:cNvPr id="9234" name="Line 35"/>
            <p:cNvSpPr>
              <a:spLocks noChangeShapeType="1"/>
            </p:cNvSpPr>
            <p:nvPr/>
          </p:nvSpPr>
          <p:spPr bwMode="auto">
            <a:xfrm>
              <a:off x="4224" y="2544"/>
              <a:ext cx="0" cy="336"/>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a:p>
          </p:txBody>
        </p:sp>
      </p:grpSp>
      <p:grpSp>
        <p:nvGrpSpPr>
          <p:cNvPr id="11312" name="Group 48"/>
          <p:cNvGrpSpPr>
            <a:grpSpLocks/>
          </p:cNvGrpSpPr>
          <p:nvPr/>
        </p:nvGrpSpPr>
        <p:grpSpPr bwMode="auto">
          <a:xfrm>
            <a:off x="4800600" y="4556125"/>
            <a:ext cx="3900488" cy="930275"/>
            <a:chOff x="3024" y="2870"/>
            <a:chExt cx="2457" cy="586"/>
          </a:xfrm>
        </p:grpSpPr>
        <p:sp>
          <p:nvSpPr>
            <p:cNvPr id="9231" name="Rectangle 23"/>
            <p:cNvSpPr>
              <a:spLocks noChangeArrowheads="1"/>
            </p:cNvSpPr>
            <p:nvPr/>
          </p:nvSpPr>
          <p:spPr bwMode="auto">
            <a:xfrm>
              <a:off x="3024" y="2870"/>
              <a:ext cx="2457" cy="192"/>
            </a:xfrm>
            <a:prstGeom prst="rect">
              <a:avLst/>
            </a:prstGeom>
            <a:solidFill>
              <a:srgbClr val="FF9999"/>
            </a:solidFill>
            <a:ln w="9525">
              <a:miter lim="800000"/>
              <a:headEnd/>
              <a:tailEnd/>
            </a:ln>
            <a:effectLst/>
            <a:scene3d>
              <a:camera prst="legacyObliqueBottomLeft"/>
              <a:lightRig rig="legacyFlat3" dir="t"/>
            </a:scene3d>
            <a:sp3d extrusionH="430200" prstMaterial="legacyMatte">
              <a:bevelT w="13500" h="13500" prst="angle"/>
              <a:bevelB w="13500" h="13500" prst="angle"/>
              <a:extrusionClr>
                <a:srgbClr val="FF9999"/>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defRPr sz="2400">
                  <a:solidFill>
                    <a:schemeClr val="tx1"/>
                  </a:solidFill>
                  <a:latin typeface="Arial Black" pitchFamily="34" charset="0"/>
                </a:defRPr>
              </a:lvl1pPr>
              <a:lvl2pPr marL="742950" indent="-285750">
                <a:defRPr sz="2400">
                  <a:solidFill>
                    <a:schemeClr val="tx1"/>
                  </a:solidFill>
                  <a:latin typeface="Arial Black" pitchFamily="34" charset="0"/>
                </a:defRPr>
              </a:lvl2pPr>
              <a:lvl3pPr marL="1143000" indent="-228600">
                <a:defRPr sz="2400">
                  <a:solidFill>
                    <a:schemeClr val="tx1"/>
                  </a:solidFill>
                  <a:latin typeface="Arial Black" pitchFamily="34" charset="0"/>
                </a:defRPr>
              </a:lvl3pPr>
              <a:lvl4pPr marL="1600200" indent="-228600">
                <a:defRPr sz="2400">
                  <a:solidFill>
                    <a:schemeClr val="tx1"/>
                  </a:solidFill>
                  <a:latin typeface="Arial Black" pitchFamily="34" charset="0"/>
                </a:defRPr>
              </a:lvl4pPr>
              <a:lvl5pPr marL="2057400" indent="-228600">
                <a:defRPr sz="2400">
                  <a:solidFill>
                    <a:schemeClr val="tx1"/>
                  </a:solidFill>
                  <a:latin typeface="Arial Black" pitchFamily="34" charset="0"/>
                </a:defRPr>
              </a:lvl5pPr>
              <a:lvl6pPr marL="2514600" indent="-228600" eaLnBrk="0" fontAlgn="base" hangingPunct="0">
                <a:spcBef>
                  <a:spcPct val="0"/>
                </a:spcBef>
                <a:spcAft>
                  <a:spcPct val="0"/>
                </a:spcAft>
                <a:defRPr sz="2400">
                  <a:solidFill>
                    <a:schemeClr val="tx1"/>
                  </a:solidFill>
                  <a:latin typeface="Arial Black" pitchFamily="34" charset="0"/>
                </a:defRPr>
              </a:lvl6pPr>
              <a:lvl7pPr marL="2971800" indent="-228600" eaLnBrk="0" fontAlgn="base" hangingPunct="0">
                <a:spcBef>
                  <a:spcPct val="0"/>
                </a:spcBef>
                <a:spcAft>
                  <a:spcPct val="0"/>
                </a:spcAft>
                <a:defRPr sz="2400">
                  <a:solidFill>
                    <a:schemeClr val="tx1"/>
                  </a:solidFill>
                  <a:latin typeface="Arial Black" pitchFamily="34" charset="0"/>
                </a:defRPr>
              </a:lvl7pPr>
              <a:lvl8pPr marL="3429000" indent="-228600" eaLnBrk="0" fontAlgn="base" hangingPunct="0">
                <a:spcBef>
                  <a:spcPct val="0"/>
                </a:spcBef>
                <a:spcAft>
                  <a:spcPct val="0"/>
                </a:spcAft>
                <a:defRPr sz="2400">
                  <a:solidFill>
                    <a:schemeClr val="tx1"/>
                  </a:solidFill>
                  <a:latin typeface="Arial Black" pitchFamily="34" charset="0"/>
                </a:defRPr>
              </a:lvl8pPr>
              <a:lvl9pPr marL="3886200" indent="-228600" eaLnBrk="0" fontAlgn="base" hangingPunct="0">
                <a:spcBef>
                  <a:spcPct val="0"/>
                </a:spcBef>
                <a:spcAft>
                  <a:spcPct val="0"/>
                </a:spcAft>
                <a:defRPr sz="2400">
                  <a:solidFill>
                    <a:schemeClr val="tx1"/>
                  </a:solidFill>
                  <a:latin typeface="Arial Black" pitchFamily="34" charset="0"/>
                </a:defRPr>
              </a:lvl9pPr>
            </a:lstStyle>
            <a:p>
              <a:pPr algn="ctr">
                <a:defRPr/>
              </a:pPr>
              <a:r>
                <a:rPr lang="en-US" altLang="en-US"/>
                <a:t>Urethra</a:t>
              </a:r>
            </a:p>
          </p:txBody>
        </p:sp>
        <p:sp>
          <p:nvSpPr>
            <p:cNvPr id="9232" name="Line 36"/>
            <p:cNvSpPr>
              <a:spLocks noChangeShapeType="1"/>
            </p:cNvSpPr>
            <p:nvPr/>
          </p:nvSpPr>
          <p:spPr bwMode="auto">
            <a:xfrm>
              <a:off x="4224" y="3168"/>
              <a:ext cx="0" cy="28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1305"/>
                                        </p:tgtEl>
                                        <p:attrNameLst>
                                          <p:attrName>style.visibility</p:attrName>
                                        </p:attrNameLst>
                                      </p:cBhvr>
                                      <p:to>
                                        <p:strVal val="visible"/>
                                      </p:to>
                                    </p:set>
                                    <p:animEffect transition="in" filter="wipe(up)">
                                      <p:cBhvr>
                                        <p:cTn id="7" dur="500"/>
                                        <p:tgtEl>
                                          <p:spTgt spid="1130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1306"/>
                                        </p:tgtEl>
                                        <p:attrNameLst>
                                          <p:attrName>style.visibility</p:attrName>
                                        </p:attrNameLst>
                                      </p:cBhvr>
                                      <p:to>
                                        <p:strVal val="visible"/>
                                      </p:to>
                                    </p:set>
                                    <p:animEffect transition="in" filter="wipe(up)">
                                      <p:cBhvr>
                                        <p:cTn id="12" dur="500"/>
                                        <p:tgtEl>
                                          <p:spTgt spid="1130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11307"/>
                                        </p:tgtEl>
                                        <p:attrNameLst>
                                          <p:attrName>style.visibility</p:attrName>
                                        </p:attrNameLst>
                                      </p:cBhvr>
                                      <p:to>
                                        <p:strVal val="visible"/>
                                      </p:to>
                                    </p:set>
                                    <p:animEffect transition="in" filter="wipe(up)">
                                      <p:cBhvr>
                                        <p:cTn id="17" dur="500"/>
                                        <p:tgtEl>
                                          <p:spTgt spid="1130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1308"/>
                                        </p:tgtEl>
                                        <p:attrNameLst>
                                          <p:attrName>style.visibility</p:attrName>
                                        </p:attrNameLst>
                                      </p:cBhvr>
                                      <p:to>
                                        <p:strVal val="visible"/>
                                      </p:to>
                                    </p:set>
                                    <p:animEffect transition="in" filter="wipe(left)">
                                      <p:cBhvr>
                                        <p:cTn id="22" dur="500"/>
                                        <p:tgtEl>
                                          <p:spTgt spid="1130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11309"/>
                                        </p:tgtEl>
                                        <p:attrNameLst>
                                          <p:attrName>style.visibility</p:attrName>
                                        </p:attrNameLst>
                                      </p:cBhvr>
                                      <p:to>
                                        <p:strVal val="visible"/>
                                      </p:to>
                                    </p:set>
                                    <p:animEffect transition="in" filter="wipe(up)">
                                      <p:cBhvr>
                                        <p:cTn id="27" dur="500"/>
                                        <p:tgtEl>
                                          <p:spTgt spid="1130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11310"/>
                                        </p:tgtEl>
                                        <p:attrNameLst>
                                          <p:attrName>style.visibility</p:attrName>
                                        </p:attrNameLst>
                                      </p:cBhvr>
                                      <p:to>
                                        <p:strVal val="visible"/>
                                      </p:to>
                                    </p:set>
                                    <p:animEffect transition="in" filter="wipe(up)">
                                      <p:cBhvr>
                                        <p:cTn id="32" dur="500"/>
                                        <p:tgtEl>
                                          <p:spTgt spid="1131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nodeType="clickEffect">
                                  <p:stCondLst>
                                    <p:cond delay="0"/>
                                  </p:stCondLst>
                                  <p:childTnLst>
                                    <p:set>
                                      <p:cBhvr>
                                        <p:cTn id="36" dur="1" fill="hold">
                                          <p:stCondLst>
                                            <p:cond delay="0"/>
                                          </p:stCondLst>
                                        </p:cTn>
                                        <p:tgtEl>
                                          <p:spTgt spid="11311"/>
                                        </p:tgtEl>
                                        <p:attrNameLst>
                                          <p:attrName>style.visibility</p:attrName>
                                        </p:attrNameLst>
                                      </p:cBhvr>
                                      <p:to>
                                        <p:strVal val="visible"/>
                                      </p:to>
                                    </p:set>
                                    <p:animEffect transition="in" filter="wipe(up)">
                                      <p:cBhvr>
                                        <p:cTn id="37" dur="500"/>
                                        <p:tgtEl>
                                          <p:spTgt spid="1131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nodeType="clickEffect">
                                  <p:stCondLst>
                                    <p:cond delay="0"/>
                                  </p:stCondLst>
                                  <p:childTnLst>
                                    <p:set>
                                      <p:cBhvr>
                                        <p:cTn id="41" dur="1" fill="hold">
                                          <p:stCondLst>
                                            <p:cond delay="0"/>
                                          </p:stCondLst>
                                        </p:cTn>
                                        <p:tgtEl>
                                          <p:spTgt spid="11312"/>
                                        </p:tgtEl>
                                        <p:attrNameLst>
                                          <p:attrName>style.visibility</p:attrName>
                                        </p:attrNameLst>
                                      </p:cBhvr>
                                      <p:to>
                                        <p:strVal val="visible"/>
                                      </p:to>
                                    </p:set>
                                    <p:animEffect transition="in" filter="wipe(up)">
                                      <p:cBhvr>
                                        <p:cTn id="42" dur="500"/>
                                        <p:tgtEl>
                                          <p:spTgt spid="1131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11289"/>
                                        </p:tgtEl>
                                        <p:attrNameLst>
                                          <p:attrName>style.visibility</p:attrName>
                                        </p:attrNameLst>
                                      </p:cBhvr>
                                      <p:to>
                                        <p:strVal val="visible"/>
                                      </p:to>
                                    </p:set>
                                    <p:animEffect transition="in" filter="wipe(up)">
                                      <p:cBhvr>
                                        <p:cTn id="47" dur="500"/>
                                        <p:tgtEl>
                                          <p:spTgt spid="112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89" grpId="0" animBg="1"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56487D3C-90C8-85A1-FDF6-A484DC285FC8}"/>
              </a:ext>
            </a:extLst>
          </p:cNvPr>
          <p:cNvSpPr>
            <a:spLocks noGrp="1" noChangeArrowheads="1"/>
          </p:cNvSpPr>
          <p:nvPr>
            <p:ph type="title"/>
          </p:nvPr>
        </p:nvSpPr>
        <p:spPr/>
        <p:txBody>
          <a:bodyPr/>
          <a:lstStyle/>
          <a:p>
            <a:pPr eaLnBrk="1" hangingPunct="1">
              <a:defRPr/>
            </a:pPr>
            <a:r>
              <a:rPr lang="en-US"/>
              <a:t>Scrotum </a:t>
            </a:r>
          </a:p>
        </p:txBody>
      </p:sp>
      <p:sp>
        <p:nvSpPr>
          <p:cNvPr id="109571" name="Rectangle 3">
            <a:extLst>
              <a:ext uri="{FF2B5EF4-FFF2-40B4-BE49-F238E27FC236}">
                <a16:creationId xmlns:a16="http://schemas.microsoft.com/office/drawing/2014/main" id="{CF6AEC07-9205-1EFD-3E49-6832E5AD63E4}"/>
              </a:ext>
            </a:extLst>
          </p:cNvPr>
          <p:cNvSpPr>
            <a:spLocks noGrp="1" noChangeArrowheads="1"/>
          </p:cNvSpPr>
          <p:nvPr>
            <p:ph type="body" idx="1"/>
          </p:nvPr>
        </p:nvSpPr>
        <p:spPr/>
        <p:txBody>
          <a:bodyPr/>
          <a:lstStyle/>
          <a:p>
            <a:pPr eaLnBrk="1" hangingPunct="1">
              <a:defRPr/>
            </a:pPr>
            <a:r>
              <a:rPr lang="en-US"/>
              <a:t>A sac-like pouch located behind the penis that holds each testes and helps regulate temperature for sperm production.</a:t>
            </a:r>
          </a:p>
        </p:txBody>
      </p:sp>
      <p:sp>
        <p:nvSpPr>
          <p:cNvPr id="56323" name="AutoShape 4">
            <a:hlinkClick r:id="rId3" action="ppaction://hlinksldjump"/>
            <a:extLst>
              <a:ext uri="{FF2B5EF4-FFF2-40B4-BE49-F238E27FC236}">
                <a16:creationId xmlns:a16="http://schemas.microsoft.com/office/drawing/2014/main" id="{B12B9C5F-DA06-64E0-63C0-397AAB175154}"/>
              </a:ext>
            </a:extLst>
          </p:cNvPr>
          <p:cNvSpPr>
            <a:spLocks noChangeArrowheads="1"/>
          </p:cNvSpPr>
          <p:nvPr/>
        </p:nvSpPr>
        <p:spPr bwMode="auto">
          <a:xfrm>
            <a:off x="8001000" y="6324600"/>
            <a:ext cx="1143000" cy="533400"/>
          </a:xfrm>
          <a:prstGeom prst="wave">
            <a:avLst>
              <a:gd name="adj1" fmla="val 13005"/>
              <a:gd name="adj2" fmla="val 0"/>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FFFFFF"/>
                </a:solidFill>
                <a:effectLst/>
                <a:uLnTx/>
                <a:uFillTx/>
                <a:latin typeface="Tahoma" panose="020B0604030504040204" pitchFamily="34" charset="0"/>
                <a:ea typeface="+mn-ea"/>
                <a:cs typeface="+mn-cs"/>
                <a:hlinkClick r:id="rId3" action="ppaction://hlinksldjump"/>
              </a:rPr>
              <a:t>Click </a:t>
            </a:r>
            <a:r>
              <a:rPr kumimoji="0" lang="en-US" altLang="en-US" sz="1800" b="0" i="0" u="none" strike="noStrike" kern="1200" cap="none" spc="0" normalizeH="0" baseline="0" noProof="0">
                <a:ln>
                  <a:noFill/>
                </a:ln>
                <a:solidFill>
                  <a:srgbClr val="FFFFFF"/>
                </a:solidFill>
                <a:effectLst/>
                <a:uLnTx/>
                <a:uFillTx/>
                <a:latin typeface="Tahoma" panose="020B0604030504040204" pitchFamily="34" charset="0"/>
                <a:ea typeface="+mn-ea"/>
                <a:cs typeface="+mn-cs"/>
              </a:rPr>
              <a:t>here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a:extLst>
              <a:ext uri="{FF2B5EF4-FFF2-40B4-BE49-F238E27FC236}">
                <a16:creationId xmlns:a16="http://schemas.microsoft.com/office/drawing/2014/main" id="{FEE9FB94-396F-D89B-4CD0-BA442E5FA148}"/>
              </a:ext>
            </a:extLst>
          </p:cNvPr>
          <p:cNvSpPr>
            <a:spLocks noGrp="1" noChangeArrowheads="1"/>
          </p:cNvSpPr>
          <p:nvPr>
            <p:ph type="title"/>
          </p:nvPr>
        </p:nvSpPr>
        <p:spPr/>
        <p:txBody>
          <a:bodyPr/>
          <a:lstStyle/>
          <a:p>
            <a:pPr eaLnBrk="1" hangingPunct="1">
              <a:defRPr/>
            </a:pPr>
            <a:r>
              <a:rPr lang="en-US"/>
              <a:t>Testicles or Testes</a:t>
            </a:r>
          </a:p>
        </p:txBody>
      </p:sp>
      <p:sp>
        <p:nvSpPr>
          <p:cNvPr id="110595" name="Rectangle 3">
            <a:extLst>
              <a:ext uri="{FF2B5EF4-FFF2-40B4-BE49-F238E27FC236}">
                <a16:creationId xmlns:a16="http://schemas.microsoft.com/office/drawing/2014/main" id="{5735A024-622B-ABE4-941D-CBC0F2070051}"/>
              </a:ext>
            </a:extLst>
          </p:cNvPr>
          <p:cNvSpPr>
            <a:spLocks noGrp="1" noChangeArrowheads="1"/>
          </p:cNvSpPr>
          <p:nvPr>
            <p:ph type="body" idx="1"/>
          </p:nvPr>
        </p:nvSpPr>
        <p:spPr>
          <a:xfrm>
            <a:off x="0" y="1447800"/>
            <a:ext cx="9144000" cy="5410200"/>
          </a:xfrm>
        </p:spPr>
        <p:txBody>
          <a:bodyPr/>
          <a:lstStyle/>
          <a:p>
            <a:pPr eaLnBrk="1" hangingPunct="1">
              <a:lnSpc>
                <a:spcPct val="90000"/>
              </a:lnSpc>
              <a:defRPr/>
            </a:pPr>
            <a:r>
              <a:rPr lang="en-US" sz="2800" dirty="0"/>
              <a:t>The two testes are small organs that lie in the scrotum and produce sperm and the male hormone testosterone.  </a:t>
            </a:r>
          </a:p>
          <a:p>
            <a:pPr eaLnBrk="1" hangingPunct="1">
              <a:lnSpc>
                <a:spcPct val="90000"/>
              </a:lnSpc>
              <a:defRPr/>
            </a:pPr>
            <a:r>
              <a:rPr lang="en-US" sz="2800" dirty="0"/>
              <a:t>The testicles are outside the body because the male sperm that is manufactured in the testes need cooler-than-body temperature for normal growth and development.  </a:t>
            </a:r>
          </a:p>
          <a:p>
            <a:pPr eaLnBrk="1" hangingPunct="1">
              <a:lnSpc>
                <a:spcPct val="90000"/>
              </a:lnSpc>
              <a:defRPr/>
            </a:pPr>
            <a:r>
              <a:rPr lang="en-US" sz="2800" dirty="0"/>
              <a:t>Loss of one does not impair the function of the other.</a:t>
            </a:r>
          </a:p>
          <a:p>
            <a:pPr eaLnBrk="1" hangingPunct="1">
              <a:lnSpc>
                <a:spcPct val="90000"/>
              </a:lnSpc>
              <a:defRPr/>
            </a:pPr>
            <a:r>
              <a:rPr lang="en-US" sz="2800" dirty="0"/>
              <a:t>Four to five billion sperm cells are produced each month.  </a:t>
            </a:r>
          </a:p>
        </p:txBody>
      </p:sp>
      <p:sp>
        <p:nvSpPr>
          <p:cNvPr id="58371" name="AutoShape 4">
            <a:hlinkClick r:id="rId3" action="ppaction://hlinksldjump"/>
            <a:extLst>
              <a:ext uri="{FF2B5EF4-FFF2-40B4-BE49-F238E27FC236}">
                <a16:creationId xmlns:a16="http://schemas.microsoft.com/office/drawing/2014/main" id="{AFBDD181-4119-F357-0D8B-B7B2D8DDB53C}"/>
              </a:ext>
            </a:extLst>
          </p:cNvPr>
          <p:cNvSpPr>
            <a:spLocks noChangeArrowheads="1"/>
          </p:cNvSpPr>
          <p:nvPr/>
        </p:nvSpPr>
        <p:spPr bwMode="auto">
          <a:xfrm>
            <a:off x="8001000" y="6324600"/>
            <a:ext cx="1143000" cy="533400"/>
          </a:xfrm>
          <a:prstGeom prst="wave">
            <a:avLst>
              <a:gd name="adj1" fmla="val 13005"/>
              <a:gd name="adj2" fmla="val 0"/>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FFFFFF"/>
                </a:solidFill>
                <a:effectLst/>
                <a:uLnTx/>
                <a:uFillTx/>
                <a:latin typeface="Tahoma" panose="020B0604030504040204" pitchFamily="34" charset="0"/>
                <a:ea typeface="+mn-ea"/>
                <a:cs typeface="+mn-cs"/>
                <a:hlinkClick r:id="rId4" action="ppaction://hlinksldjump"/>
              </a:rPr>
              <a:t>Click</a:t>
            </a:r>
            <a:r>
              <a:rPr kumimoji="0" lang="en-US" altLang="en-US" sz="1800" b="0" i="0" u="none" strike="noStrike" kern="1200" cap="none" spc="0" normalizeH="0" baseline="0" noProof="0">
                <a:ln>
                  <a:noFill/>
                </a:ln>
                <a:solidFill>
                  <a:srgbClr val="FFFFFF"/>
                </a:solidFill>
                <a:effectLst/>
                <a:uLnTx/>
                <a:uFillTx/>
                <a:latin typeface="Tahoma" panose="020B0604030504040204" pitchFamily="34" charset="0"/>
                <a:ea typeface="+mn-ea"/>
                <a:cs typeface="+mn-cs"/>
              </a:rPr>
              <a:t> </a:t>
            </a:r>
            <a:r>
              <a:rPr kumimoji="0" lang="en-US" altLang="en-US" sz="1800" b="0" i="0" u="none" strike="noStrike" kern="1200" cap="none" spc="0" normalizeH="0" baseline="0" noProof="0">
                <a:ln>
                  <a:noFill/>
                </a:ln>
                <a:solidFill>
                  <a:srgbClr val="FFFFFF"/>
                </a:solidFill>
                <a:effectLst/>
                <a:uLnTx/>
                <a:uFillTx/>
                <a:latin typeface="Tahoma" panose="020B0604030504040204" pitchFamily="34" charset="0"/>
                <a:ea typeface="+mn-ea"/>
                <a:cs typeface="+mn-cs"/>
                <a:hlinkClick r:id="rId4" action="ppaction://hlinksldjump"/>
              </a:rPr>
              <a:t>here</a:t>
            </a:r>
            <a:endParaRPr kumimoji="0" lang="en-US" altLang="en-US" sz="1800" b="0" i="0" u="none" strike="noStrike" kern="1200" cap="none" spc="0" normalizeH="0" baseline="0" noProof="0">
              <a:ln>
                <a:noFill/>
              </a:ln>
              <a:solidFill>
                <a:srgbClr val="FFFFFF"/>
              </a:solidFill>
              <a:effectLst/>
              <a:uLnTx/>
              <a:uFillTx/>
              <a:latin typeface="Tahoma" panose="020B0604030504040204" pitchFamily="34" charset="0"/>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a:extLst>
              <a:ext uri="{FF2B5EF4-FFF2-40B4-BE49-F238E27FC236}">
                <a16:creationId xmlns:a16="http://schemas.microsoft.com/office/drawing/2014/main" id="{D7AA4178-D1E3-A3B9-C142-EED0B50BCE93}"/>
              </a:ext>
            </a:extLst>
          </p:cNvPr>
          <p:cNvSpPr>
            <a:spLocks noGrp="1" noChangeArrowheads="1"/>
          </p:cNvSpPr>
          <p:nvPr>
            <p:ph type="title"/>
          </p:nvPr>
        </p:nvSpPr>
        <p:spPr/>
        <p:txBody>
          <a:bodyPr/>
          <a:lstStyle/>
          <a:p>
            <a:pPr eaLnBrk="1" hangingPunct="1">
              <a:defRPr/>
            </a:pPr>
            <a:r>
              <a:rPr lang="en-US"/>
              <a:t>Testoterone</a:t>
            </a:r>
          </a:p>
        </p:txBody>
      </p:sp>
      <p:sp>
        <p:nvSpPr>
          <p:cNvPr id="111619" name="Rectangle 3">
            <a:extLst>
              <a:ext uri="{FF2B5EF4-FFF2-40B4-BE49-F238E27FC236}">
                <a16:creationId xmlns:a16="http://schemas.microsoft.com/office/drawing/2014/main" id="{F8724BB4-3FBD-ADBC-BEC2-8AEA4FCABB4E}"/>
              </a:ext>
            </a:extLst>
          </p:cNvPr>
          <p:cNvSpPr>
            <a:spLocks noGrp="1" noChangeArrowheads="1"/>
          </p:cNvSpPr>
          <p:nvPr>
            <p:ph type="body" idx="1"/>
          </p:nvPr>
        </p:nvSpPr>
        <p:spPr/>
        <p:txBody>
          <a:bodyPr/>
          <a:lstStyle/>
          <a:p>
            <a:pPr eaLnBrk="1" hangingPunct="1">
              <a:lnSpc>
                <a:spcPct val="90000"/>
              </a:lnSpc>
              <a:defRPr/>
            </a:pPr>
            <a:r>
              <a:rPr lang="en-US"/>
              <a:t>the male reproductive hormone made by the testicles which causes the changes of puberty. </a:t>
            </a:r>
          </a:p>
          <a:p>
            <a:pPr eaLnBrk="1" hangingPunct="1">
              <a:lnSpc>
                <a:spcPct val="90000"/>
              </a:lnSpc>
              <a:defRPr/>
            </a:pPr>
            <a:r>
              <a:rPr lang="en-US"/>
              <a:t>This hormone causes secondary sex characteristics, production of sperm and  sexual urge.  </a:t>
            </a:r>
          </a:p>
          <a:p>
            <a:pPr eaLnBrk="1" hangingPunct="1">
              <a:lnSpc>
                <a:spcPct val="90000"/>
              </a:lnSpc>
              <a:defRPr/>
            </a:pPr>
            <a:r>
              <a:rPr lang="en-US"/>
              <a:t>It is produced in the testicles and enters the bloodstream at a fairly constant rate. </a:t>
            </a:r>
          </a:p>
        </p:txBody>
      </p:sp>
      <p:sp>
        <p:nvSpPr>
          <p:cNvPr id="60419" name="AutoShape 4">
            <a:hlinkClick r:id="rId3" action="ppaction://hlinksldjump"/>
            <a:extLst>
              <a:ext uri="{FF2B5EF4-FFF2-40B4-BE49-F238E27FC236}">
                <a16:creationId xmlns:a16="http://schemas.microsoft.com/office/drawing/2014/main" id="{7EEF3E69-C3DB-3635-7C05-5C59296D1D32}"/>
              </a:ext>
            </a:extLst>
          </p:cNvPr>
          <p:cNvSpPr>
            <a:spLocks noChangeArrowheads="1"/>
          </p:cNvSpPr>
          <p:nvPr/>
        </p:nvSpPr>
        <p:spPr bwMode="auto">
          <a:xfrm>
            <a:off x="8001000" y="6324600"/>
            <a:ext cx="1143000" cy="533400"/>
          </a:xfrm>
          <a:prstGeom prst="wave">
            <a:avLst>
              <a:gd name="adj1" fmla="val 13005"/>
              <a:gd name="adj2" fmla="val 0"/>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FFFFFF"/>
                </a:solidFill>
                <a:effectLst/>
                <a:uLnTx/>
                <a:uFillTx/>
                <a:latin typeface="Tahoma" panose="020B0604030504040204" pitchFamily="34" charset="0"/>
                <a:ea typeface="+mn-ea"/>
                <a:cs typeface="+mn-cs"/>
                <a:hlinkClick r:id="rId4" action="ppaction://hlinksldjump"/>
              </a:rPr>
              <a:t>Click </a:t>
            </a:r>
            <a:r>
              <a:rPr kumimoji="0" lang="en-US" altLang="en-US" sz="1800" b="0" i="0" u="none" strike="noStrike" kern="1200" cap="none" spc="0" normalizeH="0" baseline="0" noProof="0">
                <a:ln>
                  <a:noFill/>
                </a:ln>
                <a:solidFill>
                  <a:srgbClr val="FFFFFF"/>
                </a:solidFill>
                <a:effectLst/>
                <a:uLnTx/>
                <a:uFillTx/>
                <a:latin typeface="Tahoma" panose="020B0604030504040204" pitchFamily="34" charset="0"/>
                <a:ea typeface="+mn-ea"/>
                <a:cs typeface="+mn-cs"/>
              </a:rPr>
              <a:t>here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648A0BE1-450B-1D5A-7F2E-4BFC2BBB2F2F}"/>
              </a:ext>
            </a:extLst>
          </p:cNvPr>
          <p:cNvSpPr>
            <a:spLocks noGrp="1" noChangeArrowheads="1"/>
          </p:cNvSpPr>
          <p:nvPr>
            <p:ph type="title"/>
          </p:nvPr>
        </p:nvSpPr>
        <p:spPr>
          <a:xfrm>
            <a:off x="381000" y="0"/>
            <a:ext cx="3810000" cy="1066800"/>
          </a:xfrm>
        </p:spPr>
        <p:txBody>
          <a:bodyPr/>
          <a:lstStyle/>
          <a:p>
            <a:pPr eaLnBrk="1" hangingPunct="1">
              <a:defRPr/>
            </a:pPr>
            <a:r>
              <a:rPr lang="en-US" dirty="0"/>
              <a:t>Sperm </a:t>
            </a:r>
          </a:p>
        </p:txBody>
      </p:sp>
      <p:sp>
        <p:nvSpPr>
          <p:cNvPr id="112643" name="Rectangle 3">
            <a:extLst>
              <a:ext uri="{FF2B5EF4-FFF2-40B4-BE49-F238E27FC236}">
                <a16:creationId xmlns:a16="http://schemas.microsoft.com/office/drawing/2014/main" id="{7513CBAA-0266-3ECC-A755-AFF4F093D4FE}"/>
              </a:ext>
            </a:extLst>
          </p:cNvPr>
          <p:cNvSpPr>
            <a:spLocks noGrp="1" noChangeArrowheads="1"/>
          </p:cNvSpPr>
          <p:nvPr>
            <p:ph type="body" sz="half" idx="1"/>
          </p:nvPr>
        </p:nvSpPr>
        <p:spPr>
          <a:xfrm>
            <a:off x="0" y="1676400"/>
            <a:ext cx="6172200" cy="5486400"/>
          </a:xfrm>
        </p:spPr>
        <p:txBody>
          <a:bodyPr/>
          <a:lstStyle/>
          <a:p>
            <a:pPr eaLnBrk="1" hangingPunct="1">
              <a:lnSpc>
                <a:spcPct val="80000"/>
              </a:lnSpc>
              <a:defRPr/>
            </a:pPr>
            <a:r>
              <a:rPr lang="en-US" sz="2400" dirty="0"/>
              <a:t>The microscopic cells produced by the male's testicles which can fertilize the female's ovum</a:t>
            </a:r>
            <a:r>
              <a:rPr lang="en-US" sz="2400" i="1" dirty="0"/>
              <a:t>.  </a:t>
            </a:r>
          </a:p>
          <a:p>
            <a:pPr eaLnBrk="1" hangingPunct="1">
              <a:lnSpc>
                <a:spcPct val="80000"/>
              </a:lnSpc>
              <a:defRPr/>
            </a:pPr>
            <a:r>
              <a:rPr lang="en-US" sz="2400" dirty="0"/>
              <a:t>They are tiny, living cells 100 times smaller than a pencil dot. (the smallest cell in a mans body   </a:t>
            </a:r>
          </a:p>
          <a:p>
            <a:pPr eaLnBrk="1" hangingPunct="1">
              <a:lnSpc>
                <a:spcPct val="80000"/>
              </a:lnSpc>
              <a:defRPr/>
            </a:pPr>
            <a:r>
              <a:rPr lang="en-US" sz="2400" dirty="0"/>
              <a:t>Enough sperm would fit on the head of a pin to re-populate the earth if each sperm fertilized an egg. </a:t>
            </a:r>
          </a:p>
          <a:p>
            <a:pPr eaLnBrk="1" hangingPunct="1">
              <a:lnSpc>
                <a:spcPct val="80000"/>
              </a:lnSpc>
              <a:defRPr/>
            </a:pPr>
            <a:r>
              <a:rPr lang="en-US" sz="2400" dirty="0"/>
              <a:t>It is destroyed by warm body temperature, acidic environment. </a:t>
            </a:r>
          </a:p>
          <a:p>
            <a:pPr eaLnBrk="1" hangingPunct="1">
              <a:lnSpc>
                <a:spcPct val="80000"/>
              </a:lnSpc>
              <a:defRPr/>
            </a:pPr>
            <a:r>
              <a:rPr lang="en-US" sz="2400" dirty="0"/>
              <a:t>It can survive in a women’s body for 5-8 days. </a:t>
            </a:r>
          </a:p>
          <a:p>
            <a:pPr eaLnBrk="1" hangingPunct="1">
              <a:lnSpc>
                <a:spcPct val="80000"/>
              </a:lnSpc>
              <a:defRPr/>
            </a:pPr>
            <a:r>
              <a:rPr lang="en-US" sz="2400" dirty="0"/>
              <a:t>Any sperm not ejaculated are passed in the urine.</a:t>
            </a:r>
          </a:p>
        </p:txBody>
      </p:sp>
      <p:sp>
        <p:nvSpPr>
          <p:cNvPr id="62467" name="AutoShape 4">
            <a:hlinkClick r:id="rId3" action="ppaction://hlinksldjump"/>
            <a:extLst>
              <a:ext uri="{FF2B5EF4-FFF2-40B4-BE49-F238E27FC236}">
                <a16:creationId xmlns:a16="http://schemas.microsoft.com/office/drawing/2014/main" id="{898A96B1-A30F-505C-DB58-7CD2858D8A37}"/>
              </a:ext>
            </a:extLst>
          </p:cNvPr>
          <p:cNvSpPr>
            <a:spLocks noChangeArrowheads="1"/>
          </p:cNvSpPr>
          <p:nvPr/>
        </p:nvSpPr>
        <p:spPr bwMode="auto">
          <a:xfrm>
            <a:off x="8001000" y="6324600"/>
            <a:ext cx="1143000" cy="533400"/>
          </a:xfrm>
          <a:prstGeom prst="wave">
            <a:avLst>
              <a:gd name="adj1" fmla="val 13005"/>
              <a:gd name="adj2" fmla="val 0"/>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FFFFFF"/>
                </a:solidFill>
                <a:effectLst/>
                <a:uLnTx/>
                <a:uFillTx/>
                <a:latin typeface="Tahoma" panose="020B0604030504040204" pitchFamily="34" charset="0"/>
                <a:ea typeface="+mn-ea"/>
                <a:cs typeface="+mn-cs"/>
                <a:hlinkClick r:id="rId4" action="ppaction://hlinksldjump"/>
              </a:rPr>
              <a:t>Click</a:t>
            </a:r>
            <a:r>
              <a:rPr kumimoji="0" lang="en-US" altLang="en-US" sz="1800" b="0" i="0" u="none" strike="noStrike" kern="1200" cap="none" spc="0" normalizeH="0" baseline="0" noProof="0">
                <a:ln>
                  <a:noFill/>
                </a:ln>
                <a:solidFill>
                  <a:srgbClr val="FFFFFF"/>
                </a:solidFill>
                <a:effectLst/>
                <a:uLnTx/>
                <a:uFillTx/>
                <a:latin typeface="Tahoma" panose="020B0604030504040204" pitchFamily="34" charset="0"/>
                <a:ea typeface="+mn-ea"/>
                <a:cs typeface="+mn-cs"/>
              </a:rPr>
              <a:t> here</a:t>
            </a:r>
          </a:p>
        </p:txBody>
      </p:sp>
      <p:pic>
        <p:nvPicPr>
          <p:cNvPr id="62468" name="Picture 6" descr="cartoon2">
            <a:extLst>
              <a:ext uri="{FF2B5EF4-FFF2-40B4-BE49-F238E27FC236}">
                <a16:creationId xmlns:a16="http://schemas.microsoft.com/office/drawing/2014/main" id="{CFAE5E93-7B38-FDEF-75E2-9F8641C1BA89}"/>
              </a:ext>
            </a:extLst>
          </p:cNvPr>
          <p:cNvPicPr>
            <a:picLocks noGrp="1" noChangeAspect="1" noChangeArrowheads="1"/>
          </p:cNvPicPr>
          <p:nvPr>
            <p:ph sz="half" idx="2"/>
          </p:nvPr>
        </p:nvPicPr>
        <p:blipFill>
          <a:blip r:embed="rId5">
            <a:extLst>
              <a:ext uri="{28A0092B-C50C-407E-A947-70E740481C1C}">
                <a14:useLocalDpi xmlns:a14="http://schemas.microsoft.com/office/drawing/2010/main" val="0"/>
              </a:ext>
            </a:extLst>
          </a:blip>
          <a:srcRect/>
          <a:stretch>
            <a:fillRect/>
          </a:stretch>
        </p:blipFill>
        <p:spPr>
          <a:xfrm>
            <a:off x="6354763" y="762000"/>
            <a:ext cx="2789237" cy="3429000"/>
          </a:xfr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33FEF91B-48A8-FCA3-EF7F-07368D2DA87E}"/>
              </a:ext>
            </a:extLst>
          </p:cNvPr>
          <p:cNvSpPr>
            <a:spLocks noGrp="1" noChangeArrowheads="1"/>
          </p:cNvSpPr>
          <p:nvPr>
            <p:ph type="title"/>
          </p:nvPr>
        </p:nvSpPr>
        <p:spPr/>
        <p:txBody>
          <a:bodyPr/>
          <a:lstStyle/>
          <a:p>
            <a:pPr eaLnBrk="1" hangingPunct="1">
              <a:defRPr/>
            </a:pPr>
            <a:r>
              <a:rPr lang="en-US"/>
              <a:t>Epididymis</a:t>
            </a:r>
          </a:p>
        </p:txBody>
      </p:sp>
      <p:sp>
        <p:nvSpPr>
          <p:cNvPr id="114691" name="Rectangle 3">
            <a:extLst>
              <a:ext uri="{FF2B5EF4-FFF2-40B4-BE49-F238E27FC236}">
                <a16:creationId xmlns:a16="http://schemas.microsoft.com/office/drawing/2014/main" id="{8AB7CA53-C713-4DA9-2E7D-FCD8B2D146A3}"/>
              </a:ext>
            </a:extLst>
          </p:cNvPr>
          <p:cNvSpPr>
            <a:spLocks noGrp="1" noChangeArrowheads="1"/>
          </p:cNvSpPr>
          <p:nvPr>
            <p:ph type="body" idx="1"/>
          </p:nvPr>
        </p:nvSpPr>
        <p:spPr/>
        <p:txBody>
          <a:bodyPr/>
          <a:lstStyle/>
          <a:p>
            <a:pPr eaLnBrk="1" hangingPunct="1">
              <a:defRPr/>
            </a:pPr>
            <a:r>
              <a:rPr lang="en-US"/>
              <a:t>the structure that forms a mass over the back and upper part of each testes.</a:t>
            </a:r>
          </a:p>
          <a:p>
            <a:pPr eaLnBrk="1" hangingPunct="1">
              <a:defRPr/>
            </a:pPr>
            <a:r>
              <a:rPr lang="en-US"/>
              <a:t>Sperm are stored there for as long as six weeks while they ripen to maturity.  </a:t>
            </a:r>
          </a:p>
        </p:txBody>
      </p:sp>
      <p:sp>
        <p:nvSpPr>
          <p:cNvPr id="64515" name="AutoShape 4">
            <a:hlinkClick r:id="rId3" action="ppaction://hlinksldjump"/>
            <a:extLst>
              <a:ext uri="{FF2B5EF4-FFF2-40B4-BE49-F238E27FC236}">
                <a16:creationId xmlns:a16="http://schemas.microsoft.com/office/drawing/2014/main" id="{A50A342D-1209-8544-BA65-2AD0B1F4C5BD}"/>
              </a:ext>
            </a:extLst>
          </p:cNvPr>
          <p:cNvSpPr>
            <a:spLocks noChangeArrowheads="1"/>
          </p:cNvSpPr>
          <p:nvPr/>
        </p:nvSpPr>
        <p:spPr bwMode="auto">
          <a:xfrm>
            <a:off x="8001000" y="6324600"/>
            <a:ext cx="1143000" cy="533400"/>
          </a:xfrm>
          <a:prstGeom prst="wave">
            <a:avLst>
              <a:gd name="adj1" fmla="val 13005"/>
              <a:gd name="adj2" fmla="val 0"/>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FFFFFF"/>
                </a:solidFill>
                <a:effectLst/>
                <a:uLnTx/>
                <a:uFillTx/>
                <a:latin typeface="Tahoma" panose="020B0604030504040204" pitchFamily="34" charset="0"/>
                <a:ea typeface="+mn-ea"/>
                <a:cs typeface="+mn-cs"/>
                <a:hlinkClick r:id="rId4" action="ppaction://hlinksldjump"/>
              </a:rPr>
              <a:t>Click</a:t>
            </a:r>
            <a:r>
              <a:rPr kumimoji="0" lang="en-US" altLang="en-US" sz="1800" b="0" i="0" u="none" strike="noStrike" kern="1200" cap="none" spc="0" normalizeH="0" baseline="0" noProof="0">
                <a:ln>
                  <a:noFill/>
                </a:ln>
                <a:solidFill>
                  <a:srgbClr val="FFFFFF"/>
                </a:solidFill>
                <a:effectLst/>
                <a:uLnTx/>
                <a:uFillTx/>
                <a:latin typeface="Tahoma" panose="020B0604030504040204" pitchFamily="34" charset="0"/>
                <a:ea typeface="+mn-ea"/>
                <a:cs typeface="+mn-cs"/>
              </a:rPr>
              <a:t> </a:t>
            </a:r>
            <a:r>
              <a:rPr kumimoji="0" lang="en-US" altLang="en-US" sz="1800" b="0" i="0" u="none" strike="noStrike" kern="1200" cap="none" spc="0" normalizeH="0" baseline="0" noProof="0">
                <a:ln>
                  <a:noFill/>
                </a:ln>
                <a:solidFill>
                  <a:srgbClr val="FFFFFF"/>
                </a:solidFill>
                <a:effectLst/>
                <a:uLnTx/>
                <a:uFillTx/>
                <a:latin typeface="Tahoma" panose="020B0604030504040204" pitchFamily="34" charset="0"/>
                <a:ea typeface="+mn-ea"/>
                <a:cs typeface="+mn-cs"/>
                <a:hlinkClick r:id="rId5" action="ppaction://hlinksldjump"/>
              </a:rPr>
              <a:t>here</a:t>
            </a:r>
            <a:endParaRPr kumimoji="0" lang="en-US" altLang="en-US" sz="1800" b="0" i="0" u="none" strike="noStrike" kern="1200" cap="none" spc="0" normalizeH="0" baseline="0" noProof="0">
              <a:ln>
                <a:noFill/>
              </a:ln>
              <a:solidFill>
                <a:srgbClr val="FFFFFF"/>
              </a:solidFill>
              <a:effectLst/>
              <a:uLnTx/>
              <a:uFillTx/>
              <a:latin typeface="Tahoma" panose="020B0604030504040204" pitchFamily="34" charset="0"/>
              <a:ea typeface="+mn-ea"/>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a:extLst>
              <a:ext uri="{FF2B5EF4-FFF2-40B4-BE49-F238E27FC236}">
                <a16:creationId xmlns:a16="http://schemas.microsoft.com/office/drawing/2014/main" id="{F04BF665-9E9D-D478-0A39-3EF3218237D0}"/>
              </a:ext>
            </a:extLst>
          </p:cNvPr>
          <p:cNvSpPr>
            <a:spLocks noGrp="1" noChangeArrowheads="1"/>
          </p:cNvSpPr>
          <p:nvPr>
            <p:ph type="title"/>
          </p:nvPr>
        </p:nvSpPr>
        <p:spPr/>
        <p:txBody>
          <a:bodyPr/>
          <a:lstStyle/>
          <a:p>
            <a:pPr eaLnBrk="1" hangingPunct="1">
              <a:defRPr/>
            </a:pPr>
            <a:r>
              <a:rPr lang="en-US"/>
              <a:t>Cowpers Gland</a:t>
            </a:r>
          </a:p>
        </p:txBody>
      </p:sp>
      <p:sp>
        <p:nvSpPr>
          <p:cNvPr id="119811" name="Rectangle 3">
            <a:extLst>
              <a:ext uri="{FF2B5EF4-FFF2-40B4-BE49-F238E27FC236}">
                <a16:creationId xmlns:a16="http://schemas.microsoft.com/office/drawing/2014/main" id="{C145D0D7-1A66-CD09-2074-6C8D3EBC8A65}"/>
              </a:ext>
            </a:extLst>
          </p:cNvPr>
          <p:cNvSpPr>
            <a:spLocks noGrp="1" noChangeArrowheads="1"/>
          </p:cNvSpPr>
          <p:nvPr>
            <p:ph type="body" idx="1"/>
          </p:nvPr>
        </p:nvSpPr>
        <p:spPr/>
        <p:txBody>
          <a:bodyPr/>
          <a:lstStyle/>
          <a:p>
            <a:pPr eaLnBrk="1" hangingPunct="1">
              <a:defRPr/>
            </a:pPr>
            <a:r>
              <a:rPr lang="en-US"/>
              <a:t>two small pea-sized glands located beneath the prostate gland on both sides of the base of the penis.  </a:t>
            </a:r>
          </a:p>
          <a:p>
            <a:pPr eaLnBrk="1" hangingPunct="1">
              <a:defRPr/>
            </a:pPr>
            <a:r>
              <a:rPr lang="en-US"/>
              <a:t>They secrete a clear, sticky fluid that helps to neutralize the acidity of the urethra.</a:t>
            </a:r>
          </a:p>
        </p:txBody>
      </p:sp>
      <p:sp>
        <p:nvSpPr>
          <p:cNvPr id="66563" name="AutoShape 4">
            <a:extLst>
              <a:ext uri="{FF2B5EF4-FFF2-40B4-BE49-F238E27FC236}">
                <a16:creationId xmlns:a16="http://schemas.microsoft.com/office/drawing/2014/main" id="{B312E62C-AEC1-6F14-4E29-B97357CD2B0E}"/>
              </a:ext>
            </a:extLst>
          </p:cNvPr>
          <p:cNvSpPr>
            <a:spLocks noChangeArrowheads="1"/>
          </p:cNvSpPr>
          <p:nvPr/>
        </p:nvSpPr>
        <p:spPr bwMode="auto">
          <a:xfrm>
            <a:off x="8001000" y="6324600"/>
            <a:ext cx="1143000" cy="533400"/>
          </a:xfrm>
          <a:prstGeom prst="wave">
            <a:avLst>
              <a:gd name="adj1" fmla="val 13005"/>
              <a:gd name="adj2" fmla="val 0"/>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FFFFFF"/>
                </a:solidFill>
                <a:effectLst/>
                <a:uLnTx/>
                <a:uFillTx/>
                <a:latin typeface="Tahoma" panose="020B0604030504040204" pitchFamily="34" charset="0"/>
                <a:ea typeface="+mn-ea"/>
                <a:cs typeface="+mn-cs"/>
                <a:hlinkClick r:id="rId3" action="ppaction://hlinksldjump"/>
              </a:rPr>
              <a:t>Click</a:t>
            </a:r>
            <a:r>
              <a:rPr kumimoji="0" lang="en-US" altLang="en-US" sz="1800" b="0" i="0" u="none" strike="noStrike" kern="1200" cap="none" spc="0" normalizeH="0" baseline="0" noProof="0">
                <a:ln>
                  <a:noFill/>
                </a:ln>
                <a:solidFill>
                  <a:srgbClr val="FFFFFF"/>
                </a:solidFill>
                <a:effectLst/>
                <a:uLnTx/>
                <a:uFillTx/>
                <a:latin typeface="Tahoma" panose="020B0604030504040204" pitchFamily="34" charset="0"/>
                <a:ea typeface="+mn-ea"/>
                <a:cs typeface="+mn-cs"/>
              </a:rPr>
              <a:t> here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7672B2D4-A749-D4C5-477D-7F7248D04480}"/>
              </a:ext>
            </a:extLst>
          </p:cNvPr>
          <p:cNvSpPr>
            <a:spLocks noGrp="1" noChangeArrowheads="1"/>
          </p:cNvSpPr>
          <p:nvPr>
            <p:ph type="title"/>
          </p:nvPr>
        </p:nvSpPr>
        <p:spPr/>
        <p:txBody>
          <a:bodyPr/>
          <a:lstStyle/>
          <a:p>
            <a:pPr eaLnBrk="1" hangingPunct="1">
              <a:defRPr/>
            </a:pPr>
            <a:r>
              <a:rPr lang="en-US"/>
              <a:t>Vas Deferens</a:t>
            </a:r>
          </a:p>
        </p:txBody>
      </p:sp>
      <p:sp>
        <p:nvSpPr>
          <p:cNvPr id="115715" name="Rectangle 3">
            <a:extLst>
              <a:ext uri="{FF2B5EF4-FFF2-40B4-BE49-F238E27FC236}">
                <a16:creationId xmlns:a16="http://schemas.microsoft.com/office/drawing/2014/main" id="{D9EDE81B-9D60-4E6E-B078-2ACAA3DD3FDD}"/>
              </a:ext>
            </a:extLst>
          </p:cNvPr>
          <p:cNvSpPr>
            <a:spLocks noGrp="1" noChangeArrowheads="1"/>
          </p:cNvSpPr>
          <p:nvPr>
            <p:ph type="body" idx="1"/>
          </p:nvPr>
        </p:nvSpPr>
        <p:spPr/>
        <p:txBody>
          <a:bodyPr/>
          <a:lstStyle/>
          <a:p>
            <a:pPr eaLnBrk="1" hangingPunct="1">
              <a:defRPr/>
            </a:pPr>
            <a:r>
              <a:rPr lang="en-US"/>
              <a:t>two long, thin tubes that serve as a passageway for sperm and a place for sperm storage. 			</a:t>
            </a:r>
          </a:p>
          <a:p>
            <a:pPr eaLnBrk="1" hangingPunct="1">
              <a:defRPr/>
            </a:pPr>
            <a:r>
              <a:rPr lang="en-US"/>
              <a:t>The contraction of the vas deferens along with the action of the cilia help transport the sperm through the vas deferens.</a:t>
            </a:r>
          </a:p>
        </p:txBody>
      </p:sp>
      <p:sp>
        <p:nvSpPr>
          <p:cNvPr id="68611" name="AutoShape 4">
            <a:hlinkClick r:id="rId3" action="ppaction://hlinksldjump"/>
            <a:extLst>
              <a:ext uri="{FF2B5EF4-FFF2-40B4-BE49-F238E27FC236}">
                <a16:creationId xmlns:a16="http://schemas.microsoft.com/office/drawing/2014/main" id="{9CD62408-B75D-F6D6-4597-D256BFDA9C4C}"/>
              </a:ext>
            </a:extLst>
          </p:cNvPr>
          <p:cNvSpPr>
            <a:spLocks noChangeArrowheads="1"/>
          </p:cNvSpPr>
          <p:nvPr/>
        </p:nvSpPr>
        <p:spPr bwMode="auto">
          <a:xfrm>
            <a:off x="8001000" y="6324600"/>
            <a:ext cx="1143000" cy="533400"/>
          </a:xfrm>
          <a:prstGeom prst="wave">
            <a:avLst>
              <a:gd name="adj1" fmla="val 13005"/>
              <a:gd name="adj2" fmla="val 0"/>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FFFFFF"/>
                </a:solidFill>
                <a:effectLst/>
                <a:uLnTx/>
                <a:uFillTx/>
                <a:latin typeface="Tahoma" panose="020B0604030504040204" pitchFamily="34" charset="0"/>
                <a:ea typeface="+mn-ea"/>
                <a:cs typeface="+mn-cs"/>
                <a:hlinkClick r:id="rId4" action="ppaction://hlinksldjump"/>
              </a:rPr>
              <a:t>Click</a:t>
            </a:r>
            <a:r>
              <a:rPr kumimoji="0" lang="en-US" altLang="en-US" sz="1800" b="0" i="0" u="none" strike="noStrike" kern="1200" cap="none" spc="0" normalizeH="0" baseline="0" noProof="0">
                <a:ln>
                  <a:noFill/>
                </a:ln>
                <a:solidFill>
                  <a:srgbClr val="FFFFFF"/>
                </a:solidFill>
                <a:effectLst/>
                <a:uLnTx/>
                <a:uFillTx/>
                <a:latin typeface="Tahoma" panose="020B0604030504040204" pitchFamily="34" charset="0"/>
                <a:ea typeface="+mn-ea"/>
                <a:cs typeface="+mn-cs"/>
              </a:rPr>
              <a:t> </a:t>
            </a:r>
            <a:r>
              <a:rPr kumimoji="0" lang="en-US" altLang="en-US" sz="1800" b="0" i="0" u="none" strike="noStrike" kern="1200" cap="none" spc="0" normalizeH="0" baseline="0" noProof="0">
                <a:ln>
                  <a:noFill/>
                </a:ln>
                <a:solidFill>
                  <a:srgbClr val="FFFFFF"/>
                </a:solidFill>
                <a:effectLst/>
                <a:uLnTx/>
                <a:uFillTx/>
                <a:latin typeface="Tahoma" panose="020B0604030504040204" pitchFamily="34" charset="0"/>
                <a:ea typeface="+mn-ea"/>
                <a:cs typeface="+mn-cs"/>
                <a:hlinkClick r:id="rId5" action="ppaction://hlinksldjump"/>
              </a:rPr>
              <a:t>here</a:t>
            </a:r>
            <a:endParaRPr kumimoji="0" lang="en-US" altLang="en-US" sz="1800" b="0" i="0" u="none" strike="noStrike" kern="1200" cap="none" spc="0" normalizeH="0" baseline="0" noProof="0">
              <a:ln>
                <a:noFill/>
              </a:ln>
              <a:solidFill>
                <a:srgbClr val="FFFFFF"/>
              </a:solidFill>
              <a:effectLst/>
              <a:uLnTx/>
              <a:uFillTx/>
              <a:latin typeface="Tahoma" panose="020B0604030504040204" pitchFamily="34" charset="0"/>
              <a:ea typeface="+mn-ea"/>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a:extLst>
              <a:ext uri="{FF2B5EF4-FFF2-40B4-BE49-F238E27FC236}">
                <a16:creationId xmlns:a16="http://schemas.microsoft.com/office/drawing/2014/main" id="{3B1F4649-67F5-A562-2696-C8FBC59A1A93}"/>
              </a:ext>
            </a:extLst>
          </p:cNvPr>
          <p:cNvSpPr>
            <a:spLocks noGrp="1" noChangeArrowheads="1"/>
          </p:cNvSpPr>
          <p:nvPr>
            <p:ph type="title"/>
          </p:nvPr>
        </p:nvSpPr>
        <p:spPr/>
        <p:txBody>
          <a:bodyPr/>
          <a:lstStyle/>
          <a:p>
            <a:pPr eaLnBrk="1" hangingPunct="1">
              <a:defRPr/>
            </a:pPr>
            <a:r>
              <a:rPr lang="en-US"/>
              <a:t>Seminal Vesicles </a:t>
            </a:r>
          </a:p>
        </p:txBody>
      </p:sp>
      <p:sp>
        <p:nvSpPr>
          <p:cNvPr id="116739" name="Rectangle 3">
            <a:extLst>
              <a:ext uri="{FF2B5EF4-FFF2-40B4-BE49-F238E27FC236}">
                <a16:creationId xmlns:a16="http://schemas.microsoft.com/office/drawing/2014/main" id="{39543192-6B07-BDCE-E2D0-3D5A78B6D3DB}"/>
              </a:ext>
            </a:extLst>
          </p:cNvPr>
          <p:cNvSpPr>
            <a:spLocks noGrp="1" noChangeArrowheads="1"/>
          </p:cNvSpPr>
          <p:nvPr>
            <p:ph type="body" idx="1"/>
          </p:nvPr>
        </p:nvSpPr>
        <p:spPr/>
        <p:txBody>
          <a:bodyPr/>
          <a:lstStyle/>
          <a:p>
            <a:pPr eaLnBrk="1" hangingPunct="1">
              <a:defRPr/>
            </a:pPr>
            <a:r>
              <a:rPr lang="en-US"/>
              <a:t>two small glands that secrete a fluid that nourishes and enables the sperm to move.</a:t>
            </a:r>
          </a:p>
        </p:txBody>
      </p:sp>
      <p:sp>
        <p:nvSpPr>
          <p:cNvPr id="70659" name="AutoShape 4">
            <a:hlinkClick r:id="rId3" action="ppaction://hlinksldjump"/>
            <a:extLst>
              <a:ext uri="{FF2B5EF4-FFF2-40B4-BE49-F238E27FC236}">
                <a16:creationId xmlns:a16="http://schemas.microsoft.com/office/drawing/2014/main" id="{646AE030-17C5-D388-B4AE-56EA3A61CEEB}"/>
              </a:ext>
            </a:extLst>
          </p:cNvPr>
          <p:cNvSpPr>
            <a:spLocks noChangeArrowheads="1"/>
          </p:cNvSpPr>
          <p:nvPr/>
        </p:nvSpPr>
        <p:spPr bwMode="auto">
          <a:xfrm>
            <a:off x="8001000" y="6324600"/>
            <a:ext cx="1143000" cy="533400"/>
          </a:xfrm>
          <a:prstGeom prst="wave">
            <a:avLst>
              <a:gd name="adj1" fmla="val 13005"/>
              <a:gd name="adj2" fmla="val 0"/>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FFFFFF"/>
                </a:solidFill>
                <a:effectLst/>
                <a:uLnTx/>
                <a:uFillTx/>
                <a:latin typeface="Tahoma" panose="020B0604030504040204" pitchFamily="34" charset="0"/>
                <a:ea typeface="+mn-ea"/>
                <a:cs typeface="+mn-cs"/>
                <a:hlinkClick r:id="rId4" action="ppaction://hlinksldjump"/>
              </a:rPr>
              <a:t>Click</a:t>
            </a:r>
            <a:r>
              <a:rPr kumimoji="0" lang="en-US" altLang="en-US" sz="1800" b="0" i="0" u="none" strike="noStrike" kern="1200" cap="none" spc="0" normalizeH="0" baseline="0" noProof="0">
                <a:ln>
                  <a:noFill/>
                </a:ln>
                <a:solidFill>
                  <a:srgbClr val="FFFFFF"/>
                </a:solidFill>
                <a:effectLst/>
                <a:uLnTx/>
                <a:uFillTx/>
                <a:latin typeface="Tahoma" panose="020B0604030504040204" pitchFamily="34" charset="0"/>
                <a:ea typeface="+mn-ea"/>
                <a:cs typeface="+mn-cs"/>
              </a:rPr>
              <a:t> here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a:extLst>
              <a:ext uri="{FF2B5EF4-FFF2-40B4-BE49-F238E27FC236}">
                <a16:creationId xmlns:a16="http://schemas.microsoft.com/office/drawing/2014/main" id="{413B1CA3-7482-A6A3-0697-39529B3F1052}"/>
              </a:ext>
            </a:extLst>
          </p:cNvPr>
          <p:cNvSpPr>
            <a:spLocks noGrp="1" noChangeArrowheads="1"/>
          </p:cNvSpPr>
          <p:nvPr>
            <p:ph type="title"/>
          </p:nvPr>
        </p:nvSpPr>
        <p:spPr/>
        <p:txBody>
          <a:bodyPr/>
          <a:lstStyle/>
          <a:p>
            <a:pPr eaLnBrk="1" hangingPunct="1">
              <a:defRPr/>
            </a:pPr>
            <a:r>
              <a:rPr lang="en-US"/>
              <a:t>Prostate Gland </a:t>
            </a:r>
          </a:p>
        </p:txBody>
      </p:sp>
      <p:sp>
        <p:nvSpPr>
          <p:cNvPr id="117763" name="Rectangle 3">
            <a:extLst>
              <a:ext uri="{FF2B5EF4-FFF2-40B4-BE49-F238E27FC236}">
                <a16:creationId xmlns:a16="http://schemas.microsoft.com/office/drawing/2014/main" id="{06115C3C-8206-C763-538F-6A38A230A330}"/>
              </a:ext>
            </a:extLst>
          </p:cNvPr>
          <p:cNvSpPr>
            <a:spLocks noGrp="1" noChangeArrowheads="1"/>
          </p:cNvSpPr>
          <p:nvPr>
            <p:ph type="body" idx="1"/>
          </p:nvPr>
        </p:nvSpPr>
        <p:spPr/>
        <p:txBody>
          <a:bodyPr/>
          <a:lstStyle/>
          <a:p>
            <a:pPr eaLnBrk="1" hangingPunct="1">
              <a:defRPr/>
            </a:pPr>
            <a:r>
              <a:rPr lang="en-US"/>
              <a:t>surround the urethra beneath the bladder.  The gland secretes an alkaline fluid that neutralizes the acid found in the male urethra and the female reproductive tract.  </a:t>
            </a:r>
          </a:p>
          <a:p>
            <a:pPr eaLnBrk="1" hangingPunct="1">
              <a:defRPr/>
            </a:pPr>
            <a:r>
              <a:rPr lang="en-US"/>
              <a:t>Without the action of the secretions of the prostate gland, many sperm would die and fertilization of an ovum would be impossible.</a:t>
            </a:r>
          </a:p>
        </p:txBody>
      </p:sp>
      <p:sp>
        <p:nvSpPr>
          <p:cNvPr id="72707" name="AutoShape 4">
            <a:hlinkClick r:id="rId3" action="ppaction://hlinksldjump"/>
            <a:extLst>
              <a:ext uri="{FF2B5EF4-FFF2-40B4-BE49-F238E27FC236}">
                <a16:creationId xmlns:a16="http://schemas.microsoft.com/office/drawing/2014/main" id="{C3C6892C-BCF8-44B3-8C08-28BE98066042}"/>
              </a:ext>
            </a:extLst>
          </p:cNvPr>
          <p:cNvSpPr>
            <a:spLocks noChangeArrowheads="1"/>
          </p:cNvSpPr>
          <p:nvPr/>
        </p:nvSpPr>
        <p:spPr bwMode="auto">
          <a:xfrm>
            <a:off x="8001000" y="6324600"/>
            <a:ext cx="1143000" cy="533400"/>
          </a:xfrm>
          <a:prstGeom prst="wave">
            <a:avLst>
              <a:gd name="adj1" fmla="val 13005"/>
              <a:gd name="adj2" fmla="val 0"/>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FFFFFF"/>
                </a:solidFill>
                <a:effectLst/>
                <a:uLnTx/>
                <a:uFillTx/>
                <a:latin typeface="Tahoma" panose="020B0604030504040204" pitchFamily="34" charset="0"/>
                <a:ea typeface="+mn-ea"/>
                <a:cs typeface="+mn-cs"/>
              </a:rPr>
              <a:t>Click </a:t>
            </a:r>
            <a:r>
              <a:rPr kumimoji="0" lang="en-US" altLang="en-US" sz="1800" b="0" i="0" u="none" strike="noStrike" kern="1200" cap="none" spc="0" normalizeH="0" baseline="0" noProof="0">
                <a:ln>
                  <a:noFill/>
                </a:ln>
                <a:solidFill>
                  <a:srgbClr val="FFFFFF"/>
                </a:solidFill>
                <a:effectLst/>
                <a:uLnTx/>
                <a:uFillTx/>
                <a:latin typeface="Tahoma" panose="020B0604030504040204" pitchFamily="34" charset="0"/>
                <a:ea typeface="+mn-ea"/>
                <a:cs typeface="+mn-cs"/>
                <a:hlinkClick r:id="rId4" action="ppaction://hlinksldjump"/>
              </a:rPr>
              <a:t>here</a:t>
            </a:r>
            <a:endParaRPr kumimoji="0" lang="en-US" altLang="en-US" sz="1800" b="0" i="0" u="none" strike="noStrike" kern="1200" cap="none" spc="0" normalizeH="0" baseline="0" noProof="0">
              <a:ln>
                <a:noFill/>
              </a:ln>
              <a:solidFill>
                <a:srgbClr val="FFFFFF"/>
              </a:solidFill>
              <a:effectLst/>
              <a:uLnTx/>
              <a:uFillTx/>
              <a:latin typeface="Tahoma" panose="020B0604030504040204" pitchFamily="34" charset="0"/>
              <a:ea typeface="+mn-ea"/>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a:extLst>
              <a:ext uri="{FF2B5EF4-FFF2-40B4-BE49-F238E27FC236}">
                <a16:creationId xmlns:a16="http://schemas.microsoft.com/office/drawing/2014/main" id="{8130E726-7002-CAFA-D95E-2B1D3AFB8497}"/>
              </a:ext>
            </a:extLst>
          </p:cNvPr>
          <p:cNvSpPr>
            <a:spLocks noGrp="1" noChangeArrowheads="1"/>
          </p:cNvSpPr>
          <p:nvPr>
            <p:ph type="title"/>
          </p:nvPr>
        </p:nvSpPr>
        <p:spPr/>
        <p:txBody>
          <a:bodyPr/>
          <a:lstStyle/>
          <a:p>
            <a:pPr eaLnBrk="1" hangingPunct="1">
              <a:defRPr/>
            </a:pPr>
            <a:r>
              <a:rPr lang="en-US"/>
              <a:t>Urethra</a:t>
            </a:r>
          </a:p>
        </p:txBody>
      </p:sp>
      <p:sp>
        <p:nvSpPr>
          <p:cNvPr id="118787" name="Rectangle 3">
            <a:extLst>
              <a:ext uri="{FF2B5EF4-FFF2-40B4-BE49-F238E27FC236}">
                <a16:creationId xmlns:a16="http://schemas.microsoft.com/office/drawing/2014/main" id="{BC6797B7-E11B-A7DE-7B53-0D661657F177}"/>
              </a:ext>
            </a:extLst>
          </p:cNvPr>
          <p:cNvSpPr>
            <a:spLocks noGrp="1" noChangeArrowheads="1"/>
          </p:cNvSpPr>
          <p:nvPr>
            <p:ph type="body" idx="1"/>
          </p:nvPr>
        </p:nvSpPr>
        <p:spPr/>
        <p:txBody>
          <a:bodyPr/>
          <a:lstStyle/>
          <a:p>
            <a:pPr eaLnBrk="1" hangingPunct="1">
              <a:lnSpc>
                <a:spcPct val="80000"/>
              </a:lnSpc>
              <a:defRPr/>
            </a:pPr>
            <a:r>
              <a:rPr lang="en-US" sz="2800"/>
              <a:t>A dual purpose tube that both semen and urine pass through to leave the body.  Semen and urine never mix.  </a:t>
            </a:r>
          </a:p>
          <a:p>
            <a:pPr eaLnBrk="1" hangingPunct="1">
              <a:lnSpc>
                <a:spcPct val="80000"/>
              </a:lnSpc>
              <a:defRPr/>
            </a:pPr>
            <a:r>
              <a:rPr lang="en-US" sz="2800"/>
              <a:t>Special muscles or sphincters surround the urethra.  </a:t>
            </a:r>
          </a:p>
          <a:p>
            <a:pPr eaLnBrk="1" hangingPunct="1">
              <a:lnSpc>
                <a:spcPct val="80000"/>
              </a:lnSpc>
              <a:defRPr/>
            </a:pPr>
            <a:r>
              <a:rPr lang="en-US" sz="2800"/>
              <a:t>During urination, one sphincter will relax so that the pressure from the bladder will push urine out from the body.  </a:t>
            </a:r>
          </a:p>
          <a:p>
            <a:pPr eaLnBrk="1" hangingPunct="1">
              <a:lnSpc>
                <a:spcPct val="80000"/>
              </a:lnSpc>
              <a:defRPr/>
            </a:pPr>
            <a:r>
              <a:rPr lang="en-US" sz="2800"/>
              <a:t>During ejaculation, another sphincter will relax so that semen can flow through the urethra to the outside of the body.</a:t>
            </a:r>
          </a:p>
        </p:txBody>
      </p:sp>
      <p:sp>
        <p:nvSpPr>
          <p:cNvPr id="74755" name="AutoShape 4">
            <a:extLst>
              <a:ext uri="{FF2B5EF4-FFF2-40B4-BE49-F238E27FC236}">
                <a16:creationId xmlns:a16="http://schemas.microsoft.com/office/drawing/2014/main" id="{EF2A5508-9422-9379-F2C3-07E0B7FD5B74}"/>
              </a:ext>
            </a:extLst>
          </p:cNvPr>
          <p:cNvSpPr>
            <a:spLocks noChangeArrowheads="1"/>
          </p:cNvSpPr>
          <p:nvPr/>
        </p:nvSpPr>
        <p:spPr bwMode="auto">
          <a:xfrm>
            <a:off x="8001000" y="6324600"/>
            <a:ext cx="1143000" cy="533400"/>
          </a:xfrm>
          <a:prstGeom prst="wave">
            <a:avLst>
              <a:gd name="adj1" fmla="val 13005"/>
              <a:gd name="adj2" fmla="val 0"/>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FFFFFF"/>
                </a:solidFill>
                <a:effectLst/>
                <a:uLnTx/>
                <a:uFillTx/>
                <a:latin typeface="Tahoma" panose="020B0604030504040204" pitchFamily="34" charset="0"/>
                <a:ea typeface="+mn-ea"/>
                <a:cs typeface="+mn-cs"/>
                <a:hlinkClick r:id="rId3" action="ppaction://hlinksldjump"/>
              </a:rPr>
              <a:t>Click here</a:t>
            </a:r>
            <a:endParaRPr kumimoji="0" lang="en-US" altLang="en-US" sz="1800" b="0" i="0" u="none" strike="noStrike" kern="1200" cap="none" spc="0" normalizeH="0" baseline="0" noProof="0">
              <a:ln>
                <a:noFill/>
              </a:ln>
              <a:solidFill>
                <a:srgbClr val="FFFFFF"/>
              </a:solidFill>
              <a:effectLst/>
              <a:uLnTx/>
              <a:uFillTx/>
              <a:latin typeface="Tahoma" panose="020B0604030504040204" pitchFamily="34" charset="0"/>
              <a:ea typeface="+mn-ea"/>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FC8739BF-E9E4-B6B9-5B2C-024AEE2CF84B}"/>
              </a:ext>
            </a:extLst>
          </p:cNvPr>
          <p:cNvSpPr>
            <a:spLocks noGrp="1" noChangeArrowheads="1"/>
          </p:cNvSpPr>
          <p:nvPr>
            <p:ph type="title"/>
          </p:nvPr>
        </p:nvSpPr>
        <p:spPr/>
        <p:txBody>
          <a:bodyPr/>
          <a:lstStyle/>
          <a:p>
            <a:pPr eaLnBrk="1" hangingPunct="1">
              <a:defRPr/>
            </a:pPr>
            <a:r>
              <a:rPr lang="en-US"/>
              <a:t>Penis</a:t>
            </a:r>
          </a:p>
        </p:txBody>
      </p:sp>
      <p:sp>
        <p:nvSpPr>
          <p:cNvPr id="9219" name="Rectangle 3">
            <a:extLst>
              <a:ext uri="{FF2B5EF4-FFF2-40B4-BE49-F238E27FC236}">
                <a16:creationId xmlns:a16="http://schemas.microsoft.com/office/drawing/2014/main" id="{840C6E0F-67C2-3B77-2C7F-F0A91BD397F7}"/>
              </a:ext>
            </a:extLst>
          </p:cNvPr>
          <p:cNvSpPr>
            <a:spLocks noGrp="1" noChangeArrowheads="1"/>
          </p:cNvSpPr>
          <p:nvPr>
            <p:ph type="body" idx="1"/>
          </p:nvPr>
        </p:nvSpPr>
        <p:spPr>
          <a:xfrm>
            <a:off x="0" y="1447800"/>
            <a:ext cx="9144000" cy="5410200"/>
          </a:xfrm>
        </p:spPr>
        <p:txBody>
          <a:bodyPr/>
          <a:lstStyle/>
          <a:p>
            <a:pPr eaLnBrk="1" hangingPunct="1">
              <a:lnSpc>
                <a:spcPct val="90000"/>
              </a:lnSpc>
              <a:defRPr/>
            </a:pPr>
            <a:r>
              <a:rPr lang="en-US"/>
              <a:t>The male organ for sexual intercourse, reproduction, and urination.  </a:t>
            </a:r>
          </a:p>
          <a:p>
            <a:pPr eaLnBrk="1" hangingPunct="1">
              <a:lnSpc>
                <a:spcPct val="90000"/>
              </a:lnSpc>
              <a:defRPr/>
            </a:pPr>
            <a:r>
              <a:rPr lang="en-US"/>
              <a:t>The reproductive purpose of the penis is to deposit semen in the vagina during sexual intercourse.  </a:t>
            </a:r>
          </a:p>
          <a:p>
            <a:pPr eaLnBrk="1" hangingPunct="1">
              <a:lnSpc>
                <a:spcPct val="90000"/>
              </a:lnSpc>
              <a:defRPr/>
            </a:pPr>
            <a:r>
              <a:rPr lang="en-US"/>
              <a:t>The head of the penis or glans contains many nerve endings.  At birth the glans is covered by a loosely fitting skin called the foreskin. </a:t>
            </a:r>
          </a:p>
          <a:p>
            <a:pPr eaLnBrk="1" hangingPunct="1">
              <a:lnSpc>
                <a:spcPct val="90000"/>
              </a:lnSpc>
              <a:defRPr/>
            </a:pPr>
            <a:r>
              <a:rPr lang="en-US"/>
              <a:t>When the penis is erect it is 5-7 inches long An erection occurs when the sponge-like chambers in the penis fill with blood.  </a:t>
            </a:r>
          </a:p>
        </p:txBody>
      </p:sp>
      <p:sp>
        <p:nvSpPr>
          <p:cNvPr id="76803" name="AutoShape 4">
            <a:hlinkClick r:id="rId3" action="ppaction://hlinksldjump"/>
            <a:extLst>
              <a:ext uri="{FF2B5EF4-FFF2-40B4-BE49-F238E27FC236}">
                <a16:creationId xmlns:a16="http://schemas.microsoft.com/office/drawing/2014/main" id="{1B116EED-F40A-6989-0F8D-A04EE77D587E}"/>
              </a:ext>
            </a:extLst>
          </p:cNvPr>
          <p:cNvSpPr>
            <a:spLocks noChangeArrowheads="1"/>
          </p:cNvSpPr>
          <p:nvPr/>
        </p:nvSpPr>
        <p:spPr bwMode="auto">
          <a:xfrm>
            <a:off x="8001000" y="6324600"/>
            <a:ext cx="1143000" cy="533400"/>
          </a:xfrm>
          <a:prstGeom prst="wave">
            <a:avLst>
              <a:gd name="adj1" fmla="val 13005"/>
              <a:gd name="adj2" fmla="val 0"/>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FFFFFF"/>
                </a:solidFill>
                <a:effectLst/>
                <a:uLnTx/>
                <a:uFillTx/>
                <a:latin typeface="Tahoma" panose="020B0604030504040204" pitchFamily="34" charset="0"/>
                <a:ea typeface="+mn-ea"/>
                <a:cs typeface="+mn-cs"/>
                <a:hlinkClick r:id="rId4" action="ppaction://hlinksldjump"/>
              </a:rPr>
              <a:t>Click</a:t>
            </a:r>
            <a:r>
              <a:rPr kumimoji="0" lang="en-US" altLang="en-US" sz="1800" b="0" i="0" u="none" strike="noStrike" kern="1200" cap="none" spc="0" normalizeH="0" baseline="0" noProof="0">
                <a:ln>
                  <a:noFill/>
                </a:ln>
                <a:solidFill>
                  <a:srgbClr val="FFFFFF"/>
                </a:solidFill>
                <a:effectLst/>
                <a:uLnTx/>
                <a:uFillTx/>
                <a:latin typeface="Tahoma" panose="020B0604030504040204" pitchFamily="34" charset="0"/>
                <a:ea typeface="+mn-ea"/>
                <a:cs typeface="+mn-cs"/>
              </a:rPr>
              <a:t> here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a:extLst>
              <a:ext uri="{FF2B5EF4-FFF2-40B4-BE49-F238E27FC236}">
                <a16:creationId xmlns:a16="http://schemas.microsoft.com/office/drawing/2014/main" id="{193B16FA-6A2E-4481-31CE-A89940E495A8}"/>
              </a:ext>
            </a:extLst>
          </p:cNvPr>
          <p:cNvSpPr>
            <a:spLocks noGrp="1" noChangeArrowheads="1"/>
          </p:cNvSpPr>
          <p:nvPr>
            <p:ph type="title"/>
          </p:nvPr>
        </p:nvSpPr>
        <p:spPr/>
        <p:txBody>
          <a:bodyPr/>
          <a:lstStyle/>
          <a:p>
            <a:pPr eaLnBrk="1" hangingPunct="1">
              <a:defRPr/>
            </a:pPr>
            <a:r>
              <a:rPr lang="en-US"/>
              <a:t>SEMEN:</a:t>
            </a:r>
          </a:p>
        </p:txBody>
      </p:sp>
      <p:sp>
        <p:nvSpPr>
          <p:cNvPr id="129027" name="Rectangle 3">
            <a:extLst>
              <a:ext uri="{FF2B5EF4-FFF2-40B4-BE49-F238E27FC236}">
                <a16:creationId xmlns:a16="http://schemas.microsoft.com/office/drawing/2014/main" id="{B293188F-9F29-00EC-DACB-D060B8B04D19}"/>
              </a:ext>
            </a:extLst>
          </p:cNvPr>
          <p:cNvSpPr>
            <a:spLocks noGrp="1" noChangeArrowheads="1"/>
          </p:cNvSpPr>
          <p:nvPr>
            <p:ph type="body" idx="1"/>
          </p:nvPr>
        </p:nvSpPr>
        <p:spPr/>
        <p:txBody>
          <a:bodyPr/>
          <a:lstStyle/>
          <a:p>
            <a:pPr eaLnBrk="1" hangingPunct="1">
              <a:defRPr/>
            </a:pPr>
            <a:r>
              <a:rPr lang="en-US"/>
              <a:t>a combination of fluid that is produced in the seminal vesicles, prostate gland, and Cowper's gland.  This fluid nourishes and helps sperm move through the urethra.</a:t>
            </a:r>
          </a:p>
        </p:txBody>
      </p:sp>
      <p:sp>
        <p:nvSpPr>
          <p:cNvPr id="78851" name="AutoShape 59">
            <a:hlinkClick r:id="rId3" action="ppaction://hlinksldjump"/>
            <a:extLst>
              <a:ext uri="{FF2B5EF4-FFF2-40B4-BE49-F238E27FC236}">
                <a16:creationId xmlns:a16="http://schemas.microsoft.com/office/drawing/2014/main" id="{0D29BC81-1EC0-0F0F-B68C-64815168FDC1}"/>
              </a:ext>
            </a:extLst>
          </p:cNvPr>
          <p:cNvSpPr>
            <a:spLocks noChangeArrowheads="1"/>
          </p:cNvSpPr>
          <p:nvPr/>
        </p:nvSpPr>
        <p:spPr bwMode="auto">
          <a:xfrm>
            <a:off x="7467600" y="6248400"/>
            <a:ext cx="1676400" cy="609600"/>
          </a:xfrm>
          <a:prstGeom prst="wave">
            <a:avLst>
              <a:gd name="adj1" fmla="val 13005"/>
              <a:gd name="adj2" fmla="val 0"/>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FFFFFF"/>
                </a:solidFill>
                <a:effectLst/>
                <a:uLnTx/>
                <a:uFillTx/>
                <a:latin typeface="Tahoma" panose="020B0604030504040204" pitchFamily="34" charset="0"/>
                <a:ea typeface="+mn-ea"/>
                <a:cs typeface="+mn-cs"/>
                <a:hlinkClick r:id="rId4" action="ppaction://hlinksldjump"/>
              </a:rPr>
              <a:t>Click here</a:t>
            </a:r>
            <a:endParaRPr kumimoji="0" lang="en-US" altLang="en-US" sz="1800" b="0" i="0" u="none" strike="noStrike" kern="1200" cap="none" spc="0" normalizeH="0" baseline="0" noProof="0">
              <a:ln>
                <a:noFill/>
              </a:ln>
              <a:solidFill>
                <a:srgbClr val="FFFFFF"/>
              </a:solidFill>
              <a:effectLst/>
              <a:uLnTx/>
              <a:uFillTx/>
              <a:latin typeface="Tahoma" panose="020B0604030504040204" pitchFamily="34" charset="0"/>
              <a:ea typeface="+mn-ea"/>
              <a:cs typeface="+mn-c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a:extLst>
              <a:ext uri="{FF2B5EF4-FFF2-40B4-BE49-F238E27FC236}">
                <a16:creationId xmlns:a16="http://schemas.microsoft.com/office/drawing/2014/main" id="{FA3C1242-B2C4-EB75-4556-5A84F6FEF423}"/>
              </a:ext>
            </a:extLst>
          </p:cNvPr>
          <p:cNvSpPr>
            <a:spLocks noGrp="1" noChangeArrowheads="1"/>
          </p:cNvSpPr>
          <p:nvPr>
            <p:ph type="title"/>
          </p:nvPr>
        </p:nvSpPr>
        <p:spPr/>
        <p:txBody>
          <a:bodyPr/>
          <a:lstStyle/>
          <a:p>
            <a:pPr eaLnBrk="1" hangingPunct="1">
              <a:defRPr/>
            </a:pPr>
            <a:r>
              <a:rPr lang="en-US"/>
              <a:t>EJACULATION</a:t>
            </a:r>
          </a:p>
        </p:txBody>
      </p:sp>
      <p:sp>
        <p:nvSpPr>
          <p:cNvPr id="149507" name="Rectangle 3">
            <a:extLst>
              <a:ext uri="{FF2B5EF4-FFF2-40B4-BE49-F238E27FC236}">
                <a16:creationId xmlns:a16="http://schemas.microsoft.com/office/drawing/2014/main" id="{6C25C882-D203-540D-13AB-6AA8227C84EF}"/>
              </a:ext>
            </a:extLst>
          </p:cNvPr>
          <p:cNvSpPr>
            <a:spLocks noGrp="1" noChangeArrowheads="1"/>
          </p:cNvSpPr>
          <p:nvPr>
            <p:ph type="body" idx="1"/>
          </p:nvPr>
        </p:nvSpPr>
        <p:spPr/>
        <p:txBody>
          <a:bodyPr/>
          <a:lstStyle/>
          <a:p>
            <a:pPr eaLnBrk="1" hangingPunct="1">
              <a:defRPr/>
            </a:pPr>
            <a:r>
              <a:rPr lang="en-US"/>
              <a:t>the passage of sperm from the penis, a result of a series of muscular contractions.</a:t>
            </a:r>
          </a:p>
          <a:p>
            <a:pPr eaLnBrk="1" hangingPunct="1">
              <a:defRPr/>
            </a:pPr>
            <a:endParaRPr lang="en-US"/>
          </a:p>
        </p:txBody>
      </p:sp>
      <p:sp>
        <p:nvSpPr>
          <p:cNvPr id="80899" name="AutoShape 4">
            <a:hlinkClick r:id="rId3" action="ppaction://hlinksldjump"/>
            <a:extLst>
              <a:ext uri="{FF2B5EF4-FFF2-40B4-BE49-F238E27FC236}">
                <a16:creationId xmlns:a16="http://schemas.microsoft.com/office/drawing/2014/main" id="{87AFC0B2-CC22-9268-5268-99543498662A}"/>
              </a:ext>
            </a:extLst>
          </p:cNvPr>
          <p:cNvSpPr>
            <a:spLocks noChangeArrowheads="1"/>
          </p:cNvSpPr>
          <p:nvPr/>
        </p:nvSpPr>
        <p:spPr bwMode="auto">
          <a:xfrm>
            <a:off x="7467600" y="6248400"/>
            <a:ext cx="1676400" cy="609600"/>
          </a:xfrm>
          <a:prstGeom prst="wave">
            <a:avLst>
              <a:gd name="adj1" fmla="val 13005"/>
              <a:gd name="adj2" fmla="val 0"/>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FFFFFF"/>
                </a:solidFill>
                <a:effectLst/>
                <a:uLnTx/>
                <a:uFillTx/>
                <a:latin typeface="Tahoma" panose="020B0604030504040204" pitchFamily="34" charset="0"/>
                <a:ea typeface="+mn-ea"/>
                <a:cs typeface="+mn-cs"/>
                <a:hlinkClick r:id="rId4" action="ppaction://hlinksldjump"/>
              </a:rPr>
              <a:t>Click here</a:t>
            </a:r>
            <a:endParaRPr kumimoji="0" lang="en-US" altLang="en-US" sz="1800" b="0" i="0" u="none" strike="noStrike" kern="1200" cap="none" spc="0" normalizeH="0" baseline="0" noProof="0">
              <a:ln>
                <a:noFill/>
              </a:ln>
              <a:solidFill>
                <a:srgbClr val="FFFFFF"/>
              </a:solidFill>
              <a:effectLst/>
              <a:uLnTx/>
              <a:uFillTx/>
              <a:latin typeface="Tahoma" panose="020B0604030504040204" pitchFamily="34" charset="0"/>
              <a:ea typeface="+mn-ea"/>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a:extLst>
              <a:ext uri="{FF2B5EF4-FFF2-40B4-BE49-F238E27FC236}">
                <a16:creationId xmlns:a16="http://schemas.microsoft.com/office/drawing/2014/main" id="{7B6AF8F5-5127-0C38-F3EE-B12FB5F7E59F}"/>
              </a:ext>
            </a:extLst>
          </p:cNvPr>
          <p:cNvSpPr>
            <a:spLocks noGrp="1" noChangeArrowheads="1"/>
          </p:cNvSpPr>
          <p:nvPr>
            <p:ph type="title"/>
          </p:nvPr>
        </p:nvSpPr>
        <p:spPr>
          <a:xfrm>
            <a:off x="381000" y="0"/>
            <a:ext cx="8229600" cy="1371600"/>
          </a:xfrm>
        </p:spPr>
        <p:txBody>
          <a:bodyPr/>
          <a:lstStyle/>
          <a:p>
            <a:pPr eaLnBrk="1" hangingPunct="1"/>
            <a:r>
              <a:rPr lang="en-US" altLang="en-US" sz="4000">
                <a:solidFill>
                  <a:schemeClr val="tx1"/>
                </a:solidFill>
                <a:effectLst/>
              </a:rPr>
              <a:t>TIME LINE:</a:t>
            </a:r>
            <a:br>
              <a:rPr lang="en-US" altLang="en-US" sz="4000">
                <a:solidFill>
                  <a:schemeClr val="tx1"/>
                </a:solidFill>
                <a:effectLst/>
              </a:rPr>
            </a:br>
            <a:endParaRPr lang="en-US" altLang="en-US" sz="4000">
              <a:solidFill>
                <a:schemeClr val="tx1"/>
              </a:solidFill>
              <a:effectLst/>
            </a:endParaRPr>
          </a:p>
        </p:txBody>
      </p:sp>
      <p:sp>
        <p:nvSpPr>
          <p:cNvPr id="126979" name="Rectangle 3">
            <a:extLst>
              <a:ext uri="{FF2B5EF4-FFF2-40B4-BE49-F238E27FC236}">
                <a16:creationId xmlns:a16="http://schemas.microsoft.com/office/drawing/2014/main" id="{DA793AFB-8BB1-7B5F-B67F-88F7DAC57DCC}"/>
              </a:ext>
            </a:extLst>
          </p:cNvPr>
          <p:cNvSpPr>
            <a:spLocks noGrp="1" noChangeArrowheads="1"/>
          </p:cNvSpPr>
          <p:nvPr>
            <p:ph type="body" idx="1"/>
          </p:nvPr>
        </p:nvSpPr>
        <p:spPr>
          <a:xfrm>
            <a:off x="0" y="838200"/>
            <a:ext cx="9144000" cy="4114800"/>
          </a:xfrm>
        </p:spPr>
        <p:txBody>
          <a:bodyPr/>
          <a:lstStyle/>
          <a:p>
            <a:pPr eaLnBrk="1" hangingPunct="1">
              <a:defRPr/>
            </a:pPr>
            <a:r>
              <a:rPr lang="en-US" dirty="0">
                <a:effectLst/>
              </a:rPr>
              <a:t>Infancy	</a:t>
            </a:r>
          </a:p>
          <a:p>
            <a:pPr lvl="1" eaLnBrk="1" hangingPunct="1">
              <a:defRPr/>
            </a:pPr>
            <a:r>
              <a:rPr lang="en-US" dirty="0">
                <a:effectLst/>
              </a:rPr>
              <a:t>Erections begin</a:t>
            </a:r>
          </a:p>
          <a:p>
            <a:pPr eaLnBrk="1" hangingPunct="1">
              <a:defRPr/>
            </a:pPr>
            <a:r>
              <a:rPr lang="en-US" dirty="0">
                <a:effectLst/>
              </a:rPr>
              <a:t>Ages 11-14	</a:t>
            </a:r>
          </a:p>
          <a:p>
            <a:pPr lvl="1" eaLnBrk="1" hangingPunct="1">
              <a:defRPr/>
            </a:pPr>
            <a:r>
              <a:rPr lang="en-US" dirty="0">
                <a:effectLst/>
              </a:rPr>
              <a:t>Secondary sex characteristics appear</a:t>
            </a:r>
          </a:p>
          <a:p>
            <a:pPr eaLnBrk="1" hangingPunct="1">
              <a:defRPr/>
            </a:pPr>
            <a:r>
              <a:rPr lang="en-US" dirty="0">
                <a:effectLst/>
              </a:rPr>
              <a:t>Ages 13-16	</a:t>
            </a:r>
          </a:p>
          <a:p>
            <a:pPr lvl="1" eaLnBrk="1" hangingPunct="1">
              <a:defRPr/>
            </a:pPr>
            <a:r>
              <a:rPr lang="en-US" dirty="0">
                <a:effectLst/>
              </a:rPr>
              <a:t>Sperm produced in adult amounts (puberty)</a:t>
            </a:r>
          </a:p>
          <a:p>
            <a:pPr eaLnBrk="1" hangingPunct="1">
              <a:defRPr/>
            </a:pPr>
            <a:r>
              <a:rPr lang="en-US" dirty="0">
                <a:effectLst/>
              </a:rPr>
              <a:t>Late teens	</a:t>
            </a:r>
          </a:p>
          <a:p>
            <a:pPr lvl="1" eaLnBrk="1" hangingPunct="1">
              <a:defRPr/>
            </a:pPr>
            <a:r>
              <a:rPr lang="en-US" dirty="0">
                <a:effectLst/>
              </a:rPr>
              <a:t>Peak sexual urges for boys</a:t>
            </a:r>
          </a:p>
          <a:p>
            <a:pPr eaLnBrk="1" hangingPunct="1">
              <a:defRPr/>
            </a:pPr>
            <a:r>
              <a:rPr lang="en-US" dirty="0">
                <a:effectLst/>
              </a:rPr>
              <a:t>Throughout life	</a:t>
            </a:r>
          </a:p>
          <a:p>
            <a:pPr lvl="1" eaLnBrk="1" hangingPunct="1">
              <a:defRPr/>
            </a:pPr>
            <a:r>
              <a:rPr lang="en-US" dirty="0">
                <a:effectLst/>
              </a:rPr>
              <a:t>If good health is present, there is the sex urge and ability to father children </a:t>
            </a:r>
          </a:p>
          <a:p>
            <a:pPr eaLnBrk="1" hangingPunct="1">
              <a:defRPr/>
            </a:pPr>
            <a:endParaRPr lang="en-US" dirty="0"/>
          </a:p>
        </p:txBody>
      </p:sp>
      <p:sp>
        <p:nvSpPr>
          <p:cNvPr id="82947" name="Rectangle 4">
            <a:extLst>
              <a:ext uri="{FF2B5EF4-FFF2-40B4-BE49-F238E27FC236}">
                <a16:creationId xmlns:a16="http://schemas.microsoft.com/office/drawing/2014/main" id="{2C0D75A4-72BB-0C8D-F1D6-E8923172B7BF}"/>
              </a:ext>
            </a:extLst>
          </p:cNvPr>
          <p:cNvSpPr>
            <a:spLocks noChangeArrowheads="1"/>
          </p:cNvSpPr>
          <p:nvPr/>
        </p:nvSpPr>
        <p:spPr bwMode="auto">
          <a:xfrm>
            <a:off x="4279900" y="3244850"/>
            <a:ext cx="584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65000"/>
              <a:buFont typeface="Wingdings" panose="05000000000000000000" pitchFamily="2" charset="2"/>
              <a:buChar char="n"/>
              <a:tabLst>
                <a:tab pos="228600" algn="dec"/>
                <a:tab pos="400050" algn="l"/>
                <a:tab pos="622300" algn="l"/>
                <a:tab pos="1828800" algn="l"/>
              </a:tabLst>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tabLst>
                <a:tab pos="228600" algn="dec"/>
                <a:tab pos="400050" algn="l"/>
                <a:tab pos="622300" algn="l"/>
                <a:tab pos="1828800" algn="l"/>
              </a:tabLst>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tabLst>
                <a:tab pos="228600" algn="dec"/>
                <a:tab pos="400050" algn="l"/>
                <a:tab pos="622300" algn="l"/>
                <a:tab pos="1828800" algn="l"/>
              </a:tabLst>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tabLst>
                <a:tab pos="228600" algn="dec"/>
                <a:tab pos="400050" algn="l"/>
                <a:tab pos="622300" algn="l"/>
                <a:tab pos="1828800" algn="l"/>
              </a:tabLst>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tabLst>
                <a:tab pos="228600" algn="dec"/>
                <a:tab pos="400050" algn="l"/>
                <a:tab pos="622300" algn="l"/>
                <a:tab pos="1828800" algn="l"/>
              </a:tabLst>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tabLst>
                <a:tab pos="228600" algn="dec"/>
                <a:tab pos="400050" algn="l"/>
                <a:tab pos="622300" algn="l"/>
                <a:tab pos="1828800" algn="l"/>
              </a:tabLst>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tabLst>
                <a:tab pos="228600" algn="dec"/>
                <a:tab pos="400050" algn="l"/>
                <a:tab pos="622300" algn="l"/>
                <a:tab pos="1828800" algn="l"/>
              </a:tabLst>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tabLst>
                <a:tab pos="228600" algn="dec"/>
                <a:tab pos="400050" algn="l"/>
                <a:tab pos="622300" algn="l"/>
                <a:tab pos="1828800" algn="l"/>
              </a:tabLst>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tabLst>
                <a:tab pos="228600" algn="dec"/>
                <a:tab pos="400050" algn="l"/>
                <a:tab pos="622300" algn="l"/>
                <a:tab pos="1828800" algn="l"/>
              </a:tabLst>
              <a:defRPr sz="2000">
                <a:solidFill>
                  <a:schemeClr val="tx1"/>
                </a:solidFill>
                <a:latin typeface="Tahom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tab pos="228600" algn="dec"/>
                <a:tab pos="400050" algn="l"/>
                <a:tab pos="622300" algn="l"/>
                <a:tab pos="1828800" algn="l"/>
              </a:tabLst>
              <a:defRPr/>
            </a:pPr>
            <a:r>
              <a:rPr kumimoji="0" lang="en-US" altLang="en-US" sz="1800" b="0" i="0" u="none" strike="noStrike" kern="1200" cap="none" spc="0" normalizeH="0" baseline="0" noProof="0">
                <a:ln>
                  <a:noFill/>
                </a:ln>
                <a:solidFill>
                  <a:srgbClr val="FFFFFF"/>
                </a:solidFill>
                <a:effectLst/>
                <a:uLnTx/>
                <a:uFillTx/>
                <a:latin typeface="Tahoma" panose="020B0604030504040204" pitchFamily="34" charset="0"/>
                <a:ea typeface="+mn-ea"/>
                <a:cs typeface="+mn-cs"/>
              </a:rPr>
              <a:t>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66800" y="2590800"/>
            <a:ext cx="7435850" cy="769938"/>
          </a:xfrm>
          <a:prstGeom prst="rect">
            <a:avLst/>
          </a:prstGeom>
          <a:noFill/>
        </p:spPr>
        <p:txBody>
          <a:bodyPr wrap="none">
            <a:spAutoFit/>
          </a:bodyPr>
          <a:lstStyle/>
          <a:p>
            <a:pPr algn="ctr">
              <a:defRPr/>
            </a:pPr>
            <a:r>
              <a:rPr lang="en-US" sz="4400" dirty="0"/>
              <a:t>Male Reproductive Disorders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762000" y="427038"/>
            <a:ext cx="8229600" cy="1325562"/>
          </a:xfrm>
        </p:spPr>
        <p:txBody>
          <a:bodyPr>
            <a:normAutofit/>
          </a:bodyPr>
          <a:lstStyle/>
          <a:p>
            <a:pPr eaLnBrk="1" fontAlgn="auto" hangingPunct="1">
              <a:spcAft>
                <a:spcPts val="0"/>
              </a:spcAft>
              <a:defRPr/>
            </a:pPr>
            <a:r>
              <a:rPr lang="en-US" altLang="en-US" sz="4200">
                <a:latin typeface="Tahoma" pitchFamily="34" charset="0"/>
              </a:rPr>
              <a:t>   </a:t>
            </a:r>
            <a:r>
              <a:rPr lang="en-US" altLang="en-US" sz="4400">
                <a:latin typeface="Tahoma" pitchFamily="34" charset="0"/>
              </a:rPr>
              <a:t>Testicular Torsion</a:t>
            </a:r>
            <a:br>
              <a:rPr lang="en-US" altLang="en-US" sz="4200">
                <a:latin typeface="Tahoma" pitchFamily="34" charset="0"/>
              </a:rPr>
            </a:br>
            <a:endParaRPr lang="en-US" altLang="en-US" sz="4200">
              <a:latin typeface="Tahoma" pitchFamily="34" charset="0"/>
            </a:endParaRPr>
          </a:p>
        </p:txBody>
      </p:sp>
      <p:sp>
        <p:nvSpPr>
          <p:cNvPr id="12291" name="Text Box 8"/>
          <p:cNvSpPr txBox="1">
            <a:spLocks noChangeArrowheads="1"/>
          </p:cNvSpPr>
          <p:nvPr/>
        </p:nvSpPr>
        <p:spPr bwMode="auto">
          <a:xfrm>
            <a:off x="533400" y="2079625"/>
            <a:ext cx="4065588" cy="394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1pPr>
            <a:lvl2pPr marL="742950" indent="-28575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2pPr>
            <a:lvl3pPr marL="1143000" indent="-22860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3pPr>
            <a:lvl4pPr marL="1600200" indent="-22860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4pPr>
            <a:lvl5pPr marL="2057400" indent="-22860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5pPr>
            <a:lvl6pPr marL="2514600" indent="-228600" eaLnBrk="0" fontAlgn="base" hangingPunct="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6pPr>
            <a:lvl7pPr marL="2971800" indent="-228600" eaLnBrk="0" fontAlgn="base" hangingPunct="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7pPr>
            <a:lvl8pPr marL="3429000" indent="-228600" eaLnBrk="0" fontAlgn="base" hangingPunct="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8pPr>
            <a:lvl9pPr marL="3886200" indent="-228600" eaLnBrk="0" fontAlgn="base" hangingPunct="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9pPr>
          </a:lstStyle>
          <a:p>
            <a:pPr>
              <a:spcBef>
                <a:spcPct val="50000"/>
              </a:spcBef>
              <a:spcAft>
                <a:spcPct val="0"/>
              </a:spcAft>
              <a:buClrTx/>
              <a:buFont typeface="Wingdings" panose="05000000000000000000" pitchFamily="2" charset="2"/>
              <a:buChar char="§"/>
            </a:pPr>
            <a:r>
              <a:rPr lang="en-US" altLang="en-US" sz="2800" dirty="0">
                <a:solidFill>
                  <a:schemeClr val="hlink"/>
                </a:solidFill>
                <a:effectLst/>
                <a:latin typeface="Tahoma" panose="020B0604030504040204" pitchFamily="34" charset="0"/>
              </a:rPr>
              <a:t> Testicular torsion is the twisting of the spermatic cord, which cuts off the blood supply to the testicle and surrounding structures within the scrotum.</a:t>
            </a:r>
          </a:p>
          <a:p>
            <a:pPr>
              <a:spcBef>
                <a:spcPct val="50000"/>
              </a:spcBef>
              <a:spcAft>
                <a:spcPct val="0"/>
              </a:spcAft>
              <a:buClrTx/>
              <a:buFontTx/>
              <a:buChar char="•"/>
            </a:pPr>
            <a:endParaRPr lang="en-US" altLang="en-US" sz="1800" dirty="0">
              <a:effectLst/>
              <a:latin typeface="Tahoma" panose="020B0604030504040204" pitchFamily="34" charset="0"/>
            </a:endParaRPr>
          </a:p>
          <a:p>
            <a:pPr>
              <a:spcBef>
                <a:spcPct val="50000"/>
              </a:spcBef>
              <a:spcAft>
                <a:spcPct val="0"/>
              </a:spcAft>
              <a:buClrTx/>
              <a:buFontTx/>
              <a:buChar char="•"/>
            </a:pPr>
            <a:endParaRPr lang="en-US" altLang="en-US" sz="1800" dirty="0">
              <a:effectLst/>
              <a:latin typeface="Tahoma" panose="020B0604030504040204" pitchFamily="34" charset="0"/>
            </a:endParaRPr>
          </a:p>
        </p:txBody>
      </p:sp>
      <p:pic>
        <p:nvPicPr>
          <p:cNvPr id="12292"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8200" y="1828800"/>
            <a:ext cx="4316413" cy="37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rand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7924800" cy="1143000"/>
          </a:xfrm>
        </p:spPr>
        <p:txBody>
          <a:bodyPr/>
          <a:lstStyle/>
          <a:p>
            <a:pPr algn="ctr" eaLnBrk="1" fontAlgn="auto" hangingPunct="1">
              <a:spcAft>
                <a:spcPts val="0"/>
              </a:spcAft>
              <a:defRPr/>
            </a:pPr>
            <a:r>
              <a:rPr lang="en-US" sz="5400" dirty="0"/>
              <a:t>Testicular Torsion</a:t>
            </a:r>
          </a:p>
        </p:txBody>
      </p:sp>
      <p:pic>
        <p:nvPicPr>
          <p:cNvPr id="1331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1600200"/>
            <a:ext cx="5089525" cy="4295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774700" y="0"/>
            <a:ext cx="8229600" cy="1325563"/>
          </a:xfrm>
        </p:spPr>
        <p:txBody>
          <a:bodyPr/>
          <a:lstStyle/>
          <a:p>
            <a:pPr eaLnBrk="1" fontAlgn="auto" hangingPunct="1">
              <a:spcAft>
                <a:spcPts val="0"/>
              </a:spcAft>
              <a:defRPr/>
            </a:pPr>
            <a:r>
              <a:rPr lang="en-US" altLang="en-US" sz="4200" dirty="0">
                <a:latin typeface="Tahoma" pitchFamily="34" charset="0"/>
              </a:rPr>
              <a:t>   	</a:t>
            </a:r>
            <a:r>
              <a:rPr lang="en-US" altLang="en-US" sz="4400" dirty="0">
                <a:latin typeface="Tahoma" pitchFamily="34" charset="0"/>
              </a:rPr>
              <a:t>Prostate Cancer</a:t>
            </a:r>
            <a:endParaRPr lang="en-US" altLang="en-US" sz="4200" dirty="0">
              <a:latin typeface="Tahoma" pitchFamily="34" charset="0"/>
            </a:endParaRPr>
          </a:p>
        </p:txBody>
      </p:sp>
      <p:sp>
        <p:nvSpPr>
          <p:cNvPr id="14339" name="Text Box 8"/>
          <p:cNvSpPr txBox="1">
            <a:spLocks noChangeArrowheads="1"/>
          </p:cNvSpPr>
          <p:nvPr/>
        </p:nvSpPr>
        <p:spPr bwMode="auto">
          <a:xfrm>
            <a:off x="0" y="2057400"/>
            <a:ext cx="4343400" cy="415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1pPr>
            <a:lvl2pPr marL="742950" indent="-28575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2pPr>
            <a:lvl3pPr marL="1143000" indent="-22860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3pPr>
            <a:lvl4pPr marL="1600200" indent="-22860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4pPr>
            <a:lvl5pPr marL="2057400" indent="-22860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5pPr>
            <a:lvl6pPr marL="2514600" indent="-228600" eaLnBrk="0" fontAlgn="base" hangingPunct="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6pPr>
            <a:lvl7pPr marL="2971800" indent="-228600" eaLnBrk="0" fontAlgn="base" hangingPunct="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7pPr>
            <a:lvl8pPr marL="3429000" indent="-228600" eaLnBrk="0" fontAlgn="base" hangingPunct="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8pPr>
            <a:lvl9pPr marL="3886200" indent="-228600" eaLnBrk="0" fontAlgn="base" hangingPunct="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9pPr>
          </a:lstStyle>
          <a:p>
            <a:pPr>
              <a:spcBef>
                <a:spcPct val="50000"/>
              </a:spcBef>
              <a:spcAft>
                <a:spcPct val="0"/>
              </a:spcAft>
              <a:buClrTx/>
              <a:buFont typeface="Wingdings" panose="05000000000000000000" pitchFamily="2" charset="2"/>
              <a:buChar char="§"/>
            </a:pPr>
            <a:r>
              <a:rPr lang="en-US" altLang="en-US" sz="2800">
                <a:solidFill>
                  <a:schemeClr val="hlink"/>
                </a:solidFill>
                <a:effectLst/>
                <a:latin typeface="Tahoma" panose="020B0604030504040204" pitchFamily="34" charset="0"/>
              </a:rPr>
              <a:t> Cancer of the Prostate</a:t>
            </a:r>
          </a:p>
          <a:p>
            <a:pPr>
              <a:spcBef>
                <a:spcPct val="50000"/>
              </a:spcBef>
              <a:spcAft>
                <a:spcPct val="0"/>
              </a:spcAft>
              <a:buClrTx/>
              <a:buFont typeface="Wingdings" panose="05000000000000000000" pitchFamily="2" charset="2"/>
              <a:buChar char="§"/>
            </a:pPr>
            <a:endParaRPr lang="en-US" altLang="en-US" sz="2800">
              <a:solidFill>
                <a:schemeClr val="hlink"/>
              </a:solidFill>
              <a:effectLst/>
              <a:latin typeface="Tahoma" panose="020B0604030504040204" pitchFamily="34" charset="0"/>
            </a:endParaRPr>
          </a:p>
          <a:p>
            <a:pPr>
              <a:spcBef>
                <a:spcPct val="50000"/>
              </a:spcBef>
              <a:spcAft>
                <a:spcPct val="0"/>
              </a:spcAft>
              <a:buClrTx/>
              <a:buFont typeface="Wingdings" panose="05000000000000000000" pitchFamily="2" charset="2"/>
              <a:buChar char="§"/>
            </a:pPr>
            <a:r>
              <a:rPr lang="en-US" altLang="en-US" sz="2800">
                <a:solidFill>
                  <a:schemeClr val="hlink"/>
                </a:solidFill>
                <a:effectLst/>
                <a:latin typeface="Tahoma" panose="020B0604030504040204" pitchFamily="34" charset="0"/>
              </a:rPr>
              <a:t> Most Common in African American men over the age of 50</a:t>
            </a:r>
          </a:p>
          <a:p>
            <a:pPr>
              <a:spcBef>
                <a:spcPct val="50000"/>
              </a:spcBef>
              <a:spcAft>
                <a:spcPct val="0"/>
              </a:spcAft>
              <a:buClrTx/>
              <a:buFont typeface="Wingdings" panose="05000000000000000000" pitchFamily="2" charset="2"/>
              <a:buChar char="§"/>
            </a:pPr>
            <a:endParaRPr lang="en-US" altLang="en-US" sz="2800">
              <a:solidFill>
                <a:schemeClr val="hlink"/>
              </a:solidFill>
              <a:effectLst/>
              <a:latin typeface="Tahoma" panose="020B0604030504040204" pitchFamily="34" charset="0"/>
            </a:endParaRPr>
          </a:p>
          <a:p>
            <a:pPr>
              <a:spcBef>
                <a:spcPct val="50000"/>
              </a:spcBef>
              <a:spcAft>
                <a:spcPct val="0"/>
              </a:spcAft>
              <a:buClrTx/>
              <a:buFontTx/>
              <a:buNone/>
            </a:pPr>
            <a:endParaRPr lang="en-US" altLang="en-US" sz="1800">
              <a:effectLst/>
              <a:latin typeface="Tahoma" panose="020B0604030504040204" pitchFamily="34" charset="0"/>
            </a:endParaRPr>
          </a:p>
          <a:p>
            <a:pPr>
              <a:spcBef>
                <a:spcPct val="50000"/>
              </a:spcBef>
              <a:spcAft>
                <a:spcPct val="0"/>
              </a:spcAft>
              <a:buClrTx/>
              <a:buFontTx/>
              <a:buChar char="•"/>
            </a:pPr>
            <a:endParaRPr lang="en-US" altLang="en-US" sz="1800">
              <a:effectLst/>
              <a:latin typeface="Tahoma" panose="020B0604030504040204" pitchFamily="34" charset="0"/>
            </a:endParaRPr>
          </a:p>
        </p:txBody>
      </p:sp>
      <p:pic>
        <p:nvPicPr>
          <p:cNvPr id="14340" name="Picture 2" descr="http://cancertreatment-wecareindia.com/prostate_cancer/images/prostate-cancer_MQ3yY_226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2057400"/>
            <a:ext cx="44323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838200" y="274638"/>
            <a:ext cx="8229600" cy="1554162"/>
          </a:xfrm>
        </p:spPr>
        <p:txBody>
          <a:bodyPr/>
          <a:lstStyle/>
          <a:p>
            <a:pPr eaLnBrk="1" fontAlgn="auto" hangingPunct="1">
              <a:spcAft>
                <a:spcPts val="0"/>
              </a:spcAft>
              <a:defRPr/>
            </a:pPr>
            <a:r>
              <a:rPr lang="en-US" altLang="en-US"/>
              <a:t>    </a:t>
            </a:r>
            <a:r>
              <a:rPr lang="en-US" altLang="en-US" sz="4200"/>
              <a:t>Testicular Cancer</a:t>
            </a:r>
            <a:br>
              <a:rPr lang="en-US" altLang="en-US" sz="4200"/>
            </a:br>
            <a:endParaRPr lang="en-US" altLang="en-US" sz="4200"/>
          </a:p>
        </p:txBody>
      </p:sp>
      <p:sp>
        <p:nvSpPr>
          <p:cNvPr id="15363" name="WordArt 6"/>
          <p:cNvSpPr>
            <a:spLocks noChangeArrowheads="1" noChangeShapeType="1" noTextEdit="1"/>
          </p:cNvSpPr>
          <p:nvPr/>
        </p:nvSpPr>
        <p:spPr bwMode="auto">
          <a:xfrm rot="5400000">
            <a:off x="5391150" y="3143250"/>
            <a:ext cx="6477000" cy="647700"/>
          </a:xfrm>
          <a:prstGeom prst="rect">
            <a:avLst/>
          </a:prstGeom>
        </p:spPr>
        <p:txBody>
          <a:bodyPr vert="wordArtVert" wrap="none" fromWordArt="1">
            <a:prstTxWarp prst="textPlain">
              <a:avLst>
                <a:gd name="adj" fmla="val 50000"/>
              </a:avLst>
            </a:prstTxWarp>
          </a:bodyPr>
          <a:lstStyle/>
          <a:p>
            <a:pPr algn="ctr" fontAlgn="auto"/>
            <a:r>
              <a:rPr lang="en-US" sz="3600" kern="10">
                <a:ln w="9525">
                  <a:solidFill>
                    <a:srgbClr val="000000"/>
                  </a:solidFill>
                  <a:round/>
                  <a:headEnd/>
                  <a:tailEnd/>
                </a:ln>
                <a:solidFill>
                  <a:srgbClr val="000000"/>
                </a:solidFill>
                <a:effectLst>
                  <a:outerShdw blurRad="38100" dist="38100" dir="2700000" algn="tl" rotWithShape="0">
                    <a:srgbClr val="000000">
                      <a:alpha val="43137"/>
                    </a:srgbClr>
                  </a:outerShdw>
                </a:effectLst>
                <a:latin typeface="Arial Black" panose="020B0A04020102020204" pitchFamily="34" charset="0"/>
              </a:rPr>
              <a:t>Testicular Cancer</a:t>
            </a:r>
          </a:p>
        </p:txBody>
      </p:sp>
      <p:sp>
        <p:nvSpPr>
          <p:cNvPr id="15364" name="Text Box 7"/>
          <p:cNvSpPr txBox="1">
            <a:spLocks noChangeArrowheads="1"/>
          </p:cNvSpPr>
          <p:nvPr/>
        </p:nvSpPr>
        <p:spPr bwMode="auto">
          <a:xfrm>
            <a:off x="1828800" y="1600200"/>
            <a:ext cx="4876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1pPr>
            <a:lvl2pPr marL="742950" indent="-28575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2pPr>
            <a:lvl3pPr marL="1143000" indent="-22860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3pPr>
            <a:lvl4pPr marL="1600200" indent="-22860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4pPr>
            <a:lvl5pPr marL="2057400" indent="-22860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5pPr>
            <a:lvl6pPr marL="2514600" indent="-228600" eaLnBrk="0" fontAlgn="base" hangingPunct="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6pPr>
            <a:lvl7pPr marL="2971800" indent="-228600" eaLnBrk="0" fontAlgn="base" hangingPunct="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7pPr>
            <a:lvl8pPr marL="3429000" indent="-228600" eaLnBrk="0" fontAlgn="base" hangingPunct="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8pPr>
            <a:lvl9pPr marL="3886200" indent="-228600" eaLnBrk="0" fontAlgn="base" hangingPunct="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9pPr>
          </a:lstStyle>
          <a:p>
            <a:pPr>
              <a:spcBef>
                <a:spcPct val="50000"/>
              </a:spcBef>
              <a:spcAft>
                <a:spcPct val="0"/>
              </a:spcAft>
              <a:buClrTx/>
              <a:buFontTx/>
              <a:buNone/>
            </a:pPr>
            <a:endParaRPr lang="en-US" altLang="en-US" sz="1800">
              <a:effectLst/>
              <a:latin typeface="Tahoma" panose="020B0604030504040204" pitchFamily="34" charset="0"/>
            </a:endParaRPr>
          </a:p>
        </p:txBody>
      </p:sp>
      <p:sp>
        <p:nvSpPr>
          <p:cNvPr id="12293" name="Text Box 8"/>
          <p:cNvSpPr txBox="1">
            <a:spLocks noChangeArrowheads="1"/>
          </p:cNvSpPr>
          <p:nvPr/>
        </p:nvSpPr>
        <p:spPr bwMode="auto">
          <a:xfrm>
            <a:off x="3962400" y="1427163"/>
            <a:ext cx="4572000" cy="3906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buClr>
                <a:schemeClr val="hlink"/>
              </a:buClr>
              <a:buFont typeface="Wingdings" pitchFamily="2" charset="2"/>
              <a:buChar char="§"/>
              <a:defRPr/>
            </a:pPr>
            <a:r>
              <a:rPr lang="en-US" altLang="en-US" sz="2800" dirty="0">
                <a:effectLst/>
              </a:rPr>
              <a:t> </a:t>
            </a:r>
            <a:r>
              <a:rPr lang="en-US" altLang="en-US" sz="2800" dirty="0">
                <a:solidFill>
                  <a:schemeClr val="hlink"/>
                </a:solidFill>
                <a:effectLst/>
                <a:latin typeface="+mj-lt"/>
              </a:rPr>
              <a:t>most common cancer                                                                    in males between the ages of </a:t>
            </a:r>
            <a:r>
              <a:rPr lang="en-US" altLang="en-US" sz="2800" b="1" dirty="0">
                <a:solidFill>
                  <a:schemeClr val="hlink"/>
                </a:solidFill>
                <a:effectLst/>
                <a:latin typeface="+mj-lt"/>
              </a:rPr>
              <a:t>15 and 34</a:t>
            </a:r>
          </a:p>
          <a:p>
            <a:pPr>
              <a:buFont typeface="Wingdings" pitchFamily="2" charset="2"/>
              <a:buChar char="§"/>
              <a:defRPr/>
            </a:pPr>
            <a:endParaRPr lang="en-US" altLang="en-US" sz="2800" dirty="0">
              <a:solidFill>
                <a:schemeClr val="hlink"/>
              </a:solidFill>
              <a:effectLst/>
              <a:latin typeface="+mj-lt"/>
            </a:endParaRPr>
          </a:p>
          <a:p>
            <a:pPr>
              <a:buFont typeface="Wingdings" pitchFamily="2" charset="2"/>
              <a:buChar char="§"/>
              <a:defRPr/>
            </a:pPr>
            <a:r>
              <a:rPr lang="en-US" altLang="en-US" sz="2800" dirty="0">
                <a:solidFill>
                  <a:schemeClr val="hlink"/>
                </a:solidFill>
                <a:effectLst/>
                <a:latin typeface="+mj-lt"/>
              </a:rPr>
              <a:t> </a:t>
            </a:r>
            <a:r>
              <a:rPr lang="en-US" altLang="en-US" sz="2800" b="1" u="sng" dirty="0">
                <a:solidFill>
                  <a:schemeClr val="hlink"/>
                </a:solidFill>
                <a:effectLst/>
                <a:latin typeface="+mj-lt"/>
              </a:rPr>
              <a:t>highly</a:t>
            </a:r>
            <a:r>
              <a:rPr lang="en-US" altLang="en-US" sz="2800" dirty="0">
                <a:solidFill>
                  <a:schemeClr val="hlink"/>
                </a:solidFill>
                <a:effectLst/>
                <a:latin typeface="+mj-lt"/>
              </a:rPr>
              <a:t> treatable when    diagnosed early</a:t>
            </a:r>
          </a:p>
          <a:p>
            <a:pPr>
              <a:buFont typeface="Wingdings" pitchFamily="2" charset="2"/>
              <a:buNone/>
              <a:defRPr/>
            </a:pPr>
            <a:endParaRPr lang="en-US" altLang="en-US" sz="2800" dirty="0">
              <a:effectLst/>
            </a:endParaRPr>
          </a:p>
          <a:p>
            <a:pPr>
              <a:spcBef>
                <a:spcPct val="50000"/>
              </a:spcBef>
              <a:buFont typeface="Wingdings" pitchFamily="2" charset="2"/>
              <a:buNone/>
              <a:defRPr/>
            </a:pPr>
            <a:endParaRPr lang="en-US" altLang="en-US" dirty="0">
              <a:effectLst/>
            </a:endParaRPr>
          </a:p>
          <a:p>
            <a:pPr>
              <a:spcBef>
                <a:spcPct val="50000"/>
              </a:spcBef>
              <a:defRPr/>
            </a:pPr>
            <a:endParaRPr lang="en-US" altLang="en-US" dirty="0">
              <a:effectLst/>
            </a:endParaRPr>
          </a:p>
        </p:txBody>
      </p:sp>
      <p:pic>
        <p:nvPicPr>
          <p:cNvPr id="15366" name="Picture 11" descr="Lance Armstrong photo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371600"/>
            <a:ext cx="3886200"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7" name="Text Box 13"/>
          <p:cNvSpPr txBox="1">
            <a:spLocks noChangeArrowheads="1"/>
          </p:cNvSpPr>
          <p:nvPr/>
        </p:nvSpPr>
        <p:spPr bwMode="auto">
          <a:xfrm>
            <a:off x="228600" y="4495800"/>
            <a:ext cx="3429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1pPr>
            <a:lvl2pPr marL="742950" indent="-28575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2pPr>
            <a:lvl3pPr marL="1143000" indent="-22860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3pPr>
            <a:lvl4pPr marL="1600200" indent="-22860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4pPr>
            <a:lvl5pPr marL="2057400" indent="-22860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5pPr>
            <a:lvl6pPr marL="2514600" indent="-228600" eaLnBrk="0" fontAlgn="base" hangingPunct="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6pPr>
            <a:lvl7pPr marL="2971800" indent="-228600" eaLnBrk="0" fontAlgn="base" hangingPunct="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7pPr>
            <a:lvl8pPr marL="3429000" indent="-228600" eaLnBrk="0" fontAlgn="base" hangingPunct="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8pPr>
            <a:lvl9pPr marL="3886200" indent="-228600" eaLnBrk="0" fontAlgn="base" hangingPunct="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9pPr>
          </a:lstStyle>
          <a:p>
            <a:pPr>
              <a:spcBef>
                <a:spcPct val="50000"/>
              </a:spcBef>
              <a:spcAft>
                <a:spcPct val="0"/>
              </a:spcAft>
              <a:buClrTx/>
              <a:buFontTx/>
              <a:buNone/>
            </a:pPr>
            <a:r>
              <a:rPr lang="en-US" altLang="en-US" sz="2800">
                <a:effectLst/>
                <a:latin typeface="Tahoma" panose="020B0604030504040204" pitchFamily="34" charset="0"/>
              </a:rPr>
              <a:t>Signs include…</a:t>
            </a:r>
          </a:p>
        </p:txBody>
      </p:sp>
      <p:sp>
        <p:nvSpPr>
          <p:cNvPr id="12296" name="Text Box 14"/>
          <p:cNvSpPr txBox="1">
            <a:spLocks noChangeArrowheads="1"/>
          </p:cNvSpPr>
          <p:nvPr/>
        </p:nvSpPr>
        <p:spPr bwMode="auto">
          <a:xfrm>
            <a:off x="228600" y="4876800"/>
            <a:ext cx="7543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spcBef>
                <a:spcPct val="50000"/>
              </a:spcBef>
              <a:buClr>
                <a:schemeClr val="tx1"/>
              </a:buClr>
              <a:buFont typeface="Wingdings" pitchFamily="2" charset="2"/>
              <a:buChar char="§"/>
              <a:defRPr/>
            </a:pPr>
            <a:r>
              <a:rPr lang="en-US" altLang="en-US" sz="2800" dirty="0">
                <a:solidFill>
                  <a:schemeClr val="hlink"/>
                </a:solidFill>
                <a:effectLst/>
              </a:rPr>
              <a:t> </a:t>
            </a:r>
            <a:r>
              <a:rPr lang="en-US" altLang="en-US" sz="2800" dirty="0">
                <a:effectLst/>
                <a:latin typeface="+mj-lt"/>
              </a:rPr>
              <a:t>collection</a:t>
            </a:r>
            <a:r>
              <a:rPr lang="en-US" altLang="en-US" sz="2800" dirty="0">
                <a:effectLst/>
              </a:rPr>
              <a:t> of fluid in the scrotum </a:t>
            </a:r>
          </a:p>
        </p:txBody>
      </p:sp>
      <p:sp>
        <p:nvSpPr>
          <p:cNvPr id="12297" name="Text Box 15"/>
          <p:cNvSpPr txBox="1">
            <a:spLocks noChangeArrowheads="1"/>
          </p:cNvSpPr>
          <p:nvPr/>
        </p:nvSpPr>
        <p:spPr bwMode="auto">
          <a:xfrm>
            <a:off x="228600" y="5257800"/>
            <a:ext cx="7696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spcBef>
                <a:spcPct val="50000"/>
              </a:spcBef>
              <a:buClr>
                <a:schemeClr val="tx1"/>
              </a:buClr>
              <a:buFont typeface="Wingdings" pitchFamily="2" charset="2"/>
              <a:buChar char="§"/>
              <a:defRPr/>
            </a:pPr>
            <a:r>
              <a:rPr lang="en-US" altLang="en-US" sz="2800" dirty="0">
                <a:solidFill>
                  <a:schemeClr val="hlink"/>
                </a:solidFill>
                <a:effectLst/>
              </a:rPr>
              <a:t> </a:t>
            </a:r>
            <a:r>
              <a:rPr lang="en-US" altLang="en-US" sz="2800" dirty="0">
                <a:effectLst/>
                <a:latin typeface="+mj-lt"/>
              </a:rPr>
              <a:t>lump</a:t>
            </a:r>
            <a:r>
              <a:rPr lang="en-US" altLang="en-US" sz="2800" dirty="0">
                <a:effectLst/>
              </a:rPr>
              <a:t> or </a:t>
            </a:r>
            <a:r>
              <a:rPr lang="en-US" altLang="en-US" sz="2800" dirty="0">
                <a:effectLst/>
                <a:latin typeface="+mj-lt"/>
              </a:rPr>
              <a:t>enlargement</a:t>
            </a:r>
            <a:r>
              <a:rPr lang="en-US" altLang="en-US" sz="2800" dirty="0">
                <a:effectLst/>
              </a:rPr>
              <a:t> in either testicle</a:t>
            </a:r>
            <a:r>
              <a:rPr lang="en-US" altLang="en-US" dirty="0">
                <a:effectLst/>
              </a:rPr>
              <a:t> </a:t>
            </a:r>
          </a:p>
        </p:txBody>
      </p:sp>
      <p:sp>
        <p:nvSpPr>
          <p:cNvPr id="12298" name="Text Box 16"/>
          <p:cNvSpPr txBox="1">
            <a:spLocks noChangeArrowheads="1"/>
          </p:cNvSpPr>
          <p:nvPr/>
        </p:nvSpPr>
        <p:spPr bwMode="auto">
          <a:xfrm>
            <a:off x="228600" y="5638800"/>
            <a:ext cx="7848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spcBef>
                <a:spcPct val="50000"/>
              </a:spcBef>
              <a:buClr>
                <a:schemeClr val="tx1"/>
              </a:buClr>
              <a:buFont typeface="Wingdings" pitchFamily="2" charset="2"/>
              <a:buChar char="§"/>
              <a:defRPr/>
            </a:pPr>
            <a:r>
              <a:rPr lang="en-US" altLang="en-US" sz="2800" dirty="0">
                <a:solidFill>
                  <a:schemeClr val="hlink"/>
                </a:solidFill>
                <a:effectLst/>
                <a:latin typeface="+mj-lt"/>
              </a:rPr>
              <a:t> </a:t>
            </a:r>
            <a:r>
              <a:rPr lang="en-US" altLang="en-US" sz="2800" dirty="0">
                <a:effectLst/>
                <a:latin typeface="+mj-lt"/>
              </a:rPr>
              <a:t>Unexplained fatigue</a:t>
            </a:r>
          </a:p>
        </p:txBody>
      </p:sp>
    </p:spTree>
  </p:cSld>
  <p:clrMapOvr>
    <a:masterClrMapping/>
  </p:clrMapOvr>
  <p:transition>
    <p:rand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6" name="Text Box 8"/>
          <p:cNvSpPr txBox="1">
            <a:spLocks noChangeArrowheads="1"/>
          </p:cNvSpPr>
          <p:nvPr/>
        </p:nvSpPr>
        <p:spPr bwMode="auto">
          <a:xfrm>
            <a:off x="152400" y="990600"/>
            <a:ext cx="8839200" cy="6902450"/>
          </a:xfrm>
          <a:prstGeom prst="rect">
            <a:avLst/>
          </a:prstGeom>
          <a:noFill/>
          <a:ln w="9525">
            <a:noFill/>
            <a:miter lim="800000"/>
            <a:headEnd/>
            <a:tailEnd/>
          </a:ln>
          <a:effectLst/>
        </p:spPr>
        <p:txBody>
          <a:bodyPr>
            <a:spAutoFit/>
          </a:bodyPr>
          <a:lstStyle/>
          <a:p>
            <a:pPr>
              <a:spcBef>
                <a:spcPct val="50000"/>
              </a:spcBef>
              <a:buFont typeface="Wingdings" pitchFamily="2" charset="2"/>
              <a:buChar char="§"/>
              <a:defRPr/>
            </a:pPr>
            <a:r>
              <a:rPr lang="en-US" sz="2800">
                <a:solidFill>
                  <a:schemeClr val="hlink"/>
                </a:solidFill>
                <a:effectLst/>
              </a:rPr>
              <a:t> Step 1: Draw a warm bath to relax the scrotum</a:t>
            </a:r>
            <a:r>
              <a:rPr lang="en-US">
                <a:effectLst/>
              </a:rPr>
              <a:t> </a:t>
            </a:r>
          </a:p>
          <a:p>
            <a:pPr>
              <a:spcBef>
                <a:spcPct val="50000"/>
              </a:spcBef>
              <a:buFont typeface="Wingdings" pitchFamily="2" charset="2"/>
              <a:buChar char="§"/>
              <a:defRPr/>
            </a:pPr>
            <a:r>
              <a:rPr lang="en-US" sz="2800">
                <a:solidFill>
                  <a:schemeClr val="hlink"/>
                </a:solidFill>
                <a:effectLst/>
              </a:rPr>
              <a:t> Step 2: Get familiar with your body </a:t>
            </a:r>
          </a:p>
          <a:p>
            <a:pPr>
              <a:spcBef>
                <a:spcPct val="50000"/>
              </a:spcBef>
              <a:buFont typeface="Wingdings" pitchFamily="2" charset="2"/>
              <a:buChar char="§"/>
              <a:defRPr/>
            </a:pPr>
            <a:r>
              <a:rPr lang="en-US" sz="2800">
                <a:solidFill>
                  <a:schemeClr val="hlink"/>
                </a:solidFill>
                <a:effectLst/>
              </a:rPr>
              <a:t> Step 3: Place one leg on an elevated surface</a:t>
            </a:r>
          </a:p>
          <a:p>
            <a:pPr>
              <a:spcBef>
                <a:spcPct val="50000"/>
              </a:spcBef>
              <a:buFont typeface="Wingdings" pitchFamily="2" charset="2"/>
              <a:buChar char="§"/>
              <a:defRPr/>
            </a:pPr>
            <a:r>
              <a:rPr lang="en-US" sz="2800">
                <a:solidFill>
                  <a:schemeClr val="hlink"/>
                </a:solidFill>
                <a:effectLst/>
              </a:rPr>
              <a:t> Step 4: Use one hand to support testicle</a:t>
            </a:r>
          </a:p>
          <a:p>
            <a:pPr>
              <a:spcBef>
                <a:spcPct val="50000"/>
              </a:spcBef>
              <a:buFont typeface="Wingdings" pitchFamily="2" charset="2"/>
              <a:buChar char="§"/>
              <a:defRPr/>
            </a:pPr>
            <a:r>
              <a:rPr lang="en-US" sz="2800">
                <a:solidFill>
                  <a:schemeClr val="hlink"/>
                </a:solidFill>
                <a:effectLst/>
              </a:rPr>
              <a:t> Step 5: Use the other hand to gently roll testicle   between thumb and index finger</a:t>
            </a:r>
          </a:p>
          <a:p>
            <a:pPr>
              <a:spcBef>
                <a:spcPct val="50000"/>
              </a:spcBef>
              <a:defRPr/>
            </a:pPr>
            <a:r>
              <a:rPr lang="en-US" sz="2800" i="1">
                <a:effectLst>
                  <a:outerShdw blurRad="38100" dist="38100" dir="2700000" algn="tl">
                    <a:srgbClr val="000000"/>
                  </a:outerShdw>
                </a:effectLst>
              </a:rPr>
              <a:t>Look for: Hard lumps, tenderness,</a:t>
            </a:r>
          </a:p>
          <a:p>
            <a:pPr>
              <a:spcBef>
                <a:spcPct val="50000"/>
              </a:spcBef>
              <a:defRPr/>
            </a:pPr>
            <a:r>
              <a:rPr lang="en-US" sz="2800" i="1">
                <a:effectLst>
                  <a:outerShdw blurRad="38100" dist="38100" dir="2700000" algn="tl">
                    <a:srgbClr val="000000"/>
                  </a:outerShdw>
                </a:effectLst>
              </a:rPr>
              <a:t>hardness of testicle or discharge of </a:t>
            </a:r>
          </a:p>
          <a:p>
            <a:pPr>
              <a:spcBef>
                <a:spcPct val="50000"/>
              </a:spcBef>
              <a:defRPr/>
            </a:pPr>
            <a:r>
              <a:rPr lang="en-US" sz="2800" i="1">
                <a:effectLst>
                  <a:outerShdw blurRad="38100" dist="38100" dir="2700000" algn="tl">
                    <a:srgbClr val="000000"/>
                  </a:outerShdw>
                </a:effectLst>
              </a:rPr>
              <a:t>the penis</a:t>
            </a:r>
          </a:p>
          <a:p>
            <a:pPr>
              <a:spcBef>
                <a:spcPct val="50000"/>
              </a:spcBef>
              <a:defRPr/>
            </a:pPr>
            <a:endParaRPr lang="en-US" sz="2800" i="1">
              <a:effectLst>
                <a:outerShdw blurRad="38100" dist="38100" dir="2700000" algn="tl">
                  <a:srgbClr val="000000"/>
                </a:outerShdw>
              </a:effectLst>
            </a:endParaRPr>
          </a:p>
          <a:p>
            <a:pPr>
              <a:spcBef>
                <a:spcPct val="50000"/>
              </a:spcBef>
              <a:defRPr/>
            </a:pPr>
            <a:endParaRPr lang="en-US">
              <a:effectLst/>
            </a:endParaRPr>
          </a:p>
          <a:p>
            <a:pPr>
              <a:spcBef>
                <a:spcPct val="50000"/>
              </a:spcBef>
              <a:defRPr/>
            </a:pPr>
            <a:endParaRPr lang="en-US">
              <a:effectLst/>
            </a:endParaRPr>
          </a:p>
        </p:txBody>
      </p:sp>
      <p:sp>
        <p:nvSpPr>
          <p:cNvPr id="17411" name="Rectangle 2"/>
          <p:cNvSpPr>
            <a:spLocks noGrp="1" noChangeArrowheads="1"/>
          </p:cNvSpPr>
          <p:nvPr>
            <p:ph type="title"/>
          </p:nvPr>
        </p:nvSpPr>
        <p:spPr>
          <a:xfrm>
            <a:off x="0" y="0"/>
            <a:ext cx="8763000" cy="1143000"/>
          </a:xfrm>
        </p:spPr>
        <p:txBody>
          <a:bodyPr>
            <a:normAutofit/>
          </a:bodyPr>
          <a:lstStyle/>
          <a:p>
            <a:pPr eaLnBrk="1" fontAlgn="auto" hangingPunct="1">
              <a:spcAft>
                <a:spcPts val="0"/>
              </a:spcAft>
              <a:defRPr/>
            </a:pPr>
            <a:r>
              <a:rPr lang="en-US" altLang="en-US" sz="4200">
                <a:latin typeface="Tahoma" pitchFamily="34" charset="0"/>
              </a:rPr>
              <a:t>   Performing Testicular Self-Exams</a:t>
            </a:r>
          </a:p>
        </p:txBody>
      </p:sp>
      <p:pic>
        <p:nvPicPr>
          <p:cNvPr id="16388" name="Picture 4" descr="TesticularSelfEx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7400" y="4559300"/>
            <a:ext cx="3200400" cy="222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9" name="Text Box 7"/>
          <p:cNvSpPr txBox="1">
            <a:spLocks noChangeArrowheads="1"/>
          </p:cNvSpPr>
          <p:nvPr/>
        </p:nvSpPr>
        <p:spPr bwMode="auto">
          <a:xfrm>
            <a:off x="990600" y="1143000"/>
            <a:ext cx="7239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1pPr>
            <a:lvl2pPr marL="742950" indent="-28575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2pPr>
            <a:lvl3pPr marL="1143000" indent="-22860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3pPr>
            <a:lvl4pPr marL="1600200" indent="-22860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4pPr>
            <a:lvl5pPr marL="2057400" indent="-22860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5pPr>
            <a:lvl6pPr marL="2514600" indent="-228600" eaLnBrk="0" fontAlgn="base" hangingPunct="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6pPr>
            <a:lvl7pPr marL="2971800" indent="-228600" eaLnBrk="0" fontAlgn="base" hangingPunct="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7pPr>
            <a:lvl8pPr marL="3429000" indent="-228600" eaLnBrk="0" fontAlgn="base" hangingPunct="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8pPr>
            <a:lvl9pPr marL="3886200" indent="-228600" eaLnBrk="0" fontAlgn="base" hangingPunct="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9pPr>
          </a:lstStyle>
          <a:p>
            <a:pPr>
              <a:spcBef>
                <a:spcPct val="50000"/>
              </a:spcBef>
              <a:spcAft>
                <a:spcPct val="0"/>
              </a:spcAft>
              <a:buClrTx/>
              <a:buFontTx/>
              <a:buNone/>
            </a:pPr>
            <a:endParaRPr lang="en-US" altLang="en-US" sz="1800">
              <a:effectLst/>
              <a:latin typeface="Tahoma" panose="020B0604030504040204" pitchFamily="34" charset="0"/>
            </a:endParaRPr>
          </a:p>
        </p:txBody>
      </p:sp>
    </p:spTree>
  </p:cSld>
  <p:clrMapOvr>
    <a:masterClrMapping/>
  </p:clrMapOvr>
  <p:transition>
    <p:rand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838200" y="274638"/>
            <a:ext cx="8229600" cy="1554162"/>
          </a:xfrm>
        </p:spPr>
        <p:txBody>
          <a:bodyPr/>
          <a:lstStyle/>
          <a:p>
            <a:pPr eaLnBrk="1" fontAlgn="auto" hangingPunct="1">
              <a:spcAft>
                <a:spcPts val="0"/>
              </a:spcAft>
              <a:defRPr/>
            </a:pPr>
            <a:r>
              <a:rPr lang="en-US" altLang="en-US"/>
              <a:t>    </a:t>
            </a:r>
            <a:r>
              <a:rPr lang="en-US" altLang="en-US" sz="4200"/>
              <a:t>Impotence</a:t>
            </a:r>
            <a:br>
              <a:rPr lang="en-US" altLang="en-US" sz="4200"/>
            </a:br>
            <a:endParaRPr lang="en-US" altLang="en-US" sz="4200"/>
          </a:p>
        </p:txBody>
      </p:sp>
      <p:sp>
        <p:nvSpPr>
          <p:cNvPr id="17411" name="Text Box 7"/>
          <p:cNvSpPr txBox="1">
            <a:spLocks noChangeArrowheads="1"/>
          </p:cNvSpPr>
          <p:nvPr/>
        </p:nvSpPr>
        <p:spPr bwMode="auto">
          <a:xfrm>
            <a:off x="1828800" y="1600200"/>
            <a:ext cx="4876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1pPr>
            <a:lvl2pPr marL="742950" indent="-28575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2pPr>
            <a:lvl3pPr marL="1143000" indent="-22860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3pPr>
            <a:lvl4pPr marL="1600200" indent="-22860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4pPr>
            <a:lvl5pPr marL="2057400" indent="-22860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5pPr>
            <a:lvl6pPr marL="2514600" indent="-228600" eaLnBrk="0" fontAlgn="base" hangingPunct="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6pPr>
            <a:lvl7pPr marL="2971800" indent="-228600" eaLnBrk="0" fontAlgn="base" hangingPunct="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7pPr>
            <a:lvl8pPr marL="3429000" indent="-228600" eaLnBrk="0" fontAlgn="base" hangingPunct="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8pPr>
            <a:lvl9pPr marL="3886200" indent="-228600" eaLnBrk="0" fontAlgn="base" hangingPunct="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9pPr>
          </a:lstStyle>
          <a:p>
            <a:pPr>
              <a:spcBef>
                <a:spcPct val="50000"/>
              </a:spcBef>
              <a:spcAft>
                <a:spcPct val="0"/>
              </a:spcAft>
              <a:buClrTx/>
              <a:buFontTx/>
              <a:buNone/>
            </a:pPr>
            <a:endParaRPr lang="en-US" altLang="en-US" sz="1800">
              <a:effectLst/>
              <a:latin typeface="Tahoma" panose="020B0604030504040204" pitchFamily="34" charset="0"/>
            </a:endParaRPr>
          </a:p>
        </p:txBody>
      </p:sp>
      <p:sp>
        <p:nvSpPr>
          <p:cNvPr id="9221" name="Text Box 8"/>
          <p:cNvSpPr txBox="1">
            <a:spLocks noChangeArrowheads="1"/>
          </p:cNvSpPr>
          <p:nvPr/>
        </p:nvSpPr>
        <p:spPr bwMode="auto">
          <a:xfrm>
            <a:off x="3962400" y="1427163"/>
            <a:ext cx="4572000" cy="437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buClr>
                <a:schemeClr val="hlink"/>
              </a:buClr>
              <a:buFont typeface="Wingdings" pitchFamily="2" charset="2"/>
              <a:buChar char="§"/>
              <a:defRPr/>
            </a:pPr>
            <a:r>
              <a:rPr lang="en-US" sz="2800" dirty="0">
                <a:solidFill>
                  <a:srgbClr val="FF6600"/>
                </a:solidFill>
                <a:hlinkClick r:id="rId2" action="ppaction://hlinkfile"/>
              </a:rPr>
              <a:t>Impotence</a:t>
            </a:r>
            <a:r>
              <a:rPr lang="en-US" sz="2800" dirty="0">
                <a:solidFill>
                  <a:srgbClr val="FF6600"/>
                </a:solidFill>
              </a:rPr>
              <a:t> is a common problem among men </a:t>
            </a:r>
          </a:p>
          <a:p>
            <a:pPr>
              <a:buClr>
                <a:schemeClr val="hlink"/>
              </a:buClr>
              <a:buFont typeface="Wingdings" pitchFamily="2" charset="2"/>
              <a:buChar char="§"/>
              <a:defRPr/>
            </a:pPr>
            <a:endParaRPr lang="en-US" sz="2800" dirty="0">
              <a:solidFill>
                <a:srgbClr val="FF6600"/>
              </a:solidFill>
            </a:endParaRPr>
          </a:p>
          <a:p>
            <a:pPr>
              <a:buClr>
                <a:schemeClr val="hlink"/>
              </a:buClr>
              <a:buFont typeface="Wingdings" pitchFamily="2" charset="2"/>
              <a:buChar char="§"/>
              <a:defRPr/>
            </a:pPr>
            <a:r>
              <a:rPr lang="en-US" sz="2800" dirty="0">
                <a:solidFill>
                  <a:srgbClr val="FF6600"/>
                </a:solidFill>
              </a:rPr>
              <a:t>characterized by the consistent inability to sustain an erection or the inability to achieve ejaculation, or both.</a:t>
            </a:r>
            <a:endParaRPr lang="en-US" sz="2800" dirty="0">
              <a:solidFill>
                <a:srgbClr val="FF6600"/>
              </a:solidFill>
              <a:effectLst/>
            </a:endParaRPr>
          </a:p>
          <a:p>
            <a:pPr>
              <a:spcBef>
                <a:spcPct val="50000"/>
              </a:spcBef>
              <a:buFont typeface="Wingdings" pitchFamily="2" charset="2"/>
              <a:buNone/>
              <a:defRPr/>
            </a:pPr>
            <a:endParaRPr lang="en-US" dirty="0">
              <a:effectLst/>
            </a:endParaRPr>
          </a:p>
          <a:p>
            <a:pPr>
              <a:spcBef>
                <a:spcPct val="50000"/>
              </a:spcBef>
              <a:defRPr/>
            </a:pPr>
            <a:endParaRPr lang="en-US" dirty="0">
              <a:effectLst/>
            </a:endParaRPr>
          </a:p>
        </p:txBody>
      </p:sp>
      <p:pic>
        <p:nvPicPr>
          <p:cNvPr id="174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479550"/>
            <a:ext cx="2857500"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rand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pPr eaLnBrk="1" fontAlgn="auto" hangingPunct="1">
              <a:spcAft>
                <a:spcPts val="0"/>
              </a:spcAft>
              <a:defRPr/>
            </a:pPr>
            <a:r>
              <a:rPr lang="en-US" altLang="en-US"/>
              <a:t>Cause of Impotence</a:t>
            </a:r>
          </a:p>
        </p:txBody>
      </p:sp>
      <p:pic>
        <p:nvPicPr>
          <p:cNvPr id="18435" name="Picture 2" descr="http://trialx.com/curetalk/wp-content/blogs.dir/7/files/2011/05/diseases/Impotence-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9350" y="2362200"/>
            <a:ext cx="4438650"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pPr eaLnBrk="1" fontAlgn="auto" hangingPunct="1">
              <a:spcAft>
                <a:spcPts val="0"/>
              </a:spcAft>
              <a:defRPr/>
            </a:pPr>
            <a:r>
              <a:rPr lang="en-US" altLang="en-US"/>
              <a:t>Inguinal Hernia</a:t>
            </a:r>
          </a:p>
        </p:txBody>
      </p:sp>
      <p:sp>
        <p:nvSpPr>
          <p:cNvPr id="3" name="Rectangle 2"/>
          <p:cNvSpPr/>
          <p:nvPr/>
        </p:nvSpPr>
        <p:spPr>
          <a:xfrm>
            <a:off x="457200" y="1524000"/>
            <a:ext cx="4572000" cy="3108325"/>
          </a:xfrm>
          <a:prstGeom prst="rect">
            <a:avLst/>
          </a:prstGeom>
        </p:spPr>
        <p:txBody>
          <a:bodyPr>
            <a:spAutoFit/>
          </a:bodyPr>
          <a:lstStyle/>
          <a:p>
            <a:pPr marL="285750" indent="-285750">
              <a:buFont typeface="Wingdings" pitchFamily="2" charset="2"/>
              <a:buChar char="§"/>
              <a:defRPr/>
            </a:pPr>
            <a:r>
              <a:rPr lang="en-US" sz="2800" dirty="0">
                <a:solidFill>
                  <a:srgbClr val="FF6600"/>
                </a:solidFill>
              </a:rPr>
              <a:t>Inguinal hernias occur when part of the intestine protrudes through a weak spot in the abdomen — often along the inguinal canal, which carries the spermatic cord in men</a:t>
            </a:r>
          </a:p>
        </p:txBody>
      </p:sp>
      <p:pic>
        <p:nvPicPr>
          <p:cNvPr id="1946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43488" y="1295400"/>
            <a:ext cx="3810000"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593D6-90F0-0E4D-B0AF-1121ACFD6447}"/>
              </a:ext>
            </a:extLst>
          </p:cNvPr>
          <p:cNvSpPr>
            <a:spLocks noGrp="1"/>
          </p:cNvSpPr>
          <p:nvPr>
            <p:ph type="title"/>
          </p:nvPr>
        </p:nvSpPr>
        <p:spPr/>
        <p:txBody>
          <a:bodyPr/>
          <a:lstStyle/>
          <a:p>
            <a:r>
              <a:rPr lang="en-US" dirty="0"/>
              <a:t>YouTube</a:t>
            </a:r>
          </a:p>
        </p:txBody>
      </p:sp>
      <p:sp>
        <p:nvSpPr>
          <p:cNvPr id="3" name="Content Placeholder 2">
            <a:extLst>
              <a:ext uri="{FF2B5EF4-FFF2-40B4-BE49-F238E27FC236}">
                <a16:creationId xmlns:a16="http://schemas.microsoft.com/office/drawing/2014/main" id="{ED756AAB-ABAB-E944-81E6-67CC1234FEA9}"/>
              </a:ext>
            </a:extLst>
          </p:cNvPr>
          <p:cNvSpPr>
            <a:spLocks noGrp="1"/>
          </p:cNvSpPr>
          <p:nvPr>
            <p:ph idx="1"/>
          </p:nvPr>
        </p:nvSpPr>
        <p:spPr/>
        <p:txBody>
          <a:bodyPr/>
          <a:lstStyle/>
          <a:p>
            <a:r>
              <a:rPr lang="en-US" dirty="0"/>
              <a:t>https://</a:t>
            </a:r>
            <a:r>
              <a:rPr lang="en-US" dirty="0" err="1"/>
              <a:t>www.youtube.com</a:t>
            </a:r>
            <a:r>
              <a:rPr lang="en-US" dirty="0"/>
              <a:t>/</a:t>
            </a:r>
            <a:r>
              <a:rPr lang="en-US" dirty="0" err="1"/>
              <a:t>watch?v</a:t>
            </a:r>
            <a:r>
              <a:rPr lang="en-US" dirty="0"/>
              <a:t>=-XQcnO4iX_U</a:t>
            </a:r>
          </a:p>
        </p:txBody>
      </p:sp>
    </p:spTree>
    <p:extLst>
      <p:ext uri="{BB962C8B-B14F-4D97-AF65-F5344CB8AC3E}">
        <p14:creationId xmlns:p14="http://schemas.microsoft.com/office/powerpoint/2010/main" val="1573564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33400" y="1524000"/>
            <a:ext cx="7924800" cy="2239963"/>
          </a:xfrm>
        </p:spPr>
        <p:txBody>
          <a:bodyPr/>
          <a:lstStyle/>
          <a:p>
            <a:pPr algn="ctr" eaLnBrk="1" fontAlgn="auto" hangingPunct="1">
              <a:spcAft>
                <a:spcPts val="0"/>
              </a:spcAft>
              <a:defRPr/>
            </a:pPr>
            <a:r>
              <a:rPr lang="en-US" sz="4400" dirty="0">
                <a:solidFill>
                  <a:srgbClr val="FF0000"/>
                </a:solidFill>
                <a:latin typeface="Lucida Handwriting" panose="03010101010101010101" pitchFamily="66" charset="0"/>
              </a:rPr>
              <a:t>Female Reproductive system</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856BD-A85C-3E41-A807-52487C91199D}"/>
              </a:ext>
            </a:extLst>
          </p:cNvPr>
          <p:cNvSpPr>
            <a:spLocks noGrp="1"/>
          </p:cNvSpPr>
          <p:nvPr>
            <p:ph type="title"/>
          </p:nvPr>
        </p:nvSpPr>
        <p:spPr/>
        <p:txBody>
          <a:bodyPr/>
          <a:lstStyle/>
          <a:p>
            <a:r>
              <a:rPr lang="en-US" b="1" dirty="0"/>
              <a:t>Learning Outcomes </a:t>
            </a:r>
          </a:p>
        </p:txBody>
      </p:sp>
      <p:sp>
        <p:nvSpPr>
          <p:cNvPr id="3" name="Content Placeholder 2">
            <a:extLst>
              <a:ext uri="{FF2B5EF4-FFF2-40B4-BE49-F238E27FC236}">
                <a16:creationId xmlns:a16="http://schemas.microsoft.com/office/drawing/2014/main" id="{B2E7F99F-0966-6F49-95FD-919969FE0A21}"/>
              </a:ext>
            </a:extLst>
          </p:cNvPr>
          <p:cNvSpPr>
            <a:spLocks noGrp="1"/>
          </p:cNvSpPr>
          <p:nvPr>
            <p:ph idx="1"/>
          </p:nvPr>
        </p:nvSpPr>
        <p:spPr/>
        <p:txBody>
          <a:bodyPr>
            <a:normAutofit/>
          </a:bodyPr>
          <a:lstStyle/>
          <a:p>
            <a:r>
              <a:rPr lang="en-US" sz="3200" dirty="0"/>
              <a:t>By the end of this lesson I will be able to:</a:t>
            </a:r>
          </a:p>
          <a:p>
            <a:pPr marL="0" indent="0">
              <a:buNone/>
            </a:pPr>
            <a:endParaRPr lang="en-US" sz="3200" dirty="0"/>
          </a:p>
          <a:p>
            <a:pPr lvl="1"/>
            <a:r>
              <a:rPr lang="en-US" sz="2800" dirty="0"/>
              <a:t>Label the female reproductive system </a:t>
            </a:r>
          </a:p>
          <a:p>
            <a:pPr lvl="1"/>
            <a:r>
              <a:rPr lang="en-US" sz="2800" dirty="0"/>
              <a:t>State the function of each structure in the female system</a:t>
            </a:r>
          </a:p>
          <a:p>
            <a:pPr lvl="1"/>
            <a:r>
              <a:rPr lang="en-US" sz="2800" dirty="0"/>
              <a:t>Describe two disorders that </a:t>
            </a:r>
            <a:r>
              <a:rPr lang="en-US" sz="2800"/>
              <a:t>affect female </a:t>
            </a:r>
            <a:r>
              <a:rPr lang="en-US" sz="2800" dirty="0"/>
              <a:t>reproductive systems </a:t>
            </a:r>
          </a:p>
        </p:txBody>
      </p:sp>
    </p:spTree>
    <p:extLst>
      <p:ext uri="{BB962C8B-B14F-4D97-AF65-F5344CB8AC3E}">
        <p14:creationId xmlns:p14="http://schemas.microsoft.com/office/powerpoint/2010/main" val="34736495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AAB51-C3FE-2F41-DF43-F5B36A8FA04F}"/>
              </a:ext>
            </a:extLst>
          </p:cNvPr>
          <p:cNvSpPr>
            <a:spLocks noGrp="1"/>
          </p:cNvSpPr>
          <p:nvPr>
            <p:ph type="title"/>
          </p:nvPr>
        </p:nvSpPr>
        <p:spPr>
          <a:xfrm>
            <a:off x="628650" y="152400"/>
            <a:ext cx="7886700" cy="701674"/>
          </a:xfrm>
        </p:spPr>
        <p:txBody>
          <a:bodyPr>
            <a:normAutofit/>
          </a:bodyPr>
          <a:lstStyle/>
          <a:p>
            <a:r>
              <a:rPr lang="en-US" sz="3600" dirty="0">
                <a:latin typeface="+mn-lt"/>
              </a:rPr>
              <a:t>The female reproductive system</a:t>
            </a:r>
            <a:endParaRPr lang="en-AU" sz="3600" dirty="0">
              <a:latin typeface="+mn-lt"/>
            </a:endParaRPr>
          </a:p>
        </p:txBody>
      </p:sp>
      <p:sp>
        <p:nvSpPr>
          <p:cNvPr id="3" name="Content Placeholder 2">
            <a:extLst>
              <a:ext uri="{FF2B5EF4-FFF2-40B4-BE49-F238E27FC236}">
                <a16:creationId xmlns:a16="http://schemas.microsoft.com/office/drawing/2014/main" id="{9C109E45-2C35-F468-9816-1B1BB5F2750D}"/>
              </a:ext>
            </a:extLst>
          </p:cNvPr>
          <p:cNvSpPr>
            <a:spLocks noGrp="1"/>
          </p:cNvSpPr>
          <p:nvPr>
            <p:ph idx="1"/>
          </p:nvPr>
        </p:nvSpPr>
        <p:spPr/>
        <p:txBody>
          <a:bodyPr>
            <a:normAutofit/>
          </a:bodyPr>
          <a:lstStyle/>
          <a:p>
            <a:pPr marL="0" indent="0">
              <a:buNone/>
            </a:pPr>
            <a:r>
              <a:rPr lang="en-US" sz="3600" i="0" dirty="0">
                <a:solidFill>
                  <a:srgbClr val="202124"/>
                </a:solidFill>
                <a:effectLst/>
                <a:latin typeface="arial" panose="020B0604020202020204" pitchFamily="34" charset="0"/>
              </a:rPr>
              <a:t>The female reproductive parts function together produce eggs and hormones, maintaining a pregnancy, and facilitating childbirth.</a:t>
            </a:r>
            <a:endParaRPr lang="en-AU" sz="3600" dirty="0"/>
          </a:p>
        </p:txBody>
      </p:sp>
    </p:spTree>
    <p:extLst>
      <p:ext uri="{BB962C8B-B14F-4D97-AF65-F5344CB8AC3E}">
        <p14:creationId xmlns:p14="http://schemas.microsoft.com/office/powerpoint/2010/main" val="2335739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228600" y="228600"/>
            <a:ext cx="8229600" cy="1143000"/>
          </a:xfrm>
        </p:spPr>
        <p:txBody>
          <a:bodyPr/>
          <a:lstStyle/>
          <a:p>
            <a:pPr algn="ctr" eaLnBrk="1" fontAlgn="auto" hangingPunct="1">
              <a:spcAft>
                <a:spcPts val="0"/>
              </a:spcAft>
              <a:defRPr/>
            </a:pPr>
            <a:r>
              <a:rPr lang="en-US" altLang="en-US" sz="4200">
                <a:latin typeface="Tahoma" pitchFamily="34" charset="0"/>
              </a:rPr>
              <a:t>Female Reproductive System</a:t>
            </a:r>
          </a:p>
        </p:txBody>
      </p:sp>
      <p:sp>
        <p:nvSpPr>
          <p:cNvPr id="19459" name="Rectangle 4"/>
          <p:cNvSpPr>
            <a:spLocks noGrp="1" noChangeArrowheads="1"/>
          </p:cNvSpPr>
          <p:nvPr>
            <p:ph sz="half" idx="1"/>
          </p:nvPr>
        </p:nvSpPr>
        <p:spPr>
          <a:xfrm>
            <a:off x="457200" y="1600200"/>
            <a:ext cx="8382000" cy="4495800"/>
          </a:xfrm>
        </p:spPr>
        <p:txBody>
          <a:bodyPr/>
          <a:lstStyle/>
          <a:p>
            <a:pPr eaLnBrk="1" fontAlgn="auto" hangingPunct="1">
              <a:buFont typeface="Wingdings" pitchFamily="2" charset="2"/>
              <a:buNone/>
              <a:defRPr/>
            </a:pPr>
            <a:r>
              <a:rPr lang="en-US" altLang="en-US" sz="3200" b="1" i="1" dirty="0"/>
              <a:t>External Structures</a:t>
            </a:r>
          </a:p>
          <a:p>
            <a:pPr eaLnBrk="1" fontAlgn="auto" hangingPunct="1">
              <a:buFont typeface="Wingdings" pitchFamily="2" charset="2"/>
              <a:buNone/>
              <a:defRPr/>
            </a:pPr>
            <a:endParaRPr lang="en-US" altLang="en-US" i="1" dirty="0"/>
          </a:p>
          <a:p>
            <a:pPr eaLnBrk="1" fontAlgn="auto" hangingPunct="1">
              <a:buFont typeface="Wingdings" pitchFamily="2" charset="2"/>
              <a:buChar char="§"/>
              <a:defRPr/>
            </a:pPr>
            <a:r>
              <a:rPr lang="en-US" altLang="en-US" sz="2000" u="sng" dirty="0">
                <a:latin typeface="Tahoma" pitchFamily="34" charset="0"/>
              </a:rPr>
              <a:t>Mons Pubis</a:t>
            </a:r>
            <a:r>
              <a:rPr lang="en-US" altLang="en-US" sz="2000" dirty="0">
                <a:latin typeface="Tahoma" pitchFamily="34" charset="0"/>
              </a:rPr>
              <a:t>: soft mound of flesh above genitals</a:t>
            </a:r>
          </a:p>
          <a:p>
            <a:pPr eaLnBrk="1" fontAlgn="auto" hangingPunct="1">
              <a:buFont typeface="Wingdings" pitchFamily="2" charset="2"/>
              <a:buChar char="§"/>
              <a:defRPr/>
            </a:pPr>
            <a:endParaRPr lang="en-US" altLang="en-US" sz="2000" dirty="0">
              <a:latin typeface="Tahoma" pitchFamily="34" charset="0"/>
            </a:endParaRPr>
          </a:p>
          <a:p>
            <a:pPr eaLnBrk="1" fontAlgn="auto" hangingPunct="1">
              <a:buFont typeface="Wingdings" pitchFamily="2" charset="2"/>
              <a:buChar char="§"/>
              <a:defRPr/>
            </a:pPr>
            <a:r>
              <a:rPr lang="en-US" altLang="en-US" sz="2000" u="sng" dirty="0">
                <a:latin typeface="Tahoma" pitchFamily="34" charset="0"/>
              </a:rPr>
              <a:t>Labia</a:t>
            </a:r>
            <a:r>
              <a:rPr lang="en-US" altLang="en-US" sz="2000" dirty="0">
                <a:latin typeface="Tahoma" pitchFamily="34" charset="0"/>
              </a:rPr>
              <a:t>: lip-like structures on the outside of the vagina</a:t>
            </a:r>
          </a:p>
          <a:p>
            <a:pPr eaLnBrk="1" fontAlgn="auto" hangingPunct="1">
              <a:buFont typeface="Wingdings" pitchFamily="2" charset="2"/>
              <a:buChar char="§"/>
              <a:defRPr/>
            </a:pPr>
            <a:endParaRPr lang="en-US" altLang="en-US" sz="2000" dirty="0">
              <a:latin typeface="Tahoma" pitchFamily="34" charset="0"/>
            </a:endParaRPr>
          </a:p>
          <a:p>
            <a:pPr eaLnBrk="1" fontAlgn="auto" hangingPunct="1">
              <a:buFont typeface="Wingdings" pitchFamily="2" charset="2"/>
              <a:buChar char="§"/>
              <a:defRPr/>
            </a:pPr>
            <a:r>
              <a:rPr lang="en-US" altLang="en-US" sz="2000" u="sng" dirty="0">
                <a:latin typeface="Tahoma" pitchFamily="34" charset="0"/>
              </a:rPr>
              <a:t>Clitoris</a:t>
            </a:r>
            <a:r>
              <a:rPr lang="en-US" altLang="en-US" sz="2000" dirty="0">
                <a:latin typeface="Tahoma" pitchFamily="34" charset="0"/>
              </a:rPr>
              <a:t>: sex organ whose sole function is pleasure</a:t>
            </a:r>
          </a:p>
        </p:txBody>
      </p:sp>
    </p:spTree>
  </p:cSld>
  <p:clrMapOvr>
    <a:masterClrMapping/>
  </p:clrMapOvr>
  <p:transition>
    <p:rand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ctr" eaLnBrk="1" fontAlgn="auto" hangingPunct="1">
              <a:spcAft>
                <a:spcPts val="0"/>
              </a:spcAft>
              <a:defRPr/>
            </a:pPr>
            <a:r>
              <a:rPr lang="en-US" sz="4400" dirty="0"/>
              <a:t>External Organs</a:t>
            </a:r>
          </a:p>
        </p:txBody>
      </p:sp>
      <p:pic>
        <p:nvPicPr>
          <p:cNvPr id="2355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2057400"/>
            <a:ext cx="5018088" cy="36623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304800" y="152400"/>
            <a:ext cx="8686800" cy="1143000"/>
          </a:xfrm>
        </p:spPr>
        <p:txBody>
          <a:bodyPr/>
          <a:lstStyle/>
          <a:p>
            <a:pPr algn="ctr" eaLnBrk="1" fontAlgn="auto" hangingPunct="1">
              <a:spcAft>
                <a:spcPts val="0"/>
              </a:spcAft>
              <a:defRPr/>
            </a:pPr>
            <a:r>
              <a:rPr lang="en-US" altLang="en-US" sz="4200" dirty="0">
                <a:solidFill>
                  <a:srgbClr val="FF66CC"/>
                </a:solidFill>
                <a:latin typeface="Tahoma" pitchFamily="34" charset="0"/>
              </a:rPr>
              <a:t>Female Reproductive System</a:t>
            </a:r>
          </a:p>
        </p:txBody>
      </p:sp>
      <p:sp>
        <p:nvSpPr>
          <p:cNvPr id="20483" name="Rectangle 3"/>
          <p:cNvSpPr>
            <a:spLocks noGrp="1" noChangeArrowheads="1"/>
          </p:cNvSpPr>
          <p:nvPr>
            <p:ph idx="1"/>
          </p:nvPr>
        </p:nvSpPr>
        <p:spPr>
          <a:xfrm>
            <a:off x="228600" y="1295400"/>
            <a:ext cx="9144000" cy="5257800"/>
          </a:xfrm>
        </p:spPr>
        <p:txBody>
          <a:bodyPr/>
          <a:lstStyle/>
          <a:p>
            <a:pPr eaLnBrk="1" fontAlgn="auto" hangingPunct="1">
              <a:lnSpc>
                <a:spcPct val="80000"/>
              </a:lnSpc>
              <a:buFont typeface="Wingdings" pitchFamily="2" charset="2"/>
              <a:buNone/>
              <a:defRPr/>
            </a:pPr>
            <a:endParaRPr lang="en-US" altLang="en-US" i="1" dirty="0"/>
          </a:p>
          <a:p>
            <a:pPr eaLnBrk="1" fontAlgn="auto" hangingPunct="1">
              <a:lnSpc>
                <a:spcPct val="80000"/>
              </a:lnSpc>
              <a:buFont typeface="Wingdings" pitchFamily="2" charset="2"/>
              <a:buNone/>
              <a:defRPr/>
            </a:pPr>
            <a:r>
              <a:rPr lang="en-US" altLang="en-US" sz="2400" b="1" i="1" dirty="0"/>
              <a:t>Internal Structures</a:t>
            </a:r>
          </a:p>
          <a:p>
            <a:pPr eaLnBrk="1" fontAlgn="auto" hangingPunct="1">
              <a:lnSpc>
                <a:spcPct val="80000"/>
              </a:lnSpc>
              <a:buFont typeface="Wingdings" pitchFamily="2" charset="2"/>
              <a:buNone/>
              <a:defRPr/>
            </a:pPr>
            <a:endParaRPr lang="en-US" altLang="en-US" b="1" i="1" dirty="0"/>
          </a:p>
          <a:p>
            <a:pPr eaLnBrk="1" fontAlgn="auto" hangingPunct="1">
              <a:lnSpc>
                <a:spcPct val="80000"/>
              </a:lnSpc>
              <a:buClr>
                <a:schemeClr val="hlink"/>
              </a:buClr>
              <a:buFont typeface="Wingdings" pitchFamily="2" charset="2"/>
              <a:buChar char="§"/>
              <a:defRPr/>
            </a:pPr>
            <a:r>
              <a:rPr lang="en-US" altLang="en-US" sz="2800" u="sng" dirty="0"/>
              <a:t>Vagina</a:t>
            </a:r>
            <a:r>
              <a:rPr lang="en-US" altLang="en-US" sz="2800" dirty="0"/>
              <a:t>:  tract from uterus to exterior</a:t>
            </a:r>
          </a:p>
          <a:p>
            <a:pPr eaLnBrk="1" fontAlgn="auto" hangingPunct="1">
              <a:lnSpc>
                <a:spcPct val="80000"/>
              </a:lnSpc>
              <a:buClr>
                <a:schemeClr val="hlink"/>
              </a:buClr>
              <a:buFont typeface="Wingdings" pitchFamily="2" charset="2"/>
              <a:buChar char="§"/>
              <a:defRPr/>
            </a:pPr>
            <a:r>
              <a:rPr lang="en-US" altLang="en-US" sz="2800" u="sng" dirty="0"/>
              <a:t>Hymen</a:t>
            </a:r>
            <a:r>
              <a:rPr lang="en-US" altLang="en-US" sz="2800" dirty="0"/>
              <a:t>:  mucous membrane around vaginal opening</a:t>
            </a:r>
          </a:p>
          <a:p>
            <a:pPr eaLnBrk="1" fontAlgn="auto" hangingPunct="1">
              <a:lnSpc>
                <a:spcPct val="80000"/>
              </a:lnSpc>
              <a:buClr>
                <a:schemeClr val="hlink"/>
              </a:buClr>
              <a:buFont typeface="Wingdings" pitchFamily="2" charset="2"/>
              <a:buChar char="§"/>
              <a:defRPr/>
            </a:pPr>
            <a:r>
              <a:rPr lang="en-US" altLang="en-US" sz="2800" u="sng" dirty="0"/>
              <a:t>Cervix</a:t>
            </a:r>
            <a:r>
              <a:rPr lang="en-US" altLang="en-US" sz="2800" dirty="0"/>
              <a:t>:   lower, narrow portion of uterus</a:t>
            </a:r>
          </a:p>
          <a:p>
            <a:pPr eaLnBrk="1" fontAlgn="auto" hangingPunct="1">
              <a:lnSpc>
                <a:spcPct val="80000"/>
              </a:lnSpc>
              <a:buClr>
                <a:schemeClr val="hlink"/>
              </a:buClr>
              <a:buFont typeface="Wingdings" pitchFamily="2" charset="2"/>
              <a:buChar char="§"/>
              <a:defRPr/>
            </a:pPr>
            <a:r>
              <a:rPr lang="en-US" altLang="en-US" sz="2800" u="sng" dirty="0"/>
              <a:t>Uterus</a:t>
            </a:r>
            <a:r>
              <a:rPr lang="en-US" altLang="en-US" sz="2800" dirty="0"/>
              <a:t>:  pear-shaped organ containing growing fetus </a:t>
            </a:r>
          </a:p>
          <a:p>
            <a:pPr eaLnBrk="1" fontAlgn="auto" hangingPunct="1">
              <a:lnSpc>
                <a:spcPct val="80000"/>
              </a:lnSpc>
              <a:buClr>
                <a:schemeClr val="hlink"/>
              </a:buClr>
              <a:buFont typeface="Wingdings" pitchFamily="2" charset="2"/>
              <a:buChar char="§"/>
              <a:defRPr/>
            </a:pPr>
            <a:r>
              <a:rPr lang="en-US" altLang="en-US" sz="2800" u="sng" dirty="0"/>
              <a:t>Fallopian Tubes</a:t>
            </a:r>
            <a:r>
              <a:rPr lang="en-US" altLang="en-US" sz="2800" dirty="0"/>
              <a:t>: pathway for egg travel during ovulation </a:t>
            </a:r>
          </a:p>
          <a:p>
            <a:pPr eaLnBrk="1" fontAlgn="auto" hangingPunct="1">
              <a:lnSpc>
                <a:spcPct val="80000"/>
              </a:lnSpc>
              <a:buClr>
                <a:schemeClr val="hlink"/>
              </a:buClr>
              <a:buFont typeface="Wingdings" pitchFamily="2" charset="2"/>
              <a:buChar char="§"/>
              <a:defRPr/>
            </a:pPr>
            <a:r>
              <a:rPr lang="en-US" altLang="en-US" sz="2800" u="sng" dirty="0"/>
              <a:t>Ovaries</a:t>
            </a:r>
            <a:r>
              <a:rPr lang="en-US" altLang="en-US" sz="2800" dirty="0"/>
              <a:t>:  egg-producing organs</a:t>
            </a:r>
          </a:p>
          <a:p>
            <a:pPr eaLnBrk="1" fontAlgn="auto" hangingPunct="1">
              <a:lnSpc>
                <a:spcPct val="80000"/>
              </a:lnSpc>
              <a:buFont typeface="Wingdings" pitchFamily="2" charset="2"/>
              <a:buNone/>
              <a:defRPr/>
            </a:pPr>
            <a:endParaRPr lang="en-US" altLang="en-US" sz="2800" dirty="0">
              <a:solidFill>
                <a:schemeClr val="hlink"/>
              </a:solidFill>
            </a:endParaRPr>
          </a:p>
        </p:txBody>
      </p:sp>
    </p:spTree>
  </p:cSld>
  <p:clrMapOvr>
    <a:masterClrMapping/>
  </p:clrMapOvr>
  <p:transition>
    <p:rand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3FDB390A-FAFB-6721-0192-9DD113230BE0}"/>
              </a:ext>
            </a:extLst>
          </p:cNvPr>
          <p:cNvSpPr>
            <a:spLocks noGrp="1" noChangeArrowheads="1"/>
          </p:cNvSpPr>
          <p:nvPr>
            <p:ph type="title"/>
          </p:nvPr>
        </p:nvSpPr>
        <p:spPr>
          <a:xfrm>
            <a:off x="457200" y="0"/>
            <a:ext cx="8229600" cy="1371600"/>
          </a:xfrm>
        </p:spPr>
        <p:txBody>
          <a:bodyPr/>
          <a:lstStyle/>
          <a:p>
            <a:pPr eaLnBrk="1" hangingPunct="1">
              <a:defRPr/>
            </a:pPr>
            <a:r>
              <a:rPr lang="en-US"/>
              <a:t>Ovary (Ovaries)</a:t>
            </a:r>
          </a:p>
        </p:txBody>
      </p:sp>
      <p:sp>
        <p:nvSpPr>
          <p:cNvPr id="6147" name="Rectangle 3">
            <a:extLst>
              <a:ext uri="{FF2B5EF4-FFF2-40B4-BE49-F238E27FC236}">
                <a16:creationId xmlns:a16="http://schemas.microsoft.com/office/drawing/2014/main" id="{B7CF53D4-9231-989F-6179-37F602418481}"/>
              </a:ext>
            </a:extLst>
          </p:cNvPr>
          <p:cNvSpPr>
            <a:spLocks noGrp="1" noChangeArrowheads="1"/>
          </p:cNvSpPr>
          <p:nvPr>
            <p:ph type="body" idx="1"/>
          </p:nvPr>
        </p:nvSpPr>
        <p:spPr>
          <a:xfrm>
            <a:off x="0" y="1524000"/>
            <a:ext cx="9144000" cy="5334000"/>
          </a:xfrm>
        </p:spPr>
        <p:txBody>
          <a:bodyPr/>
          <a:lstStyle/>
          <a:p>
            <a:pPr eaLnBrk="1" hangingPunct="1">
              <a:defRPr/>
            </a:pPr>
            <a:r>
              <a:rPr lang="en-US" dirty="0"/>
              <a:t>Two solid egg-shaped structures </a:t>
            </a:r>
          </a:p>
          <a:p>
            <a:pPr eaLnBrk="1" hangingPunct="1">
              <a:defRPr/>
            </a:pPr>
            <a:r>
              <a:rPr lang="en-US" dirty="0"/>
              <a:t>They are attached to the uterus by ligaments.  They are the counterpart of the male testicles.</a:t>
            </a:r>
          </a:p>
          <a:p>
            <a:pPr eaLnBrk="1" hangingPunct="1">
              <a:defRPr/>
            </a:pPr>
            <a:r>
              <a:rPr lang="en-US" dirty="0"/>
              <a:t>Ovaries have two main functions:</a:t>
            </a:r>
            <a:br>
              <a:rPr lang="en-US" dirty="0"/>
            </a:br>
            <a:endParaRPr lang="en-US" dirty="0"/>
          </a:p>
          <a:p>
            <a:pPr eaLnBrk="1" hangingPunct="1">
              <a:buFont typeface="Wingdings" panose="05000000000000000000" pitchFamily="2" charset="2"/>
              <a:buNone/>
              <a:defRPr/>
            </a:pPr>
            <a:r>
              <a:rPr lang="en-US" dirty="0"/>
              <a:t>	 	</a:t>
            </a:r>
            <a:r>
              <a:rPr lang="en-US" sz="2400" dirty="0"/>
              <a:t>#1-store and release the ova or female egg cell. Some of 	the ova disappear; others are dormant until each is ripened 	and released after puberty.</a:t>
            </a:r>
          </a:p>
          <a:p>
            <a:pPr lvl="1">
              <a:spcBef>
                <a:spcPct val="0"/>
              </a:spcBef>
              <a:buClrTx/>
              <a:buSzTx/>
              <a:buFontTx/>
              <a:buNone/>
              <a:defRPr/>
            </a:pPr>
            <a:endParaRPr lang="en-US" sz="2400" dirty="0"/>
          </a:p>
          <a:p>
            <a:pPr lvl="1">
              <a:spcBef>
                <a:spcPct val="0"/>
              </a:spcBef>
              <a:buClrTx/>
              <a:buSzTx/>
              <a:buFontTx/>
              <a:buNone/>
              <a:defRPr/>
            </a:pPr>
            <a:r>
              <a:rPr lang="en-US" sz="2400" dirty="0"/>
              <a:t>		#2-produce female sex hormones ESTROGEN and 	PROGESTERONE </a:t>
            </a:r>
          </a:p>
        </p:txBody>
      </p:sp>
      <p:sp>
        <p:nvSpPr>
          <p:cNvPr id="25603" name="AutoShape 5">
            <a:hlinkClick r:id="rId3" action="ppaction://hlinksldjump"/>
            <a:extLst>
              <a:ext uri="{FF2B5EF4-FFF2-40B4-BE49-F238E27FC236}">
                <a16:creationId xmlns:a16="http://schemas.microsoft.com/office/drawing/2014/main" id="{D35D7A5B-D897-87A3-2767-8E2B7057732C}"/>
              </a:ext>
            </a:extLst>
          </p:cNvPr>
          <p:cNvSpPr>
            <a:spLocks noChangeArrowheads="1"/>
          </p:cNvSpPr>
          <p:nvPr/>
        </p:nvSpPr>
        <p:spPr bwMode="auto">
          <a:xfrm>
            <a:off x="8001000" y="6324600"/>
            <a:ext cx="1143000" cy="533400"/>
          </a:xfrm>
          <a:prstGeom prst="wave">
            <a:avLst>
              <a:gd name="adj1" fmla="val 13005"/>
              <a:gd name="adj2" fmla="val 0"/>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FFFFFF"/>
                </a:solidFill>
                <a:effectLst/>
                <a:uLnTx/>
                <a:uFillTx/>
                <a:latin typeface="Tahoma" panose="020B0604030504040204" pitchFamily="34" charset="0"/>
                <a:ea typeface="+mn-ea"/>
                <a:cs typeface="+mn-cs"/>
                <a:hlinkClick r:id="rId4" action="ppaction://hlinksldjump"/>
              </a:rPr>
              <a:t>Click here</a:t>
            </a:r>
            <a:endParaRPr kumimoji="0" lang="en-US" altLang="en-US" sz="1800" b="0" i="0" u="none" strike="noStrike" kern="1200" cap="none" spc="0" normalizeH="0" baseline="0" noProof="0">
              <a:ln>
                <a:noFill/>
              </a:ln>
              <a:solidFill>
                <a:srgbClr val="FFFFFF"/>
              </a:solidFill>
              <a:effectLst/>
              <a:uLnTx/>
              <a:uFillTx/>
              <a:latin typeface="Tahoma" panose="020B0604030504040204" pitchFamily="34" charset="0"/>
              <a:ea typeface="+mn-ea"/>
              <a:cs typeface="+mn-cs"/>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a:extLst>
              <a:ext uri="{FF2B5EF4-FFF2-40B4-BE49-F238E27FC236}">
                <a16:creationId xmlns:a16="http://schemas.microsoft.com/office/drawing/2014/main" id="{00531891-C2C2-BB57-698A-738A09D76C4D}"/>
              </a:ext>
            </a:extLst>
          </p:cNvPr>
          <p:cNvSpPr>
            <a:spLocks noGrp="1" noChangeArrowheads="1"/>
          </p:cNvSpPr>
          <p:nvPr>
            <p:ph type="title"/>
          </p:nvPr>
        </p:nvSpPr>
        <p:spPr>
          <a:xfrm>
            <a:off x="457200" y="0"/>
            <a:ext cx="8229600" cy="1371600"/>
          </a:xfrm>
        </p:spPr>
        <p:txBody>
          <a:bodyPr/>
          <a:lstStyle/>
          <a:p>
            <a:pPr eaLnBrk="1" hangingPunct="1">
              <a:defRPr/>
            </a:pPr>
            <a:r>
              <a:rPr lang="en-US"/>
              <a:t>Ova </a:t>
            </a:r>
          </a:p>
        </p:txBody>
      </p:sp>
      <p:sp>
        <p:nvSpPr>
          <p:cNvPr id="131077" name="Rectangle 5">
            <a:extLst>
              <a:ext uri="{FF2B5EF4-FFF2-40B4-BE49-F238E27FC236}">
                <a16:creationId xmlns:a16="http://schemas.microsoft.com/office/drawing/2014/main" id="{9D45D315-0BE8-104C-6F4C-A2E1213D1A56}"/>
              </a:ext>
            </a:extLst>
          </p:cNvPr>
          <p:cNvSpPr>
            <a:spLocks noGrp="1" noChangeArrowheads="1"/>
          </p:cNvSpPr>
          <p:nvPr>
            <p:ph type="body" sz="half" idx="1"/>
          </p:nvPr>
        </p:nvSpPr>
        <p:spPr>
          <a:xfrm>
            <a:off x="0" y="1524000"/>
            <a:ext cx="5257800" cy="5791200"/>
          </a:xfrm>
        </p:spPr>
        <p:txBody>
          <a:bodyPr/>
          <a:lstStyle/>
          <a:p>
            <a:pPr eaLnBrk="1" hangingPunct="1">
              <a:defRPr/>
            </a:pPr>
            <a:r>
              <a:rPr lang="en-US" sz="2800" dirty="0"/>
              <a:t>The female reproductive cell.   </a:t>
            </a:r>
          </a:p>
          <a:p>
            <a:pPr eaLnBrk="1" hangingPunct="1">
              <a:defRPr/>
            </a:pPr>
            <a:r>
              <a:rPr lang="en-US" sz="2800" dirty="0"/>
              <a:t>They are the largest cells in the female body.  </a:t>
            </a:r>
            <a:r>
              <a:rPr lang="en-US" sz="1800" dirty="0"/>
              <a:t>(about the size of a grain of sand.) </a:t>
            </a:r>
          </a:p>
          <a:p>
            <a:pPr eaLnBrk="1" hangingPunct="1">
              <a:defRPr/>
            </a:pPr>
            <a:r>
              <a:rPr lang="en-US" sz="2800" dirty="0"/>
              <a:t>The female baby is born with all the ova she will ever have </a:t>
            </a:r>
            <a:r>
              <a:rPr lang="en-US" sz="1800" dirty="0"/>
              <a:t>(about 200,000 in each ovary). </a:t>
            </a:r>
          </a:p>
          <a:p>
            <a:pPr eaLnBrk="1" hangingPunct="1">
              <a:defRPr/>
            </a:pPr>
            <a:r>
              <a:rPr lang="en-US" sz="2800" dirty="0"/>
              <a:t>About 400-500 ova mature and are released over a lifetime  </a:t>
            </a:r>
          </a:p>
          <a:p>
            <a:pPr eaLnBrk="1" hangingPunct="1">
              <a:defRPr/>
            </a:pPr>
            <a:endParaRPr lang="en-US" sz="2800" dirty="0"/>
          </a:p>
        </p:txBody>
      </p:sp>
      <p:sp>
        <p:nvSpPr>
          <p:cNvPr id="131078" name="Rectangle 6">
            <a:extLst>
              <a:ext uri="{FF2B5EF4-FFF2-40B4-BE49-F238E27FC236}">
                <a16:creationId xmlns:a16="http://schemas.microsoft.com/office/drawing/2014/main" id="{6D939F59-602C-5170-494A-9DC97CE38E1F}"/>
              </a:ext>
            </a:extLst>
          </p:cNvPr>
          <p:cNvSpPr>
            <a:spLocks noGrp="1" noChangeArrowheads="1"/>
          </p:cNvSpPr>
          <p:nvPr>
            <p:ph sz="half" idx="2"/>
          </p:nvPr>
        </p:nvSpPr>
        <p:spPr>
          <a:xfrm>
            <a:off x="5105400" y="1981200"/>
            <a:ext cx="3581400" cy="4114800"/>
          </a:xfrm>
        </p:spPr>
        <p:txBody>
          <a:bodyPr/>
          <a:lstStyle/>
          <a:p>
            <a:pPr eaLnBrk="1" hangingPunct="1">
              <a:defRPr/>
            </a:pPr>
            <a:endParaRPr lang="en-US" sz="2800"/>
          </a:p>
        </p:txBody>
      </p:sp>
      <p:pic>
        <p:nvPicPr>
          <p:cNvPr id="27652" name="Picture 4" descr="cartoon3">
            <a:extLst>
              <a:ext uri="{FF2B5EF4-FFF2-40B4-BE49-F238E27FC236}">
                <a16:creationId xmlns:a16="http://schemas.microsoft.com/office/drawing/2014/main" id="{BD3AD9D1-F5FC-FCC5-721E-74D670B32C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0" y="1676400"/>
            <a:ext cx="30988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3" name="AutoShape 7">
            <a:hlinkClick r:id="rId4" action="ppaction://hlinksldjump"/>
            <a:extLst>
              <a:ext uri="{FF2B5EF4-FFF2-40B4-BE49-F238E27FC236}">
                <a16:creationId xmlns:a16="http://schemas.microsoft.com/office/drawing/2014/main" id="{8380696E-9F80-9836-8EF7-AB9C72164B4D}"/>
              </a:ext>
            </a:extLst>
          </p:cNvPr>
          <p:cNvSpPr>
            <a:spLocks noChangeArrowheads="1"/>
          </p:cNvSpPr>
          <p:nvPr/>
        </p:nvSpPr>
        <p:spPr bwMode="auto">
          <a:xfrm>
            <a:off x="8001000" y="6324600"/>
            <a:ext cx="1143000" cy="533400"/>
          </a:xfrm>
          <a:prstGeom prst="wave">
            <a:avLst>
              <a:gd name="adj1" fmla="val 13005"/>
              <a:gd name="adj2" fmla="val 0"/>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FFFFFF"/>
                </a:solidFill>
                <a:effectLst/>
                <a:uLnTx/>
                <a:uFillTx/>
                <a:latin typeface="Tahoma" panose="020B0604030504040204" pitchFamily="34" charset="0"/>
                <a:ea typeface="+mn-ea"/>
                <a:cs typeface="+mn-cs"/>
                <a:hlinkClick r:id="rId4" action="ppaction://hlinksldjump"/>
              </a:rPr>
              <a:t>Click here</a:t>
            </a:r>
            <a:endParaRPr kumimoji="0" lang="en-US" altLang="en-US" sz="1800" b="0" i="0" u="none" strike="noStrike" kern="1200" cap="none" spc="0" normalizeH="0" baseline="0" noProof="0">
              <a:ln>
                <a:noFill/>
              </a:ln>
              <a:solidFill>
                <a:srgbClr val="FFFFFF"/>
              </a:solidFill>
              <a:effectLst/>
              <a:uLnTx/>
              <a:uFillTx/>
              <a:latin typeface="Tahoma" panose="020B0604030504040204" pitchFamily="34" charset="0"/>
              <a:ea typeface="+mn-ea"/>
              <a:cs typeface="+mn-c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18DEA37A-3818-E9AD-88A4-CF62391F97B4}"/>
              </a:ext>
            </a:extLst>
          </p:cNvPr>
          <p:cNvSpPr>
            <a:spLocks noGrp="1" noChangeArrowheads="1"/>
          </p:cNvSpPr>
          <p:nvPr>
            <p:ph type="title"/>
          </p:nvPr>
        </p:nvSpPr>
        <p:spPr/>
        <p:txBody>
          <a:bodyPr/>
          <a:lstStyle/>
          <a:p>
            <a:pPr eaLnBrk="1" hangingPunct="1">
              <a:defRPr/>
            </a:pPr>
            <a:r>
              <a:rPr lang="en-US"/>
              <a:t>Estrogen </a:t>
            </a:r>
          </a:p>
        </p:txBody>
      </p:sp>
      <p:sp>
        <p:nvSpPr>
          <p:cNvPr id="99331" name="Rectangle 3">
            <a:extLst>
              <a:ext uri="{FF2B5EF4-FFF2-40B4-BE49-F238E27FC236}">
                <a16:creationId xmlns:a16="http://schemas.microsoft.com/office/drawing/2014/main" id="{E299539C-4698-F67B-6A0F-01A9AB3268F3}"/>
              </a:ext>
            </a:extLst>
          </p:cNvPr>
          <p:cNvSpPr>
            <a:spLocks noGrp="1" noChangeArrowheads="1"/>
          </p:cNvSpPr>
          <p:nvPr>
            <p:ph type="body" idx="1"/>
          </p:nvPr>
        </p:nvSpPr>
        <p:spPr/>
        <p:txBody>
          <a:bodyPr/>
          <a:lstStyle/>
          <a:p>
            <a:pPr eaLnBrk="1" hangingPunct="1">
              <a:defRPr/>
            </a:pPr>
            <a:r>
              <a:rPr lang="en-US"/>
              <a:t>  Estrogen is responsible for the secondary sex characteristics and the sex drive in females.  It spurs the onset of puberty and is responsible for OVULATION. </a:t>
            </a:r>
          </a:p>
        </p:txBody>
      </p:sp>
      <p:sp>
        <p:nvSpPr>
          <p:cNvPr id="29699" name="AutoShape 4">
            <a:hlinkClick r:id="rId3" action="ppaction://hlinksldjump"/>
            <a:extLst>
              <a:ext uri="{FF2B5EF4-FFF2-40B4-BE49-F238E27FC236}">
                <a16:creationId xmlns:a16="http://schemas.microsoft.com/office/drawing/2014/main" id="{8B14A1AB-1AAF-7C0C-CA53-45ABFD078921}"/>
              </a:ext>
            </a:extLst>
          </p:cNvPr>
          <p:cNvSpPr>
            <a:spLocks noChangeArrowheads="1"/>
          </p:cNvSpPr>
          <p:nvPr/>
        </p:nvSpPr>
        <p:spPr bwMode="auto">
          <a:xfrm>
            <a:off x="8001000" y="6324600"/>
            <a:ext cx="1143000" cy="533400"/>
          </a:xfrm>
          <a:prstGeom prst="wave">
            <a:avLst>
              <a:gd name="adj1" fmla="val 13005"/>
              <a:gd name="adj2" fmla="val 0"/>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FFFFFF"/>
                </a:solidFill>
                <a:effectLst/>
                <a:uLnTx/>
                <a:uFillTx/>
                <a:latin typeface="Tahoma" panose="020B0604030504040204" pitchFamily="34" charset="0"/>
                <a:ea typeface="+mn-ea"/>
                <a:cs typeface="+mn-cs"/>
                <a:hlinkClick r:id="rId3" action="ppaction://hlinksldjump"/>
              </a:rPr>
              <a:t>Click here</a:t>
            </a:r>
            <a:endParaRPr kumimoji="0" lang="en-US" altLang="en-US" sz="1800" b="0" i="0" u="none" strike="noStrike" kern="1200" cap="none" spc="0" normalizeH="0" baseline="0" noProof="0">
              <a:ln>
                <a:noFill/>
              </a:ln>
              <a:solidFill>
                <a:srgbClr val="FFFFFF"/>
              </a:solidFill>
              <a:effectLst/>
              <a:uLnTx/>
              <a:uFillTx/>
              <a:latin typeface="Tahoma" panose="020B0604030504040204" pitchFamily="34" charset="0"/>
              <a:ea typeface="+mn-ea"/>
              <a:cs typeface="+mn-c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FD92C1CA-51D0-58F3-AAC9-51719121F8C6}"/>
              </a:ext>
            </a:extLst>
          </p:cNvPr>
          <p:cNvSpPr>
            <a:spLocks noGrp="1" noChangeArrowheads="1"/>
          </p:cNvSpPr>
          <p:nvPr>
            <p:ph type="title"/>
          </p:nvPr>
        </p:nvSpPr>
        <p:spPr/>
        <p:txBody>
          <a:bodyPr/>
          <a:lstStyle/>
          <a:p>
            <a:pPr eaLnBrk="1" hangingPunct="1">
              <a:defRPr/>
            </a:pPr>
            <a:r>
              <a:rPr lang="en-US"/>
              <a:t>Progesterone</a:t>
            </a:r>
          </a:p>
        </p:txBody>
      </p:sp>
      <p:sp>
        <p:nvSpPr>
          <p:cNvPr id="100355" name="Rectangle 3">
            <a:extLst>
              <a:ext uri="{FF2B5EF4-FFF2-40B4-BE49-F238E27FC236}">
                <a16:creationId xmlns:a16="http://schemas.microsoft.com/office/drawing/2014/main" id="{2766A899-C757-2256-F621-459D3F2C5B31}"/>
              </a:ext>
            </a:extLst>
          </p:cNvPr>
          <p:cNvSpPr>
            <a:spLocks noGrp="1" noChangeArrowheads="1"/>
          </p:cNvSpPr>
          <p:nvPr>
            <p:ph type="body" idx="1"/>
          </p:nvPr>
        </p:nvSpPr>
        <p:spPr/>
        <p:txBody>
          <a:bodyPr/>
          <a:lstStyle/>
          <a:p>
            <a:pPr eaLnBrk="1" hangingPunct="1">
              <a:defRPr/>
            </a:pPr>
            <a:r>
              <a:rPr lang="en-US"/>
              <a:t> Progesterone builds up the lining of the uterus called the endometrium in preparation for the fertilized ovum</a:t>
            </a:r>
          </a:p>
        </p:txBody>
      </p:sp>
      <p:sp>
        <p:nvSpPr>
          <p:cNvPr id="31747" name="AutoShape 4">
            <a:hlinkClick r:id="rId3" action="ppaction://hlinksldjump"/>
            <a:extLst>
              <a:ext uri="{FF2B5EF4-FFF2-40B4-BE49-F238E27FC236}">
                <a16:creationId xmlns:a16="http://schemas.microsoft.com/office/drawing/2014/main" id="{D102BF3A-2409-1D70-F4FC-79F7EA7BDCCC}"/>
              </a:ext>
            </a:extLst>
          </p:cNvPr>
          <p:cNvSpPr>
            <a:spLocks noChangeArrowheads="1"/>
          </p:cNvSpPr>
          <p:nvPr/>
        </p:nvSpPr>
        <p:spPr bwMode="auto">
          <a:xfrm>
            <a:off x="8001000" y="6324600"/>
            <a:ext cx="1143000" cy="533400"/>
          </a:xfrm>
          <a:prstGeom prst="wave">
            <a:avLst>
              <a:gd name="adj1" fmla="val 13005"/>
              <a:gd name="adj2" fmla="val 0"/>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FFFFFF"/>
                </a:solidFill>
                <a:effectLst/>
                <a:uLnTx/>
                <a:uFillTx/>
                <a:latin typeface="Tahoma" panose="020B0604030504040204" pitchFamily="34" charset="0"/>
                <a:ea typeface="+mn-ea"/>
                <a:cs typeface="+mn-cs"/>
                <a:hlinkClick r:id="rId4" action="ppaction://hlinksldjump"/>
              </a:rPr>
              <a:t>Click here</a:t>
            </a:r>
            <a:endParaRPr kumimoji="0" lang="en-US" altLang="en-US" sz="1800" b="0" i="0" u="none" strike="noStrike" kern="1200" cap="none" spc="0" normalizeH="0" baseline="0" noProof="0">
              <a:ln>
                <a:noFill/>
              </a:ln>
              <a:solidFill>
                <a:srgbClr val="FFFFFF"/>
              </a:solidFill>
              <a:effectLst/>
              <a:uLnTx/>
              <a:uFillTx/>
              <a:latin typeface="Tahoma" panose="020B0604030504040204" pitchFamily="34" charset="0"/>
              <a:ea typeface="+mn-ea"/>
              <a:cs typeface="+mn-c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a:extLst>
              <a:ext uri="{FF2B5EF4-FFF2-40B4-BE49-F238E27FC236}">
                <a16:creationId xmlns:a16="http://schemas.microsoft.com/office/drawing/2014/main" id="{369F9A9D-8601-F8A6-D68D-87A40490AC45}"/>
              </a:ext>
            </a:extLst>
          </p:cNvPr>
          <p:cNvSpPr>
            <a:spLocks noGrp="1" noChangeArrowheads="1"/>
          </p:cNvSpPr>
          <p:nvPr>
            <p:ph type="title"/>
          </p:nvPr>
        </p:nvSpPr>
        <p:spPr/>
        <p:txBody>
          <a:bodyPr/>
          <a:lstStyle/>
          <a:p>
            <a:pPr eaLnBrk="1" hangingPunct="1">
              <a:defRPr/>
            </a:pPr>
            <a:r>
              <a:rPr lang="en-US"/>
              <a:t>Ovulation</a:t>
            </a:r>
          </a:p>
        </p:txBody>
      </p:sp>
      <p:sp>
        <p:nvSpPr>
          <p:cNvPr id="132099" name="Rectangle 3">
            <a:extLst>
              <a:ext uri="{FF2B5EF4-FFF2-40B4-BE49-F238E27FC236}">
                <a16:creationId xmlns:a16="http://schemas.microsoft.com/office/drawing/2014/main" id="{847D700F-0DF6-4DBF-347C-4F9F661301D8}"/>
              </a:ext>
            </a:extLst>
          </p:cNvPr>
          <p:cNvSpPr>
            <a:spLocks noGrp="1" noChangeArrowheads="1"/>
          </p:cNvSpPr>
          <p:nvPr>
            <p:ph type="body" idx="1"/>
          </p:nvPr>
        </p:nvSpPr>
        <p:spPr/>
        <p:txBody>
          <a:bodyPr/>
          <a:lstStyle/>
          <a:p>
            <a:pPr eaLnBrk="1" hangingPunct="1">
              <a:defRPr/>
            </a:pPr>
            <a:r>
              <a:rPr lang="en-US" sz="2800"/>
              <a:t>When the egg is released from the ovary.</a:t>
            </a:r>
          </a:p>
          <a:p>
            <a:pPr eaLnBrk="1" hangingPunct="1">
              <a:defRPr/>
            </a:pPr>
            <a:r>
              <a:rPr lang="en-US" sz="2800"/>
              <a:t>At the age of puberty</a:t>
            </a:r>
          </a:p>
          <a:p>
            <a:pPr eaLnBrk="1" hangingPunct="1">
              <a:defRPr/>
            </a:pPr>
            <a:r>
              <a:rPr lang="en-US" sz="2800"/>
              <a:t>The ovum moves to the surface of the ovary in bursts out</a:t>
            </a:r>
          </a:p>
          <a:p>
            <a:pPr eaLnBrk="1" hangingPunct="1">
              <a:defRPr/>
            </a:pPr>
            <a:r>
              <a:rPr lang="en-US" sz="2800"/>
              <a:t>The ova falls into the fallopian tube and waits for fertilization </a:t>
            </a:r>
          </a:p>
          <a:p>
            <a:pPr eaLnBrk="1" hangingPunct="1">
              <a:defRPr/>
            </a:pPr>
            <a:r>
              <a:rPr lang="en-US" sz="2800"/>
              <a:t>This happens every 28 days </a:t>
            </a:r>
          </a:p>
          <a:p>
            <a:pPr eaLnBrk="1" hangingPunct="1">
              <a:defRPr/>
            </a:pPr>
            <a:r>
              <a:rPr lang="en-US" sz="2800"/>
              <a:t>It happens at about the 14</a:t>
            </a:r>
            <a:r>
              <a:rPr lang="en-US" sz="2800" baseline="30000"/>
              <a:t>th</a:t>
            </a:r>
            <a:r>
              <a:rPr lang="en-US" sz="2800"/>
              <a:t> day of the cycle</a:t>
            </a:r>
          </a:p>
        </p:txBody>
      </p:sp>
      <p:sp>
        <p:nvSpPr>
          <p:cNvPr id="33795" name="AutoShape 4">
            <a:hlinkClick r:id="rId3" action="ppaction://hlinksldjump"/>
            <a:extLst>
              <a:ext uri="{FF2B5EF4-FFF2-40B4-BE49-F238E27FC236}">
                <a16:creationId xmlns:a16="http://schemas.microsoft.com/office/drawing/2014/main" id="{EE374C3A-1170-0FF0-93E8-CF62C5AFE9BA}"/>
              </a:ext>
            </a:extLst>
          </p:cNvPr>
          <p:cNvSpPr>
            <a:spLocks noChangeArrowheads="1"/>
          </p:cNvSpPr>
          <p:nvPr/>
        </p:nvSpPr>
        <p:spPr bwMode="auto">
          <a:xfrm>
            <a:off x="8001000" y="6324600"/>
            <a:ext cx="1143000" cy="533400"/>
          </a:xfrm>
          <a:prstGeom prst="wave">
            <a:avLst>
              <a:gd name="adj1" fmla="val 13005"/>
              <a:gd name="adj2" fmla="val 0"/>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FFFFFF"/>
                </a:solidFill>
                <a:effectLst/>
                <a:uLnTx/>
                <a:uFillTx/>
                <a:latin typeface="Tahoma" panose="020B0604030504040204" pitchFamily="34" charset="0"/>
                <a:ea typeface="+mn-ea"/>
                <a:cs typeface="+mn-cs"/>
                <a:hlinkClick r:id="rId4" action="ppaction://hlinksldjump"/>
              </a:rPr>
              <a:t>Click here</a:t>
            </a:r>
            <a:endParaRPr kumimoji="0" lang="en-US" altLang="en-US" sz="1800" b="0" i="0" u="none" strike="noStrike" kern="1200" cap="none" spc="0" normalizeH="0" baseline="0" noProof="0">
              <a:ln>
                <a:noFill/>
              </a:ln>
              <a:solidFill>
                <a:srgbClr val="FFFFFF"/>
              </a:solidFill>
              <a:effectLst/>
              <a:uLnTx/>
              <a:uFillTx/>
              <a:latin typeface="Tahoma" panose="020B0604030504040204" pitchFamily="34" charset="0"/>
              <a:ea typeface="+mn-ea"/>
              <a:cs typeface="+mn-cs"/>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a:extLst>
              <a:ext uri="{FF2B5EF4-FFF2-40B4-BE49-F238E27FC236}">
                <a16:creationId xmlns:a16="http://schemas.microsoft.com/office/drawing/2014/main" id="{9BB4A034-185F-10ED-5B55-98630C3F1549}"/>
              </a:ext>
            </a:extLst>
          </p:cNvPr>
          <p:cNvSpPr>
            <a:spLocks noGrp="1" noChangeArrowheads="1"/>
          </p:cNvSpPr>
          <p:nvPr>
            <p:ph type="title"/>
          </p:nvPr>
        </p:nvSpPr>
        <p:spPr/>
        <p:txBody>
          <a:bodyPr/>
          <a:lstStyle/>
          <a:p>
            <a:pPr eaLnBrk="1" hangingPunct="1">
              <a:defRPr/>
            </a:pPr>
            <a:r>
              <a:rPr lang="en-US" sz="4000"/>
              <a:t>FALLOPIAN TUBES</a:t>
            </a:r>
            <a:br>
              <a:rPr lang="en-US" sz="4000"/>
            </a:br>
            <a:r>
              <a:rPr lang="en-US" sz="4000"/>
              <a:t>(oviducts)</a:t>
            </a:r>
          </a:p>
        </p:txBody>
      </p:sp>
      <p:sp>
        <p:nvSpPr>
          <p:cNvPr id="101379" name="Rectangle 3">
            <a:extLst>
              <a:ext uri="{FF2B5EF4-FFF2-40B4-BE49-F238E27FC236}">
                <a16:creationId xmlns:a16="http://schemas.microsoft.com/office/drawing/2014/main" id="{B14B7637-F428-C703-22C8-DB51E599EC87}"/>
              </a:ext>
            </a:extLst>
          </p:cNvPr>
          <p:cNvSpPr>
            <a:spLocks noGrp="1" noChangeArrowheads="1"/>
          </p:cNvSpPr>
          <p:nvPr>
            <p:ph type="body" idx="1"/>
          </p:nvPr>
        </p:nvSpPr>
        <p:spPr>
          <a:xfrm>
            <a:off x="0" y="1676400"/>
            <a:ext cx="9144000" cy="5181600"/>
          </a:xfrm>
        </p:spPr>
        <p:txBody>
          <a:bodyPr/>
          <a:lstStyle/>
          <a:p>
            <a:pPr eaLnBrk="1" hangingPunct="1">
              <a:defRPr/>
            </a:pPr>
            <a:r>
              <a:rPr lang="en-US" sz="2800"/>
              <a:t>Two tubes attached on either side of the uterus. </a:t>
            </a:r>
          </a:p>
          <a:p>
            <a:pPr eaLnBrk="1" hangingPunct="1">
              <a:buFont typeface="Wingdings" panose="05000000000000000000" pitchFamily="2" charset="2"/>
              <a:buNone/>
              <a:defRPr/>
            </a:pPr>
            <a:r>
              <a:rPr lang="en-US" sz="2800"/>
              <a:t> </a:t>
            </a:r>
          </a:p>
          <a:p>
            <a:pPr eaLnBrk="1" hangingPunct="1">
              <a:defRPr/>
            </a:pPr>
            <a:r>
              <a:rPr lang="en-US" sz="2800"/>
              <a:t>They are about four inches long and 3/16 inch in diameter (the size of a cooked spaghetti noodle).</a:t>
            </a:r>
          </a:p>
          <a:p>
            <a:pPr eaLnBrk="1" hangingPunct="1">
              <a:buFont typeface="Wingdings" panose="05000000000000000000" pitchFamily="2" charset="2"/>
              <a:buNone/>
              <a:defRPr/>
            </a:pPr>
            <a:r>
              <a:rPr lang="en-US" sz="2800"/>
              <a:t>  </a:t>
            </a:r>
          </a:p>
          <a:p>
            <a:pPr eaLnBrk="1" hangingPunct="1">
              <a:defRPr/>
            </a:pPr>
            <a:r>
              <a:rPr lang="en-US" sz="2800"/>
              <a:t>The oviducts carry egg cells toward the uterus and sperm cells toward the egg cell.</a:t>
            </a:r>
          </a:p>
          <a:p>
            <a:pPr eaLnBrk="1" hangingPunct="1">
              <a:buFont typeface="Wingdings" panose="05000000000000000000" pitchFamily="2" charset="2"/>
              <a:buNone/>
              <a:defRPr/>
            </a:pPr>
            <a:r>
              <a:rPr lang="en-US" sz="2800"/>
              <a:t> </a:t>
            </a:r>
          </a:p>
          <a:p>
            <a:pPr eaLnBrk="1" hangingPunct="1">
              <a:defRPr/>
            </a:pPr>
            <a:r>
              <a:rPr lang="en-US" sz="2800"/>
              <a:t>Fertilization takes place in the upper  third of the oviduct. </a:t>
            </a:r>
          </a:p>
        </p:txBody>
      </p:sp>
      <p:sp>
        <p:nvSpPr>
          <p:cNvPr id="35843" name="AutoShape 5">
            <a:hlinkClick r:id="rId3" action="ppaction://hlinksldjump"/>
            <a:extLst>
              <a:ext uri="{FF2B5EF4-FFF2-40B4-BE49-F238E27FC236}">
                <a16:creationId xmlns:a16="http://schemas.microsoft.com/office/drawing/2014/main" id="{E8436432-0DF9-862A-04AD-78EE47C58AB4}"/>
              </a:ext>
            </a:extLst>
          </p:cNvPr>
          <p:cNvSpPr>
            <a:spLocks noChangeArrowheads="1"/>
          </p:cNvSpPr>
          <p:nvPr/>
        </p:nvSpPr>
        <p:spPr bwMode="auto">
          <a:xfrm>
            <a:off x="8001000" y="6324600"/>
            <a:ext cx="1143000" cy="533400"/>
          </a:xfrm>
          <a:prstGeom prst="wave">
            <a:avLst>
              <a:gd name="adj1" fmla="val 13005"/>
              <a:gd name="adj2" fmla="val 0"/>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FFFFFF"/>
                </a:solidFill>
                <a:effectLst/>
                <a:uLnTx/>
                <a:uFillTx/>
                <a:latin typeface="Tahoma" panose="020B0604030504040204" pitchFamily="34" charset="0"/>
                <a:ea typeface="+mn-ea"/>
                <a:cs typeface="+mn-cs"/>
              </a:rPr>
              <a:t>Click here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911F2110-7303-9AE7-FEB2-94E7D5FA955C}"/>
              </a:ext>
            </a:extLst>
          </p:cNvPr>
          <p:cNvSpPr>
            <a:spLocks noGrp="1" noChangeArrowheads="1"/>
          </p:cNvSpPr>
          <p:nvPr>
            <p:ph type="title"/>
          </p:nvPr>
        </p:nvSpPr>
        <p:spPr>
          <a:xfrm>
            <a:off x="457200" y="-228600"/>
            <a:ext cx="8229600" cy="1371600"/>
          </a:xfrm>
        </p:spPr>
        <p:txBody>
          <a:bodyPr/>
          <a:lstStyle/>
          <a:p>
            <a:pPr eaLnBrk="1" hangingPunct="1">
              <a:defRPr/>
            </a:pPr>
            <a:r>
              <a:rPr lang="en-US"/>
              <a:t>Uterus</a:t>
            </a:r>
          </a:p>
        </p:txBody>
      </p:sp>
      <p:sp>
        <p:nvSpPr>
          <p:cNvPr id="102403" name="Rectangle 3">
            <a:extLst>
              <a:ext uri="{FF2B5EF4-FFF2-40B4-BE49-F238E27FC236}">
                <a16:creationId xmlns:a16="http://schemas.microsoft.com/office/drawing/2014/main" id="{E6DA1C36-66F6-5C57-0DF5-C3E8E7843AE7}"/>
              </a:ext>
            </a:extLst>
          </p:cNvPr>
          <p:cNvSpPr>
            <a:spLocks noGrp="1" noChangeArrowheads="1"/>
          </p:cNvSpPr>
          <p:nvPr>
            <p:ph type="body" idx="1"/>
          </p:nvPr>
        </p:nvSpPr>
        <p:spPr>
          <a:xfrm>
            <a:off x="0" y="990600"/>
            <a:ext cx="9144000" cy="5715000"/>
          </a:xfrm>
        </p:spPr>
        <p:txBody>
          <a:bodyPr/>
          <a:lstStyle/>
          <a:p>
            <a:pPr eaLnBrk="1" hangingPunct="1">
              <a:defRPr/>
            </a:pPr>
            <a:r>
              <a:rPr lang="en-US"/>
              <a:t>A hollow, muscular organ (</a:t>
            </a:r>
            <a:r>
              <a:rPr lang="en-US" sz="2000"/>
              <a:t>shaped somewhat like an upside-down pear, about the size of a fist).</a:t>
            </a:r>
            <a:r>
              <a:rPr lang="en-US"/>
              <a:t>  </a:t>
            </a:r>
          </a:p>
          <a:p>
            <a:pPr eaLnBrk="1" hangingPunct="1">
              <a:defRPr/>
            </a:pPr>
            <a:r>
              <a:rPr lang="en-US"/>
              <a:t>The uterus is lined with endometrium </a:t>
            </a:r>
            <a:r>
              <a:rPr lang="en-US" sz="1800"/>
              <a:t>(a blood lining.)  </a:t>
            </a:r>
          </a:p>
          <a:p>
            <a:pPr eaLnBrk="1" hangingPunct="1">
              <a:defRPr/>
            </a:pPr>
            <a:r>
              <a:rPr lang="en-US"/>
              <a:t>The uterus has one main function—to protect and nourish a fetus </a:t>
            </a:r>
          </a:p>
          <a:p>
            <a:pPr eaLnBrk="1" hangingPunct="1">
              <a:defRPr/>
            </a:pPr>
            <a:r>
              <a:rPr lang="en-US"/>
              <a:t>The walls of the uterus have the ability to stretch to the size of a small watermelon.   </a:t>
            </a:r>
          </a:p>
          <a:p>
            <a:pPr eaLnBrk="1" hangingPunct="1">
              <a:defRPr/>
            </a:pPr>
            <a:r>
              <a:rPr lang="en-US"/>
              <a:t>After childbirth the uterus shrinks back to the original shape in 6-8 weeks, but it can take up to nine months for the uterus to fully recover.  </a:t>
            </a:r>
          </a:p>
        </p:txBody>
      </p:sp>
      <p:sp>
        <p:nvSpPr>
          <p:cNvPr id="37891" name="AutoShape 4">
            <a:hlinkClick r:id="rId3" action="ppaction://hlinksldjump"/>
            <a:extLst>
              <a:ext uri="{FF2B5EF4-FFF2-40B4-BE49-F238E27FC236}">
                <a16:creationId xmlns:a16="http://schemas.microsoft.com/office/drawing/2014/main" id="{6FD21F35-F87E-67E6-E741-307F41ACE1DD}"/>
              </a:ext>
            </a:extLst>
          </p:cNvPr>
          <p:cNvSpPr>
            <a:spLocks noChangeArrowheads="1"/>
          </p:cNvSpPr>
          <p:nvPr/>
        </p:nvSpPr>
        <p:spPr bwMode="auto">
          <a:xfrm>
            <a:off x="8001000" y="6324600"/>
            <a:ext cx="1143000" cy="533400"/>
          </a:xfrm>
          <a:prstGeom prst="wave">
            <a:avLst>
              <a:gd name="adj1" fmla="val 13005"/>
              <a:gd name="adj2" fmla="val 0"/>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FFFFFF"/>
                </a:solidFill>
                <a:effectLst/>
                <a:uLnTx/>
                <a:uFillTx/>
                <a:latin typeface="Tahoma" panose="020B0604030504040204" pitchFamily="34" charset="0"/>
                <a:ea typeface="+mn-ea"/>
                <a:cs typeface="+mn-cs"/>
              </a:rPr>
              <a:t>Click here</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A910C68A-15C2-4A41-3002-8AE91A5F76C0}"/>
              </a:ext>
            </a:extLst>
          </p:cNvPr>
          <p:cNvSpPr>
            <a:spLocks noGrp="1" noChangeArrowheads="1"/>
          </p:cNvSpPr>
          <p:nvPr>
            <p:ph type="title"/>
          </p:nvPr>
        </p:nvSpPr>
        <p:spPr/>
        <p:txBody>
          <a:bodyPr/>
          <a:lstStyle/>
          <a:p>
            <a:pPr eaLnBrk="1" hangingPunct="1">
              <a:defRPr/>
            </a:pPr>
            <a:r>
              <a:rPr lang="en-US"/>
              <a:t>Cervix</a:t>
            </a:r>
          </a:p>
        </p:txBody>
      </p:sp>
      <p:sp>
        <p:nvSpPr>
          <p:cNvPr id="103427" name="Rectangle 3">
            <a:extLst>
              <a:ext uri="{FF2B5EF4-FFF2-40B4-BE49-F238E27FC236}">
                <a16:creationId xmlns:a16="http://schemas.microsoft.com/office/drawing/2014/main" id="{9D7FEB81-57B2-E551-6E76-049FE0B0FC82}"/>
              </a:ext>
            </a:extLst>
          </p:cNvPr>
          <p:cNvSpPr>
            <a:spLocks noGrp="1" noChangeArrowheads="1"/>
          </p:cNvSpPr>
          <p:nvPr>
            <p:ph type="body" idx="1"/>
          </p:nvPr>
        </p:nvSpPr>
        <p:spPr/>
        <p:txBody>
          <a:bodyPr/>
          <a:lstStyle/>
          <a:p>
            <a:pPr eaLnBrk="1" hangingPunct="1">
              <a:lnSpc>
                <a:spcPct val="90000"/>
              </a:lnSpc>
              <a:defRPr/>
            </a:pPr>
            <a:r>
              <a:rPr lang="en-US" sz="2800"/>
              <a:t>The neck or opening of the uterus.  </a:t>
            </a:r>
          </a:p>
          <a:p>
            <a:pPr eaLnBrk="1" hangingPunct="1">
              <a:lnSpc>
                <a:spcPct val="90000"/>
              </a:lnSpc>
              <a:defRPr/>
            </a:pPr>
            <a:r>
              <a:rPr lang="en-US" sz="2800"/>
              <a:t>A normal healthy cervix is the strongest muscle in the body.  </a:t>
            </a:r>
          </a:p>
          <a:p>
            <a:pPr eaLnBrk="1" hangingPunct="1">
              <a:lnSpc>
                <a:spcPct val="90000"/>
              </a:lnSpc>
              <a:defRPr/>
            </a:pPr>
            <a:r>
              <a:rPr lang="en-US" sz="2800"/>
              <a:t>It dips down about half an inch into the vagina.  </a:t>
            </a:r>
          </a:p>
          <a:p>
            <a:pPr eaLnBrk="1" hangingPunct="1">
              <a:lnSpc>
                <a:spcPct val="90000"/>
              </a:lnSpc>
              <a:defRPr/>
            </a:pPr>
            <a:r>
              <a:rPr lang="en-US" sz="2800"/>
              <a:t>It is normally plugged by mucus.  It stays tightly closed during pregnancy, but thins and opens for the delivery of the baby.</a:t>
            </a:r>
          </a:p>
          <a:p>
            <a:pPr eaLnBrk="1" hangingPunct="1">
              <a:lnSpc>
                <a:spcPct val="90000"/>
              </a:lnSpc>
              <a:defRPr/>
            </a:pPr>
            <a:r>
              <a:rPr lang="en-US" sz="2800"/>
              <a:t>How big does it need to dilate to for birth? </a:t>
            </a:r>
            <a:br>
              <a:rPr lang="en-US" sz="2800"/>
            </a:br>
            <a:endParaRPr lang="en-US" sz="2800"/>
          </a:p>
        </p:txBody>
      </p:sp>
      <p:sp>
        <p:nvSpPr>
          <p:cNvPr id="39939" name="AutoShape 4">
            <a:hlinkClick r:id="rId3" action="ppaction://hlinksldjump"/>
            <a:extLst>
              <a:ext uri="{FF2B5EF4-FFF2-40B4-BE49-F238E27FC236}">
                <a16:creationId xmlns:a16="http://schemas.microsoft.com/office/drawing/2014/main" id="{ECDB6711-A088-BD1D-8287-F9705CF3E243}"/>
              </a:ext>
            </a:extLst>
          </p:cNvPr>
          <p:cNvSpPr>
            <a:spLocks noChangeArrowheads="1"/>
          </p:cNvSpPr>
          <p:nvPr/>
        </p:nvSpPr>
        <p:spPr bwMode="auto">
          <a:xfrm>
            <a:off x="8001000" y="6324600"/>
            <a:ext cx="1143000" cy="533400"/>
          </a:xfrm>
          <a:prstGeom prst="wave">
            <a:avLst>
              <a:gd name="adj1" fmla="val 13005"/>
              <a:gd name="adj2" fmla="val 0"/>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FFFFFF"/>
                </a:solidFill>
                <a:effectLst/>
                <a:uLnTx/>
                <a:uFillTx/>
                <a:latin typeface="Tahoma" panose="020B0604030504040204" pitchFamily="34" charset="0"/>
                <a:ea typeface="+mn-ea"/>
                <a:cs typeface="+mn-cs"/>
              </a:rPr>
              <a:t>Click here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a:extLst>
              <a:ext uri="{FF2B5EF4-FFF2-40B4-BE49-F238E27FC236}">
                <a16:creationId xmlns:a16="http://schemas.microsoft.com/office/drawing/2014/main" id="{2E816EF3-E0B7-FF9B-AD43-CC3664E2AF12}"/>
              </a:ext>
            </a:extLst>
          </p:cNvPr>
          <p:cNvSpPr>
            <a:spLocks noGrp="1" noChangeArrowheads="1"/>
          </p:cNvSpPr>
          <p:nvPr>
            <p:ph type="title"/>
          </p:nvPr>
        </p:nvSpPr>
        <p:spPr/>
        <p:txBody>
          <a:bodyPr/>
          <a:lstStyle/>
          <a:p>
            <a:pPr eaLnBrk="1" hangingPunct="1">
              <a:defRPr/>
            </a:pPr>
            <a:r>
              <a:rPr lang="en-US"/>
              <a:t>Vagina</a:t>
            </a:r>
          </a:p>
        </p:txBody>
      </p:sp>
      <p:sp>
        <p:nvSpPr>
          <p:cNvPr id="104451" name="Rectangle 3">
            <a:extLst>
              <a:ext uri="{FF2B5EF4-FFF2-40B4-BE49-F238E27FC236}">
                <a16:creationId xmlns:a16="http://schemas.microsoft.com/office/drawing/2014/main" id="{B53188D2-E694-398A-FDED-7FB0949511A2}"/>
              </a:ext>
            </a:extLst>
          </p:cNvPr>
          <p:cNvSpPr>
            <a:spLocks noGrp="1" noChangeArrowheads="1"/>
          </p:cNvSpPr>
          <p:nvPr>
            <p:ph type="body" idx="1"/>
          </p:nvPr>
        </p:nvSpPr>
        <p:spPr>
          <a:xfrm>
            <a:off x="457200" y="1447800"/>
            <a:ext cx="8229600" cy="4953000"/>
          </a:xfrm>
        </p:spPr>
        <p:txBody>
          <a:bodyPr/>
          <a:lstStyle/>
          <a:p>
            <a:pPr eaLnBrk="1" hangingPunct="1">
              <a:lnSpc>
                <a:spcPct val="90000"/>
              </a:lnSpc>
              <a:defRPr/>
            </a:pPr>
            <a:r>
              <a:rPr lang="en-US"/>
              <a:t>Female organ used for intercourse, it is an empty passageway leading from the vaginal opening to the uterus.  </a:t>
            </a:r>
          </a:p>
          <a:p>
            <a:pPr eaLnBrk="1" hangingPunct="1">
              <a:lnSpc>
                <a:spcPct val="90000"/>
              </a:lnSpc>
              <a:defRPr/>
            </a:pPr>
            <a:r>
              <a:rPr lang="en-US"/>
              <a:t>It is only 3-4 inches long, but will lengthen during arousal.  </a:t>
            </a:r>
          </a:p>
          <a:p>
            <a:pPr eaLnBrk="1" hangingPunct="1">
              <a:lnSpc>
                <a:spcPct val="90000"/>
              </a:lnSpc>
              <a:defRPr/>
            </a:pPr>
            <a:r>
              <a:rPr lang="en-US"/>
              <a:t>The vaginal walls are made of many small folds of membrane that stretch greatly to accommodate a baby during birth.  </a:t>
            </a:r>
          </a:p>
          <a:p>
            <a:pPr eaLnBrk="1" hangingPunct="1">
              <a:lnSpc>
                <a:spcPct val="90000"/>
              </a:lnSpc>
              <a:defRPr/>
            </a:pPr>
            <a:r>
              <a:rPr lang="en-US"/>
              <a:t>The vaginal wall also secrete a fluid that helps to make intercourse easier.  </a:t>
            </a:r>
          </a:p>
        </p:txBody>
      </p:sp>
      <p:sp>
        <p:nvSpPr>
          <p:cNvPr id="41987" name="AutoShape 4">
            <a:hlinkClick r:id="rId3" action="ppaction://hlinksldjump"/>
            <a:extLst>
              <a:ext uri="{FF2B5EF4-FFF2-40B4-BE49-F238E27FC236}">
                <a16:creationId xmlns:a16="http://schemas.microsoft.com/office/drawing/2014/main" id="{98DDB7AC-31D0-C4E3-A3D7-351E7A2C6D49}"/>
              </a:ext>
            </a:extLst>
          </p:cNvPr>
          <p:cNvSpPr>
            <a:spLocks noChangeArrowheads="1"/>
          </p:cNvSpPr>
          <p:nvPr/>
        </p:nvSpPr>
        <p:spPr bwMode="auto">
          <a:xfrm>
            <a:off x="7772400" y="6172200"/>
            <a:ext cx="1143000" cy="533400"/>
          </a:xfrm>
          <a:prstGeom prst="wave">
            <a:avLst>
              <a:gd name="adj1" fmla="val 13005"/>
              <a:gd name="adj2" fmla="val 0"/>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FFFFFF"/>
                </a:solidFill>
                <a:effectLst/>
                <a:uLnTx/>
                <a:uFillTx/>
                <a:latin typeface="Tahoma" panose="020B0604030504040204" pitchFamily="34" charset="0"/>
                <a:ea typeface="+mn-ea"/>
                <a:cs typeface="+mn-cs"/>
              </a:rPr>
              <a:t>Click here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a:extLst>
              <a:ext uri="{FF2B5EF4-FFF2-40B4-BE49-F238E27FC236}">
                <a16:creationId xmlns:a16="http://schemas.microsoft.com/office/drawing/2014/main" id="{AE66AD21-F304-3B91-BCBC-82DA8728F2FF}"/>
              </a:ext>
            </a:extLst>
          </p:cNvPr>
          <p:cNvSpPr>
            <a:spLocks noGrp="1" noChangeArrowheads="1"/>
          </p:cNvSpPr>
          <p:nvPr>
            <p:ph type="title"/>
          </p:nvPr>
        </p:nvSpPr>
        <p:spPr/>
        <p:txBody>
          <a:bodyPr/>
          <a:lstStyle/>
          <a:p>
            <a:pPr eaLnBrk="1" hangingPunct="1">
              <a:defRPr/>
            </a:pPr>
            <a:r>
              <a:rPr lang="en-US"/>
              <a:t>Urethra </a:t>
            </a:r>
          </a:p>
        </p:txBody>
      </p:sp>
      <p:sp>
        <p:nvSpPr>
          <p:cNvPr id="148483" name="Rectangle 3">
            <a:extLst>
              <a:ext uri="{FF2B5EF4-FFF2-40B4-BE49-F238E27FC236}">
                <a16:creationId xmlns:a16="http://schemas.microsoft.com/office/drawing/2014/main" id="{82BBCB2C-EFD2-91B4-88EA-9277B6310E81}"/>
              </a:ext>
            </a:extLst>
          </p:cNvPr>
          <p:cNvSpPr>
            <a:spLocks noGrp="1" noChangeArrowheads="1"/>
          </p:cNvSpPr>
          <p:nvPr>
            <p:ph type="body" idx="1"/>
          </p:nvPr>
        </p:nvSpPr>
        <p:spPr/>
        <p:txBody>
          <a:bodyPr/>
          <a:lstStyle/>
          <a:p>
            <a:pPr eaLnBrk="1" hangingPunct="1">
              <a:defRPr/>
            </a:pPr>
            <a:r>
              <a:rPr lang="en-US"/>
              <a:t>The opening to the bladder</a:t>
            </a:r>
          </a:p>
        </p:txBody>
      </p:sp>
      <p:sp>
        <p:nvSpPr>
          <p:cNvPr id="44035" name="AutoShape 4">
            <a:hlinkClick r:id="rId3" action="ppaction://hlinksldjump"/>
            <a:extLst>
              <a:ext uri="{FF2B5EF4-FFF2-40B4-BE49-F238E27FC236}">
                <a16:creationId xmlns:a16="http://schemas.microsoft.com/office/drawing/2014/main" id="{C9A86672-BFAB-F116-7426-C47CE4208401}"/>
              </a:ext>
            </a:extLst>
          </p:cNvPr>
          <p:cNvSpPr>
            <a:spLocks noChangeArrowheads="1"/>
          </p:cNvSpPr>
          <p:nvPr/>
        </p:nvSpPr>
        <p:spPr bwMode="auto">
          <a:xfrm>
            <a:off x="8001000" y="6324600"/>
            <a:ext cx="1143000" cy="533400"/>
          </a:xfrm>
          <a:prstGeom prst="wave">
            <a:avLst>
              <a:gd name="adj1" fmla="val 13005"/>
              <a:gd name="adj2" fmla="val 0"/>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FFFFFF"/>
                </a:solidFill>
                <a:effectLst/>
                <a:uLnTx/>
                <a:uFillTx/>
                <a:latin typeface="Tahoma" panose="020B0604030504040204" pitchFamily="34" charset="0"/>
                <a:ea typeface="+mn-ea"/>
                <a:cs typeface="+mn-cs"/>
                <a:hlinkClick r:id="rId4" action="ppaction://hlinksldjump"/>
              </a:rPr>
              <a:t>Click here</a:t>
            </a:r>
            <a:endParaRPr kumimoji="0" lang="en-US" altLang="en-US" sz="1800" b="0" i="0" u="none" strike="noStrike" kern="1200" cap="none" spc="0" normalizeH="0" baseline="0" noProof="0">
              <a:ln>
                <a:noFill/>
              </a:ln>
              <a:solidFill>
                <a:srgbClr val="FFFFFF"/>
              </a:solidFill>
              <a:effectLst/>
              <a:uLnTx/>
              <a:uFillTx/>
              <a:latin typeface="Tahoma" panose="020B0604030504040204" pitchFamily="34" charset="0"/>
              <a:ea typeface="+mn-ea"/>
              <a:cs typeface="+mn-cs"/>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a:extLst>
              <a:ext uri="{FF2B5EF4-FFF2-40B4-BE49-F238E27FC236}">
                <a16:creationId xmlns:a16="http://schemas.microsoft.com/office/drawing/2014/main" id="{0D6EB734-1CC6-C443-0701-D8407D5BF23B}"/>
              </a:ext>
            </a:extLst>
          </p:cNvPr>
          <p:cNvSpPr>
            <a:spLocks noGrp="1" noChangeArrowheads="1"/>
          </p:cNvSpPr>
          <p:nvPr>
            <p:ph type="title"/>
          </p:nvPr>
        </p:nvSpPr>
        <p:spPr/>
        <p:txBody>
          <a:bodyPr/>
          <a:lstStyle/>
          <a:p>
            <a:pPr eaLnBrk="1" hangingPunct="1">
              <a:defRPr/>
            </a:pPr>
            <a:r>
              <a:rPr lang="en-US"/>
              <a:t>Clitoris</a:t>
            </a:r>
          </a:p>
        </p:txBody>
      </p:sp>
      <p:sp>
        <p:nvSpPr>
          <p:cNvPr id="147459" name="Rectangle 3">
            <a:extLst>
              <a:ext uri="{FF2B5EF4-FFF2-40B4-BE49-F238E27FC236}">
                <a16:creationId xmlns:a16="http://schemas.microsoft.com/office/drawing/2014/main" id="{8B4B953E-E13F-C7DD-E075-B1F75A58F04E}"/>
              </a:ext>
            </a:extLst>
          </p:cNvPr>
          <p:cNvSpPr>
            <a:spLocks noGrp="1" noChangeArrowheads="1"/>
          </p:cNvSpPr>
          <p:nvPr>
            <p:ph type="body" idx="1"/>
          </p:nvPr>
        </p:nvSpPr>
        <p:spPr>
          <a:xfrm>
            <a:off x="0" y="1981200"/>
            <a:ext cx="9144000" cy="4876800"/>
          </a:xfrm>
        </p:spPr>
        <p:txBody>
          <a:bodyPr/>
          <a:lstStyle/>
          <a:p>
            <a:pPr eaLnBrk="1" hangingPunct="1">
              <a:defRPr/>
            </a:pPr>
            <a:r>
              <a:rPr lang="en-US" sz="3600"/>
              <a:t>A small, pea shaped bump at the front of the labia.  </a:t>
            </a:r>
          </a:p>
          <a:p>
            <a:pPr eaLnBrk="1" hangingPunct="1">
              <a:defRPr/>
            </a:pPr>
            <a:r>
              <a:rPr lang="en-US" sz="3600"/>
              <a:t>It contains a small amount of erectile tissue. </a:t>
            </a:r>
          </a:p>
          <a:p>
            <a:pPr eaLnBrk="1" hangingPunct="1">
              <a:defRPr/>
            </a:pPr>
            <a:r>
              <a:rPr lang="en-US" sz="3600"/>
              <a:t>The clitoris increases sexual pleasure </a:t>
            </a:r>
          </a:p>
        </p:txBody>
      </p:sp>
      <p:sp>
        <p:nvSpPr>
          <p:cNvPr id="46083" name="AutoShape 4">
            <a:hlinkClick r:id="rId3" action="ppaction://hlinksldjump"/>
            <a:extLst>
              <a:ext uri="{FF2B5EF4-FFF2-40B4-BE49-F238E27FC236}">
                <a16:creationId xmlns:a16="http://schemas.microsoft.com/office/drawing/2014/main" id="{2F9D8A8E-FC83-25D6-D474-F7E80DFCFEBB}"/>
              </a:ext>
            </a:extLst>
          </p:cNvPr>
          <p:cNvSpPr>
            <a:spLocks noChangeArrowheads="1"/>
          </p:cNvSpPr>
          <p:nvPr/>
        </p:nvSpPr>
        <p:spPr bwMode="auto">
          <a:xfrm>
            <a:off x="8001000" y="6324600"/>
            <a:ext cx="1143000" cy="533400"/>
          </a:xfrm>
          <a:prstGeom prst="wave">
            <a:avLst>
              <a:gd name="adj1" fmla="val 13005"/>
              <a:gd name="adj2" fmla="val 0"/>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FFFFFF"/>
                </a:solidFill>
                <a:effectLst/>
                <a:uLnTx/>
                <a:uFillTx/>
                <a:latin typeface="Tahoma" panose="020B0604030504040204" pitchFamily="34" charset="0"/>
                <a:ea typeface="+mn-ea"/>
                <a:cs typeface="+mn-cs"/>
                <a:hlinkClick r:id="rId4" action="ppaction://hlinksldjump"/>
              </a:rPr>
              <a:t>Click here</a:t>
            </a:r>
            <a:endParaRPr kumimoji="0" lang="en-US" altLang="en-US" sz="1800" b="0" i="0" u="none" strike="noStrike" kern="1200" cap="none" spc="0" normalizeH="0" baseline="0" noProof="0">
              <a:ln>
                <a:noFill/>
              </a:ln>
              <a:solidFill>
                <a:srgbClr val="FFFFFF"/>
              </a:solidFill>
              <a:effectLst/>
              <a:uLnTx/>
              <a:uFillTx/>
              <a:latin typeface="Tahoma" panose="020B0604030504040204" pitchFamily="34" charset="0"/>
              <a:ea typeface="+mn-ea"/>
              <a:cs typeface="+mn-cs"/>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09CB52E2-B2A5-B763-43E2-90EB9DF2335F}"/>
              </a:ext>
            </a:extLst>
          </p:cNvPr>
          <p:cNvSpPr>
            <a:spLocks noGrp="1" noChangeArrowheads="1"/>
          </p:cNvSpPr>
          <p:nvPr>
            <p:ph type="title"/>
          </p:nvPr>
        </p:nvSpPr>
        <p:spPr>
          <a:xfrm>
            <a:off x="381000" y="0"/>
            <a:ext cx="8229600" cy="1371600"/>
          </a:xfrm>
        </p:spPr>
        <p:txBody>
          <a:bodyPr/>
          <a:lstStyle/>
          <a:p>
            <a:pPr eaLnBrk="1" hangingPunct="1">
              <a:defRPr/>
            </a:pPr>
            <a:r>
              <a:rPr lang="en-US"/>
              <a:t>Woman’s Cycle</a:t>
            </a:r>
          </a:p>
        </p:txBody>
      </p:sp>
      <p:sp>
        <p:nvSpPr>
          <p:cNvPr id="8195" name="Rectangle 3">
            <a:extLst>
              <a:ext uri="{FF2B5EF4-FFF2-40B4-BE49-F238E27FC236}">
                <a16:creationId xmlns:a16="http://schemas.microsoft.com/office/drawing/2014/main" id="{E2E223A2-D152-E18A-9379-769DE4E0EF96}"/>
              </a:ext>
            </a:extLst>
          </p:cNvPr>
          <p:cNvSpPr>
            <a:spLocks noGrp="1" noChangeArrowheads="1"/>
          </p:cNvSpPr>
          <p:nvPr>
            <p:ph type="body" idx="1"/>
          </p:nvPr>
        </p:nvSpPr>
        <p:spPr>
          <a:xfrm>
            <a:off x="0" y="1447800"/>
            <a:ext cx="9144000" cy="5410200"/>
          </a:xfrm>
        </p:spPr>
        <p:txBody>
          <a:bodyPr/>
          <a:lstStyle/>
          <a:p>
            <a:pPr eaLnBrk="1" hangingPunct="1">
              <a:lnSpc>
                <a:spcPct val="90000"/>
              </a:lnSpc>
              <a:defRPr/>
            </a:pPr>
            <a:r>
              <a:rPr lang="en-US"/>
              <a:t>Day 1 – Menstruation begins (bleeding)</a:t>
            </a:r>
          </a:p>
          <a:p>
            <a:pPr eaLnBrk="1" hangingPunct="1">
              <a:lnSpc>
                <a:spcPct val="90000"/>
              </a:lnSpc>
              <a:defRPr/>
            </a:pPr>
            <a:r>
              <a:rPr lang="en-US"/>
              <a:t>Day 5 – Menstruation is usually ended </a:t>
            </a:r>
          </a:p>
          <a:p>
            <a:pPr eaLnBrk="1" hangingPunct="1">
              <a:lnSpc>
                <a:spcPct val="90000"/>
              </a:lnSpc>
              <a:defRPr/>
            </a:pPr>
            <a:r>
              <a:rPr lang="en-US"/>
              <a:t>Day 14 – Ovum has matured and bursts out of </a:t>
            </a:r>
          </a:p>
          <a:p>
            <a:pPr eaLnBrk="1" hangingPunct="1">
              <a:lnSpc>
                <a:spcPct val="90000"/>
              </a:lnSpc>
              <a:buFont typeface="Wingdings" panose="05000000000000000000" pitchFamily="2" charset="2"/>
              <a:buNone/>
              <a:defRPr/>
            </a:pPr>
            <a:r>
              <a:rPr lang="en-US"/>
              <a:t>                 the ovary </a:t>
            </a:r>
          </a:p>
          <a:p>
            <a:pPr eaLnBrk="1" hangingPunct="1">
              <a:lnSpc>
                <a:spcPct val="90000"/>
              </a:lnSpc>
              <a:defRPr/>
            </a:pPr>
            <a:r>
              <a:rPr lang="en-US"/>
              <a:t>Day 15 – After 24 hours the egg is done </a:t>
            </a:r>
          </a:p>
          <a:p>
            <a:pPr eaLnBrk="1" hangingPunct="1">
              <a:lnSpc>
                <a:spcPct val="90000"/>
              </a:lnSpc>
              <a:defRPr/>
            </a:pPr>
            <a:r>
              <a:rPr lang="en-US"/>
              <a:t>Day 26 – In the absence of fertilization,  </a:t>
            </a:r>
          </a:p>
          <a:p>
            <a:pPr eaLnBrk="1" hangingPunct="1">
              <a:lnSpc>
                <a:spcPct val="90000"/>
              </a:lnSpc>
              <a:buFont typeface="Wingdings" panose="05000000000000000000" pitchFamily="2" charset="2"/>
              <a:buNone/>
              <a:defRPr/>
            </a:pPr>
            <a:r>
              <a:rPr lang="en-US"/>
              <a:t>                estrogen/progesterone levels drop                           </a:t>
            </a:r>
          </a:p>
          <a:p>
            <a:pPr eaLnBrk="1" hangingPunct="1">
              <a:lnSpc>
                <a:spcPct val="90000"/>
              </a:lnSpc>
              <a:buFont typeface="Wingdings" panose="05000000000000000000" pitchFamily="2" charset="2"/>
              <a:buNone/>
              <a:defRPr/>
            </a:pPr>
            <a:r>
              <a:rPr lang="en-US"/>
              <a:t>                and the endometrium lining breads     </a:t>
            </a:r>
          </a:p>
          <a:p>
            <a:pPr eaLnBrk="1" hangingPunct="1">
              <a:lnSpc>
                <a:spcPct val="90000"/>
              </a:lnSpc>
              <a:buFont typeface="Wingdings" panose="05000000000000000000" pitchFamily="2" charset="2"/>
              <a:buNone/>
              <a:defRPr/>
            </a:pPr>
            <a:r>
              <a:rPr lang="en-US"/>
              <a:t>                down </a:t>
            </a:r>
          </a:p>
          <a:p>
            <a:pPr eaLnBrk="1" hangingPunct="1">
              <a:lnSpc>
                <a:spcPct val="90000"/>
              </a:lnSpc>
              <a:defRPr/>
            </a:pPr>
            <a:r>
              <a:rPr lang="en-US"/>
              <a:t>Day 28 – Menstruation begins again.    </a:t>
            </a:r>
          </a:p>
        </p:txBody>
      </p:sp>
      <p:sp>
        <p:nvSpPr>
          <p:cNvPr id="48131" name="AutoShape 4">
            <a:extLst>
              <a:ext uri="{FF2B5EF4-FFF2-40B4-BE49-F238E27FC236}">
                <a16:creationId xmlns:a16="http://schemas.microsoft.com/office/drawing/2014/main" id="{3CEF7C8E-9698-2091-1F8B-3AF1F00DEF18}"/>
              </a:ext>
            </a:extLst>
          </p:cNvPr>
          <p:cNvSpPr>
            <a:spLocks noChangeArrowheads="1"/>
          </p:cNvSpPr>
          <p:nvPr/>
        </p:nvSpPr>
        <p:spPr bwMode="auto">
          <a:xfrm>
            <a:off x="8001000" y="6324600"/>
            <a:ext cx="1143000" cy="533400"/>
          </a:xfrm>
          <a:prstGeom prst="wave">
            <a:avLst>
              <a:gd name="adj1" fmla="val 13005"/>
              <a:gd name="adj2" fmla="val 0"/>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FFFFFF"/>
                </a:solidFill>
                <a:effectLst/>
                <a:uLnTx/>
                <a:uFillTx/>
                <a:latin typeface="Tahoma" panose="020B0604030504040204" pitchFamily="34" charset="0"/>
                <a:ea typeface="+mn-ea"/>
                <a:cs typeface="+mn-cs"/>
                <a:hlinkClick r:id="rId3" action="ppaction://hlinksldjump"/>
              </a:rPr>
              <a:t>Click here</a:t>
            </a:r>
            <a:endParaRPr kumimoji="0" lang="en-US" altLang="en-US" sz="1800" b="0" i="0" u="none" strike="noStrike" kern="1200" cap="none" spc="0" normalizeH="0" baseline="0" noProof="0">
              <a:ln>
                <a:noFill/>
              </a:ln>
              <a:solidFill>
                <a:srgbClr val="FFFFFF"/>
              </a:solidFill>
              <a:effectLst/>
              <a:uLnTx/>
              <a:uFillTx/>
              <a:latin typeface="Tahoma" panose="020B0604030504040204" pitchFamily="34" charset="0"/>
              <a:ea typeface="+mn-ea"/>
              <a:cs typeface="+mn-cs"/>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a:extLst>
              <a:ext uri="{FF2B5EF4-FFF2-40B4-BE49-F238E27FC236}">
                <a16:creationId xmlns:a16="http://schemas.microsoft.com/office/drawing/2014/main" id="{9B273313-929A-282F-D17E-EF345ACF036E}"/>
              </a:ext>
            </a:extLst>
          </p:cNvPr>
          <p:cNvSpPr>
            <a:spLocks noGrp="1" noChangeArrowheads="1"/>
          </p:cNvSpPr>
          <p:nvPr>
            <p:ph type="title"/>
          </p:nvPr>
        </p:nvSpPr>
        <p:spPr/>
        <p:txBody>
          <a:bodyPr/>
          <a:lstStyle/>
          <a:p>
            <a:pPr eaLnBrk="1" hangingPunct="1">
              <a:defRPr/>
            </a:pPr>
            <a:r>
              <a:rPr lang="en-US"/>
              <a:t>TIME LINE:</a:t>
            </a:r>
            <a:br>
              <a:rPr lang="en-US"/>
            </a:br>
            <a:endParaRPr lang="en-US"/>
          </a:p>
        </p:txBody>
      </p:sp>
      <p:sp>
        <p:nvSpPr>
          <p:cNvPr id="130051" name="Rectangle 3">
            <a:extLst>
              <a:ext uri="{FF2B5EF4-FFF2-40B4-BE49-F238E27FC236}">
                <a16:creationId xmlns:a16="http://schemas.microsoft.com/office/drawing/2014/main" id="{1A843750-D865-29C7-70C3-2F2243EB83E7}"/>
              </a:ext>
            </a:extLst>
          </p:cNvPr>
          <p:cNvSpPr>
            <a:spLocks noGrp="1" noChangeArrowheads="1"/>
          </p:cNvSpPr>
          <p:nvPr>
            <p:ph type="body" idx="1"/>
          </p:nvPr>
        </p:nvSpPr>
        <p:spPr>
          <a:xfrm>
            <a:off x="0" y="1066800"/>
            <a:ext cx="9144000" cy="5791200"/>
          </a:xfrm>
        </p:spPr>
        <p:txBody>
          <a:bodyPr/>
          <a:lstStyle/>
          <a:p>
            <a:pPr eaLnBrk="1" hangingPunct="1">
              <a:defRPr/>
            </a:pPr>
            <a:r>
              <a:rPr lang="en-US"/>
              <a:t>Ages 9-12 </a:t>
            </a:r>
          </a:p>
          <a:p>
            <a:pPr lvl="1" eaLnBrk="1" hangingPunct="1">
              <a:defRPr/>
            </a:pPr>
            <a:r>
              <a:rPr lang="en-US"/>
              <a:t>Secondary sex characteristics appear</a:t>
            </a:r>
          </a:p>
          <a:p>
            <a:pPr eaLnBrk="1" hangingPunct="1">
              <a:defRPr/>
            </a:pPr>
            <a:r>
              <a:rPr lang="en-US"/>
              <a:t>Ages 11-14	</a:t>
            </a:r>
          </a:p>
          <a:p>
            <a:pPr lvl="1" eaLnBrk="1" hangingPunct="1">
              <a:defRPr/>
            </a:pPr>
            <a:r>
              <a:rPr lang="en-US"/>
              <a:t>Menstrual cycle begins</a:t>
            </a:r>
          </a:p>
          <a:p>
            <a:pPr eaLnBrk="1" hangingPunct="1">
              <a:defRPr/>
            </a:pPr>
            <a:r>
              <a:rPr lang="en-US"/>
              <a:t>Late 20-30's	</a:t>
            </a:r>
          </a:p>
          <a:p>
            <a:pPr lvl="1" eaLnBrk="1" hangingPunct="1">
              <a:defRPr/>
            </a:pPr>
            <a:r>
              <a:rPr lang="en-US"/>
              <a:t>Peak sexual urges</a:t>
            </a:r>
          </a:p>
          <a:p>
            <a:pPr eaLnBrk="1" hangingPunct="1">
              <a:defRPr/>
            </a:pPr>
            <a:r>
              <a:rPr lang="en-US"/>
              <a:t>Ages 45-55	</a:t>
            </a:r>
          </a:p>
          <a:p>
            <a:pPr lvl="1" eaLnBrk="1" hangingPunct="1">
              <a:defRPr/>
            </a:pPr>
            <a:r>
              <a:rPr lang="en-US"/>
              <a:t>Menopause (cycle stops, but sex urge continues)</a:t>
            </a:r>
          </a:p>
        </p:txBody>
      </p:sp>
      <p:sp>
        <p:nvSpPr>
          <p:cNvPr id="50179" name="AutoShape 4">
            <a:hlinkClick r:id="rId3" action="ppaction://hlinksldjump"/>
            <a:extLst>
              <a:ext uri="{FF2B5EF4-FFF2-40B4-BE49-F238E27FC236}">
                <a16:creationId xmlns:a16="http://schemas.microsoft.com/office/drawing/2014/main" id="{378A1DCF-A031-47B7-621C-F3352A6869AA}"/>
              </a:ext>
            </a:extLst>
          </p:cNvPr>
          <p:cNvSpPr>
            <a:spLocks noChangeArrowheads="1"/>
          </p:cNvSpPr>
          <p:nvPr/>
        </p:nvSpPr>
        <p:spPr bwMode="auto">
          <a:xfrm>
            <a:off x="8001000" y="6324600"/>
            <a:ext cx="1143000" cy="533400"/>
          </a:xfrm>
          <a:prstGeom prst="wave">
            <a:avLst>
              <a:gd name="adj1" fmla="val 13005"/>
              <a:gd name="adj2" fmla="val 0"/>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FFFFFF"/>
                </a:solidFill>
                <a:effectLst/>
                <a:uLnTx/>
                <a:uFillTx/>
                <a:latin typeface="Tahoma" panose="020B0604030504040204" pitchFamily="34" charset="0"/>
                <a:ea typeface="+mn-ea"/>
                <a:cs typeface="+mn-cs"/>
                <a:hlinkClick r:id="rId4" action="ppaction://hlinksldjump"/>
              </a:rPr>
              <a:t>Click here</a:t>
            </a:r>
            <a:endParaRPr kumimoji="0" lang="en-US" altLang="en-US" sz="1800" b="0" i="0" u="none" strike="noStrike" kern="1200" cap="none" spc="0" normalizeH="0" baseline="0" noProof="0">
              <a:ln>
                <a:noFill/>
              </a:ln>
              <a:solidFill>
                <a:srgbClr val="FFFFFF"/>
              </a:solidFill>
              <a:effectLst/>
              <a:uLnTx/>
              <a:uFillTx/>
              <a:latin typeface="Tahoma" panose="020B0604030504040204" pitchFamily="34" charset="0"/>
              <a:ea typeface="+mn-ea"/>
              <a:cs typeface="+mn-cs"/>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a:t>Internal Female Reproductive Organs</a:t>
            </a:r>
          </a:p>
        </p:txBody>
      </p:sp>
      <p:pic>
        <p:nvPicPr>
          <p:cNvPr id="2560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676400"/>
            <a:ext cx="5686425" cy="46243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590800"/>
            <a:ext cx="7924800" cy="1143000"/>
          </a:xfrm>
        </p:spPr>
        <p:txBody>
          <a:bodyPr>
            <a:normAutofit fontScale="90000"/>
          </a:bodyPr>
          <a:lstStyle/>
          <a:p>
            <a:pPr algn="ctr" eaLnBrk="1" fontAlgn="auto" hangingPunct="1">
              <a:spcAft>
                <a:spcPts val="0"/>
              </a:spcAft>
              <a:defRPr/>
            </a:pPr>
            <a:r>
              <a:rPr lang="en-US" sz="6600" dirty="0"/>
              <a:t>Female Reproductive Systems Disorders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8" name="Rectangle 12"/>
          <p:cNvSpPr>
            <a:spLocks noGrp="1" noChangeArrowheads="1"/>
          </p:cNvSpPr>
          <p:nvPr>
            <p:ph idx="1"/>
          </p:nvPr>
        </p:nvSpPr>
        <p:spPr>
          <a:xfrm>
            <a:off x="342900" y="1447800"/>
            <a:ext cx="8229600" cy="4495800"/>
          </a:xfrm>
        </p:spPr>
        <p:txBody>
          <a:bodyPr>
            <a:noAutofit/>
          </a:bodyPr>
          <a:lstStyle/>
          <a:p>
            <a:pPr eaLnBrk="1" fontAlgn="auto" hangingPunct="1">
              <a:defRPr/>
            </a:pPr>
            <a:r>
              <a:rPr lang="en-US" sz="2800" i="1" dirty="0">
                <a:effectLst>
                  <a:outerShdw blurRad="38100" dist="38100" dir="2700000" algn="tl">
                    <a:srgbClr val="000000"/>
                  </a:outerShdw>
                </a:effectLst>
                <a:latin typeface="+mj-lt"/>
              </a:rPr>
              <a:t>Progressive</a:t>
            </a:r>
            <a:r>
              <a:rPr lang="en-US" sz="2800" dirty="0">
                <a:latin typeface="+mj-lt"/>
              </a:rPr>
              <a:t> infection—gets worse over time</a:t>
            </a:r>
          </a:p>
          <a:p>
            <a:pPr eaLnBrk="1" fontAlgn="auto" hangingPunct="1">
              <a:defRPr/>
            </a:pPr>
            <a:r>
              <a:rPr lang="en-US" sz="2800" dirty="0">
                <a:latin typeface="+mj-lt"/>
              </a:rPr>
              <a:t>Affects fallopian tubes, uterus, cervix or ovaries</a:t>
            </a:r>
          </a:p>
          <a:p>
            <a:pPr eaLnBrk="1" fontAlgn="auto" hangingPunct="1">
              <a:defRPr/>
            </a:pPr>
            <a:r>
              <a:rPr lang="en-US" sz="2800" dirty="0">
                <a:latin typeface="+mj-lt"/>
              </a:rPr>
              <a:t>Can lead to long term reproductive problems</a:t>
            </a:r>
          </a:p>
          <a:p>
            <a:pPr eaLnBrk="1" fontAlgn="auto" hangingPunct="1">
              <a:defRPr/>
            </a:pPr>
            <a:r>
              <a:rPr lang="en-US" sz="2800" i="1" dirty="0">
                <a:latin typeface="+mj-lt"/>
              </a:rPr>
              <a:t>Symptoms include: foul-smelling discharge, heavier than normal periods, painful urination</a:t>
            </a:r>
          </a:p>
          <a:p>
            <a:pPr eaLnBrk="1" fontAlgn="auto" hangingPunct="1">
              <a:defRPr/>
            </a:pPr>
            <a:r>
              <a:rPr lang="en-US" sz="2800" i="1" dirty="0">
                <a:latin typeface="+mj-lt"/>
              </a:rPr>
              <a:t>Causes: </a:t>
            </a:r>
            <a:r>
              <a:rPr lang="en-US" sz="2800" dirty="0">
                <a:latin typeface="+mj-lt"/>
              </a:rPr>
              <a:t>bacteria move upward from a woman's vagina or cervix (opening to the uterus) into her reproductive organs. Many different organisms can cause PID, but many cases are associated with gonorrhea and chlamydia, two very common bacterial STDs</a:t>
            </a:r>
            <a:endParaRPr lang="en-US" sz="2800" i="1" dirty="0">
              <a:latin typeface="+mj-lt"/>
            </a:endParaRPr>
          </a:p>
        </p:txBody>
      </p:sp>
      <p:sp>
        <p:nvSpPr>
          <p:cNvPr id="3" name="Rectangle 2"/>
          <p:cNvSpPr/>
          <p:nvPr/>
        </p:nvSpPr>
        <p:spPr>
          <a:xfrm>
            <a:off x="426633" y="304800"/>
            <a:ext cx="8290731" cy="923330"/>
          </a:xfrm>
          <a:prstGeom prst="rect">
            <a:avLst/>
          </a:prstGeom>
          <a:noFill/>
        </p:spPr>
        <p:txBody>
          <a:bodyPr wrap="none">
            <a:spAutoFit/>
          </a:bodyPr>
          <a:lstStyle/>
          <a:p>
            <a:pPr algn="ctr">
              <a:defRPr/>
            </a:pPr>
            <a:r>
              <a:rPr lang="en-US" sz="5400" kern="10" dirty="0">
                <a:ln w="10160">
                  <a:solidFill>
                    <a:schemeClr val="accent1"/>
                  </a:solidFill>
                  <a:prstDash val="solid"/>
                </a:ln>
                <a:solidFill>
                  <a:srgbClr val="CC00CC"/>
                </a:solidFill>
                <a:effectLst>
                  <a:outerShdw blurRad="38100" dist="32000" dir="5400000" algn="tl">
                    <a:srgbClr val="000000">
                      <a:alpha val="30000"/>
                    </a:srgbClr>
                  </a:outerShdw>
                </a:effectLst>
                <a:latin typeface="Impact"/>
              </a:rPr>
              <a:t>Pelvic Inflammatory Disease</a:t>
            </a:r>
            <a:endParaRPr lang="en-US" sz="5400" dirty="0">
              <a:ln w="10160">
                <a:solidFill>
                  <a:schemeClr val="accent1"/>
                </a:solidFill>
                <a:prstDash val="solid"/>
              </a:ln>
              <a:solidFill>
                <a:srgbClr val="CC00CC"/>
              </a:solidFill>
              <a:effectLst>
                <a:outerShdw blurRad="38100" dist="32000" dir="5400000" algn="tl">
                  <a:srgbClr val="000000">
                    <a:alpha val="30000"/>
                  </a:srgbClr>
                </a:outerShdw>
              </a:effectLst>
            </a:endParaRPr>
          </a:p>
        </p:txBody>
      </p:sp>
    </p:spTree>
  </p:cSld>
  <p:clrMapOvr>
    <a:masterClrMapping/>
  </p:clrMapOvr>
  <p:transition>
    <p:random/>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WordArt 7"/>
          <p:cNvSpPr>
            <a:spLocks noChangeArrowheads="1" noChangeShapeType="1" noTextEdit="1"/>
          </p:cNvSpPr>
          <p:nvPr/>
        </p:nvSpPr>
        <p:spPr bwMode="auto">
          <a:xfrm>
            <a:off x="762000" y="228600"/>
            <a:ext cx="7543800" cy="914400"/>
          </a:xfrm>
          <a:prstGeom prst="rect">
            <a:avLst/>
          </a:prstGeom>
        </p:spPr>
        <p:txBody>
          <a:bodyPr wrap="none" fromWordArt="1">
            <a:prstTxWarp prst="textDeflate">
              <a:avLst>
                <a:gd name="adj" fmla="val 3500"/>
              </a:avLst>
            </a:prstTxWarp>
          </a:bodyPr>
          <a:lstStyle/>
          <a:p>
            <a:pPr algn="ctr"/>
            <a:r>
              <a:rPr lang="en-US" sz="3600" kern="10">
                <a:ln w="9525">
                  <a:solidFill>
                    <a:srgbClr val="000000"/>
                  </a:solidFill>
                  <a:round/>
                  <a:headEnd/>
                  <a:tailEnd/>
                </a:ln>
                <a:solidFill>
                  <a:srgbClr val="FFCCFF"/>
                </a:solidFill>
                <a:effectLst>
                  <a:outerShdw blurRad="38100" dist="38100" dir="2700000" algn="tl" rotWithShape="0">
                    <a:srgbClr val="000000">
                      <a:alpha val="43137"/>
                    </a:srgbClr>
                  </a:outerShdw>
                </a:effectLst>
                <a:latin typeface="Impact" panose="020B0806030902050204" pitchFamily="34" charset="0"/>
              </a:rPr>
              <a:t>Toxic Shock Syndrome</a:t>
            </a:r>
          </a:p>
        </p:txBody>
      </p:sp>
      <p:sp>
        <p:nvSpPr>
          <p:cNvPr id="18440" name="Text Box 8"/>
          <p:cNvSpPr txBox="1">
            <a:spLocks noChangeArrowheads="1"/>
          </p:cNvSpPr>
          <p:nvPr/>
        </p:nvSpPr>
        <p:spPr bwMode="auto">
          <a:xfrm>
            <a:off x="762000" y="1600200"/>
            <a:ext cx="7086600" cy="5540375"/>
          </a:xfrm>
          <a:prstGeom prst="rect">
            <a:avLst/>
          </a:prstGeom>
          <a:noFill/>
          <a:ln w="9525">
            <a:noFill/>
            <a:miter lim="800000"/>
            <a:headEnd/>
            <a:tailEnd/>
          </a:ln>
          <a:effectLst/>
        </p:spPr>
        <p:txBody>
          <a:bodyPr>
            <a:spAutoFit/>
          </a:bodyPr>
          <a:lstStyle/>
          <a:p>
            <a:pPr>
              <a:spcBef>
                <a:spcPct val="50000"/>
              </a:spcBef>
              <a:buFont typeface="Wingdings" pitchFamily="2" charset="2"/>
              <a:buChar char="§"/>
              <a:defRPr/>
            </a:pPr>
            <a:r>
              <a:rPr lang="en-US" sz="2800" i="1" dirty="0">
                <a:effectLst>
                  <a:outerShdw blurRad="38100" dist="38100" dir="2700000" algn="tl">
                    <a:srgbClr val="000000"/>
                  </a:outerShdw>
                </a:effectLst>
                <a:latin typeface="+mj-lt"/>
              </a:rPr>
              <a:t>Systemic</a:t>
            </a:r>
            <a:r>
              <a:rPr lang="en-US" sz="2800" i="1" dirty="0">
                <a:effectLst/>
                <a:latin typeface="+mj-lt"/>
              </a:rPr>
              <a:t> </a:t>
            </a:r>
            <a:r>
              <a:rPr lang="en-US" sz="2800" dirty="0">
                <a:effectLst/>
                <a:latin typeface="+mj-lt"/>
              </a:rPr>
              <a:t>illness: it affects the whole body</a:t>
            </a:r>
          </a:p>
          <a:p>
            <a:pPr>
              <a:spcBef>
                <a:spcPct val="50000"/>
              </a:spcBef>
              <a:buFont typeface="Wingdings" pitchFamily="2" charset="2"/>
              <a:buChar char="§"/>
              <a:defRPr/>
            </a:pPr>
            <a:r>
              <a:rPr lang="en-US" sz="2800" dirty="0">
                <a:effectLst/>
                <a:latin typeface="+mj-lt"/>
              </a:rPr>
              <a:t>Caused by toxic bacterial </a:t>
            </a:r>
            <a:endParaRPr lang="en-US" sz="2800" i="1" dirty="0">
              <a:effectLst/>
              <a:latin typeface="+mj-lt"/>
            </a:endParaRPr>
          </a:p>
          <a:p>
            <a:pPr>
              <a:defRPr/>
            </a:pPr>
            <a:r>
              <a:rPr lang="en-US" sz="3200" i="1" dirty="0">
                <a:effectLst/>
                <a:latin typeface="+mj-lt"/>
              </a:rPr>
              <a:t>Ways to get it…</a:t>
            </a:r>
          </a:p>
          <a:p>
            <a:pPr>
              <a:defRPr/>
            </a:pPr>
            <a:r>
              <a:rPr lang="en-US" sz="2800" dirty="0">
                <a:latin typeface="+mj-lt"/>
              </a:rPr>
              <a:t>Using superabsorbent tampons</a:t>
            </a:r>
          </a:p>
          <a:p>
            <a:pPr>
              <a:defRPr/>
            </a:pPr>
            <a:r>
              <a:rPr lang="en-US" sz="2800" dirty="0">
                <a:latin typeface="+mj-lt"/>
              </a:rPr>
              <a:t>Wearing a diaphragm or contraceptive sponge</a:t>
            </a:r>
          </a:p>
          <a:p>
            <a:pPr>
              <a:defRPr/>
            </a:pPr>
            <a:r>
              <a:rPr lang="en-US" sz="2800" dirty="0">
                <a:latin typeface="+mj-lt"/>
              </a:rPr>
              <a:t>Having a staph or strep infection, especially if you have skin wounds or healing surgical incisions</a:t>
            </a:r>
          </a:p>
          <a:p>
            <a:pPr>
              <a:spcBef>
                <a:spcPct val="50000"/>
              </a:spcBef>
              <a:buFont typeface="Wingdings" pitchFamily="2" charset="2"/>
              <a:buChar char="§"/>
              <a:defRPr/>
            </a:pPr>
            <a:r>
              <a:rPr lang="en-US" sz="2800" i="1" dirty="0">
                <a:effectLst/>
                <a:latin typeface="+mj-lt"/>
              </a:rPr>
              <a:t>Symptoms include: high fever, rapid drop in blood pressure, sun burn like rash, weakness, headaches and even kidney failure</a:t>
            </a:r>
          </a:p>
          <a:p>
            <a:pPr>
              <a:spcBef>
                <a:spcPct val="50000"/>
              </a:spcBef>
              <a:buClr>
                <a:schemeClr val="tx1"/>
              </a:buClr>
              <a:buFont typeface="Wingdings" pitchFamily="2" charset="2"/>
              <a:buChar char="§"/>
              <a:defRPr/>
            </a:pPr>
            <a:endParaRPr lang="en-US" sz="2800" i="1" dirty="0">
              <a:effectLst/>
            </a:endParaRPr>
          </a:p>
        </p:txBody>
      </p:sp>
    </p:spTree>
  </p:cSld>
  <p:clrMapOvr>
    <a:masterClrMapping/>
  </p:clrMapOvr>
  <p:transition>
    <p:random/>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1066800"/>
            <a:ext cx="6172200" cy="4629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7"/>
          <p:cNvSpPr>
            <a:spLocks noGrp="1" noChangeArrowheads="1"/>
          </p:cNvSpPr>
          <p:nvPr>
            <p:ph type="body" sz="half" idx="1"/>
          </p:nvPr>
        </p:nvSpPr>
        <p:spPr>
          <a:xfrm>
            <a:off x="-20638" y="1600200"/>
            <a:ext cx="9144001" cy="1905000"/>
          </a:xfrm>
        </p:spPr>
        <p:txBody>
          <a:bodyPr/>
          <a:lstStyle/>
          <a:p>
            <a:pPr eaLnBrk="1" fontAlgn="auto" hangingPunct="1">
              <a:buSzPct val="75000"/>
              <a:defRPr/>
            </a:pPr>
            <a:r>
              <a:rPr lang="en-US" altLang="en-US" sz="2400" dirty="0">
                <a:latin typeface="+mj-lt"/>
              </a:rPr>
              <a:t>In </a:t>
            </a:r>
            <a:r>
              <a:rPr lang="en-US" altLang="en-US" sz="2400" i="1" dirty="0">
                <a:latin typeface="+mj-lt"/>
              </a:rPr>
              <a:t>Endometriosis, </a:t>
            </a:r>
            <a:r>
              <a:rPr lang="en-US" altLang="en-US" sz="2400" dirty="0">
                <a:latin typeface="+mj-lt"/>
              </a:rPr>
              <a:t>the tissue begins to grow on the outside of the uterus</a:t>
            </a:r>
          </a:p>
          <a:p>
            <a:pPr eaLnBrk="1" fontAlgn="auto" hangingPunct="1">
              <a:buSzPct val="75000"/>
              <a:buFont typeface="Wingdings" pitchFamily="2" charset="2"/>
              <a:buNone/>
              <a:defRPr/>
            </a:pPr>
            <a:endParaRPr lang="en-US" altLang="en-US" sz="2800" dirty="0">
              <a:latin typeface="+mj-lt"/>
            </a:endParaRPr>
          </a:p>
          <a:p>
            <a:pPr eaLnBrk="1" fontAlgn="auto" hangingPunct="1">
              <a:buSzPct val="75000"/>
              <a:buFont typeface="Wingdings" pitchFamily="2" charset="2"/>
              <a:buNone/>
              <a:defRPr/>
            </a:pPr>
            <a:endParaRPr lang="en-US" altLang="en-US" dirty="0">
              <a:solidFill>
                <a:schemeClr val="hlink"/>
              </a:solidFill>
              <a:latin typeface="+mj-lt"/>
            </a:endParaRPr>
          </a:p>
          <a:p>
            <a:pPr eaLnBrk="1" fontAlgn="auto" hangingPunct="1">
              <a:buSzPct val="75000"/>
              <a:buFont typeface="Wingdings" pitchFamily="2" charset="2"/>
              <a:buNone/>
              <a:defRPr/>
            </a:pPr>
            <a:endParaRPr lang="en-US" altLang="en-US" dirty="0">
              <a:solidFill>
                <a:schemeClr val="hlink"/>
              </a:solidFill>
              <a:latin typeface="+mj-lt"/>
            </a:endParaRPr>
          </a:p>
        </p:txBody>
      </p:sp>
      <p:sp>
        <p:nvSpPr>
          <p:cNvPr id="30723" name="WordArt 6"/>
          <p:cNvSpPr>
            <a:spLocks noChangeArrowheads="1" noChangeShapeType="1" noTextEdit="1"/>
          </p:cNvSpPr>
          <p:nvPr/>
        </p:nvSpPr>
        <p:spPr bwMode="auto">
          <a:xfrm>
            <a:off x="779463" y="304800"/>
            <a:ext cx="7543800" cy="763588"/>
          </a:xfrm>
          <a:prstGeom prst="rect">
            <a:avLst/>
          </a:prstGeom>
        </p:spPr>
        <p:txBody>
          <a:bodyPr wrap="none" fromWordArt="1">
            <a:prstTxWarp prst="textCanDown">
              <a:avLst>
                <a:gd name="adj" fmla="val 676"/>
              </a:avLst>
            </a:prstTxWarp>
          </a:bodyPr>
          <a:lstStyle/>
          <a:p>
            <a:pPr algn="ctr"/>
            <a:r>
              <a:rPr lang="en-US" sz="3600" kern="10">
                <a:ln w="9525">
                  <a:solidFill>
                    <a:srgbClr val="000000"/>
                  </a:solidFill>
                  <a:round/>
                  <a:headEnd/>
                  <a:tailEnd/>
                </a:ln>
                <a:solidFill>
                  <a:srgbClr val="FFCCFF"/>
                </a:solidFill>
                <a:effectLst>
                  <a:outerShdw blurRad="38100" dist="38100" dir="2700000" algn="tl" rotWithShape="0">
                    <a:srgbClr val="000000">
                      <a:alpha val="43137"/>
                    </a:srgbClr>
                  </a:outerShdw>
                </a:effectLst>
                <a:latin typeface="Times New Roman" panose="02020603050405020304" pitchFamily="18" charset="0"/>
                <a:cs typeface="Times New Roman" panose="02020603050405020304" pitchFamily="18" charset="0"/>
              </a:rPr>
              <a:t>Endometriosis</a:t>
            </a:r>
          </a:p>
        </p:txBody>
      </p:sp>
      <p:sp>
        <p:nvSpPr>
          <p:cNvPr id="25615" name="Text Box 15"/>
          <p:cNvSpPr txBox="1">
            <a:spLocks noChangeArrowheads="1"/>
          </p:cNvSpPr>
          <p:nvPr/>
        </p:nvSpPr>
        <p:spPr bwMode="auto">
          <a:xfrm>
            <a:off x="228600" y="4038600"/>
            <a:ext cx="4114800" cy="366713"/>
          </a:xfrm>
          <a:prstGeom prst="rect">
            <a:avLst/>
          </a:prstGeom>
          <a:noFill/>
          <a:ln w="9525">
            <a:noFill/>
            <a:miter lim="800000"/>
            <a:headEnd/>
            <a:tailEnd/>
          </a:ln>
          <a:effectLst/>
        </p:spPr>
        <p:txBody>
          <a:bodyPr>
            <a:spAutoFit/>
          </a:bodyPr>
          <a:lstStyle/>
          <a:p>
            <a:pPr>
              <a:defRPr/>
            </a:pPr>
            <a:endParaRPr lang="en-US">
              <a:effectLst>
                <a:outerShdw blurRad="38100" dist="38100" dir="2700000" algn="tl">
                  <a:srgbClr val="000000"/>
                </a:outerShdw>
              </a:effectLst>
            </a:endParaRPr>
          </a:p>
        </p:txBody>
      </p:sp>
      <p:sp>
        <p:nvSpPr>
          <p:cNvPr id="25619" name="Text Box 19"/>
          <p:cNvSpPr txBox="1">
            <a:spLocks noChangeArrowheads="1"/>
          </p:cNvSpPr>
          <p:nvPr/>
        </p:nvSpPr>
        <p:spPr bwMode="auto">
          <a:xfrm>
            <a:off x="0" y="2438400"/>
            <a:ext cx="8839200" cy="2898775"/>
          </a:xfrm>
          <a:prstGeom prst="rect">
            <a:avLst/>
          </a:prstGeom>
          <a:noFill/>
          <a:ln w="9525">
            <a:noFill/>
            <a:miter lim="800000"/>
            <a:headEnd/>
            <a:tailEnd/>
          </a:ln>
          <a:effectLst/>
        </p:spPr>
        <p:txBody>
          <a:bodyPr>
            <a:spAutoFit/>
          </a:bodyPr>
          <a:lstStyle/>
          <a:p>
            <a:pPr marL="457200" indent="-457200" eaLnBrk="1" hangingPunct="1">
              <a:spcBef>
                <a:spcPct val="20000"/>
              </a:spcBef>
              <a:buClr>
                <a:schemeClr val="hlink"/>
              </a:buClr>
              <a:buSzPct val="75000"/>
              <a:buFont typeface="Arial" panose="020B0604020202020204" pitchFamily="34" charset="0"/>
              <a:buChar char="•"/>
              <a:defRPr/>
            </a:pPr>
            <a:r>
              <a:rPr lang="en-US" sz="2400" i="1" dirty="0">
                <a:effectLst/>
                <a:latin typeface="+mj-lt"/>
              </a:rPr>
              <a:t>Causes:  </a:t>
            </a:r>
            <a:r>
              <a:rPr lang="en-US" sz="2400" dirty="0">
                <a:latin typeface="+mj-lt"/>
              </a:rPr>
              <a:t>menstrual blood containing endometrial cells flows back through the fallopian tubes and into the pelvic cavity instead of out of the body. These displaced endometrial cells stick to the pelvic walls and surfaces of pelvic organs, where they grow</a:t>
            </a:r>
          </a:p>
          <a:p>
            <a:pPr eaLnBrk="1" hangingPunct="1">
              <a:spcBef>
                <a:spcPct val="20000"/>
              </a:spcBef>
              <a:buClr>
                <a:schemeClr val="hlink"/>
              </a:buClr>
              <a:buSzPct val="75000"/>
              <a:defRPr/>
            </a:pPr>
            <a:endParaRPr lang="en-US" sz="2400" dirty="0">
              <a:latin typeface="+mj-lt"/>
            </a:endParaRPr>
          </a:p>
          <a:p>
            <a:pPr marL="457200" indent="-457200" eaLnBrk="1" hangingPunct="1">
              <a:spcBef>
                <a:spcPct val="20000"/>
              </a:spcBef>
              <a:buClr>
                <a:schemeClr val="hlink"/>
              </a:buClr>
              <a:buSzPct val="75000"/>
              <a:buFont typeface="Arial" panose="020B0604020202020204" pitchFamily="34" charset="0"/>
              <a:buChar char="•"/>
              <a:defRPr/>
            </a:pPr>
            <a:r>
              <a:rPr lang="en-US" sz="2400" i="1" dirty="0">
                <a:effectLst/>
                <a:latin typeface="+mj-lt"/>
              </a:rPr>
              <a:t>Symptoms include: severe  pelvic pain, constipation, diarrhea</a:t>
            </a:r>
          </a:p>
          <a:p>
            <a:pPr eaLnBrk="1" hangingPunct="1">
              <a:spcBef>
                <a:spcPct val="20000"/>
              </a:spcBef>
              <a:buClr>
                <a:schemeClr val="hlink"/>
              </a:buClr>
              <a:buSzPct val="75000"/>
              <a:buFont typeface="Wingdings" pitchFamily="2" charset="2"/>
              <a:buNone/>
              <a:defRPr/>
            </a:pPr>
            <a:r>
              <a:rPr lang="en-US" sz="2400" i="1" dirty="0">
                <a:effectLst/>
                <a:latin typeface="+mj-lt"/>
              </a:rPr>
              <a:t>	Pain when having intercourse, can cause infertility</a:t>
            </a:r>
          </a:p>
        </p:txBody>
      </p:sp>
    </p:spTree>
  </p:cSld>
  <p:clrMapOvr>
    <a:masterClrMapping/>
  </p:clrMapOvr>
  <p:transition>
    <p:random/>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8250" y="609600"/>
            <a:ext cx="6667500" cy="5638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304800" y="-152400"/>
            <a:ext cx="8229600" cy="1143000"/>
          </a:xfrm>
        </p:spPr>
        <p:txBody>
          <a:bodyPr/>
          <a:lstStyle/>
          <a:p>
            <a:pPr eaLnBrk="1" fontAlgn="auto" hangingPunct="1">
              <a:spcAft>
                <a:spcPts val="0"/>
              </a:spcAft>
              <a:defRPr/>
            </a:pPr>
            <a:r>
              <a:rPr lang="en-US" altLang="en-US" sz="4000" dirty="0">
                <a:solidFill>
                  <a:srgbClr val="FF66CC"/>
                </a:solidFill>
              </a:rPr>
              <a:t>   The Facts About Breast Cancer</a:t>
            </a:r>
          </a:p>
        </p:txBody>
      </p:sp>
      <p:sp>
        <p:nvSpPr>
          <p:cNvPr id="32771" name="Text Box 5"/>
          <p:cNvSpPr txBox="1">
            <a:spLocks noChangeArrowheads="1"/>
          </p:cNvSpPr>
          <p:nvPr/>
        </p:nvSpPr>
        <p:spPr bwMode="auto">
          <a:xfrm>
            <a:off x="131763" y="1524000"/>
            <a:ext cx="8229600" cy="5170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1pPr>
            <a:lvl2pPr marL="742950" indent="-28575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2pPr>
            <a:lvl3pPr marL="1143000" indent="-22860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3pPr>
            <a:lvl4pPr marL="1600200" indent="-22860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4pPr>
            <a:lvl5pPr marL="2057400" indent="-22860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5pPr>
            <a:lvl6pPr marL="2514600" indent="-228600" eaLnBrk="0" fontAlgn="base" hangingPunct="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6pPr>
            <a:lvl7pPr marL="2971800" indent="-228600" eaLnBrk="0" fontAlgn="base" hangingPunct="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7pPr>
            <a:lvl8pPr marL="3429000" indent="-228600" eaLnBrk="0" fontAlgn="base" hangingPunct="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8pPr>
            <a:lvl9pPr marL="3886200" indent="-228600" eaLnBrk="0" fontAlgn="base" hangingPunct="0">
              <a:spcBef>
                <a:spcPct val="20000"/>
              </a:spcBef>
              <a:spcAft>
                <a:spcPts val="600"/>
              </a:spcAft>
              <a:buClr>
                <a:schemeClr val="tx2"/>
              </a:buClr>
              <a:buFont typeface="Arial" panose="020B0604020202020204" pitchFamily="34" charset="0"/>
              <a:buChar char="•"/>
              <a:defRPr sz="1700">
                <a:solidFill>
                  <a:schemeClr val="tx1"/>
                </a:solidFill>
                <a:latin typeface="Arial Narrow" panose="020B0606020202030204" pitchFamily="34" charset="0"/>
              </a:defRPr>
            </a:lvl9pPr>
          </a:lstStyle>
          <a:p>
            <a:pPr>
              <a:spcBef>
                <a:spcPct val="50000"/>
              </a:spcBef>
              <a:spcAft>
                <a:spcPct val="0"/>
              </a:spcAft>
              <a:buClrTx/>
              <a:buFontTx/>
              <a:buChar char="•"/>
            </a:pPr>
            <a:r>
              <a:rPr lang="en-US" altLang="en-US" sz="2400">
                <a:solidFill>
                  <a:srgbClr val="FF66CC"/>
                </a:solidFill>
                <a:effectLst/>
                <a:latin typeface="Segoe Print" panose="02000600000000000000" pitchFamily="2" charset="0"/>
              </a:rPr>
              <a:t>Second Leading cause of cancer among women 	(232,340 new cases a year)</a:t>
            </a:r>
          </a:p>
          <a:p>
            <a:pPr>
              <a:spcBef>
                <a:spcPct val="50000"/>
              </a:spcBef>
              <a:spcAft>
                <a:spcPct val="0"/>
              </a:spcAft>
              <a:buClrTx/>
              <a:buFontTx/>
              <a:buChar char="•"/>
            </a:pPr>
            <a:r>
              <a:rPr lang="en-US" altLang="en-US" sz="2400">
                <a:solidFill>
                  <a:srgbClr val="FF66CC"/>
                </a:solidFill>
                <a:effectLst/>
                <a:latin typeface="Segoe Print" panose="02000600000000000000" pitchFamily="2" charset="0"/>
              </a:rPr>
              <a:t>Every 3 minutes a woman is diagnosed with breast cancer. 1 in 8 women will be diagnosed in their lifetime.</a:t>
            </a:r>
          </a:p>
          <a:p>
            <a:pPr>
              <a:spcBef>
                <a:spcPct val="50000"/>
              </a:spcBef>
              <a:spcAft>
                <a:spcPct val="0"/>
              </a:spcAft>
              <a:buClrTx/>
              <a:buFontTx/>
              <a:buChar char="•"/>
            </a:pPr>
            <a:r>
              <a:rPr lang="en-US" altLang="en-US" sz="2400">
                <a:solidFill>
                  <a:srgbClr val="FF66CC"/>
                </a:solidFill>
                <a:effectLst/>
                <a:latin typeface="Segoe Print" panose="02000600000000000000" pitchFamily="2" charset="0"/>
              </a:rPr>
              <a:t>Approximately 2,150 men will be diagnosed each year. </a:t>
            </a:r>
          </a:p>
          <a:p>
            <a:pPr>
              <a:spcBef>
                <a:spcPct val="50000"/>
              </a:spcBef>
              <a:spcAft>
                <a:spcPct val="0"/>
              </a:spcAft>
              <a:buClrTx/>
              <a:buFontTx/>
              <a:buChar char="•"/>
            </a:pPr>
            <a:r>
              <a:rPr lang="en-US" altLang="en-US" sz="2400">
                <a:solidFill>
                  <a:srgbClr val="FF66CC"/>
                </a:solidFill>
                <a:effectLst/>
                <a:latin typeface="Segoe Print" panose="02000600000000000000" pitchFamily="2" charset="0"/>
              </a:rPr>
              <a:t>There are 2.8 million breast cancer survivors today.</a:t>
            </a:r>
          </a:p>
          <a:p>
            <a:pPr>
              <a:spcBef>
                <a:spcPct val="50000"/>
              </a:spcBef>
              <a:spcAft>
                <a:spcPct val="0"/>
              </a:spcAft>
              <a:buClrTx/>
              <a:buFontTx/>
              <a:buChar char="•"/>
            </a:pPr>
            <a:r>
              <a:rPr lang="en-US" altLang="en-US" sz="2400">
                <a:solidFill>
                  <a:srgbClr val="FF66CC"/>
                </a:solidFill>
                <a:effectLst/>
                <a:latin typeface="Segoe Print" panose="02000600000000000000" pitchFamily="2" charset="0"/>
              </a:rPr>
              <a:t>Early detection is the best way to protect yourself</a:t>
            </a:r>
          </a:p>
          <a:p>
            <a:pPr>
              <a:spcBef>
                <a:spcPct val="50000"/>
              </a:spcBef>
              <a:spcAft>
                <a:spcPct val="0"/>
              </a:spcAft>
              <a:buClrTx/>
              <a:buFontTx/>
              <a:buChar char="•"/>
            </a:pPr>
            <a:endParaRPr lang="en-US" altLang="en-US" sz="2800">
              <a:solidFill>
                <a:schemeClr val="hlink"/>
              </a:solidFill>
              <a:effectLst/>
              <a:latin typeface="Tahoma" panose="020B0604030504040204" pitchFamily="34" charset="0"/>
            </a:endParaRPr>
          </a:p>
        </p:txBody>
      </p:sp>
      <p:pic>
        <p:nvPicPr>
          <p:cNvPr id="32772"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6027738"/>
            <a:ext cx="635000" cy="830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2773"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37513" y="6029325"/>
            <a:ext cx="633412"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2774"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92913" y="6029325"/>
            <a:ext cx="633412"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2775"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24500" y="6029325"/>
            <a:ext cx="633413"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2776"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0050" y="6019800"/>
            <a:ext cx="633413"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2777"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0" y="6027738"/>
            <a:ext cx="633413"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2778"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6029325"/>
            <a:ext cx="633413"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random/>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7" name="Text Box 11"/>
          <p:cNvSpPr txBox="1">
            <a:spLocks noChangeArrowheads="1"/>
          </p:cNvSpPr>
          <p:nvPr/>
        </p:nvSpPr>
        <p:spPr bwMode="auto">
          <a:xfrm>
            <a:off x="457200" y="1447800"/>
            <a:ext cx="7010400" cy="6340475"/>
          </a:xfrm>
          <a:prstGeom prst="rect">
            <a:avLst/>
          </a:prstGeom>
          <a:noFill/>
          <a:ln w="9525">
            <a:noFill/>
            <a:miter lim="800000"/>
            <a:headEnd/>
            <a:tailEnd/>
          </a:ln>
          <a:effectLst/>
        </p:spPr>
        <p:txBody>
          <a:bodyPr>
            <a:spAutoFit/>
          </a:bodyPr>
          <a:lstStyle/>
          <a:p>
            <a:pPr>
              <a:spcBef>
                <a:spcPct val="50000"/>
              </a:spcBef>
              <a:buFont typeface="Wingdings" pitchFamily="2" charset="2"/>
              <a:buChar char="v"/>
              <a:defRPr/>
            </a:pPr>
            <a:r>
              <a:rPr lang="en-US" sz="2800" dirty="0">
                <a:effectLst>
                  <a:outerShdw blurRad="38100" dist="38100" dir="2700000" algn="tl">
                    <a:srgbClr val="000000"/>
                  </a:outerShdw>
                </a:effectLst>
              </a:rPr>
              <a:t>First,  </a:t>
            </a:r>
            <a:r>
              <a:rPr lang="en-US" sz="2800" i="1" dirty="0">
                <a:effectLst>
                  <a:outerShdw blurRad="38100" dist="38100" dir="2700000" algn="tl">
                    <a:srgbClr val="000000"/>
                  </a:outerShdw>
                </a:effectLst>
              </a:rPr>
              <a:t>look</a:t>
            </a:r>
            <a:r>
              <a:rPr lang="en-US" sz="2800" dirty="0">
                <a:effectLst>
                  <a:outerShdw blurRad="38100" dist="38100" dir="2700000" algn="tl">
                    <a:srgbClr val="000000"/>
                  </a:outerShdw>
                </a:effectLst>
              </a:rPr>
              <a:t> for changes…Then, </a:t>
            </a:r>
            <a:r>
              <a:rPr lang="en-US" sz="2800" i="1" dirty="0">
                <a:effectLst>
                  <a:outerShdw blurRad="38100" dist="38100" dir="2700000" algn="tl">
                    <a:srgbClr val="000000"/>
                  </a:outerShdw>
                </a:effectLst>
              </a:rPr>
              <a:t>feel </a:t>
            </a:r>
            <a:r>
              <a:rPr lang="en-US" sz="2800" dirty="0">
                <a:effectLst>
                  <a:outerShdw blurRad="38100" dist="38100" dir="2700000" algn="tl">
                    <a:srgbClr val="000000"/>
                  </a:outerShdw>
                </a:effectLst>
              </a:rPr>
              <a:t>for changes</a:t>
            </a:r>
          </a:p>
          <a:p>
            <a:pPr>
              <a:spcBef>
                <a:spcPct val="50000"/>
              </a:spcBef>
              <a:buFont typeface="Wingdings" pitchFamily="2" charset="2"/>
              <a:buChar char="v"/>
              <a:defRPr/>
            </a:pPr>
            <a:r>
              <a:rPr lang="en-US" sz="2800" dirty="0">
                <a:effectLst>
                  <a:outerShdw blurRad="38100" dist="38100" dir="2700000" algn="tl">
                    <a:srgbClr val="000000"/>
                  </a:outerShdw>
                </a:effectLst>
              </a:rPr>
              <a:t>Step 1: Lie down and raise right arm above head</a:t>
            </a:r>
          </a:p>
          <a:p>
            <a:pPr>
              <a:spcBef>
                <a:spcPct val="50000"/>
              </a:spcBef>
              <a:buFont typeface="Wingdings" pitchFamily="2" charset="2"/>
              <a:buChar char="v"/>
              <a:defRPr/>
            </a:pPr>
            <a:r>
              <a:rPr lang="en-US" sz="2800" dirty="0">
                <a:effectLst>
                  <a:outerShdw blurRad="38100" dist="38100" dir="2700000" algn="tl">
                    <a:srgbClr val="000000"/>
                  </a:outerShdw>
                </a:effectLst>
              </a:rPr>
              <a:t>Step 2: Examine area from underarm to lower bra line; across to breast bone; up to collar bone; back to armpit</a:t>
            </a:r>
          </a:p>
          <a:p>
            <a:pPr>
              <a:spcBef>
                <a:spcPct val="50000"/>
              </a:spcBef>
              <a:buFont typeface="Wingdings" pitchFamily="2" charset="2"/>
              <a:buChar char="v"/>
              <a:defRPr/>
            </a:pPr>
            <a:r>
              <a:rPr lang="en-US" sz="2800" dirty="0">
                <a:effectLst>
                  <a:outerShdw blurRad="38100" dist="38100" dir="2700000" algn="tl">
                    <a:srgbClr val="000000"/>
                  </a:outerShdw>
                </a:effectLst>
              </a:rPr>
              <a:t>Step 3: Use pads of three middle fingers of the left hand to check the right breast, in dime-sized circles</a:t>
            </a:r>
          </a:p>
          <a:p>
            <a:pPr>
              <a:spcBef>
                <a:spcPct val="50000"/>
              </a:spcBef>
              <a:buFont typeface="Wingdings" pitchFamily="2" charset="2"/>
              <a:buChar char="v"/>
              <a:defRPr/>
            </a:pPr>
            <a:endParaRPr lang="en-US" sz="2800" dirty="0">
              <a:solidFill>
                <a:schemeClr val="hlink"/>
              </a:solidFill>
              <a:effectLst>
                <a:outerShdw blurRad="38100" dist="38100" dir="2700000" algn="tl">
                  <a:srgbClr val="000000"/>
                </a:outerShdw>
              </a:effectLst>
            </a:endParaRPr>
          </a:p>
          <a:p>
            <a:pPr>
              <a:spcBef>
                <a:spcPct val="50000"/>
              </a:spcBef>
              <a:defRPr/>
            </a:pPr>
            <a:endParaRPr lang="en-US" sz="2800" dirty="0">
              <a:effectLst>
                <a:outerShdw blurRad="38100" dist="38100" dir="2700000" algn="tl">
                  <a:srgbClr val="000000"/>
                </a:outerShdw>
              </a:effectLst>
            </a:endParaRPr>
          </a:p>
        </p:txBody>
      </p:sp>
      <p:sp>
        <p:nvSpPr>
          <p:cNvPr id="25602" name="Rectangle 6"/>
          <p:cNvSpPr>
            <a:spLocks noGrp="1" noChangeArrowheads="1"/>
          </p:cNvSpPr>
          <p:nvPr>
            <p:ph type="title"/>
          </p:nvPr>
        </p:nvSpPr>
        <p:spPr>
          <a:xfrm>
            <a:off x="0" y="360363"/>
            <a:ext cx="8229600" cy="1143000"/>
          </a:xfrm>
        </p:spPr>
        <p:txBody>
          <a:bodyPr/>
          <a:lstStyle/>
          <a:p>
            <a:pPr algn="ctr" eaLnBrk="1" fontAlgn="auto" hangingPunct="1">
              <a:spcAft>
                <a:spcPts val="0"/>
              </a:spcAft>
              <a:defRPr/>
            </a:pPr>
            <a:r>
              <a:rPr lang="en-US" altLang="en-US" sz="4200" dirty="0">
                <a:latin typeface="Tahoma" pitchFamily="34" charset="0"/>
              </a:rPr>
              <a:t>     </a:t>
            </a:r>
            <a:r>
              <a:rPr lang="en-US" altLang="en-US" sz="4200" dirty="0">
                <a:solidFill>
                  <a:srgbClr val="FF66CC"/>
                </a:solidFill>
                <a:latin typeface="Tahoma" pitchFamily="34" charset="0"/>
              </a:rPr>
              <a:t>Performing A Breast Self Exam</a:t>
            </a:r>
          </a:p>
        </p:txBody>
      </p:sp>
      <p:pic>
        <p:nvPicPr>
          <p:cNvPr id="33796" name="Picture 7" descr="breast-exam00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058025" y="1917700"/>
            <a:ext cx="1828800" cy="1741488"/>
          </a:xfrm>
          <a:noFill/>
          <a:extLst>
            <a:ext uri="{909E8E84-426E-40DD-AFC4-6F175D3DCCD1}">
              <a14:hiddenFill xmlns:a14="http://schemas.microsoft.com/office/drawing/2010/main">
                <a:solidFill>
                  <a:srgbClr val="FFFFFF"/>
                </a:solidFill>
              </a14:hiddenFill>
            </a:ext>
          </a:extLst>
        </p:spPr>
      </p:pic>
      <p:sp>
        <p:nvSpPr>
          <p:cNvPr id="19465" name="Text Box 9"/>
          <p:cNvSpPr txBox="1">
            <a:spLocks noChangeArrowheads="1"/>
          </p:cNvSpPr>
          <p:nvPr/>
        </p:nvSpPr>
        <p:spPr bwMode="auto">
          <a:xfrm>
            <a:off x="4724400" y="1524000"/>
            <a:ext cx="3962400" cy="366713"/>
          </a:xfrm>
          <a:prstGeom prst="rect">
            <a:avLst/>
          </a:prstGeom>
          <a:noFill/>
          <a:ln w="9525">
            <a:noFill/>
            <a:miter lim="800000"/>
            <a:headEnd/>
            <a:tailEnd/>
          </a:ln>
          <a:effectLst/>
        </p:spPr>
        <p:txBody>
          <a:bodyPr>
            <a:spAutoFit/>
          </a:bodyPr>
          <a:lstStyle/>
          <a:p>
            <a:pPr>
              <a:spcBef>
                <a:spcPct val="50000"/>
              </a:spcBef>
              <a:defRPr/>
            </a:pPr>
            <a:endParaRPr lang="en-US">
              <a:effectLst>
                <a:outerShdw blurRad="38100" dist="38100" dir="2700000" algn="tl">
                  <a:srgbClr val="000000"/>
                </a:outerShdw>
              </a:effectLst>
            </a:endParaRPr>
          </a:p>
        </p:txBody>
      </p:sp>
      <p:pic>
        <p:nvPicPr>
          <p:cNvPr id="33798"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48600" y="153988"/>
            <a:ext cx="1038225" cy="1349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3799"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153988"/>
            <a:ext cx="1036638" cy="1354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random/>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BDC5E-9494-E84D-94A9-5E9AAA18D0DD}"/>
              </a:ext>
            </a:extLst>
          </p:cNvPr>
          <p:cNvSpPr>
            <a:spLocks noGrp="1"/>
          </p:cNvSpPr>
          <p:nvPr>
            <p:ph type="title"/>
          </p:nvPr>
        </p:nvSpPr>
        <p:spPr/>
        <p:txBody>
          <a:bodyPr/>
          <a:lstStyle/>
          <a:p>
            <a:r>
              <a:rPr lang="en-US" dirty="0"/>
              <a:t>Female Reproductive System</a:t>
            </a:r>
          </a:p>
        </p:txBody>
      </p:sp>
      <p:sp>
        <p:nvSpPr>
          <p:cNvPr id="3" name="Content Placeholder 2">
            <a:extLst>
              <a:ext uri="{FF2B5EF4-FFF2-40B4-BE49-F238E27FC236}">
                <a16:creationId xmlns:a16="http://schemas.microsoft.com/office/drawing/2014/main" id="{E969809E-975B-004F-9BA8-562A7430428D}"/>
              </a:ext>
            </a:extLst>
          </p:cNvPr>
          <p:cNvSpPr>
            <a:spLocks noGrp="1"/>
          </p:cNvSpPr>
          <p:nvPr>
            <p:ph idx="1"/>
          </p:nvPr>
        </p:nvSpPr>
        <p:spPr/>
        <p:txBody>
          <a:bodyPr/>
          <a:lstStyle/>
          <a:p>
            <a:r>
              <a:rPr lang="en-US" dirty="0"/>
              <a:t>https://</a:t>
            </a:r>
            <a:r>
              <a:rPr lang="en-US" dirty="0" err="1"/>
              <a:t>www.youtube.com</a:t>
            </a:r>
            <a:r>
              <a:rPr lang="en-US" dirty="0"/>
              <a:t>/</a:t>
            </a:r>
            <a:r>
              <a:rPr lang="en-US" dirty="0" err="1"/>
              <a:t>watch?v</a:t>
            </a:r>
            <a:r>
              <a:rPr lang="en-US" dirty="0"/>
              <a:t>=</a:t>
            </a:r>
            <a:r>
              <a:rPr lang="en-US" dirty="0" err="1"/>
              <a:t>RFDatCchpus</a:t>
            </a:r>
            <a:endParaRPr lang="en-US" dirty="0"/>
          </a:p>
        </p:txBody>
      </p:sp>
    </p:spTree>
    <p:extLst>
      <p:ext uri="{BB962C8B-B14F-4D97-AF65-F5344CB8AC3E}">
        <p14:creationId xmlns:p14="http://schemas.microsoft.com/office/powerpoint/2010/main" val="123367336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88FF4-B6DE-1747-892C-81833F85F768}"/>
              </a:ext>
            </a:extLst>
          </p:cNvPr>
          <p:cNvSpPr>
            <a:spLocks noGrp="1"/>
          </p:cNvSpPr>
          <p:nvPr>
            <p:ph type="title"/>
          </p:nvPr>
        </p:nvSpPr>
        <p:spPr/>
        <p:txBody>
          <a:bodyPr/>
          <a:lstStyle/>
          <a:p>
            <a:r>
              <a:rPr lang="en-US" dirty="0"/>
              <a:t>Male Reproductive System</a:t>
            </a:r>
          </a:p>
        </p:txBody>
      </p:sp>
      <p:sp>
        <p:nvSpPr>
          <p:cNvPr id="3" name="Content Placeholder 2">
            <a:extLst>
              <a:ext uri="{FF2B5EF4-FFF2-40B4-BE49-F238E27FC236}">
                <a16:creationId xmlns:a16="http://schemas.microsoft.com/office/drawing/2014/main" id="{2C4D6983-C820-4B43-B6A5-101C7D2F4D3B}"/>
              </a:ext>
            </a:extLst>
          </p:cNvPr>
          <p:cNvSpPr>
            <a:spLocks noGrp="1"/>
          </p:cNvSpPr>
          <p:nvPr>
            <p:ph idx="1"/>
          </p:nvPr>
        </p:nvSpPr>
        <p:spPr/>
        <p:txBody>
          <a:bodyPr/>
          <a:lstStyle/>
          <a:p>
            <a:r>
              <a:rPr lang="en-US" dirty="0"/>
              <a:t>https://</a:t>
            </a:r>
            <a:r>
              <a:rPr lang="en-US" dirty="0" err="1"/>
              <a:t>www.youtube.com</a:t>
            </a:r>
            <a:r>
              <a:rPr lang="en-US" dirty="0"/>
              <a:t>/</a:t>
            </a:r>
            <a:r>
              <a:rPr lang="en-US" dirty="0" err="1"/>
              <a:t>watch?v</a:t>
            </a:r>
            <a:r>
              <a:rPr lang="en-US" dirty="0"/>
              <a:t>=-XQcnO4iX_U&amp;t=401s</a:t>
            </a:r>
          </a:p>
        </p:txBody>
      </p:sp>
    </p:spTree>
    <p:extLst>
      <p:ext uri="{BB962C8B-B14F-4D97-AF65-F5344CB8AC3E}">
        <p14:creationId xmlns:p14="http://schemas.microsoft.com/office/powerpoint/2010/main" val="14875932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xtured">
  <a:themeElements>
    <a:clrScheme name="Textured 5">
      <a:dk1>
        <a:srgbClr val="003366"/>
      </a:dk1>
      <a:lt1>
        <a:srgbClr val="FFFFFF"/>
      </a:lt1>
      <a:dk2>
        <a:srgbClr val="2B5481"/>
      </a:dk2>
      <a:lt2>
        <a:srgbClr val="E5FFFF"/>
      </a:lt2>
      <a:accent1>
        <a:srgbClr val="009999"/>
      </a:accent1>
      <a:accent2>
        <a:srgbClr val="336699"/>
      </a:accent2>
      <a:accent3>
        <a:srgbClr val="ACB3C1"/>
      </a:accent3>
      <a:accent4>
        <a:srgbClr val="DADADA"/>
      </a:accent4>
      <a:accent5>
        <a:srgbClr val="AACACA"/>
      </a:accent5>
      <a:accent6>
        <a:srgbClr val="2D5C8A"/>
      </a:accent6>
      <a:hlink>
        <a:srgbClr val="00CCFF"/>
      </a:hlink>
      <a:folHlink>
        <a:srgbClr val="FFCC00"/>
      </a:folHlink>
    </a:clrScheme>
    <a:fontScheme name="Textured">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Textured 1">
        <a:dk1>
          <a:srgbClr val="660000"/>
        </a:dk1>
        <a:lt1>
          <a:srgbClr val="FFFFFF"/>
        </a:lt1>
        <a:dk2>
          <a:srgbClr val="800000"/>
        </a:dk2>
        <a:lt2>
          <a:srgbClr val="FFFFCC"/>
        </a:lt2>
        <a:accent1>
          <a:srgbClr val="BE7960"/>
        </a:accent1>
        <a:accent2>
          <a:srgbClr val="CC6600"/>
        </a:accent2>
        <a:accent3>
          <a:srgbClr val="C0AAAA"/>
        </a:accent3>
        <a:accent4>
          <a:srgbClr val="DADADA"/>
        </a:accent4>
        <a:accent5>
          <a:srgbClr val="DBBEB6"/>
        </a:accent5>
        <a:accent6>
          <a:srgbClr val="B95C00"/>
        </a:accent6>
        <a:hlink>
          <a:srgbClr val="FFCC66"/>
        </a:hlink>
        <a:folHlink>
          <a:srgbClr val="CC3300"/>
        </a:folHlink>
      </a:clrScheme>
      <a:clrMap bg1="dk2" tx1="lt1" bg2="dk1" tx2="lt2" accent1="accent1" accent2="accent2" accent3="accent3" accent4="accent4" accent5="accent5" accent6="accent6" hlink="hlink" folHlink="folHlink"/>
    </a:extraClrScheme>
    <a:extraClrScheme>
      <a:clrScheme name="Textured 2">
        <a:dk1>
          <a:srgbClr val="003300"/>
        </a:dk1>
        <a:lt1>
          <a:srgbClr val="FFFFFF"/>
        </a:lt1>
        <a:dk2>
          <a:srgbClr val="4D6A2A"/>
        </a:dk2>
        <a:lt2>
          <a:srgbClr val="CCFF99"/>
        </a:lt2>
        <a:accent1>
          <a:srgbClr val="33CC33"/>
        </a:accent1>
        <a:accent2>
          <a:srgbClr val="46562A"/>
        </a:accent2>
        <a:accent3>
          <a:srgbClr val="B2B9AC"/>
        </a:accent3>
        <a:accent4>
          <a:srgbClr val="DADADA"/>
        </a:accent4>
        <a:accent5>
          <a:srgbClr val="ADE2AD"/>
        </a:accent5>
        <a:accent6>
          <a:srgbClr val="3F4D25"/>
        </a:accent6>
        <a:hlink>
          <a:srgbClr val="009999"/>
        </a:hlink>
        <a:folHlink>
          <a:srgbClr val="CCCC00"/>
        </a:folHlink>
      </a:clrScheme>
      <a:clrMap bg1="dk2" tx1="lt1" bg2="dk1" tx2="lt2" accent1="accent1" accent2="accent2" accent3="accent3" accent4="accent4" accent5="accent5" accent6="accent6" hlink="hlink" folHlink="folHlink"/>
    </a:extraClrScheme>
    <a:extraClrScheme>
      <a:clrScheme name="Textured 3">
        <a:dk1>
          <a:srgbClr val="4E4E74"/>
        </a:dk1>
        <a:lt1>
          <a:srgbClr val="FFFFFF"/>
        </a:lt1>
        <a:dk2>
          <a:srgbClr val="666699"/>
        </a:dk2>
        <a:lt2>
          <a:srgbClr val="FFFFCC"/>
        </a:lt2>
        <a:accent1>
          <a:srgbClr val="5E5884"/>
        </a:accent1>
        <a:accent2>
          <a:srgbClr val="8AB29D"/>
        </a:accent2>
        <a:accent3>
          <a:srgbClr val="B8B8CA"/>
        </a:accent3>
        <a:accent4>
          <a:srgbClr val="DADADA"/>
        </a:accent4>
        <a:accent5>
          <a:srgbClr val="B6B4C2"/>
        </a:accent5>
        <a:accent6>
          <a:srgbClr val="7DA18E"/>
        </a:accent6>
        <a:hlink>
          <a:srgbClr val="FFFF99"/>
        </a:hlink>
        <a:folHlink>
          <a:srgbClr val="FFCC00"/>
        </a:folHlink>
      </a:clrScheme>
      <a:clrMap bg1="dk2" tx1="lt1" bg2="dk1" tx2="lt2" accent1="accent1" accent2="accent2" accent3="accent3" accent4="accent4" accent5="accent5" accent6="accent6" hlink="hlink" folHlink="folHlink"/>
    </a:extraClrScheme>
    <a:extraClrScheme>
      <a:clrScheme name="Textured 4">
        <a:dk1>
          <a:srgbClr val="004E4C"/>
        </a:dk1>
        <a:lt1>
          <a:srgbClr val="FFFFFF"/>
        </a:lt1>
        <a:dk2>
          <a:srgbClr val="006666"/>
        </a:dk2>
        <a:lt2>
          <a:srgbClr val="FFFFCC"/>
        </a:lt2>
        <a:accent1>
          <a:srgbClr val="FFCC00"/>
        </a:accent1>
        <a:accent2>
          <a:srgbClr val="00B0AC"/>
        </a:accent2>
        <a:accent3>
          <a:srgbClr val="AAB8B8"/>
        </a:accent3>
        <a:accent4>
          <a:srgbClr val="DADADA"/>
        </a:accent4>
        <a:accent5>
          <a:srgbClr val="FFE2AA"/>
        </a:accent5>
        <a:accent6>
          <a:srgbClr val="009F9B"/>
        </a:accent6>
        <a:hlink>
          <a:srgbClr val="BA7C3E"/>
        </a:hlink>
        <a:folHlink>
          <a:srgbClr val="724C00"/>
        </a:folHlink>
      </a:clrScheme>
      <a:clrMap bg1="dk2" tx1="lt1" bg2="dk1" tx2="lt2" accent1="accent1" accent2="accent2" accent3="accent3" accent4="accent4" accent5="accent5" accent6="accent6" hlink="hlink" folHlink="folHlink"/>
    </a:extraClrScheme>
    <a:extraClrScheme>
      <a:clrScheme name="Textured 5">
        <a:dk1>
          <a:srgbClr val="003366"/>
        </a:dk1>
        <a:lt1>
          <a:srgbClr val="FFFFFF"/>
        </a:lt1>
        <a:dk2>
          <a:srgbClr val="2B5481"/>
        </a:dk2>
        <a:lt2>
          <a:srgbClr val="E5FFFF"/>
        </a:lt2>
        <a:accent1>
          <a:srgbClr val="009999"/>
        </a:accent1>
        <a:accent2>
          <a:srgbClr val="336699"/>
        </a:accent2>
        <a:accent3>
          <a:srgbClr val="ACB3C1"/>
        </a:accent3>
        <a:accent4>
          <a:srgbClr val="DADADA"/>
        </a:accent4>
        <a:accent5>
          <a:srgbClr val="AACACA"/>
        </a:accent5>
        <a:accent6>
          <a:srgbClr val="2D5C8A"/>
        </a:accent6>
        <a:hlink>
          <a:srgbClr val="00CCFF"/>
        </a:hlink>
        <a:folHlink>
          <a:srgbClr val="FFCC00"/>
        </a:folHlink>
      </a:clrScheme>
      <a:clrMap bg1="dk2" tx1="lt1" bg2="dk1" tx2="lt2" accent1="accent1" accent2="accent2" accent3="accent3" accent4="accent4" accent5="accent5" accent6="accent6" hlink="hlink" folHlink="folHlink"/>
    </a:extraClrScheme>
    <a:extraClrScheme>
      <a:clrScheme name="Textured 6">
        <a:dk1>
          <a:srgbClr val="080808"/>
        </a:dk1>
        <a:lt1>
          <a:srgbClr val="FFFFFF"/>
        </a:lt1>
        <a:dk2>
          <a:srgbClr val="4D4D4D"/>
        </a:dk2>
        <a:lt2>
          <a:srgbClr val="FFFFFF"/>
        </a:lt2>
        <a:accent1>
          <a:srgbClr val="666699"/>
        </a:accent1>
        <a:accent2>
          <a:srgbClr val="3366CC"/>
        </a:accent2>
        <a:accent3>
          <a:srgbClr val="B2B2B2"/>
        </a:accent3>
        <a:accent4>
          <a:srgbClr val="DADADA"/>
        </a:accent4>
        <a:accent5>
          <a:srgbClr val="B8B8CA"/>
        </a:accent5>
        <a:accent6>
          <a:srgbClr val="2D5CB9"/>
        </a:accent6>
        <a:hlink>
          <a:srgbClr val="00CCFF"/>
        </a:hlink>
        <a:folHlink>
          <a:srgbClr val="CCCCFF"/>
        </a:folHlink>
      </a:clrScheme>
      <a:clrMap bg1="dk2" tx1="lt1" bg2="dk1" tx2="lt2" accent1="accent1" accent2="accent2" accent3="accent3" accent4="accent4" accent5="accent5" accent6="accent6" hlink="hlink" folHlink="folHlink"/>
    </a:extraClrScheme>
    <a:extraClrScheme>
      <a:clrScheme name="Textured 7">
        <a:dk1>
          <a:srgbClr val="000000"/>
        </a:dk1>
        <a:lt1>
          <a:srgbClr val="DBDAC2"/>
        </a:lt1>
        <a:dk2>
          <a:srgbClr val="827F4C"/>
        </a:dk2>
        <a:lt2>
          <a:srgbClr val="C0BC94"/>
        </a:lt2>
        <a:accent1>
          <a:srgbClr val="AAA578"/>
        </a:accent1>
        <a:accent2>
          <a:srgbClr val="A2A4AC"/>
        </a:accent2>
        <a:accent3>
          <a:srgbClr val="EAEADD"/>
        </a:accent3>
        <a:accent4>
          <a:srgbClr val="000000"/>
        </a:accent4>
        <a:accent5>
          <a:srgbClr val="D2CFBE"/>
        </a:accent5>
        <a:accent6>
          <a:srgbClr val="92949B"/>
        </a:accent6>
        <a:hlink>
          <a:srgbClr val="5B8800"/>
        </a:hlink>
        <a:folHlink>
          <a:srgbClr val="686532"/>
        </a:folHlink>
      </a:clrScheme>
      <a:clrMap bg1="lt1" tx1="dk1" bg2="lt2" tx2="dk2" accent1="accent1" accent2="accent2" accent3="accent3" accent4="accent4" accent5="accent5" accent6="accent6" hlink="hlink" folHlink="folHlink"/>
    </a:extraClrScheme>
    <a:extraClrScheme>
      <a:clrScheme name="Textured 8">
        <a:dk1>
          <a:srgbClr val="000000"/>
        </a:dk1>
        <a:lt1>
          <a:srgbClr val="DCE8F4"/>
        </a:lt1>
        <a:dk2>
          <a:srgbClr val="7B9CB5"/>
        </a:dk2>
        <a:lt2>
          <a:srgbClr val="969696"/>
        </a:lt2>
        <a:accent1>
          <a:srgbClr val="FFFFFF"/>
        </a:accent1>
        <a:accent2>
          <a:srgbClr val="00BAB6"/>
        </a:accent2>
        <a:accent3>
          <a:srgbClr val="EBF2F8"/>
        </a:accent3>
        <a:accent4>
          <a:srgbClr val="000000"/>
        </a:accent4>
        <a:accent5>
          <a:srgbClr val="FFFFFF"/>
        </a:accent5>
        <a:accent6>
          <a:srgbClr val="00A8A5"/>
        </a:accent6>
        <a:hlink>
          <a:srgbClr val="8A8AD8"/>
        </a:hlink>
        <a:folHlink>
          <a:srgbClr val="24249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4907</TotalTime>
  <Words>2501</Words>
  <Application>Microsoft Office PowerPoint</Application>
  <PresentationFormat>On-screen Show (4:3)</PresentationFormat>
  <Paragraphs>338</Paragraphs>
  <Slides>64</Slides>
  <Notes>27</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64</vt:i4>
      </vt:variant>
    </vt:vector>
  </HeadingPairs>
  <TitlesOfParts>
    <vt:vector size="77" baseType="lpstr">
      <vt:lpstr>arial</vt:lpstr>
      <vt:lpstr>arial</vt:lpstr>
      <vt:lpstr>Arial Black</vt:lpstr>
      <vt:lpstr>Calibri</vt:lpstr>
      <vt:lpstr>Calibri Light</vt:lpstr>
      <vt:lpstr>Impact</vt:lpstr>
      <vt:lpstr>Lucida Handwriting</vt:lpstr>
      <vt:lpstr>Segoe Print</vt:lpstr>
      <vt:lpstr>Tahoma</vt:lpstr>
      <vt:lpstr>Times New Roman</vt:lpstr>
      <vt:lpstr>Wingdings</vt:lpstr>
      <vt:lpstr>Office Theme</vt:lpstr>
      <vt:lpstr>Textured</vt:lpstr>
      <vt:lpstr>The Body’s Reproductive System</vt:lpstr>
      <vt:lpstr>Learning Outcomes </vt:lpstr>
      <vt:lpstr>The function of the reproductive system</vt:lpstr>
      <vt:lpstr>The male reproductive system</vt:lpstr>
      <vt:lpstr> Male Reproductive System</vt:lpstr>
      <vt:lpstr>      Male Reproductive System</vt:lpstr>
      <vt:lpstr>PowerPoint Presentation</vt:lpstr>
      <vt:lpstr>         Male Reproductive System</vt:lpstr>
      <vt:lpstr>PowerPoint Presentation</vt:lpstr>
      <vt:lpstr>PowerPoint Presentation</vt:lpstr>
      <vt:lpstr>Scrotum </vt:lpstr>
      <vt:lpstr>Testicles or Testes</vt:lpstr>
      <vt:lpstr>Testoterone</vt:lpstr>
      <vt:lpstr>Sperm </vt:lpstr>
      <vt:lpstr>Epididymis</vt:lpstr>
      <vt:lpstr>Cowpers Gland</vt:lpstr>
      <vt:lpstr>Vas Deferens</vt:lpstr>
      <vt:lpstr>Seminal Vesicles </vt:lpstr>
      <vt:lpstr>Prostate Gland </vt:lpstr>
      <vt:lpstr>Urethra</vt:lpstr>
      <vt:lpstr>Penis</vt:lpstr>
      <vt:lpstr>SEMEN:</vt:lpstr>
      <vt:lpstr>EJACULATION</vt:lpstr>
      <vt:lpstr>TIME LINE: </vt:lpstr>
      <vt:lpstr>PowerPoint Presentation</vt:lpstr>
      <vt:lpstr>   Testicular Torsion </vt:lpstr>
      <vt:lpstr>Testicular Torsion</vt:lpstr>
      <vt:lpstr>    Prostate Cancer</vt:lpstr>
      <vt:lpstr>    Testicular Cancer </vt:lpstr>
      <vt:lpstr>   Performing Testicular Self-Exams</vt:lpstr>
      <vt:lpstr>    Impotence </vt:lpstr>
      <vt:lpstr>Cause of Impotence</vt:lpstr>
      <vt:lpstr>Inguinal Hernia</vt:lpstr>
      <vt:lpstr>YouTube</vt:lpstr>
      <vt:lpstr>Female Reproductive system</vt:lpstr>
      <vt:lpstr>Learning Outcomes </vt:lpstr>
      <vt:lpstr>The female reproductive system</vt:lpstr>
      <vt:lpstr>Female Reproductive System</vt:lpstr>
      <vt:lpstr>External Organs</vt:lpstr>
      <vt:lpstr>Female Reproductive System</vt:lpstr>
      <vt:lpstr>Ovary (Ovaries)</vt:lpstr>
      <vt:lpstr>Ova </vt:lpstr>
      <vt:lpstr>Estrogen </vt:lpstr>
      <vt:lpstr>Progesterone</vt:lpstr>
      <vt:lpstr>Ovulation</vt:lpstr>
      <vt:lpstr>FALLOPIAN TUBES (oviducts)</vt:lpstr>
      <vt:lpstr>Uterus</vt:lpstr>
      <vt:lpstr>Cervix</vt:lpstr>
      <vt:lpstr>Vagina</vt:lpstr>
      <vt:lpstr>Urethra </vt:lpstr>
      <vt:lpstr>Clitoris</vt:lpstr>
      <vt:lpstr>Woman’s Cycle</vt:lpstr>
      <vt:lpstr>TIME LINE: </vt:lpstr>
      <vt:lpstr>Internal Female Reproductive Organs</vt:lpstr>
      <vt:lpstr>Female Reproductive Systems Disorders</vt:lpstr>
      <vt:lpstr>PowerPoint Presentation</vt:lpstr>
      <vt:lpstr>PowerPoint Presentation</vt:lpstr>
      <vt:lpstr>PowerPoint Presentation</vt:lpstr>
      <vt:lpstr>PowerPoint Presentation</vt:lpstr>
      <vt:lpstr>PowerPoint Presentation</vt:lpstr>
      <vt:lpstr>   The Facts About Breast Cancer</vt:lpstr>
      <vt:lpstr>     Performing A Breast Self Exam</vt:lpstr>
      <vt:lpstr>Female Reproductive System</vt:lpstr>
      <vt:lpstr>Male Reproductive System</vt:lpstr>
    </vt:vector>
  </TitlesOfParts>
  <Company>University of Florida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Reproductive Systems PowerPoint</dc:title>
  <dc:subject>Chapter 19 Lessons 1 and 2 From Generations to Generations</dc:subject>
  <dc:creator>Presentors: Mona-Lee Brown, Melissa Griffin, Brittany Lange, Cristina Marcelo and Taryn Rivera</dc:creator>
  <cp:lastModifiedBy>michael simeoni</cp:lastModifiedBy>
  <cp:revision>211</cp:revision>
  <cp:lastPrinted>2016-03-12T01:22:02Z</cp:lastPrinted>
  <dcterms:created xsi:type="dcterms:W3CDTF">2007-02-01T01:46:02Z</dcterms:created>
  <dcterms:modified xsi:type="dcterms:W3CDTF">2022-07-21T06:19:30Z</dcterms:modified>
</cp:coreProperties>
</file>