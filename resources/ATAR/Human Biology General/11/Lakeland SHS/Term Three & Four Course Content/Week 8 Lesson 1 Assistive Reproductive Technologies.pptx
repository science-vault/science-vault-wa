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7" r:id="rId2"/>
    <p:sldId id="262" r:id="rId3"/>
    <p:sldId id="258" r:id="rId4"/>
    <p:sldId id="259" r:id="rId5"/>
    <p:sldId id="304" r:id="rId6"/>
    <p:sldId id="292" r:id="rId7"/>
    <p:sldId id="260" r:id="rId8"/>
    <p:sldId id="302" r:id="rId9"/>
    <p:sldId id="301" r:id="rId10"/>
    <p:sldId id="299" r:id="rId11"/>
    <p:sldId id="300" r:id="rId12"/>
    <p:sldId id="298" r:id="rId13"/>
    <p:sldId id="297" r:id="rId14"/>
    <p:sldId id="296" r:id="rId15"/>
    <p:sldId id="294" r:id="rId16"/>
    <p:sldId id="257" r:id="rId17"/>
    <p:sldId id="295" r:id="rId18"/>
    <p:sldId id="309" r:id="rId19"/>
    <p:sldId id="305" r:id="rId20"/>
    <p:sldId id="306" r:id="rId21"/>
    <p:sldId id="307" r:id="rId22"/>
  </p:sldIdLst>
  <p:sldSz cx="12192000" cy="6858000"/>
  <p:notesSz cx="9296400" cy="7010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949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C4A5F1D-3E4B-4F28-B1A4-C69B329E9C83}" v="17" dt="2022-10-24T11:51:26.43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100" d="100"/>
          <a:sy n="100" d="100"/>
        </p:scale>
        <p:origin x="990" y="3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chael simeoni" userId="506f25aaf3d2b85d" providerId="LiveId" clId="{5C4A5F1D-3E4B-4F28-B1A4-C69B329E9C83}"/>
    <pc:docChg chg="undo custSel modSld">
      <pc:chgData name="michael simeoni" userId="506f25aaf3d2b85d" providerId="LiveId" clId="{5C4A5F1D-3E4B-4F28-B1A4-C69B329E9C83}" dt="2022-10-24T11:48:01.171" v="67" actId="1076"/>
      <pc:docMkLst>
        <pc:docMk/>
      </pc:docMkLst>
      <pc:sldChg chg="modSp mod">
        <pc:chgData name="michael simeoni" userId="506f25aaf3d2b85d" providerId="LiveId" clId="{5C4A5F1D-3E4B-4F28-B1A4-C69B329E9C83}" dt="2022-10-24T11:48:01.171" v="67" actId="1076"/>
        <pc:sldMkLst>
          <pc:docMk/>
          <pc:sldMk cId="3637334304" sldId="257"/>
        </pc:sldMkLst>
        <pc:spChg chg="mod">
          <ac:chgData name="michael simeoni" userId="506f25aaf3d2b85d" providerId="LiveId" clId="{5C4A5F1D-3E4B-4F28-B1A4-C69B329E9C83}" dt="2022-09-04T03:00:27.903" v="45" actId="255"/>
          <ac:spMkLst>
            <pc:docMk/>
            <pc:sldMk cId="3637334304" sldId="257"/>
            <ac:spMk id="2" creationId="{AC178E89-D51A-4DD7-A894-119F069665A1}"/>
          </ac:spMkLst>
        </pc:spChg>
        <pc:picChg chg="mod">
          <ac:chgData name="michael simeoni" userId="506f25aaf3d2b85d" providerId="LiveId" clId="{5C4A5F1D-3E4B-4F28-B1A4-C69B329E9C83}" dt="2022-10-24T11:48:01.171" v="67" actId="1076"/>
          <ac:picMkLst>
            <pc:docMk/>
            <pc:sldMk cId="3637334304" sldId="257"/>
            <ac:picMk id="5" creationId="{1E5464F8-C698-4D4D-B31B-A34BC8FD0FFF}"/>
          </ac:picMkLst>
        </pc:picChg>
        <pc:picChg chg="mod">
          <ac:chgData name="michael simeoni" userId="506f25aaf3d2b85d" providerId="LiveId" clId="{5C4A5F1D-3E4B-4F28-B1A4-C69B329E9C83}" dt="2022-09-04T02:57:19.428" v="4" actId="14100"/>
          <ac:picMkLst>
            <pc:docMk/>
            <pc:sldMk cId="3637334304" sldId="257"/>
            <ac:picMk id="6" creationId="{D36F3439-1FA9-452C-8462-E5AF22FDFA17}"/>
          </ac:picMkLst>
        </pc:picChg>
        <pc:picChg chg="mod">
          <ac:chgData name="michael simeoni" userId="506f25aaf3d2b85d" providerId="LiveId" clId="{5C4A5F1D-3E4B-4F28-B1A4-C69B329E9C83}" dt="2022-09-04T03:00:02.205" v="43" actId="1076"/>
          <ac:picMkLst>
            <pc:docMk/>
            <pc:sldMk cId="3637334304" sldId="257"/>
            <ac:picMk id="9" creationId="{42C7E8EC-2405-4705-BF1F-252C21A98D38}"/>
          </ac:picMkLst>
        </pc:picChg>
      </pc:sldChg>
      <pc:sldChg chg="modSp mod">
        <pc:chgData name="michael simeoni" userId="506f25aaf3d2b85d" providerId="LiveId" clId="{5C4A5F1D-3E4B-4F28-B1A4-C69B329E9C83}" dt="2022-09-04T03:03:00.295" v="61" actId="255"/>
        <pc:sldMkLst>
          <pc:docMk/>
          <pc:sldMk cId="3080384051" sldId="296"/>
        </pc:sldMkLst>
        <pc:spChg chg="mod">
          <ac:chgData name="michael simeoni" userId="506f25aaf3d2b85d" providerId="LiveId" clId="{5C4A5F1D-3E4B-4F28-B1A4-C69B329E9C83}" dt="2022-09-04T03:03:00.295" v="61" actId="255"/>
          <ac:spMkLst>
            <pc:docMk/>
            <pc:sldMk cId="3080384051" sldId="296"/>
            <ac:spMk id="3" creationId="{F96C3A19-91ED-4A4F-B6A6-9D12CD51CFEA}"/>
          </ac:spMkLst>
        </pc:spChg>
      </pc:sldChg>
      <pc:sldChg chg="modSp mod">
        <pc:chgData name="michael simeoni" userId="506f25aaf3d2b85d" providerId="LiveId" clId="{5C4A5F1D-3E4B-4F28-B1A4-C69B329E9C83}" dt="2022-09-06T01:50:29.503" v="65" actId="20577"/>
        <pc:sldMkLst>
          <pc:docMk/>
          <pc:sldMk cId="3851891167" sldId="298"/>
        </pc:sldMkLst>
        <pc:graphicFrameChg chg="modGraphic">
          <ac:chgData name="michael simeoni" userId="506f25aaf3d2b85d" providerId="LiveId" clId="{5C4A5F1D-3E4B-4F28-B1A4-C69B329E9C83}" dt="2022-09-06T01:50:29.503" v="65" actId="20577"/>
          <ac:graphicFrameMkLst>
            <pc:docMk/>
            <pc:sldMk cId="3851891167" sldId="298"/>
            <ac:graphicFrameMk id="4" creationId="{CD9E0608-E745-4AA8-AB55-BFB13D45E0F4}"/>
          </ac:graphicFrameMkLst>
        </pc:graphicFrameChg>
      </pc:sldChg>
      <pc:sldChg chg="modSp mod">
        <pc:chgData name="michael simeoni" userId="506f25aaf3d2b85d" providerId="LiveId" clId="{5C4A5F1D-3E4B-4F28-B1A4-C69B329E9C83}" dt="2022-09-04T02:55:44.397" v="1" actId="1076"/>
        <pc:sldMkLst>
          <pc:docMk/>
          <pc:sldMk cId="3145178359" sldId="299"/>
        </pc:sldMkLst>
        <pc:spChg chg="mod">
          <ac:chgData name="michael simeoni" userId="506f25aaf3d2b85d" providerId="LiveId" clId="{5C4A5F1D-3E4B-4F28-B1A4-C69B329E9C83}" dt="2022-09-04T02:55:41.387" v="0" actId="1076"/>
          <ac:spMkLst>
            <pc:docMk/>
            <pc:sldMk cId="3145178359" sldId="299"/>
            <ac:spMk id="21" creationId="{5FE55CE3-F92D-4755-996A-608FD165EC25}"/>
          </ac:spMkLst>
        </pc:spChg>
        <pc:picChg chg="mod">
          <ac:chgData name="michael simeoni" userId="506f25aaf3d2b85d" providerId="LiveId" clId="{5C4A5F1D-3E4B-4F28-B1A4-C69B329E9C83}" dt="2022-09-04T02:55:44.397" v="1" actId="1076"/>
          <ac:picMkLst>
            <pc:docMk/>
            <pc:sldMk cId="3145178359" sldId="299"/>
            <ac:picMk id="16" creationId="{0632E862-BA3D-42C7-AD76-1A4EA26CFCDF}"/>
          </ac:picMkLst>
        </pc:picChg>
      </pc:sldChg>
      <pc:sldChg chg="modSp mod modAnim">
        <pc:chgData name="michael simeoni" userId="506f25aaf3d2b85d" providerId="LiveId" clId="{5C4A5F1D-3E4B-4F28-B1A4-C69B329E9C83}" dt="2022-09-04T03:02:24.291" v="60"/>
        <pc:sldMkLst>
          <pc:docMk/>
          <pc:sldMk cId="1379906900" sldId="301"/>
        </pc:sldMkLst>
        <pc:spChg chg="mod">
          <ac:chgData name="michael simeoni" userId="506f25aaf3d2b85d" providerId="LiveId" clId="{5C4A5F1D-3E4B-4F28-B1A4-C69B329E9C83}" dt="2022-09-04T03:01:26.321" v="50" actId="1076"/>
          <ac:spMkLst>
            <pc:docMk/>
            <pc:sldMk cId="1379906900" sldId="301"/>
            <ac:spMk id="3" creationId="{63FD64D3-0E36-4C53-9304-81572AA593AE}"/>
          </ac:spMkLst>
        </pc:spChg>
        <pc:picChg chg="mod">
          <ac:chgData name="michael simeoni" userId="506f25aaf3d2b85d" providerId="LiveId" clId="{5C4A5F1D-3E4B-4F28-B1A4-C69B329E9C83}" dt="2022-09-04T03:01:13.088" v="46" actId="1076"/>
          <ac:picMkLst>
            <pc:docMk/>
            <pc:sldMk cId="1379906900" sldId="301"/>
            <ac:picMk id="5" creationId="{1C194243-0935-429C-ADB1-F6599506345A}"/>
          </ac:picMkLst>
        </pc:picChg>
      </pc:sldChg>
      <pc:sldChg chg="modSp mod">
        <pc:chgData name="michael simeoni" userId="506f25aaf3d2b85d" providerId="LiveId" clId="{5C4A5F1D-3E4B-4F28-B1A4-C69B329E9C83}" dt="2022-09-04T02:59:12.797" v="36" actId="1076"/>
        <pc:sldMkLst>
          <pc:docMk/>
          <pc:sldMk cId="2693246747" sldId="305"/>
        </pc:sldMkLst>
        <pc:spChg chg="mod">
          <ac:chgData name="michael simeoni" userId="506f25aaf3d2b85d" providerId="LiveId" clId="{5C4A5F1D-3E4B-4F28-B1A4-C69B329E9C83}" dt="2022-09-04T02:59:12.797" v="36" actId="1076"/>
          <ac:spMkLst>
            <pc:docMk/>
            <pc:sldMk cId="2693246747" sldId="305"/>
            <ac:spMk id="14" creationId="{B66367D4-5293-4053-B084-81AB8EF18138}"/>
          </ac:spMkLst>
        </pc:spChg>
      </pc:sldChg>
      <pc:sldChg chg="modSp mod">
        <pc:chgData name="michael simeoni" userId="506f25aaf3d2b85d" providerId="LiveId" clId="{5C4A5F1D-3E4B-4F28-B1A4-C69B329E9C83}" dt="2022-09-04T02:58:15.571" v="20" actId="1076"/>
        <pc:sldMkLst>
          <pc:docMk/>
          <pc:sldMk cId="534882230" sldId="306"/>
        </pc:sldMkLst>
        <pc:spChg chg="mod">
          <ac:chgData name="michael simeoni" userId="506f25aaf3d2b85d" providerId="LiveId" clId="{5C4A5F1D-3E4B-4F28-B1A4-C69B329E9C83}" dt="2022-09-04T02:58:15.571" v="20" actId="1076"/>
          <ac:spMkLst>
            <pc:docMk/>
            <pc:sldMk cId="534882230" sldId="306"/>
            <ac:spMk id="14" creationId="{B66367D4-5293-4053-B084-81AB8EF18138}"/>
          </ac:spMkLst>
        </pc:spChg>
      </pc:sldChg>
      <pc:sldChg chg="modSp mod">
        <pc:chgData name="michael simeoni" userId="506f25aaf3d2b85d" providerId="LiveId" clId="{5C4A5F1D-3E4B-4F28-B1A4-C69B329E9C83}" dt="2022-09-04T02:58:37.129" v="26" actId="14100"/>
        <pc:sldMkLst>
          <pc:docMk/>
          <pc:sldMk cId="3419657663" sldId="307"/>
        </pc:sldMkLst>
        <pc:spChg chg="mod">
          <ac:chgData name="michael simeoni" userId="506f25aaf3d2b85d" providerId="LiveId" clId="{5C4A5F1D-3E4B-4F28-B1A4-C69B329E9C83}" dt="2022-09-04T02:58:37.129" v="26" actId="14100"/>
          <ac:spMkLst>
            <pc:docMk/>
            <pc:sldMk cId="3419657663" sldId="307"/>
            <ac:spMk id="14" creationId="{B66367D4-5293-4053-B084-81AB8EF18138}"/>
          </ac:spMkLst>
        </pc:spChg>
      </pc:sldChg>
      <pc:sldChg chg="modSp mod">
        <pc:chgData name="michael simeoni" userId="506f25aaf3d2b85d" providerId="LiveId" clId="{5C4A5F1D-3E4B-4F28-B1A4-C69B329E9C83}" dt="2022-09-04T02:59:33.165" v="38" actId="14100"/>
        <pc:sldMkLst>
          <pc:docMk/>
          <pc:sldMk cId="4075402510" sldId="309"/>
        </pc:sldMkLst>
        <pc:spChg chg="mod">
          <ac:chgData name="michael simeoni" userId="506f25aaf3d2b85d" providerId="LiveId" clId="{5C4A5F1D-3E4B-4F28-B1A4-C69B329E9C83}" dt="2022-09-04T02:59:33.165" v="38" actId="14100"/>
          <ac:spMkLst>
            <pc:docMk/>
            <pc:sldMk cId="4075402510" sldId="309"/>
            <ac:spMk id="17" creationId="{289A4C0E-3165-4E77-BD10-C135A043522D}"/>
          </ac:spMkLst>
        </pc:spChg>
      </pc:sldChg>
    </pc:docChg>
  </pc:docChgLst>
  <pc:docChgLst>
    <pc:chgData name="michael simeoni" userId="506f25aaf3d2b85d" providerId="LiveId" clId="{36AF0EA3-D733-4040-8572-387A8884238A}"/>
    <pc:docChg chg="modSld">
      <pc:chgData name="michael simeoni" userId="506f25aaf3d2b85d" providerId="LiveId" clId="{36AF0EA3-D733-4040-8572-387A8884238A}" dt="2022-09-04T02:52:18.156" v="2" actId="1076"/>
      <pc:docMkLst>
        <pc:docMk/>
      </pc:docMkLst>
      <pc:sldChg chg="modSp mod">
        <pc:chgData name="michael simeoni" userId="506f25aaf3d2b85d" providerId="LiveId" clId="{36AF0EA3-D733-4040-8572-387A8884238A}" dt="2022-09-04T02:43:21.080" v="1" actId="1076"/>
        <pc:sldMkLst>
          <pc:docMk/>
          <pc:sldMk cId="701375367" sldId="295"/>
        </pc:sldMkLst>
        <pc:spChg chg="mod">
          <ac:chgData name="michael simeoni" userId="506f25aaf3d2b85d" providerId="LiveId" clId="{36AF0EA3-D733-4040-8572-387A8884238A}" dt="2022-09-04T02:43:21.080" v="1" actId="1076"/>
          <ac:spMkLst>
            <pc:docMk/>
            <pc:sldMk cId="701375367" sldId="295"/>
            <ac:spMk id="18" creationId="{D6FDDA28-891F-4036-839A-30B6A513A6E1}"/>
          </ac:spMkLst>
        </pc:spChg>
      </pc:sldChg>
      <pc:sldChg chg="modSp mod">
        <pc:chgData name="michael simeoni" userId="506f25aaf3d2b85d" providerId="LiveId" clId="{36AF0EA3-D733-4040-8572-387A8884238A}" dt="2022-09-04T02:52:18.156" v="2" actId="1076"/>
        <pc:sldMkLst>
          <pc:docMk/>
          <pc:sldMk cId="3851891167" sldId="298"/>
        </pc:sldMkLst>
        <pc:spChg chg="mod">
          <ac:chgData name="michael simeoni" userId="506f25aaf3d2b85d" providerId="LiveId" clId="{36AF0EA3-D733-4040-8572-387A8884238A}" dt="2022-09-04T02:52:18.156" v="2" actId="1076"/>
          <ac:spMkLst>
            <pc:docMk/>
            <pc:sldMk cId="3851891167" sldId="298"/>
            <ac:spMk id="3" creationId="{2B0D526E-77ED-4E9D-9DE5-75CA389C3C14}"/>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AB0825-2AE5-4D9D-BB62-C93A193C9B7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FF6CAE10-E98F-4669-8CEE-038DF5FFA47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9B9CF91C-AA41-40E1-9637-663671CB92F4}"/>
              </a:ext>
            </a:extLst>
          </p:cNvPr>
          <p:cNvSpPr>
            <a:spLocks noGrp="1"/>
          </p:cNvSpPr>
          <p:nvPr>
            <p:ph type="dt" sz="half" idx="10"/>
          </p:nvPr>
        </p:nvSpPr>
        <p:spPr/>
        <p:txBody>
          <a:bodyPr/>
          <a:lstStyle/>
          <a:p>
            <a:fld id="{B449B9DA-5FB3-4492-B18B-D382EA623D89}" type="datetimeFigureOut">
              <a:rPr lang="en-AU" smtClean="0"/>
              <a:t>24/10/2022</a:t>
            </a:fld>
            <a:endParaRPr lang="en-AU"/>
          </a:p>
        </p:txBody>
      </p:sp>
      <p:sp>
        <p:nvSpPr>
          <p:cNvPr id="5" name="Footer Placeholder 4">
            <a:extLst>
              <a:ext uri="{FF2B5EF4-FFF2-40B4-BE49-F238E27FC236}">
                <a16:creationId xmlns:a16="http://schemas.microsoft.com/office/drawing/2014/main" id="{790D79A6-53CF-48D0-A29B-32AF0672EC33}"/>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F2656EC8-3F2C-4621-AEED-11FCF80C6C9B}"/>
              </a:ext>
            </a:extLst>
          </p:cNvPr>
          <p:cNvSpPr>
            <a:spLocks noGrp="1"/>
          </p:cNvSpPr>
          <p:nvPr>
            <p:ph type="sldNum" sz="quarter" idx="12"/>
          </p:nvPr>
        </p:nvSpPr>
        <p:spPr/>
        <p:txBody>
          <a:bodyPr/>
          <a:lstStyle/>
          <a:p>
            <a:fld id="{806878F6-E875-4E43-9039-6D17DC32CA96}" type="slidenum">
              <a:rPr lang="en-AU" smtClean="0"/>
              <a:t>‹#›</a:t>
            </a:fld>
            <a:endParaRPr lang="en-AU"/>
          </a:p>
        </p:txBody>
      </p:sp>
    </p:spTree>
    <p:extLst>
      <p:ext uri="{BB962C8B-B14F-4D97-AF65-F5344CB8AC3E}">
        <p14:creationId xmlns:p14="http://schemas.microsoft.com/office/powerpoint/2010/main" val="36445529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B4BB6-0C65-428F-834E-AAA9AB925C41}"/>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60D014DC-708F-4902-B5CC-E7B3EA0CE2A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C87EE8E6-34B9-4068-883E-5FD152B7BDA3}"/>
              </a:ext>
            </a:extLst>
          </p:cNvPr>
          <p:cNvSpPr>
            <a:spLocks noGrp="1"/>
          </p:cNvSpPr>
          <p:nvPr>
            <p:ph type="dt" sz="half" idx="10"/>
          </p:nvPr>
        </p:nvSpPr>
        <p:spPr/>
        <p:txBody>
          <a:bodyPr/>
          <a:lstStyle/>
          <a:p>
            <a:fld id="{B449B9DA-5FB3-4492-B18B-D382EA623D89}" type="datetimeFigureOut">
              <a:rPr lang="en-AU" smtClean="0"/>
              <a:t>24/10/2022</a:t>
            </a:fld>
            <a:endParaRPr lang="en-AU"/>
          </a:p>
        </p:txBody>
      </p:sp>
      <p:sp>
        <p:nvSpPr>
          <p:cNvPr id="5" name="Footer Placeholder 4">
            <a:extLst>
              <a:ext uri="{FF2B5EF4-FFF2-40B4-BE49-F238E27FC236}">
                <a16:creationId xmlns:a16="http://schemas.microsoft.com/office/drawing/2014/main" id="{53CE7525-F3F1-4094-A80D-695AD83D13A7}"/>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6CE33175-CD1F-46AB-AA9A-00CF6E23CEE8}"/>
              </a:ext>
            </a:extLst>
          </p:cNvPr>
          <p:cNvSpPr>
            <a:spLocks noGrp="1"/>
          </p:cNvSpPr>
          <p:nvPr>
            <p:ph type="sldNum" sz="quarter" idx="12"/>
          </p:nvPr>
        </p:nvSpPr>
        <p:spPr/>
        <p:txBody>
          <a:bodyPr/>
          <a:lstStyle/>
          <a:p>
            <a:fld id="{806878F6-E875-4E43-9039-6D17DC32CA96}" type="slidenum">
              <a:rPr lang="en-AU" smtClean="0"/>
              <a:t>‹#›</a:t>
            </a:fld>
            <a:endParaRPr lang="en-AU"/>
          </a:p>
        </p:txBody>
      </p:sp>
    </p:spTree>
    <p:extLst>
      <p:ext uri="{BB962C8B-B14F-4D97-AF65-F5344CB8AC3E}">
        <p14:creationId xmlns:p14="http://schemas.microsoft.com/office/powerpoint/2010/main" val="5209007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C1995-B9E8-4745-AD7B-10DBF0D64C3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ADFFCA56-33BE-4094-A367-71A20CBCA1D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C3EBCCB-862F-4651-AACB-05153849782E}"/>
              </a:ext>
            </a:extLst>
          </p:cNvPr>
          <p:cNvSpPr>
            <a:spLocks noGrp="1"/>
          </p:cNvSpPr>
          <p:nvPr>
            <p:ph type="dt" sz="half" idx="10"/>
          </p:nvPr>
        </p:nvSpPr>
        <p:spPr/>
        <p:txBody>
          <a:bodyPr/>
          <a:lstStyle/>
          <a:p>
            <a:fld id="{B449B9DA-5FB3-4492-B18B-D382EA623D89}" type="datetimeFigureOut">
              <a:rPr lang="en-AU" smtClean="0"/>
              <a:t>24/10/2022</a:t>
            </a:fld>
            <a:endParaRPr lang="en-AU"/>
          </a:p>
        </p:txBody>
      </p:sp>
      <p:sp>
        <p:nvSpPr>
          <p:cNvPr id="5" name="Footer Placeholder 4">
            <a:extLst>
              <a:ext uri="{FF2B5EF4-FFF2-40B4-BE49-F238E27FC236}">
                <a16:creationId xmlns:a16="http://schemas.microsoft.com/office/drawing/2014/main" id="{184B7D44-9BF0-46F8-90DB-08D1B9C6375C}"/>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ED6ECFCB-CA18-4520-812F-6EBC8B47A90C}"/>
              </a:ext>
            </a:extLst>
          </p:cNvPr>
          <p:cNvSpPr>
            <a:spLocks noGrp="1"/>
          </p:cNvSpPr>
          <p:nvPr>
            <p:ph type="sldNum" sz="quarter" idx="12"/>
          </p:nvPr>
        </p:nvSpPr>
        <p:spPr/>
        <p:txBody>
          <a:bodyPr/>
          <a:lstStyle/>
          <a:p>
            <a:fld id="{806878F6-E875-4E43-9039-6D17DC32CA96}" type="slidenum">
              <a:rPr lang="en-AU" smtClean="0"/>
              <a:t>‹#›</a:t>
            </a:fld>
            <a:endParaRPr lang="en-AU"/>
          </a:p>
        </p:txBody>
      </p:sp>
    </p:spTree>
    <p:extLst>
      <p:ext uri="{BB962C8B-B14F-4D97-AF65-F5344CB8AC3E}">
        <p14:creationId xmlns:p14="http://schemas.microsoft.com/office/powerpoint/2010/main" val="27578901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F7D9E6-4E41-48D6-B916-8675459DDFC6}"/>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5524F485-515D-45C6-99B4-F29E85FAF8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E4E1F93E-F966-44A4-81A6-A600D91F13C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36422A6C-B5C9-42C4-ACCF-D00A03EC55F4}"/>
              </a:ext>
            </a:extLst>
          </p:cNvPr>
          <p:cNvSpPr>
            <a:spLocks noGrp="1"/>
          </p:cNvSpPr>
          <p:nvPr>
            <p:ph type="dt" sz="half" idx="10"/>
          </p:nvPr>
        </p:nvSpPr>
        <p:spPr/>
        <p:txBody>
          <a:bodyPr/>
          <a:lstStyle/>
          <a:p>
            <a:fld id="{B449B9DA-5FB3-4492-B18B-D382EA623D89}" type="datetimeFigureOut">
              <a:rPr lang="en-AU" smtClean="0"/>
              <a:t>24/10/2022</a:t>
            </a:fld>
            <a:endParaRPr lang="en-AU"/>
          </a:p>
        </p:txBody>
      </p:sp>
      <p:sp>
        <p:nvSpPr>
          <p:cNvPr id="6" name="Footer Placeholder 5">
            <a:extLst>
              <a:ext uri="{FF2B5EF4-FFF2-40B4-BE49-F238E27FC236}">
                <a16:creationId xmlns:a16="http://schemas.microsoft.com/office/drawing/2014/main" id="{4DB5D319-8748-4CD4-AD36-DB56AE33DA99}"/>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BFEAFD55-B285-47F1-BEC3-84F0880403C8}"/>
              </a:ext>
            </a:extLst>
          </p:cNvPr>
          <p:cNvSpPr>
            <a:spLocks noGrp="1"/>
          </p:cNvSpPr>
          <p:nvPr>
            <p:ph type="sldNum" sz="quarter" idx="12"/>
          </p:nvPr>
        </p:nvSpPr>
        <p:spPr/>
        <p:txBody>
          <a:bodyPr/>
          <a:lstStyle/>
          <a:p>
            <a:fld id="{806878F6-E875-4E43-9039-6D17DC32CA96}" type="slidenum">
              <a:rPr lang="en-AU" smtClean="0"/>
              <a:t>‹#›</a:t>
            </a:fld>
            <a:endParaRPr lang="en-AU"/>
          </a:p>
        </p:txBody>
      </p:sp>
    </p:spTree>
    <p:extLst>
      <p:ext uri="{BB962C8B-B14F-4D97-AF65-F5344CB8AC3E}">
        <p14:creationId xmlns:p14="http://schemas.microsoft.com/office/powerpoint/2010/main" val="6576912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93A8E8-B733-484C-A757-E9B956942AE0}"/>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835C8484-D649-4329-BADB-28D9AEA007B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1A2CC6D-B8F9-49AC-8892-BC88069AB4C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6258BBB7-FDA8-4CDC-A9BF-572A5F786C0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1434335-6110-4144-AF58-19ABC1DECFA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19DBE21D-D71B-4D1A-9A90-48CAD46B90B4}"/>
              </a:ext>
            </a:extLst>
          </p:cNvPr>
          <p:cNvSpPr>
            <a:spLocks noGrp="1"/>
          </p:cNvSpPr>
          <p:nvPr>
            <p:ph type="dt" sz="half" idx="10"/>
          </p:nvPr>
        </p:nvSpPr>
        <p:spPr/>
        <p:txBody>
          <a:bodyPr/>
          <a:lstStyle/>
          <a:p>
            <a:fld id="{B449B9DA-5FB3-4492-B18B-D382EA623D89}" type="datetimeFigureOut">
              <a:rPr lang="en-AU" smtClean="0"/>
              <a:t>24/10/2022</a:t>
            </a:fld>
            <a:endParaRPr lang="en-AU"/>
          </a:p>
        </p:txBody>
      </p:sp>
      <p:sp>
        <p:nvSpPr>
          <p:cNvPr id="8" name="Footer Placeholder 7">
            <a:extLst>
              <a:ext uri="{FF2B5EF4-FFF2-40B4-BE49-F238E27FC236}">
                <a16:creationId xmlns:a16="http://schemas.microsoft.com/office/drawing/2014/main" id="{4B92551B-C56E-48A6-9F8D-C764362DE3AB}"/>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387E5532-CDE5-4FCC-93C6-9E5B679BA31D}"/>
              </a:ext>
            </a:extLst>
          </p:cNvPr>
          <p:cNvSpPr>
            <a:spLocks noGrp="1"/>
          </p:cNvSpPr>
          <p:nvPr>
            <p:ph type="sldNum" sz="quarter" idx="12"/>
          </p:nvPr>
        </p:nvSpPr>
        <p:spPr/>
        <p:txBody>
          <a:bodyPr/>
          <a:lstStyle/>
          <a:p>
            <a:fld id="{806878F6-E875-4E43-9039-6D17DC32CA96}" type="slidenum">
              <a:rPr lang="en-AU" smtClean="0"/>
              <a:t>‹#›</a:t>
            </a:fld>
            <a:endParaRPr lang="en-AU"/>
          </a:p>
        </p:txBody>
      </p:sp>
    </p:spTree>
    <p:extLst>
      <p:ext uri="{BB962C8B-B14F-4D97-AF65-F5344CB8AC3E}">
        <p14:creationId xmlns:p14="http://schemas.microsoft.com/office/powerpoint/2010/main" val="26130819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AD8B6-1C46-46CF-A49A-9F46AC1DD088}"/>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C76D2293-1D43-40E4-A302-AB4393D20260}"/>
              </a:ext>
            </a:extLst>
          </p:cNvPr>
          <p:cNvSpPr>
            <a:spLocks noGrp="1"/>
          </p:cNvSpPr>
          <p:nvPr>
            <p:ph type="dt" sz="half" idx="10"/>
          </p:nvPr>
        </p:nvSpPr>
        <p:spPr/>
        <p:txBody>
          <a:bodyPr/>
          <a:lstStyle/>
          <a:p>
            <a:fld id="{B449B9DA-5FB3-4492-B18B-D382EA623D89}" type="datetimeFigureOut">
              <a:rPr lang="en-AU" smtClean="0"/>
              <a:t>24/10/2022</a:t>
            </a:fld>
            <a:endParaRPr lang="en-AU"/>
          </a:p>
        </p:txBody>
      </p:sp>
      <p:sp>
        <p:nvSpPr>
          <p:cNvPr id="4" name="Footer Placeholder 3">
            <a:extLst>
              <a:ext uri="{FF2B5EF4-FFF2-40B4-BE49-F238E27FC236}">
                <a16:creationId xmlns:a16="http://schemas.microsoft.com/office/drawing/2014/main" id="{1860B142-6D5D-4A89-B6C4-97A2AFFEC8F7}"/>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550308B6-D111-4194-BB80-7B183122976F}"/>
              </a:ext>
            </a:extLst>
          </p:cNvPr>
          <p:cNvSpPr>
            <a:spLocks noGrp="1"/>
          </p:cNvSpPr>
          <p:nvPr>
            <p:ph type="sldNum" sz="quarter" idx="12"/>
          </p:nvPr>
        </p:nvSpPr>
        <p:spPr/>
        <p:txBody>
          <a:bodyPr/>
          <a:lstStyle/>
          <a:p>
            <a:fld id="{806878F6-E875-4E43-9039-6D17DC32CA96}" type="slidenum">
              <a:rPr lang="en-AU" smtClean="0"/>
              <a:t>‹#›</a:t>
            </a:fld>
            <a:endParaRPr lang="en-AU"/>
          </a:p>
        </p:txBody>
      </p:sp>
    </p:spTree>
    <p:extLst>
      <p:ext uri="{BB962C8B-B14F-4D97-AF65-F5344CB8AC3E}">
        <p14:creationId xmlns:p14="http://schemas.microsoft.com/office/powerpoint/2010/main" val="41882895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35F0A8A-7073-48CF-8D63-78896F22F29E}"/>
              </a:ext>
            </a:extLst>
          </p:cNvPr>
          <p:cNvSpPr>
            <a:spLocks noGrp="1"/>
          </p:cNvSpPr>
          <p:nvPr>
            <p:ph type="dt" sz="half" idx="10"/>
          </p:nvPr>
        </p:nvSpPr>
        <p:spPr/>
        <p:txBody>
          <a:bodyPr/>
          <a:lstStyle/>
          <a:p>
            <a:fld id="{B449B9DA-5FB3-4492-B18B-D382EA623D89}" type="datetimeFigureOut">
              <a:rPr lang="en-AU" smtClean="0"/>
              <a:t>24/10/2022</a:t>
            </a:fld>
            <a:endParaRPr lang="en-AU"/>
          </a:p>
        </p:txBody>
      </p:sp>
      <p:sp>
        <p:nvSpPr>
          <p:cNvPr id="3" name="Footer Placeholder 2">
            <a:extLst>
              <a:ext uri="{FF2B5EF4-FFF2-40B4-BE49-F238E27FC236}">
                <a16:creationId xmlns:a16="http://schemas.microsoft.com/office/drawing/2014/main" id="{743E417C-601D-4647-8D18-591CD475C8DA}"/>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6185CA8E-6D0C-4444-88E6-4906E5A07EE6}"/>
              </a:ext>
            </a:extLst>
          </p:cNvPr>
          <p:cNvSpPr>
            <a:spLocks noGrp="1"/>
          </p:cNvSpPr>
          <p:nvPr>
            <p:ph type="sldNum" sz="quarter" idx="12"/>
          </p:nvPr>
        </p:nvSpPr>
        <p:spPr/>
        <p:txBody>
          <a:bodyPr/>
          <a:lstStyle/>
          <a:p>
            <a:fld id="{806878F6-E875-4E43-9039-6D17DC32CA96}" type="slidenum">
              <a:rPr lang="en-AU" smtClean="0"/>
              <a:t>‹#›</a:t>
            </a:fld>
            <a:endParaRPr lang="en-AU"/>
          </a:p>
        </p:txBody>
      </p:sp>
    </p:spTree>
    <p:extLst>
      <p:ext uri="{BB962C8B-B14F-4D97-AF65-F5344CB8AC3E}">
        <p14:creationId xmlns:p14="http://schemas.microsoft.com/office/powerpoint/2010/main" val="35221681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084D03-D4BC-4B3B-B8F1-111F1D2286A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9590D095-96B2-4623-B690-22F43A33856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91127580-19BD-43D0-8D68-285C1409D58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1817E3-EFB0-4A1E-96C1-C82B2A5AAF43}"/>
              </a:ext>
            </a:extLst>
          </p:cNvPr>
          <p:cNvSpPr>
            <a:spLocks noGrp="1"/>
          </p:cNvSpPr>
          <p:nvPr>
            <p:ph type="dt" sz="half" idx="10"/>
          </p:nvPr>
        </p:nvSpPr>
        <p:spPr/>
        <p:txBody>
          <a:bodyPr/>
          <a:lstStyle/>
          <a:p>
            <a:fld id="{B449B9DA-5FB3-4492-B18B-D382EA623D89}" type="datetimeFigureOut">
              <a:rPr lang="en-AU" smtClean="0"/>
              <a:t>24/10/2022</a:t>
            </a:fld>
            <a:endParaRPr lang="en-AU"/>
          </a:p>
        </p:txBody>
      </p:sp>
      <p:sp>
        <p:nvSpPr>
          <p:cNvPr id="6" name="Footer Placeholder 5">
            <a:extLst>
              <a:ext uri="{FF2B5EF4-FFF2-40B4-BE49-F238E27FC236}">
                <a16:creationId xmlns:a16="http://schemas.microsoft.com/office/drawing/2014/main" id="{792AEA35-90CC-4689-B779-A430405BC8A4}"/>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012D675C-2FA1-4FB2-A81D-8EE9F20F7436}"/>
              </a:ext>
            </a:extLst>
          </p:cNvPr>
          <p:cNvSpPr>
            <a:spLocks noGrp="1"/>
          </p:cNvSpPr>
          <p:nvPr>
            <p:ph type="sldNum" sz="quarter" idx="12"/>
          </p:nvPr>
        </p:nvSpPr>
        <p:spPr/>
        <p:txBody>
          <a:bodyPr/>
          <a:lstStyle/>
          <a:p>
            <a:fld id="{806878F6-E875-4E43-9039-6D17DC32CA96}" type="slidenum">
              <a:rPr lang="en-AU" smtClean="0"/>
              <a:t>‹#›</a:t>
            </a:fld>
            <a:endParaRPr lang="en-AU"/>
          </a:p>
        </p:txBody>
      </p:sp>
    </p:spTree>
    <p:extLst>
      <p:ext uri="{BB962C8B-B14F-4D97-AF65-F5344CB8AC3E}">
        <p14:creationId xmlns:p14="http://schemas.microsoft.com/office/powerpoint/2010/main" val="33655290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C95AC-8476-4131-B919-48F71850732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B0701FB0-436D-4410-8EB6-35E374B578C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A730414B-A5A4-4685-B608-128701D857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278602-BA7D-4FDE-A8D0-C907369F8F36}"/>
              </a:ext>
            </a:extLst>
          </p:cNvPr>
          <p:cNvSpPr>
            <a:spLocks noGrp="1"/>
          </p:cNvSpPr>
          <p:nvPr>
            <p:ph type="dt" sz="half" idx="10"/>
          </p:nvPr>
        </p:nvSpPr>
        <p:spPr/>
        <p:txBody>
          <a:bodyPr/>
          <a:lstStyle/>
          <a:p>
            <a:fld id="{B449B9DA-5FB3-4492-B18B-D382EA623D89}" type="datetimeFigureOut">
              <a:rPr lang="en-AU" smtClean="0"/>
              <a:t>24/10/2022</a:t>
            </a:fld>
            <a:endParaRPr lang="en-AU"/>
          </a:p>
        </p:txBody>
      </p:sp>
      <p:sp>
        <p:nvSpPr>
          <p:cNvPr id="6" name="Footer Placeholder 5">
            <a:extLst>
              <a:ext uri="{FF2B5EF4-FFF2-40B4-BE49-F238E27FC236}">
                <a16:creationId xmlns:a16="http://schemas.microsoft.com/office/drawing/2014/main" id="{D462005F-F856-4C48-BC9F-90802C214926}"/>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7F043EC7-7F15-4F10-BB8E-B8AFD179D934}"/>
              </a:ext>
            </a:extLst>
          </p:cNvPr>
          <p:cNvSpPr>
            <a:spLocks noGrp="1"/>
          </p:cNvSpPr>
          <p:nvPr>
            <p:ph type="sldNum" sz="quarter" idx="12"/>
          </p:nvPr>
        </p:nvSpPr>
        <p:spPr/>
        <p:txBody>
          <a:bodyPr/>
          <a:lstStyle/>
          <a:p>
            <a:fld id="{806878F6-E875-4E43-9039-6D17DC32CA96}" type="slidenum">
              <a:rPr lang="en-AU" smtClean="0"/>
              <a:t>‹#›</a:t>
            </a:fld>
            <a:endParaRPr lang="en-AU"/>
          </a:p>
        </p:txBody>
      </p:sp>
    </p:spTree>
    <p:extLst>
      <p:ext uri="{BB962C8B-B14F-4D97-AF65-F5344CB8AC3E}">
        <p14:creationId xmlns:p14="http://schemas.microsoft.com/office/powerpoint/2010/main" val="6557448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B0AEE3-7184-4C0B-BB1E-BE4A4C3587DC}"/>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FE7E1606-AE35-4B89-847B-8B8B4915D5D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1FE9788A-D997-4927-83DD-5FE8492AC327}"/>
              </a:ext>
            </a:extLst>
          </p:cNvPr>
          <p:cNvSpPr>
            <a:spLocks noGrp="1"/>
          </p:cNvSpPr>
          <p:nvPr>
            <p:ph type="dt" sz="half" idx="10"/>
          </p:nvPr>
        </p:nvSpPr>
        <p:spPr/>
        <p:txBody>
          <a:bodyPr/>
          <a:lstStyle/>
          <a:p>
            <a:fld id="{B449B9DA-5FB3-4492-B18B-D382EA623D89}" type="datetimeFigureOut">
              <a:rPr lang="en-AU" smtClean="0"/>
              <a:t>24/10/2022</a:t>
            </a:fld>
            <a:endParaRPr lang="en-AU"/>
          </a:p>
        </p:txBody>
      </p:sp>
      <p:sp>
        <p:nvSpPr>
          <p:cNvPr id="5" name="Footer Placeholder 4">
            <a:extLst>
              <a:ext uri="{FF2B5EF4-FFF2-40B4-BE49-F238E27FC236}">
                <a16:creationId xmlns:a16="http://schemas.microsoft.com/office/drawing/2014/main" id="{A220100B-6BC1-41DD-9B46-3D118F4C5B14}"/>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A11BA8DE-1672-4FB7-B36F-D09D0CA550F2}"/>
              </a:ext>
            </a:extLst>
          </p:cNvPr>
          <p:cNvSpPr>
            <a:spLocks noGrp="1"/>
          </p:cNvSpPr>
          <p:nvPr>
            <p:ph type="sldNum" sz="quarter" idx="12"/>
          </p:nvPr>
        </p:nvSpPr>
        <p:spPr/>
        <p:txBody>
          <a:bodyPr/>
          <a:lstStyle/>
          <a:p>
            <a:fld id="{806878F6-E875-4E43-9039-6D17DC32CA96}" type="slidenum">
              <a:rPr lang="en-AU" smtClean="0"/>
              <a:t>‹#›</a:t>
            </a:fld>
            <a:endParaRPr lang="en-AU"/>
          </a:p>
        </p:txBody>
      </p:sp>
    </p:spTree>
    <p:extLst>
      <p:ext uri="{BB962C8B-B14F-4D97-AF65-F5344CB8AC3E}">
        <p14:creationId xmlns:p14="http://schemas.microsoft.com/office/powerpoint/2010/main" val="42138057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61AC358-637C-4F74-AF17-72D21C100B6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04B8E618-2D81-4932-8345-BD5BB46A98D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AC905BB0-2EA9-4E69-878B-CF8691F03263}"/>
              </a:ext>
            </a:extLst>
          </p:cNvPr>
          <p:cNvSpPr>
            <a:spLocks noGrp="1"/>
          </p:cNvSpPr>
          <p:nvPr>
            <p:ph type="dt" sz="half" idx="10"/>
          </p:nvPr>
        </p:nvSpPr>
        <p:spPr/>
        <p:txBody>
          <a:bodyPr/>
          <a:lstStyle/>
          <a:p>
            <a:fld id="{B449B9DA-5FB3-4492-B18B-D382EA623D89}" type="datetimeFigureOut">
              <a:rPr lang="en-AU" smtClean="0"/>
              <a:t>24/10/2022</a:t>
            </a:fld>
            <a:endParaRPr lang="en-AU"/>
          </a:p>
        </p:txBody>
      </p:sp>
      <p:sp>
        <p:nvSpPr>
          <p:cNvPr id="5" name="Footer Placeholder 4">
            <a:extLst>
              <a:ext uri="{FF2B5EF4-FFF2-40B4-BE49-F238E27FC236}">
                <a16:creationId xmlns:a16="http://schemas.microsoft.com/office/drawing/2014/main" id="{5884505E-118E-4D1F-BC70-A7290828F677}"/>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E4145E8-1C2B-47A6-A778-AB32BC48EB9E}"/>
              </a:ext>
            </a:extLst>
          </p:cNvPr>
          <p:cNvSpPr>
            <a:spLocks noGrp="1"/>
          </p:cNvSpPr>
          <p:nvPr>
            <p:ph type="sldNum" sz="quarter" idx="12"/>
          </p:nvPr>
        </p:nvSpPr>
        <p:spPr/>
        <p:txBody>
          <a:bodyPr/>
          <a:lstStyle/>
          <a:p>
            <a:fld id="{806878F6-E875-4E43-9039-6D17DC32CA96}" type="slidenum">
              <a:rPr lang="en-AU" smtClean="0"/>
              <a:t>‹#›</a:t>
            </a:fld>
            <a:endParaRPr lang="en-AU"/>
          </a:p>
        </p:txBody>
      </p:sp>
    </p:spTree>
    <p:extLst>
      <p:ext uri="{BB962C8B-B14F-4D97-AF65-F5344CB8AC3E}">
        <p14:creationId xmlns:p14="http://schemas.microsoft.com/office/powerpoint/2010/main" val="7401543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A182349-D30B-4949-9842-9C0DAFFD853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75A97E1F-3774-4900-9293-1FF61C09EF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C0B94471-99A0-40A5-BD77-ABB47A29690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449B9DA-5FB3-4492-B18B-D382EA623D89}" type="datetimeFigureOut">
              <a:rPr lang="en-AU" smtClean="0"/>
              <a:t>24/10/2022</a:t>
            </a:fld>
            <a:endParaRPr lang="en-AU"/>
          </a:p>
        </p:txBody>
      </p:sp>
      <p:sp>
        <p:nvSpPr>
          <p:cNvPr id="5" name="Footer Placeholder 4">
            <a:extLst>
              <a:ext uri="{FF2B5EF4-FFF2-40B4-BE49-F238E27FC236}">
                <a16:creationId xmlns:a16="http://schemas.microsoft.com/office/drawing/2014/main" id="{38CAFDE8-A661-4BC8-83EE-BC19FFAA746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85368B7B-AAB3-4E6B-99C7-7A588A90268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06878F6-E875-4E43-9039-6D17DC32CA96}" type="slidenum">
              <a:rPr lang="en-AU" smtClean="0"/>
              <a:t>‹#›</a:t>
            </a:fld>
            <a:endParaRPr lang="en-AU"/>
          </a:p>
        </p:txBody>
      </p:sp>
    </p:spTree>
    <p:extLst>
      <p:ext uri="{BB962C8B-B14F-4D97-AF65-F5344CB8AC3E}">
        <p14:creationId xmlns:p14="http://schemas.microsoft.com/office/powerpoint/2010/main" val="4977721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image" Target="../media/image8.svg"/><Relationship Id="rId13" Type="http://schemas.openxmlformats.org/officeDocument/2006/relationships/image" Target="../media/image11.png"/><Relationship Id="rId3" Type="http://schemas.openxmlformats.org/officeDocument/2006/relationships/slide" Target="slide16.xml"/><Relationship Id="rId7" Type="http://schemas.openxmlformats.org/officeDocument/2006/relationships/image" Target="../media/image7.png"/><Relationship Id="rId12" Type="http://schemas.openxmlformats.org/officeDocument/2006/relationships/slide" Target="slide4.xml"/><Relationship Id="rId17" Type="http://schemas.openxmlformats.org/officeDocument/2006/relationships/image" Target="../media/image15.png"/><Relationship Id="rId2" Type="http://schemas.openxmlformats.org/officeDocument/2006/relationships/slideLayout" Target="../slideLayouts/slideLayout7.xml"/><Relationship Id="rId16" Type="http://schemas.openxmlformats.org/officeDocument/2006/relationships/image" Target="../media/image14.png"/><Relationship Id="rId1" Type="http://schemas.openxmlformats.org/officeDocument/2006/relationships/video" Target="https://www.youtube.com/embed/P27waC05Hdk?start=35&amp;feature=oembed" TargetMode="External"/><Relationship Id="rId6" Type="http://schemas.openxmlformats.org/officeDocument/2006/relationships/slide" Target="slide3.xml"/><Relationship Id="rId11" Type="http://schemas.openxmlformats.org/officeDocument/2006/relationships/image" Target="../media/image10.svg"/><Relationship Id="rId5" Type="http://schemas.openxmlformats.org/officeDocument/2006/relationships/image" Target="../media/image6.svg"/><Relationship Id="rId15" Type="http://schemas.openxmlformats.org/officeDocument/2006/relationships/image" Target="../media/image13.jpeg"/><Relationship Id="rId10" Type="http://schemas.openxmlformats.org/officeDocument/2006/relationships/image" Target="../media/image9.png"/><Relationship Id="rId4" Type="http://schemas.openxmlformats.org/officeDocument/2006/relationships/image" Target="../media/image5.png"/><Relationship Id="rId9" Type="http://schemas.openxmlformats.org/officeDocument/2006/relationships/slide" Target="slide7.xml"/><Relationship Id="rId14" Type="http://schemas.openxmlformats.org/officeDocument/2006/relationships/image" Target="../media/image12.svg"/></Relationships>
</file>

<file path=ppt/slides/_rels/slide4.xml.rels><?xml version="1.0" encoding="UTF-8" standalone="yes"?>
<Relationships xmlns="http://schemas.openxmlformats.org/package/2006/relationships"><Relationship Id="rId8" Type="http://schemas.openxmlformats.org/officeDocument/2006/relationships/slide" Target="slide7.xml"/><Relationship Id="rId13" Type="http://schemas.openxmlformats.org/officeDocument/2006/relationships/image" Target="../media/image19.svg"/><Relationship Id="rId3" Type="http://schemas.openxmlformats.org/officeDocument/2006/relationships/image" Target="../media/image5.png"/><Relationship Id="rId7" Type="http://schemas.openxmlformats.org/officeDocument/2006/relationships/image" Target="../media/image17.svg"/><Relationship Id="rId12" Type="http://schemas.openxmlformats.org/officeDocument/2006/relationships/image" Target="../media/image18.png"/><Relationship Id="rId2" Type="http://schemas.openxmlformats.org/officeDocument/2006/relationships/slide" Target="slide16.xml"/><Relationship Id="rId16" Type="http://schemas.openxmlformats.org/officeDocument/2006/relationships/image" Target="../media/image22.png"/><Relationship Id="rId1" Type="http://schemas.openxmlformats.org/officeDocument/2006/relationships/slideLayout" Target="../slideLayouts/slideLayout7.xml"/><Relationship Id="rId6" Type="http://schemas.openxmlformats.org/officeDocument/2006/relationships/image" Target="../media/image16.png"/><Relationship Id="rId11" Type="http://schemas.openxmlformats.org/officeDocument/2006/relationships/slide" Target="slide4.xml"/><Relationship Id="rId5" Type="http://schemas.openxmlformats.org/officeDocument/2006/relationships/slide" Target="slide3.xml"/><Relationship Id="rId15" Type="http://schemas.openxmlformats.org/officeDocument/2006/relationships/image" Target="../media/image21.png"/><Relationship Id="rId10" Type="http://schemas.openxmlformats.org/officeDocument/2006/relationships/image" Target="../media/image10.svg"/><Relationship Id="rId4" Type="http://schemas.openxmlformats.org/officeDocument/2006/relationships/image" Target="../media/image6.svg"/><Relationship Id="rId9" Type="http://schemas.openxmlformats.org/officeDocument/2006/relationships/image" Target="../media/image9.png"/><Relationship Id="rId14" Type="http://schemas.openxmlformats.org/officeDocument/2006/relationships/image" Target="../media/image20.png"/></Relationships>
</file>

<file path=ppt/slides/_rels/slide5.xml.rels><?xml version="1.0" encoding="UTF-8" standalone="yes"?>
<Relationships xmlns="http://schemas.openxmlformats.org/package/2006/relationships"><Relationship Id="rId8" Type="http://schemas.openxmlformats.org/officeDocument/2006/relationships/slide" Target="slide7.xml"/><Relationship Id="rId13" Type="http://schemas.openxmlformats.org/officeDocument/2006/relationships/image" Target="../media/image19.svg"/><Relationship Id="rId3" Type="http://schemas.openxmlformats.org/officeDocument/2006/relationships/image" Target="../media/image5.png"/><Relationship Id="rId7" Type="http://schemas.openxmlformats.org/officeDocument/2006/relationships/image" Target="../media/image17.svg"/><Relationship Id="rId12" Type="http://schemas.openxmlformats.org/officeDocument/2006/relationships/image" Target="../media/image18.png"/><Relationship Id="rId17" Type="http://schemas.openxmlformats.org/officeDocument/2006/relationships/image" Target="../media/image25.png"/><Relationship Id="rId2" Type="http://schemas.openxmlformats.org/officeDocument/2006/relationships/slide" Target="slide16.xml"/><Relationship Id="rId16" Type="http://schemas.openxmlformats.org/officeDocument/2006/relationships/image" Target="../media/image22.png"/><Relationship Id="rId1" Type="http://schemas.openxmlformats.org/officeDocument/2006/relationships/slideLayout" Target="../slideLayouts/slideLayout7.xml"/><Relationship Id="rId6" Type="http://schemas.openxmlformats.org/officeDocument/2006/relationships/image" Target="../media/image16.png"/><Relationship Id="rId11" Type="http://schemas.openxmlformats.org/officeDocument/2006/relationships/slide" Target="slide5.xml"/><Relationship Id="rId5" Type="http://schemas.openxmlformats.org/officeDocument/2006/relationships/slide" Target="slide3.xml"/><Relationship Id="rId15" Type="http://schemas.openxmlformats.org/officeDocument/2006/relationships/image" Target="../media/image24.png"/><Relationship Id="rId10" Type="http://schemas.openxmlformats.org/officeDocument/2006/relationships/image" Target="../media/image10.svg"/><Relationship Id="rId4" Type="http://schemas.openxmlformats.org/officeDocument/2006/relationships/image" Target="../media/image6.svg"/><Relationship Id="rId9" Type="http://schemas.openxmlformats.org/officeDocument/2006/relationships/image" Target="../media/image9.png"/><Relationship Id="rId14" Type="http://schemas.openxmlformats.org/officeDocument/2006/relationships/image" Target="../media/image23.png"/></Relationships>
</file>

<file path=ppt/slides/_rels/slide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slide" Target="slide7.xml"/><Relationship Id="rId13" Type="http://schemas.openxmlformats.org/officeDocument/2006/relationships/image" Target="../media/image12.svg"/><Relationship Id="rId3" Type="http://schemas.openxmlformats.org/officeDocument/2006/relationships/image" Target="../media/image5.png"/><Relationship Id="rId7" Type="http://schemas.openxmlformats.org/officeDocument/2006/relationships/image" Target="../media/image17.svg"/><Relationship Id="rId12" Type="http://schemas.openxmlformats.org/officeDocument/2006/relationships/image" Target="../media/image11.png"/><Relationship Id="rId17" Type="http://schemas.openxmlformats.org/officeDocument/2006/relationships/image" Target="../media/image32.png"/><Relationship Id="rId2" Type="http://schemas.openxmlformats.org/officeDocument/2006/relationships/slide" Target="slide16.xml"/><Relationship Id="rId16" Type="http://schemas.openxmlformats.org/officeDocument/2006/relationships/image" Target="../media/image31.png"/><Relationship Id="rId1" Type="http://schemas.openxmlformats.org/officeDocument/2006/relationships/slideLayout" Target="../slideLayouts/slideLayout7.xml"/><Relationship Id="rId6" Type="http://schemas.openxmlformats.org/officeDocument/2006/relationships/image" Target="../media/image16.png"/><Relationship Id="rId11" Type="http://schemas.openxmlformats.org/officeDocument/2006/relationships/slide" Target="slide4.xml"/><Relationship Id="rId5" Type="http://schemas.openxmlformats.org/officeDocument/2006/relationships/slide" Target="slide3.xml"/><Relationship Id="rId15" Type="http://schemas.openxmlformats.org/officeDocument/2006/relationships/image" Target="../media/image30.png"/><Relationship Id="rId10" Type="http://schemas.openxmlformats.org/officeDocument/2006/relationships/image" Target="../media/image28.svg"/><Relationship Id="rId4" Type="http://schemas.openxmlformats.org/officeDocument/2006/relationships/image" Target="../media/image6.svg"/><Relationship Id="rId9" Type="http://schemas.openxmlformats.org/officeDocument/2006/relationships/image" Target="../media/image27.png"/><Relationship Id="rId14" Type="http://schemas.openxmlformats.org/officeDocument/2006/relationships/image" Target="../media/image29.png"/></Relationships>
</file>

<file path=ppt/slides/_rels/slide8.xml.rels><?xml version="1.0" encoding="UTF-8" standalone="yes"?>
<Relationships xmlns="http://schemas.openxmlformats.org/package/2006/relationships"><Relationship Id="rId8" Type="http://schemas.openxmlformats.org/officeDocument/2006/relationships/slide" Target="slide7.xml"/><Relationship Id="rId13" Type="http://schemas.openxmlformats.org/officeDocument/2006/relationships/image" Target="../media/image37.svg"/><Relationship Id="rId3" Type="http://schemas.openxmlformats.org/officeDocument/2006/relationships/image" Target="../media/image33.png"/><Relationship Id="rId7" Type="http://schemas.openxmlformats.org/officeDocument/2006/relationships/image" Target="../media/image35.svg"/><Relationship Id="rId12" Type="http://schemas.openxmlformats.org/officeDocument/2006/relationships/image" Target="../media/image11.png"/><Relationship Id="rId2" Type="http://schemas.openxmlformats.org/officeDocument/2006/relationships/slide" Target="slide8.xml"/><Relationship Id="rId16" Type="http://schemas.openxmlformats.org/officeDocument/2006/relationships/image" Target="../media/image40.png"/><Relationship Id="rId1" Type="http://schemas.openxmlformats.org/officeDocument/2006/relationships/slideLayout" Target="../slideLayouts/slideLayout7.xml"/><Relationship Id="rId6" Type="http://schemas.openxmlformats.org/officeDocument/2006/relationships/image" Target="../media/image16.png"/><Relationship Id="rId11" Type="http://schemas.openxmlformats.org/officeDocument/2006/relationships/slide" Target="slide4.xml"/><Relationship Id="rId5" Type="http://schemas.openxmlformats.org/officeDocument/2006/relationships/slide" Target="slide3.xml"/><Relationship Id="rId15" Type="http://schemas.openxmlformats.org/officeDocument/2006/relationships/image" Target="../media/image39.png"/><Relationship Id="rId10" Type="http://schemas.openxmlformats.org/officeDocument/2006/relationships/image" Target="../media/image36.svg"/><Relationship Id="rId4" Type="http://schemas.openxmlformats.org/officeDocument/2006/relationships/image" Target="../media/image34.svg"/><Relationship Id="rId9" Type="http://schemas.openxmlformats.org/officeDocument/2006/relationships/image" Target="../media/image9.png"/><Relationship Id="rId14" Type="http://schemas.openxmlformats.org/officeDocument/2006/relationships/image" Target="../media/image38.PNG"/></Relationships>
</file>

<file path=ppt/slides/_rels/slide9.xml.rels><?xml version="1.0" encoding="UTF-8" standalone="yes"?>
<Relationships xmlns="http://schemas.openxmlformats.org/package/2006/relationships"><Relationship Id="rId8" Type="http://schemas.openxmlformats.org/officeDocument/2006/relationships/slide" Target="slide7.xml"/><Relationship Id="rId13" Type="http://schemas.openxmlformats.org/officeDocument/2006/relationships/image" Target="../media/image37.svg"/><Relationship Id="rId3" Type="http://schemas.openxmlformats.org/officeDocument/2006/relationships/image" Target="../media/image33.png"/><Relationship Id="rId7" Type="http://schemas.openxmlformats.org/officeDocument/2006/relationships/image" Target="../media/image35.svg"/><Relationship Id="rId12" Type="http://schemas.openxmlformats.org/officeDocument/2006/relationships/image" Target="../media/image11.png"/><Relationship Id="rId2" Type="http://schemas.openxmlformats.org/officeDocument/2006/relationships/slide" Target="slide9.xml"/><Relationship Id="rId1" Type="http://schemas.openxmlformats.org/officeDocument/2006/relationships/slideLayout" Target="../slideLayouts/slideLayout7.xml"/><Relationship Id="rId6" Type="http://schemas.openxmlformats.org/officeDocument/2006/relationships/image" Target="../media/image16.png"/><Relationship Id="rId11" Type="http://schemas.openxmlformats.org/officeDocument/2006/relationships/slide" Target="slide4.xml"/><Relationship Id="rId5" Type="http://schemas.openxmlformats.org/officeDocument/2006/relationships/slide" Target="slide3.xml"/><Relationship Id="rId15" Type="http://schemas.openxmlformats.org/officeDocument/2006/relationships/image" Target="../media/image40.png"/><Relationship Id="rId10" Type="http://schemas.openxmlformats.org/officeDocument/2006/relationships/image" Target="../media/image36.svg"/><Relationship Id="rId4" Type="http://schemas.openxmlformats.org/officeDocument/2006/relationships/image" Target="../media/image34.svg"/><Relationship Id="rId9" Type="http://schemas.openxmlformats.org/officeDocument/2006/relationships/image" Target="../media/image9.png"/><Relationship Id="rId14" Type="http://schemas.openxmlformats.org/officeDocument/2006/relationships/image" Target="../media/image41.png"/></Relationships>
</file>

<file path=ppt/slides/_rels/slide10.xml.rels><?xml version="1.0" encoding="UTF-8" standalone="yes"?>
<Relationships xmlns="http://schemas.openxmlformats.org/package/2006/relationships"><Relationship Id="rId8" Type="http://schemas.openxmlformats.org/officeDocument/2006/relationships/slide" Target="slide7.xml"/><Relationship Id="rId13" Type="http://schemas.openxmlformats.org/officeDocument/2006/relationships/image" Target="../media/image37.svg"/><Relationship Id="rId3" Type="http://schemas.openxmlformats.org/officeDocument/2006/relationships/image" Target="../media/image33.png"/><Relationship Id="rId7" Type="http://schemas.openxmlformats.org/officeDocument/2006/relationships/image" Target="../media/image35.svg"/><Relationship Id="rId12" Type="http://schemas.openxmlformats.org/officeDocument/2006/relationships/image" Target="../media/image11.png"/><Relationship Id="rId2" Type="http://schemas.openxmlformats.org/officeDocument/2006/relationships/slide" Target="slide10.xml"/><Relationship Id="rId16" Type="http://schemas.openxmlformats.org/officeDocument/2006/relationships/image" Target="../media/image40.png"/><Relationship Id="rId1" Type="http://schemas.openxmlformats.org/officeDocument/2006/relationships/slideLayout" Target="../slideLayouts/slideLayout7.xml"/><Relationship Id="rId6" Type="http://schemas.openxmlformats.org/officeDocument/2006/relationships/image" Target="../media/image16.png"/><Relationship Id="rId11" Type="http://schemas.openxmlformats.org/officeDocument/2006/relationships/slide" Target="slide4.xml"/><Relationship Id="rId5" Type="http://schemas.openxmlformats.org/officeDocument/2006/relationships/slide" Target="slide3.xml"/><Relationship Id="rId15" Type="http://schemas.openxmlformats.org/officeDocument/2006/relationships/image" Target="../media/image43.png"/><Relationship Id="rId10" Type="http://schemas.openxmlformats.org/officeDocument/2006/relationships/image" Target="../media/image36.svg"/><Relationship Id="rId4" Type="http://schemas.openxmlformats.org/officeDocument/2006/relationships/image" Target="../media/image34.svg"/><Relationship Id="rId9" Type="http://schemas.openxmlformats.org/officeDocument/2006/relationships/image" Target="../media/image9.png"/><Relationship Id="rId14" Type="http://schemas.openxmlformats.org/officeDocument/2006/relationships/image" Target="../media/image42.png"/></Relationships>
</file>

<file path=ppt/slides/_rels/slide11.xml.rels><?xml version="1.0" encoding="UTF-8" standalone="yes"?>
<Relationships xmlns="http://schemas.openxmlformats.org/package/2006/relationships"><Relationship Id="rId8" Type="http://schemas.openxmlformats.org/officeDocument/2006/relationships/slide" Target="slide7.xml"/><Relationship Id="rId13" Type="http://schemas.openxmlformats.org/officeDocument/2006/relationships/image" Target="../media/image19.svg"/><Relationship Id="rId3" Type="http://schemas.openxmlformats.org/officeDocument/2006/relationships/image" Target="../media/image5.png"/><Relationship Id="rId7" Type="http://schemas.openxmlformats.org/officeDocument/2006/relationships/image" Target="../media/image17.svg"/><Relationship Id="rId12" Type="http://schemas.openxmlformats.org/officeDocument/2006/relationships/image" Target="../media/image18.png"/><Relationship Id="rId2" Type="http://schemas.openxmlformats.org/officeDocument/2006/relationships/slide" Target="slide16.xml"/><Relationship Id="rId16" Type="http://schemas.openxmlformats.org/officeDocument/2006/relationships/image" Target="../media/image22.png"/><Relationship Id="rId1" Type="http://schemas.openxmlformats.org/officeDocument/2006/relationships/slideLayout" Target="../slideLayouts/slideLayout7.xml"/><Relationship Id="rId6" Type="http://schemas.openxmlformats.org/officeDocument/2006/relationships/image" Target="../media/image16.png"/><Relationship Id="rId11" Type="http://schemas.openxmlformats.org/officeDocument/2006/relationships/slide" Target="slide11.xml"/><Relationship Id="rId5" Type="http://schemas.openxmlformats.org/officeDocument/2006/relationships/slide" Target="slide3.xml"/><Relationship Id="rId15" Type="http://schemas.openxmlformats.org/officeDocument/2006/relationships/image" Target="../media/image44.png"/><Relationship Id="rId10" Type="http://schemas.openxmlformats.org/officeDocument/2006/relationships/image" Target="../media/image10.svg"/><Relationship Id="rId4" Type="http://schemas.openxmlformats.org/officeDocument/2006/relationships/image" Target="../media/image6.svg"/><Relationship Id="rId9" Type="http://schemas.openxmlformats.org/officeDocument/2006/relationships/image" Target="../media/image9.png"/><Relationship Id="rId14" Type="http://schemas.openxmlformats.org/officeDocument/2006/relationships/image" Target="../media/image42.png"/></Relationships>
</file>

<file path=ppt/slides/_rels/slide12.xml.rels><?xml version="1.0" encoding="UTF-8" standalone="yes"?>
<Relationships xmlns="http://schemas.openxmlformats.org/package/2006/relationships"><Relationship Id="rId8" Type="http://schemas.openxmlformats.org/officeDocument/2006/relationships/slide" Target="slide7.xml"/><Relationship Id="rId13" Type="http://schemas.openxmlformats.org/officeDocument/2006/relationships/image" Target="../media/image37.svg"/><Relationship Id="rId3" Type="http://schemas.openxmlformats.org/officeDocument/2006/relationships/image" Target="../media/image33.png"/><Relationship Id="rId7" Type="http://schemas.openxmlformats.org/officeDocument/2006/relationships/image" Target="../media/image35.svg"/><Relationship Id="rId12" Type="http://schemas.openxmlformats.org/officeDocument/2006/relationships/image" Target="../media/image11.png"/><Relationship Id="rId2" Type="http://schemas.openxmlformats.org/officeDocument/2006/relationships/slide" Target="slide12.xml"/><Relationship Id="rId1" Type="http://schemas.openxmlformats.org/officeDocument/2006/relationships/slideLayout" Target="../slideLayouts/slideLayout7.xml"/><Relationship Id="rId6" Type="http://schemas.openxmlformats.org/officeDocument/2006/relationships/image" Target="../media/image16.png"/><Relationship Id="rId11" Type="http://schemas.openxmlformats.org/officeDocument/2006/relationships/slide" Target="slide4.xml"/><Relationship Id="rId5" Type="http://schemas.openxmlformats.org/officeDocument/2006/relationships/slide" Target="slide3.xml"/><Relationship Id="rId10" Type="http://schemas.openxmlformats.org/officeDocument/2006/relationships/image" Target="../media/image36.svg"/><Relationship Id="rId4" Type="http://schemas.openxmlformats.org/officeDocument/2006/relationships/image" Target="../media/image34.svg"/><Relationship Id="rId9" Type="http://schemas.openxmlformats.org/officeDocument/2006/relationships/image" Target="../media/image9.png"/><Relationship Id="rId14" Type="http://schemas.openxmlformats.org/officeDocument/2006/relationships/image" Target="../media/image40.png"/></Relationships>
</file>

<file path=ppt/slides/_rels/slide13.xml.rels><?xml version="1.0" encoding="UTF-8" standalone="yes"?>
<Relationships xmlns="http://schemas.openxmlformats.org/package/2006/relationships"><Relationship Id="rId8" Type="http://schemas.openxmlformats.org/officeDocument/2006/relationships/slide" Target="slide7.xml"/><Relationship Id="rId13" Type="http://schemas.openxmlformats.org/officeDocument/2006/relationships/image" Target="../media/image19.svg"/><Relationship Id="rId3" Type="http://schemas.openxmlformats.org/officeDocument/2006/relationships/image" Target="../media/image5.png"/><Relationship Id="rId7" Type="http://schemas.openxmlformats.org/officeDocument/2006/relationships/image" Target="../media/image17.svg"/><Relationship Id="rId12" Type="http://schemas.openxmlformats.org/officeDocument/2006/relationships/image" Target="../media/image18.png"/><Relationship Id="rId2" Type="http://schemas.openxmlformats.org/officeDocument/2006/relationships/slide" Target="slide16.xml"/><Relationship Id="rId1" Type="http://schemas.openxmlformats.org/officeDocument/2006/relationships/slideLayout" Target="../slideLayouts/slideLayout7.xml"/><Relationship Id="rId6" Type="http://schemas.openxmlformats.org/officeDocument/2006/relationships/image" Target="../media/image16.png"/><Relationship Id="rId11" Type="http://schemas.openxmlformats.org/officeDocument/2006/relationships/slide" Target="slide13.xml"/><Relationship Id="rId5" Type="http://schemas.openxmlformats.org/officeDocument/2006/relationships/slide" Target="slide3.xml"/><Relationship Id="rId10" Type="http://schemas.openxmlformats.org/officeDocument/2006/relationships/image" Target="../media/image10.svg"/><Relationship Id="rId4" Type="http://schemas.openxmlformats.org/officeDocument/2006/relationships/image" Target="../media/image6.svg"/><Relationship Id="rId9" Type="http://schemas.openxmlformats.org/officeDocument/2006/relationships/image" Target="../media/image9.png"/><Relationship Id="rId14" Type="http://schemas.openxmlformats.org/officeDocument/2006/relationships/image" Target="../media/image22.png"/></Relationships>
</file>

<file path=ppt/slides/_rels/slide14.xml.rels><?xml version="1.0" encoding="UTF-8" standalone="yes"?>
<Relationships xmlns="http://schemas.openxmlformats.org/package/2006/relationships"><Relationship Id="rId8" Type="http://schemas.openxmlformats.org/officeDocument/2006/relationships/slide" Target="slide7.xml"/><Relationship Id="rId13" Type="http://schemas.openxmlformats.org/officeDocument/2006/relationships/image" Target="../media/image37.svg"/><Relationship Id="rId18" Type="http://schemas.openxmlformats.org/officeDocument/2006/relationships/image" Target="../media/image49.png"/><Relationship Id="rId3" Type="http://schemas.openxmlformats.org/officeDocument/2006/relationships/image" Target="../media/image33.png"/><Relationship Id="rId7" Type="http://schemas.openxmlformats.org/officeDocument/2006/relationships/image" Target="../media/image35.svg"/><Relationship Id="rId12" Type="http://schemas.openxmlformats.org/officeDocument/2006/relationships/image" Target="../media/image11.png"/><Relationship Id="rId17" Type="http://schemas.openxmlformats.org/officeDocument/2006/relationships/image" Target="../media/image48.svg"/><Relationship Id="rId2" Type="http://schemas.openxmlformats.org/officeDocument/2006/relationships/slide" Target="slide14.xml"/><Relationship Id="rId16" Type="http://schemas.openxmlformats.org/officeDocument/2006/relationships/image" Target="../media/image47.png"/><Relationship Id="rId1" Type="http://schemas.openxmlformats.org/officeDocument/2006/relationships/slideLayout" Target="../slideLayouts/slideLayout7.xml"/><Relationship Id="rId6" Type="http://schemas.openxmlformats.org/officeDocument/2006/relationships/image" Target="../media/image16.png"/><Relationship Id="rId11" Type="http://schemas.openxmlformats.org/officeDocument/2006/relationships/slide" Target="slide4.xml"/><Relationship Id="rId5" Type="http://schemas.openxmlformats.org/officeDocument/2006/relationships/slide" Target="slide3.xml"/><Relationship Id="rId15" Type="http://schemas.openxmlformats.org/officeDocument/2006/relationships/image" Target="../media/image46.png"/><Relationship Id="rId10" Type="http://schemas.openxmlformats.org/officeDocument/2006/relationships/image" Target="../media/image36.svg"/><Relationship Id="rId4" Type="http://schemas.openxmlformats.org/officeDocument/2006/relationships/image" Target="../media/image34.svg"/><Relationship Id="rId9" Type="http://schemas.openxmlformats.org/officeDocument/2006/relationships/image" Target="../media/image9.png"/><Relationship Id="rId14" Type="http://schemas.openxmlformats.org/officeDocument/2006/relationships/image" Target="../media/image45.png"/></Relationships>
</file>

<file path=ppt/slides/_rels/slide15.xml.rels><?xml version="1.0" encoding="UTF-8" standalone="yes"?>
<Relationships xmlns="http://schemas.openxmlformats.org/package/2006/relationships"><Relationship Id="rId8" Type="http://schemas.openxmlformats.org/officeDocument/2006/relationships/image" Target="../media/image8.svg"/><Relationship Id="rId13" Type="http://schemas.openxmlformats.org/officeDocument/2006/relationships/image" Target="../media/image11.png"/><Relationship Id="rId3" Type="http://schemas.openxmlformats.org/officeDocument/2006/relationships/slide" Target="slide16.xml"/><Relationship Id="rId7" Type="http://schemas.openxmlformats.org/officeDocument/2006/relationships/image" Target="../media/image7.png"/><Relationship Id="rId12" Type="http://schemas.openxmlformats.org/officeDocument/2006/relationships/slide" Target="slide4.xml"/><Relationship Id="rId2" Type="http://schemas.openxmlformats.org/officeDocument/2006/relationships/slideLayout" Target="../slideLayouts/slideLayout7.xml"/><Relationship Id="rId16" Type="http://schemas.openxmlformats.org/officeDocument/2006/relationships/image" Target="../media/image15.png"/><Relationship Id="rId1" Type="http://schemas.openxmlformats.org/officeDocument/2006/relationships/video" Target="https://www.youtube.com/embed/P27waC05Hdk?start=211&amp;feature=oembed" TargetMode="External"/><Relationship Id="rId6" Type="http://schemas.openxmlformats.org/officeDocument/2006/relationships/slide" Target="slide15.xml"/><Relationship Id="rId11" Type="http://schemas.openxmlformats.org/officeDocument/2006/relationships/image" Target="../media/image10.svg"/><Relationship Id="rId5" Type="http://schemas.openxmlformats.org/officeDocument/2006/relationships/image" Target="../media/image6.svg"/><Relationship Id="rId15" Type="http://schemas.openxmlformats.org/officeDocument/2006/relationships/image" Target="../media/image13.jpeg"/><Relationship Id="rId10" Type="http://schemas.openxmlformats.org/officeDocument/2006/relationships/image" Target="../media/image9.png"/><Relationship Id="rId4" Type="http://schemas.openxmlformats.org/officeDocument/2006/relationships/image" Target="../media/image5.png"/><Relationship Id="rId9" Type="http://schemas.openxmlformats.org/officeDocument/2006/relationships/slide" Target="slide7.xml"/><Relationship Id="rId14" Type="http://schemas.openxmlformats.org/officeDocument/2006/relationships/image" Target="../media/image12.svg"/></Relationships>
</file>

<file path=ppt/slides/_rels/slide16.xml.rels><?xml version="1.0" encoding="UTF-8" standalone="yes"?>
<Relationships xmlns="http://schemas.openxmlformats.org/package/2006/relationships"><Relationship Id="rId8" Type="http://schemas.openxmlformats.org/officeDocument/2006/relationships/slide" Target="slide7.xml"/><Relationship Id="rId13" Type="http://schemas.openxmlformats.org/officeDocument/2006/relationships/image" Target="../media/image37.svg"/><Relationship Id="rId3" Type="http://schemas.openxmlformats.org/officeDocument/2006/relationships/image" Target="../media/image33.png"/><Relationship Id="rId7" Type="http://schemas.openxmlformats.org/officeDocument/2006/relationships/image" Target="../media/image35.svg"/><Relationship Id="rId12" Type="http://schemas.openxmlformats.org/officeDocument/2006/relationships/image" Target="../media/image11.png"/><Relationship Id="rId17" Type="http://schemas.openxmlformats.org/officeDocument/2006/relationships/image" Target="../media/image40.png"/><Relationship Id="rId2" Type="http://schemas.openxmlformats.org/officeDocument/2006/relationships/slide" Target="slide16.xml"/><Relationship Id="rId16" Type="http://schemas.openxmlformats.org/officeDocument/2006/relationships/image" Target="../media/image52.png"/><Relationship Id="rId1" Type="http://schemas.openxmlformats.org/officeDocument/2006/relationships/slideLayout" Target="../slideLayouts/slideLayout7.xml"/><Relationship Id="rId6" Type="http://schemas.openxmlformats.org/officeDocument/2006/relationships/image" Target="../media/image16.png"/><Relationship Id="rId11" Type="http://schemas.openxmlformats.org/officeDocument/2006/relationships/slide" Target="slide4.xml"/><Relationship Id="rId5" Type="http://schemas.openxmlformats.org/officeDocument/2006/relationships/slide" Target="slide3.xml"/><Relationship Id="rId15" Type="http://schemas.openxmlformats.org/officeDocument/2006/relationships/image" Target="../media/image51.png"/><Relationship Id="rId10" Type="http://schemas.openxmlformats.org/officeDocument/2006/relationships/image" Target="../media/image36.svg"/><Relationship Id="rId4" Type="http://schemas.openxmlformats.org/officeDocument/2006/relationships/image" Target="../media/image34.svg"/><Relationship Id="rId9" Type="http://schemas.openxmlformats.org/officeDocument/2006/relationships/image" Target="../media/image9.png"/><Relationship Id="rId14" Type="http://schemas.openxmlformats.org/officeDocument/2006/relationships/image" Target="../media/image50.PNG"/></Relationships>
</file>

<file path=ppt/slides/_rels/slide17.xml.rels><?xml version="1.0" encoding="UTF-8" standalone="yes"?>
<Relationships xmlns="http://schemas.openxmlformats.org/package/2006/relationships"><Relationship Id="rId8" Type="http://schemas.openxmlformats.org/officeDocument/2006/relationships/slide" Target="slide7.xml"/><Relationship Id="rId13" Type="http://schemas.openxmlformats.org/officeDocument/2006/relationships/image" Target="../media/image37.svg"/><Relationship Id="rId18" Type="http://schemas.openxmlformats.org/officeDocument/2006/relationships/image" Target="../media/image57.PNG"/><Relationship Id="rId3" Type="http://schemas.openxmlformats.org/officeDocument/2006/relationships/image" Target="../media/image33.png"/><Relationship Id="rId7" Type="http://schemas.openxmlformats.org/officeDocument/2006/relationships/image" Target="../media/image35.svg"/><Relationship Id="rId12" Type="http://schemas.openxmlformats.org/officeDocument/2006/relationships/image" Target="../media/image11.png"/><Relationship Id="rId17" Type="http://schemas.openxmlformats.org/officeDocument/2006/relationships/image" Target="../media/image56.PNG"/><Relationship Id="rId2" Type="http://schemas.openxmlformats.org/officeDocument/2006/relationships/slide" Target="slide17.xml"/><Relationship Id="rId16" Type="http://schemas.openxmlformats.org/officeDocument/2006/relationships/image" Target="../media/image55.PNG"/><Relationship Id="rId20" Type="http://schemas.openxmlformats.org/officeDocument/2006/relationships/image" Target="../media/image40.png"/><Relationship Id="rId1" Type="http://schemas.openxmlformats.org/officeDocument/2006/relationships/slideLayout" Target="../slideLayouts/slideLayout7.xml"/><Relationship Id="rId6" Type="http://schemas.openxmlformats.org/officeDocument/2006/relationships/image" Target="../media/image16.png"/><Relationship Id="rId11" Type="http://schemas.openxmlformats.org/officeDocument/2006/relationships/slide" Target="slide4.xml"/><Relationship Id="rId5" Type="http://schemas.openxmlformats.org/officeDocument/2006/relationships/slide" Target="slide3.xml"/><Relationship Id="rId15" Type="http://schemas.openxmlformats.org/officeDocument/2006/relationships/image" Target="../media/image54.PNG"/><Relationship Id="rId10" Type="http://schemas.openxmlformats.org/officeDocument/2006/relationships/image" Target="../media/image36.svg"/><Relationship Id="rId19" Type="http://schemas.openxmlformats.org/officeDocument/2006/relationships/image" Target="../media/image58.PNG"/><Relationship Id="rId4" Type="http://schemas.openxmlformats.org/officeDocument/2006/relationships/image" Target="../media/image34.svg"/><Relationship Id="rId9" Type="http://schemas.openxmlformats.org/officeDocument/2006/relationships/image" Target="../media/image9.png"/><Relationship Id="rId14" Type="http://schemas.openxmlformats.org/officeDocument/2006/relationships/image" Target="../media/image53.PNG"/></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63AE8D3-8B80-4F5A-A0D9-EF118061ABA3}"/>
              </a:ext>
            </a:extLst>
          </p:cNvPr>
          <p:cNvSpPr/>
          <p:nvPr/>
        </p:nvSpPr>
        <p:spPr>
          <a:xfrm>
            <a:off x="1393794" y="4687410"/>
            <a:ext cx="1953088"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7" name="Picture 6">
            <a:extLst>
              <a:ext uri="{FF2B5EF4-FFF2-40B4-BE49-F238E27FC236}">
                <a16:creationId xmlns:a16="http://schemas.microsoft.com/office/drawing/2014/main" id="{495CE38C-974B-4034-BA9D-5A5D47A809A8}"/>
              </a:ext>
            </a:extLst>
          </p:cNvPr>
          <p:cNvPicPr>
            <a:picLocks noChangeAspect="1"/>
          </p:cNvPicPr>
          <p:nvPr/>
        </p:nvPicPr>
        <p:blipFill>
          <a:blip r:embed="rId3"/>
          <a:stretch>
            <a:fillRect/>
          </a:stretch>
        </p:blipFill>
        <p:spPr>
          <a:xfrm>
            <a:off x="389953" y="1860618"/>
            <a:ext cx="4401693" cy="4279763"/>
          </a:xfrm>
          <a:prstGeom prst="rect">
            <a:avLst/>
          </a:prstGeom>
        </p:spPr>
      </p:pic>
    </p:spTree>
    <p:extLst>
      <p:ext uri="{BB962C8B-B14F-4D97-AF65-F5344CB8AC3E}">
        <p14:creationId xmlns:p14="http://schemas.microsoft.com/office/powerpoint/2010/main" val="7015447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000" b="-1000"/>
          </a:stretch>
        </a:blipFill>
        <a:effectLst/>
      </p:bgPr>
    </p:bg>
    <p:spTree>
      <p:nvGrpSpPr>
        <p:cNvPr id="1" name=""/>
        <p:cNvGrpSpPr/>
        <p:nvPr/>
      </p:nvGrpSpPr>
      <p:grpSpPr>
        <a:xfrm>
          <a:off x="0" y="0"/>
          <a:ext cx="0" cy="0"/>
          <a:chOff x="0" y="0"/>
          <a:chExt cx="0" cy="0"/>
        </a:xfrm>
      </p:grpSpPr>
      <p:sp>
        <p:nvSpPr>
          <p:cNvPr id="12" name="Oval 11">
            <a:extLst>
              <a:ext uri="{FF2B5EF4-FFF2-40B4-BE49-F238E27FC236}">
                <a16:creationId xmlns:a16="http://schemas.microsoft.com/office/drawing/2014/main" id="{2F22CEE1-62FD-4432-ABBD-D17BF90C45F3}"/>
              </a:ext>
            </a:extLst>
          </p:cNvPr>
          <p:cNvSpPr/>
          <p:nvPr/>
        </p:nvSpPr>
        <p:spPr>
          <a:xfrm>
            <a:off x="0" y="-552450"/>
            <a:ext cx="5200719" cy="4800600"/>
          </a:xfrm>
          <a:prstGeom prst="ellipse">
            <a:avLst/>
          </a:prstGeom>
          <a:solidFill>
            <a:srgbClr val="0949FF">
              <a:alpha val="7411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 name="TextBox 2"/>
          <p:cNvSpPr txBox="1"/>
          <p:nvPr/>
        </p:nvSpPr>
        <p:spPr>
          <a:xfrm>
            <a:off x="559773" y="728931"/>
            <a:ext cx="4640946" cy="2677656"/>
          </a:xfrm>
          <a:prstGeom prst="rect">
            <a:avLst/>
          </a:prstGeom>
          <a:noFill/>
        </p:spPr>
        <p:txBody>
          <a:bodyPr wrap="square" rtlCol="0">
            <a:spAutoFit/>
          </a:bodyPr>
          <a:lstStyle/>
          <a:p>
            <a:r>
              <a:rPr lang="en-AU" sz="2400" dirty="0">
                <a:solidFill>
                  <a:schemeClr val="bg1"/>
                </a:solidFill>
              </a:rPr>
              <a:t>Understand the purpose and processes of the three different types of Assisted Reproductive Technologies, </a:t>
            </a:r>
          </a:p>
          <a:p>
            <a:r>
              <a:rPr lang="en-AU" sz="2400" i="1" dirty="0">
                <a:solidFill>
                  <a:schemeClr val="bg1"/>
                </a:solidFill>
              </a:rPr>
              <a:t>	* In-Vitro</a:t>
            </a:r>
            <a:r>
              <a:rPr lang="en-AU" sz="2400" dirty="0">
                <a:solidFill>
                  <a:schemeClr val="bg1"/>
                </a:solidFill>
              </a:rPr>
              <a:t> Fertilisation, </a:t>
            </a:r>
          </a:p>
          <a:p>
            <a:r>
              <a:rPr lang="en-AU" sz="2400" dirty="0">
                <a:solidFill>
                  <a:schemeClr val="bg1"/>
                </a:solidFill>
              </a:rPr>
              <a:t>	* Intra-Uterine Insemination </a:t>
            </a:r>
            <a:r>
              <a:rPr lang="en-AU" sz="2400" i="1" dirty="0">
                <a:solidFill>
                  <a:schemeClr val="bg1"/>
                </a:solidFill>
              </a:rPr>
              <a:t>and</a:t>
            </a:r>
            <a:r>
              <a:rPr lang="en-AU" sz="2400" dirty="0">
                <a:solidFill>
                  <a:schemeClr val="bg1"/>
                </a:solidFill>
              </a:rPr>
              <a:t>	* Embryo Transfer</a:t>
            </a:r>
          </a:p>
        </p:txBody>
      </p:sp>
      <p:pic>
        <p:nvPicPr>
          <p:cNvPr id="14" name="Picture 13">
            <a:extLst>
              <a:ext uri="{FF2B5EF4-FFF2-40B4-BE49-F238E27FC236}">
                <a16:creationId xmlns:a16="http://schemas.microsoft.com/office/drawing/2014/main" id="{342D3CD3-6A83-4668-A6C0-6D7C68582B20}"/>
              </a:ext>
            </a:extLst>
          </p:cNvPr>
          <p:cNvPicPr>
            <a:picLocks noChangeAspect="1"/>
          </p:cNvPicPr>
          <p:nvPr/>
        </p:nvPicPr>
        <p:blipFill>
          <a:blip r:embed="rId3"/>
          <a:stretch>
            <a:fillRect/>
          </a:stretch>
        </p:blipFill>
        <p:spPr>
          <a:xfrm>
            <a:off x="1536874" y="-112632"/>
            <a:ext cx="1841152" cy="1286367"/>
          </a:xfrm>
          <a:prstGeom prst="rect">
            <a:avLst/>
          </a:prstGeom>
        </p:spPr>
      </p:pic>
    </p:spTree>
    <p:extLst>
      <p:ext uri="{BB962C8B-B14F-4D97-AF65-F5344CB8AC3E}">
        <p14:creationId xmlns:p14="http://schemas.microsoft.com/office/powerpoint/2010/main" val="24539186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1A781D4D-E9CE-40EC-B968-21A2CE6CDBD7}"/>
              </a:ext>
            </a:extLst>
          </p:cNvPr>
          <p:cNvSpPr/>
          <p:nvPr/>
        </p:nvSpPr>
        <p:spPr>
          <a:xfrm>
            <a:off x="-38381" y="-3154706"/>
            <a:ext cx="1346200" cy="12192000"/>
          </a:xfrm>
          <a:custGeom>
            <a:avLst/>
            <a:gdLst>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7439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7439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7439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7439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46200" h="12192000">
                <a:moveTo>
                  <a:pt x="1346200" y="0"/>
                </a:moveTo>
                <a:lnTo>
                  <a:pt x="1346200" y="5120642"/>
                </a:lnTo>
                <a:cubicBezTo>
                  <a:pt x="1333399" y="5710744"/>
                  <a:pt x="787198" y="5554087"/>
                  <a:pt x="774397" y="6090849"/>
                </a:cubicBezTo>
                <a:cubicBezTo>
                  <a:pt x="782118" y="6684385"/>
                  <a:pt x="1341019" y="6470200"/>
                  <a:pt x="1346200" y="7117076"/>
                </a:cubicBezTo>
                <a:lnTo>
                  <a:pt x="1346200" y="12192000"/>
                </a:lnTo>
                <a:lnTo>
                  <a:pt x="0" y="12192000"/>
                </a:lnTo>
                <a:lnTo>
                  <a:pt x="0" y="0"/>
                </a:lnTo>
                <a:lnTo>
                  <a:pt x="134620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p>
        </p:txBody>
      </p:sp>
      <p:pic>
        <p:nvPicPr>
          <p:cNvPr id="31" name="Graphic 30" descr="Open book">
            <a:hlinkClick r:id="rId3" action="ppaction://hlinksldjump"/>
            <a:extLst>
              <a:ext uri="{FF2B5EF4-FFF2-40B4-BE49-F238E27FC236}">
                <a16:creationId xmlns:a16="http://schemas.microsoft.com/office/drawing/2014/main" id="{9F520BD5-F1CA-459F-A5B4-111F139E609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7392" y="1460702"/>
            <a:ext cx="601560" cy="601560"/>
          </a:xfrm>
          <a:prstGeom prst="rect">
            <a:avLst/>
          </a:prstGeom>
        </p:spPr>
      </p:pic>
      <p:sp>
        <p:nvSpPr>
          <p:cNvPr id="33" name="TextBox 32">
            <a:extLst>
              <a:ext uri="{FF2B5EF4-FFF2-40B4-BE49-F238E27FC236}">
                <a16:creationId xmlns:a16="http://schemas.microsoft.com/office/drawing/2014/main" id="{6B684345-C9D5-4449-96E1-7934BB1AE030}"/>
              </a:ext>
            </a:extLst>
          </p:cNvPr>
          <p:cNvSpPr txBox="1"/>
          <p:nvPr/>
        </p:nvSpPr>
        <p:spPr>
          <a:xfrm>
            <a:off x="117392" y="1320129"/>
            <a:ext cx="615585" cy="276999"/>
          </a:xfrm>
          <a:prstGeom prst="rect">
            <a:avLst/>
          </a:prstGeom>
          <a:noFill/>
        </p:spPr>
        <p:txBody>
          <a:bodyPr wrap="square" rtlCol="0">
            <a:spAutoFit/>
          </a:bodyPr>
          <a:lstStyle/>
          <a:p>
            <a:r>
              <a:rPr lang="en-US" sz="1200" b="1" dirty="0">
                <a:solidFill>
                  <a:schemeClr val="bg1">
                    <a:lumMod val="85000"/>
                  </a:schemeClr>
                </a:solidFill>
                <a:latin typeface="Ink Free" panose="03080402000500000000" pitchFamily="66" charset="0"/>
              </a:rPr>
              <a:t>Read</a:t>
            </a:r>
            <a:endParaRPr lang="en-AU" sz="1200" b="1" dirty="0">
              <a:solidFill>
                <a:schemeClr val="bg1">
                  <a:lumMod val="85000"/>
                </a:schemeClr>
              </a:solidFill>
              <a:latin typeface="Ink Free" panose="03080402000500000000" pitchFamily="66" charset="0"/>
            </a:endParaRPr>
          </a:p>
        </p:txBody>
      </p:sp>
      <p:pic>
        <p:nvPicPr>
          <p:cNvPr id="35" name="Graphic 34" descr="Presentation with media">
            <a:hlinkClick r:id="rId6" action="ppaction://hlinksldjump"/>
            <a:extLst>
              <a:ext uri="{FF2B5EF4-FFF2-40B4-BE49-F238E27FC236}">
                <a16:creationId xmlns:a16="http://schemas.microsoft.com/office/drawing/2014/main" id="{4B6126A9-739B-452F-848A-702385E23C0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3367" y="2627094"/>
            <a:ext cx="601560" cy="601560"/>
          </a:xfrm>
          <a:prstGeom prst="rect">
            <a:avLst/>
          </a:prstGeom>
        </p:spPr>
      </p:pic>
      <p:sp>
        <p:nvSpPr>
          <p:cNvPr id="37" name="TextBox 36">
            <a:extLst>
              <a:ext uri="{FF2B5EF4-FFF2-40B4-BE49-F238E27FC236}">
                <a16:creationId xmlns:a16="http://schemas.microsoft.com/office/drawing/2014/main" id="{C033B9E5-444A-4F9A-8915-3B0ED00EA9DD}"/>
              </a:ext>
            </a:extLst>
          </p:cNvPr>
          <p:cNvSpPr txBox="1"/>
          <p:nvPr/>
        </p:nvSpPr>
        <p:spPr>
          <a:xfrm>
            <a:off x="141542" y="2488594"/>
            <a:ext cx="615585" cy="276999"/>
          </a:xfrm>
          <a:prstGeom prst="rect">
            <a:avLst/>
          </a:prstGeom>
          <a:noFill/>
        </p:spPr>
        <p:txBody>
          <a:bodyPr wrap="square" rtlCol="0">
            <a:spAutoFit/>
          </a:bodyPr>
          <a:lstStyle/>
          <a:p>
            <a:r>
              <a:rPr lang="en-US" sz="1200" b="1" dirty="0">
                <a:solidFill>
                  <a:schemeClr val="bg1"/>
                </a:solidFill>
                <a:latin typeface="Ink Free" panose="03080402000500000000" pitchFamily="66" charset="0"/>
              </a:rPr>
              <a:t>View</a:t>
            </a:r>
            <a:endParaRPr lang="en-AU" sz="1200" b="1" dirty="0">
              <a:solidFill>
                <a:schemeClr val="bg1"/>
              </a:solidFill>
              <a:latin typeface="Ink Free" panose="03080402000500000000" pitchFamily="66" charset="0"/>
            </a:endParaRPr>
          </a:p>
        </p:txBody>
      </p:sp>
      <p:pic>
        <p:nvPicPr>
          <p:cNvPr id="39" name="Graphic 38" descr="Postit Notes">
            <a:hlinkClick r:id="rId9" action="ppaction://hlinksldjump"/>
            <a:extLst>
              <a:ext uri="{FF2B5EF4-FFF2-40B4-BE49-F238E27FC236}">
                <a16:creationId xmlns:a16="http://schemas.microsoft.com/office/drawing/2014/main" id="{C2158932-52F9-4332-86EC-0FF291107F5E}"/>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52800" y="3785046"/>
            <a:ext cx="601560" cy="601560"/>
          </a:xfrm>
          <a:prstGeom prst="rect">
            <a:avLst/>
          </a:prstGeom>
        </p:spPr>
      </p:pic>
      <p:sp>
        <p:nvSpPr>
          <p:cNvPr id="41" name="TextBox 40">
            <a:extLst>
              <a:ext uri="{FF2B5EF4-FFF2-40B4-BE49-F238E27FC236}">
                <a16:creationId xmlns:a16="http://schemas.microsoft.com/office/drawing/2014/main" id="{84F1C218-EEC4-4E90-897C-97EB82DE495B}"/>
              </a:ext>
            </a:extLst>
          </p:cNvPr>
          <p:cNvSpPr txBox="1"/>
          <p:nvPr/>
        </p:nvSpPr>
        <p:spPr>
          <a:xfrm>
            <a:off x="83960" y="3658298"/>
            <a:ext cx="615585" cy="276999"/>
          </a:xfrm>
          <a:prstGeom prst="rect">
            <a:avLst/>
          </a:prstGeom>
          <a:noFill/>
        </p:spPr>
        <p:txBody>
          <a:bodyPr wrap="square" rtlCol="0">
            <a:spAutoFit/>
          </a:bodyPr>
          <a:lstStyle/>
          <a:p>
            <a:r>
              <a:rPr lang="en-US" sz="1200" b="1" dirty="0">
                <a:solidFill>
                  <a:schemeClr val="bg1">
                    <a:lumMod val="85000"/>
                  </a:schemeClr>
                </a:solidFill>
                <a:latin typeface="Ink Free" panose="03080402000500000000" pitchFamily="66" charset="0"/>
              </a:rPr>
              <a:t>Notes</a:t>
            </a:r>
            <a:endParaRPr lang="en-AU" sz="1200" b="1" dirty="0">
              <a:solidFill>
                <a:schemeClr val="bg1">
                  <a:lumMod val="85000"/>
                </a:schemeClr>
              </a:solidFill>
              <a:latin typeface="Ink Free" panose="03080402000500000000" pitchFamily="66" charset="0"/>
            </a:endParaRPr>
          </a:p>
        </p:txBody>
      </p:sp>
      <p:pic>
        <p:nvPicPr>
          <p:cNvPr id="43" name="Graphic 42" descr="Aspiration">
            <a:hlinkClick r:id="rId12" action="ppaction://hlinksldjump"/>
            <a:extLst>
              <a:ext uri="{FF2B5EF4-FFF2-40B4-BE49-F238E27FC236}">
                <a16:creationId xmlns:a16="http://schemas.microsoft.com/office/drawing/2014/main" id="{CDA983BE-9447-4F36-A5B6-F62AAF0352FF}"/>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17644" y="4900792"/>
            <a:ext cx="601560" cy="601560"/>
          </a:xfrm>
          <a:prstGeom prst="rect">
            <a:avLst/>
          </a:prstGeom>
        </p:spPr>
      </p:pic>
      <p:sp>
        <p:nvSpPr>
          <p:cNvPr id="45" name="TextBox 44">
            <a:extLst>
              <a:ext uri="{FF2B5EF4-FFF2-40B4-BE49-F238E27FC236}">
                <a16:creationId xmlns:a16="http://schemas.microsoft.com/office/drawing/2014/main" id="{3C66D187-9FB5-4EEC-8896-D35CC926DD5A}"/>
              </a:ext>
            </a:extLst>
          </p:cNvPr>
          <p:cNvSpPr txBox="1"/>
          <p:nvPr/>
        </p:nvSpPr>
        <p:spPr>
          <a:xfrm>
            <a:off x="38775" y="4762930"/>
            <a:ext cx="615585" cy="276999"/>
          </a:xfrm>
          <a:prstGeom prst="rect">
            <a:avLst/>
          </a:prstGeom>
          <a:noFill/>
        </p:spPr>
        <p:txBody>
          <a:bodyPr wrap="square" rtlCol="0">
            <a:spAutoFit/>
          </a:bodyPr>
          <a:lstStyle/>
          <a:p>
            <a:r>
              <a:rPr lang="en-US" sz="1200" b="1" dirty="0">
                <a:solidFill>
                  <a:schemeClr val="bg1">
                    <a:lumMod val="85000"/>
                  </a:schemeClr>
                </a:solidFill>
                <a:latin typeface="Ink Free" panose="03080402000500000000" pitchFamily="66" charset="0"/>
              </a:rPr>
              <a:t>To Do</a:t>
            </a:r>
            <a:endParaRPr lang="en-AU" sz="1200" b="1" dirty="0">
              <a:solidFill>
                <a:schemeClr val="bg1">
                  <a:lumMod val="85000"/>
                </a:schemeClr>
              </a:solidFill>
              <a:latin typeface="Ink Free" panose="03080402000500000000" pitchFamily="66" charset="0"/>
            </a:endParaRPr>
          </a:p>
        </p:txBody>
      </p:sp>
      <p:pic>
        <p:nvPicPr>
          <p:cNvPr id="14" name="Online Media 4" title="How in vitro fertilization (IVF) works - Nassim Assefi and Brian A. Levine">
            <a:hlinkClick r:id="" action="ppaction://media"/>
            <a:extLst>
              <a:ext uri="{FF2B5EF4-FFF2-40B4-BE49-F238E27FC236}">
                <a16:creationId xmlns:a16="http://schemas.microsoft.com/office/drawing/2014/main" id="{E9C1D654-4272-403B-B75C-F7820BA73C43}"/>
              </a:ext>
            </a:extLst>
          </p:cNvPr>
          <p:cNvPicPr>
            <a:picLocks noRot="1" noChangeAspect="1"/>
          </p:cNvPicPr>
          <p:nvPr>
            <a:videoFile r:link="rId1"/>
          </p:nvPr>
        </p:nvPicPr>
        <p:blipFill>
          <a:blip r:embed="rId15"/>
          <a:stretch>
            <a:fillRect/>
          </a:stretch>
        </p:blipFill>
        <p:spPr>
          <a:xfrm>
            <a:off x="2274491" y="982937"/>
            <a:ext cx="9326959" cy="5246413"/>
          </a:xfrm>
          <a:prstGeom prst="rect">
            <a:avLst/>
          </a:prstGeom>
        </p:spPr>
      </p:pic>
      <p:sp>
        <p:nvSpPr>
          <p:cNvPr id="16" name="TextBox 15">
            <a:extLst>
              <a:ext uri="{FF2B5EF4-FFF2-40B4-BE49-F238E27FC236}">
                <a16:creationId xmlns:a16="http://schemas.microsoft.com/office/drawing/2014/main" id="{33F0EB1C-4062-4E0E-AE20-3399F361BABB}"/>
              </a:ext>
            </a:extLst>
          </p:cNvPr>
          <p:cNvSpPr txBox="1"/>
          <p:nvPr/>
        </p:nvSpPr>
        <p:spPr>
          <a:xfrm>
            <a:off x="4775795" y="6206095"/>
            <a:ext cx="4324350" cy="523220"/>
          </a:xfrm>
          <a:prstGeom prst="rect">
            <a:avLst/>
          </a:prstGeom>
          <a:noFill/>
        </p:spPr>
        <p:txBody>
          <a:bodyPr wrap="square" rtlCol="0">
            <a:spAutoFit/>
          </a:bodyPr>
          <a:lstStyle/>
          <a:p>
            <a:r>
              <a:rPr lang="en-US" sz="2800" b="1" dirty="0">
                <a:solidFill>
                  <a:schemeClr val="accent4">
                    <a:lumMod val="75000"/>
                  </a:schemeClr>
                </a:solidFill>
              </a:rPr>
              <a:t>Stop at 3.30</a:t>
            </a:r>
            <a:endParaRPr lang="en-AU" sz="2800" b="1" dirty="0">
              <a:solidFill>
                <a:schemeClr val="accent4">
                  <a:lumMod val="75000"/>
                </a:schemeClr>
              </a:solidFill>
            </a:endParaRPr>
          </a:p>
        </p:txBody>
      </p:sp>
      <p:sp>
        <p:nvSpPr>
          <p:cNvPr id="17" name="Arrow: Up 16">
            <a:extLst>
              <a:ext uri="{FF2B5EF4-FFF2-40B4-BE49-F238E27FC236}">
                <a16:creationId xmlns:a16="http://schemas.microsoft.com/office/drawing/2014/main" id="{C7C24110-4F58-45A2-BD98-5E315C7AD7D5}"/>
              </a:ext>
            </a:extLst>
          </p:cNvPr>
          <p:cNvSpPr/>
          <p:nvPr/>
        </p:nvSpPr>
        <p:spPr>
          <a:xfrm>
            <a:off x="6937970" y="6095344"/>
            <a:ext cx="415330" cy="610715"/>
          </a:xfrm>
          <a:prstGeom prst="upArrow">
            <a:avLst/>
          </a:prstGeom>
          <a:solidFill>
            <a:schemeClr val="accent5">
              <a:lumMod val="50000"/>
            </a:schemeClr>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3" name="Picture 2">
            <a:extLst>
              <a:ext uri="{FF2B5EF4-FFF2-40B4-BE49-F238E27FC236}">
                <a16:creationId xmlns:a16="http://schemas.microsoft.com/office/drawing/2014/main" id="{1F487DBF-6EA1-4742-9E52-219690EF568C}"/>
              </a:ext>
            </a:extLst>
          </p:cNvPr>
          <p:cNvPicPr>
            <a:picLocks noChangeAspect="1"/>
          </p:cNvPicPr>
          <p:nvPr/>
        </p:nvPicPr>
        <p:blipFill>
          <a:blip r:embed="rId16"/>
          <a:stretch>
            <a:fillRect/>
          </a:stretch>
        </p:blipFill>
        <p:spPr>
          <a:xfrm>
            <a:off x="1691416" y="74878"/>
            <a:ext cx="11418798" cy="1292464"/>
          </a:xfrm>
          <a:prstGeom prst="rect">
            <a:avLst/>
          </a:prstGeom>
        </p:spPr>
      </p:pic>
      <p:pic>
        <p:nvPicPr>
          <p:cNvPr id="4" name="Picture 3">
            <a:extLst>
              <a:ext uri="{FF2B5EF4-FFF2-40B4-BE49-F238E27FC236}">
                <a16:creationId xmlns:a16="http://schemas.microsoft.com/office/drawing/2014/main" id="{8A190E87-3602-4955-990E-398307D82717}"/>
              </a:ext>
            </a:extLst>
          </p:cNvPr>
          <p:cNvPicPr>
            <a:picLocks noChangeAspect="1"/>
          </p:cNvPicPr>
          <p:nvPr/>
        </p:nvPicPr>
        <p:blipFill>
          <a:blip r:embed="rId17"/>
          <a:stretch>
            <a:fillRect/>
          </a:stretch>
        </p:blipFill>
        <p:spPr>
          <a:xfrm>
            <a:off x="868869" y="2488924"/>
            <a:ext cx="877900" cy="877900"/>
          </a:xfrm>
          <a:prstGeom prst="rect">
            <a:avLst/>
          </a:prstGeom>
        </p:spPr>
      </p:pic>
      <p:sp>
        <p:nvSpPr>
          <p:cNvPr id="5" name="Arrow: Right 4">
            <a:hlinkClick r:id="" action="ppaction://hlinkshowjump?jump=nextslide"/>
            <a:extLst>
              <a:ext uri="{FF2B5EF4-FFF2-40B4-BE49-F238E27FC236}">
                <a16:creationId xmlns:a16="http://schemas.microsoft.com/office/drawing/2014/main" id="{8A8D6A2A-EF3F-4D20-960B-B0A4BC2D19E8}"/>
              </a:ext>
            </a:extLst>
          </p:cNvPr>
          <p:cNvSpPr/>
          <p:nvPr/>
        </p:nvSpPr>
        <p:spPr>
          <a:xfrm>
            <a:off x="10812760" y="6263640"/>
            <a:ext cx="899120" cy="594360"/>
          </a:xfrm>
          <a:custGeom>
            <a:avLst/>
            <a:gdLst>
              <a:gd name="connsiteX0" fmla="*/ 0 w 899120"/>
              <a:gd name="connsiteY0" fmla="*/ 148590 h 594360"/>
              <a:gd name="connsiteX1" fmla="*/ 601940 w 899120"/>
              <a:gd name="connsiteY1" fmla="*/ 148590 h 594360"/>
              <a:gd name="connsiteX2" fmla="*/ 601940 w 899120"/>
              <a:gd name="connsiteY2" fmla="*/ 0 h 594360"/>
              <a:gd name="connsiteX3" fmla="*/ 899120 w 899120"/>
              <a:gd name="connsiteY3" fmla="*/ 297180 h 594360"/>
              <a:gd name="connsiteX4" fmla="*/ 601940 w 899120"/>
              <a:gd name="connsiteY4" fmla="*/ 594360 h 594360"/>
              <a:gd name="connsiteX5" fmla="*/ 601940 w 899120"/>
              <a:gd name="connsiteY5" fmla="*/ 445770 h 594360"/>
              <a:gd name="connsiteX6" fmla="*/ 0 w 899120"/>
              <a:gd name="connsiteY6" fmla="*/ 445770 h 594360"/>
              <a:gd name="connsiteX7" fmla="*/ 0 w 899120"/>
              <a:gd name="connsiteY7" fmla="*/ 148590 h 594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99120" h="594360" fill="none" extrusionOk="0">
                <a:moveTo>
                  <a:pt x="0" y="148590"/>
                </a:moveTo>
                <a:cubicBezTo>
                  <a:pt x="169001" y="162409"/>
                  <a:pt x="371590" y="163553"/>
                  <a:pt x="601940" y="148590"/>
                </a:cubicBezTo>
                <a:cubicBezTo>
                  <a:pt x="608622" y="77738"/>
                  <a:pt x="596101" y="35704"/>
                  <a:pt x="601940" y="0"/>
                </a:cubicBezTo>
                <a:cubicBezTo>
                  <a:pt x="676206" y="63865"/>
                  <a:pt x="829998" y="213860"/>
                  <a:pt x="899120" y="297180"/>
                </a:cubicBezTo>
                <a:cubicBezTo>
                  <a:pt x="799636" y="417179"/>
                  <a:pt x="719835" y="452323"/>
                  <a:pt x="601940" y="594360"/>
                </a:cubicBezTo>
                <a:cubicBezTo>
                  <a:pt x="597430" y="537660"/>
                  <a:pt x="602434" y="499908"/>
                  <a:pt x="601940" y="445770"/>
                </a:cubicBezTo>
                <a:cubicBezTo>
                  <a:pt x="400838" y="427048"/>
                  <a:pt x="140344" y="456885"/>
                  <a:pt x="0" y="445770"/>
                </a:cubicBezTo>
                <a:cubicBezTo>
                  <a:pt x="-728" y="308856"/>
                  <a:pt x="11757" y="283452"/>
                  <a:pt x="0" y="148590"/>
                </a:cubicBezTo>
                <a:close/>
              </a:path>
              <a:path w="899120" h="594360" stroke="0" extrusionOk="0">
                <a:moveTo>
                  <a:pt x="0" y="148590"/>
                </a:moveTo>
                <a:cubicBezTo>
                  <a:pt x="170535" y="172969"/>
                  <a:pt x="359560" y="162075"/>
                  <a:pt x="601940" y="148590"/>
                </a:cubicBezTo>
                <a:cubicBezTo>
                  <a:pt x="594978" y="75347"/>
                  <a:pt x="603591" y="36805"/>
                  <a:pt x="601940" y="0"/>
                </a:cubicBezTo>
                <a:cubicBezTo>
                  <a:pt x="709619" y="103752"/>
                  <a:pt x="777480" y="154978"/>
                  <a:pt x="899120" y="297180"/>
                </a:cubicBezTo>
                <a:cubicBezTo>
                  <a:pt x="843931" y="360907"/>
                  <a:pt x="713271" y="474509"/>
                  <a:pt x="601940" y="594360"/>
                </a:cubicBezTo>
                <a:cubicBezTo>
                  <a:pt x="607252" y="538257"/>
                  <a:pt x="601659" y="481623"/>
                  <a:pt x="601940" y="445770"/>
                </a:cubicBezTo>
                <a:cubicBezTo>
                  <a:pt x="324188" y="461195"/>
                  <a:pt x="153773" y="463831"/>
                  <a:pt x="0" y="445770"/>
                </a:cubicBezTo>
                <a:cubicBezTo>
                  <a:pt x="10842" y="360056"/>
                  <a:pt x="621" y="232182"/>
                  <a:pt x="0" y="148590"/>
                </a:cubicBezTo>
                <a:close/>
              </a:path>
            </a:pathLst>
          </a:custGeom>
          <a:solidFill>
            <a:schemeClr val="bg1"/>
          </a:solidFill>
          <a:ln w="19050">
            <a:prstDash val="dash"/>
            <a:extLst>
              <a:ext uri="{C807C97D-BFC1-408E-A445-0C87EB9F89A2}">
                <ask:lineSketchStyleProps xmlns:ask="http://schemas.microsoft.com/office/drawing/2018/sketchyshapes" sd="235578872">
                  <a:prstGeom prst="rightArrow">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949FF"/>
                </a:solidFill>
                <a:latin typeface="Ink Free" panose="03080402000500000000" pitchFamily="66" charset="0"/>
              </a:rPr>
              <a:t>Next</a:t>
            </a:r>
            <a:endParaRPr lang="en-AU" b="1" dirty="0">
              <a:solidFill>
                <a:srgbClr val="0949FF"/>
              </a:solidFill>
              <a:latin typeface="Ink Free" panose="03080402000500000000" pitchFamily="66" charset="0"/>
            </a:endParaRPr>
          </a:p>
        </p:txBody>
      </p:sp>
    </p:spTree>
    <p:extLst>
      <p:ext uri="{BB962C8B-B14F-4D97-AF65-F5344CB8AC3E}">
        <p14:creationId xmlns:p14="http://schemas.microsoft.com/office/powerpoint/2010/main" val="2076429316"/>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14"/>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14"/>
                                        </p:tgtEl>
                                      </p:cBhvr>
                                    </p:cmd>
                                  </p:childTnLst>
                                </p:cTn>
                              </p:par>
                            </p:childTnLst>
                          </p:cTn>
                        </p:par>
                      </p:childTnLst>
                    </p:cTn>
                  </p:par>
                </p:childTnLst>
              </p:cTn>
              <p:nextCondLst>
                <p:cond evt="onClick" delay="0">
                  <p:tgtEl>
                    <p:spTgt spid="14"/>
                  </p:tgtEl>
                </p:cond>
              </p:nextCondLst>
            </p:seq>
            <p:video>
              <p:cMediaNode vol="80000">
                <p:cTn id="12" fill="hold" display="0">
                  <p:stCondLst>
                    <p:cond delay="indefinite"/>
                  </p:stCondLst>
                </p:cTn>
                <p:tgtEl>
                  <p:spTgt spid="14"/>
                </p:tgtEl>
              </p:cMediaNode>
            </p:vide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98C89CAA-951A-4F9B-8D72-9AF80E8F0919}"/>
              </a:ext>
            </a:extLst>
          </p:cNvPr>
          <p:cNvSpPr/>
          <p:nvPr/>
        </p:nvSpPr>
        <p:spPr>
          <a:xfrm>
            <a:off x="-14025" y="-967473"/>
            <a:ext cx="1346200" cy="12192000"/>
          </a:xfrm>
          <a:custGeom>
            <a:avLst/>
            <a:gdLst>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7439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7439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7439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7439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46200" h="12192000">
                <a:moveTo>
                  <a:pt x="1346200" y="0"/>
                </a:moveTo>
                <a:lnTo>
                  <a:pt x="1346200" y="5120642"/>
                </a:lnTo>
                <a:cubicBezTo>
                  <a:pt x="1333399" y="5710744"/>
                  <a:pt x="787198" y="5554087"/>
                  <a:pt x="774397" y="6090849"/>
                </a:cubicBezTo>
                <a:cubicBezTo>
                  <a:pt x="782118" y="6684385"/>
                  <a:pt x="1341019" y="6470200"/>
                  <a:pt x="1346200" y="7117076"/>
                </a:cubicBezTo>
                <a:lnTo>
                  <a:pt x="1346200" y="12192000"/>
                </a:lnTo>
                <a:lnTo>
                  <a:pt x="0" y="12192000"/>
                </a:lnTo>
                <a:lnTo>
                  <a:pt x="0" y="0"/>
                </a:lnTo>
                <a:lnTo>
                  <a:pt x="134620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p>
        </p:txBody>
      </p:sp>
      <p:pic>
        <p:nvPicPr>
          <p:cNvPr id="31" name="Graphic 30" descr="Open book">
            <a:hlinkClick r:id="rId2" action="ppaction://hlinksldjump"/>
            <a:extLst>
              <a:ext uri="{FF2B5EF4-FFF2-40B4-BE49-F238E27FC236}">
                <a16:creationId xmlns:a16="http://schemas.microsoft.com/office/drawing/2014/main" id="{CB90F9E4-2EAC-498E-9A1F-0F0BAD17167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0579" y="1387657"/>
            <a:ext cx="601560" cy="601560"/>
          </a:xfrm>
          <a:prstGeom prst="rect">
            <a:avLst/>
          </a:prstGeom>
        </p:spPr>
      </p:pic>
      <p:sp>
        <p:nvSpPr>
          <p:cNvPr id="33" name="TextBox 32">
            <a:extLst>
              <a:ext uri="{FF2B5EF4-FFF2-40B4-BE49-F238E27FC236}">
                <a16:creationId xmlns:a16="http://schemas.microsoft.com/office/drawing/2014/main" id="{F5F1CCB3-D335-4245-A9CB-D04986ED3C81}"/>
              </a:ext>
            </a:extLst>
          </p:cNvPr>
          <p:cNvSpPr txBox="1"/>
          <p:nvPr/>
        </p:nvSpPr>
        <p:spPr>
          <a:xfrm>
            <a:off x="130579" y="1247084"/>
            <a:ext cx="615585" cy="276999"/>
          </a:xfrm>
          <a:prstGeom prst="rect">
            <a:avLst/>
          </a:prstGeom>
          <a:noFill/>
        </p:spPr>
        <p:txBody>
          <a:bodyPr wrap="square" rtlCol="0">
            <a:spAutoFit/>
          </a:bodyPr>
          <a:lstStyle/>
          <a:p>
            <a:r>
              <a:rPr lang="en-US" sz="1200" b="1" dirty="0">
                <a:solidFill>
                  <a:schemeClr val="bg1">
                    <a:lumMod val="85000"/>
                  </a:schemeClr>
                </a:solidFill>
                <a:latin typeface="Ink Free" panose="03080402000500000000" pitchFamily="66" charset="0"/>
              </a:rPr>
              <a:t>Read</a:t>
            </a:r>
            <a:endParaRPr lang="en-AU" sz="1200" b="1" dirty="0">
              <a:solidFill>
                <a:schemeClr val="bg1">
                  <a:lumMod val="85000"/>
                </a:schemeClr>
              </a:solidFill>
              <a:latin typeface="Ink Free" panose="03080402000500000000" pitchFamily="66" charset="0"/>
            </a:endParaRPr>
          </a:p>
        </p:txBody>
      </p:sp>
      <p:pic>
        <p:nvPicPr>
          <p:cNvPr id="35" name="Graphic 34" descr="Presentation with media">
            <a:hlinkClick r:id="rId5" action="ppaction://hlinksldjump"/>
            <a:extLst>
              <a:ext uri="{FF2B5EF4-FFF2-40B4-BE49-F238E27FC236}">
                <a16:creationId xmlns:a16="http://schemas.microsoft.com/office/drawing/2014/main" id="{B43495EA-73C0-435C-A154-70C7FDAB7DA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6554" y="2554049"/>
            <a:ext cx="601560" cy="601560"/>
          </a:xfrm>
          <a:prstGeom prst="rect">
            <a:avLst/>
          </a:prstGeom>
        </p:spPr>
      </p:pic>
      <p:sp>
        <p:nvSpPr>
          <p:cNvPr id="37" name="TextBox 36">
            <a:extLst>
              <a:ext uri="{FF2B5EF4-FFF2-40B4-BE49-F238E27FC236}">
                <a16:creationId xmlns:a16="http://schemas.microsoft.com/office/drawing/2014/main" id="{1DA71876-AA72-4594-93DD-AF4D9DDD0DB9}"/>
              </a:ext>
            </a:extLst>
          </p:cNvPr>
          <p:cNvSpPr txBox="1"/>
          <p:nvPr/>
        </p:nvSpPr>
        <p:spPr>
          <a:xfrm>
            <a:off x="154729" y="2415549"/>
            <a:ext cx="615585" cy="276999"/>
          </a:xfrm>
          <a:prstGeom prst="rect">
            <a:avLst/>
          </a:prstGeom>
          <a:noFill/>
        </p:spPr>
        <p:txBody>
          <a:bodyPr wrap="square" rtlCol="0">
            <a:spAutoFit/>
          </a:bodyPr>
          <a:lstStyle/>
          <a:p>
            <a:r>
              <a:rPr lang="en-US" sz="1200" b="1" dirty="0">
                <a:solidFill>
                  <a:schemeClr val="bg1">
                    <a:lumMod val="85000"/>
                  </a:schemeClr>
                </a:solidFill>
                <a:latin typeface="Ink Free" panose="03080402000500000000" pitchFamily="66" charset="0"/>
              </a:rPr>
              <a:t>View</a:t>
            </a:r>
            <a:endParaRPr lang="en-AU" sz="1200" b="1" dirty="0">
              <a:solidFill>
                <a:schemeClr val="bg1">
                  <a:lumMod val="85000"/>
                </a:schemeClr>
              </a:solidFill>
              <a:latin typeface="Ink Free" panose="03080402000500000000" pitchFamily="66" charset="0"/>
            </a:endParaRPr>
          </a:p>
        </p:txBody>
      </p:sp>
      <p:pic>
        <p:nvPicPr>
          <p:cNvPr id="39" name="Graphic 38" descr="Postit Notes">
            <a:hlinkClick r:id="rId8" action="ppaction://hlinksldjump"/>
            <a:extLst>
              <a:ext uri="{FF2B5EF4-FFF2-40B4-BE49-F238E27FC236}">
                <a16:creationId xmlns:a16="http://schemas.microsoft.com/office/drawing/2014/main" id="{64FA18B4-E419-4B5B-974B-7AB5D4190C34}"/>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5987" y="3712001"/>
            <a:ext cx="601560" cy="601560"/>
          </a:xfrm>
          <a:prstGeom prst="rect">
            <a:avLst/>
          </a:prstGeom>
        </p:spPr>
      </p:pic>
      <p:sp>
        <p:nvSpPr>
          <p:cNvPr id="41" name="TextBox 40">
            <a:extLst>
              <a:ext uri="{FF2B5EF4-FFF2-40B4-BE49-F238E27FC236}">
                <a16:creationId xmlns:a16="http://schemas.microsoft.com/office/drawing/2014/main" id="{94D8267A-EB50-4034-BA86-83583DB6A0EF}"/>
              </a:ext>
            </a:extLst>
          </p:cNvPr>
          <p:cNvSpPr txBox="1"/>
          <p:nvPr/>
        </p:nvSpPr>
        <p:spPr>
          <a:xfrm>
            <a:off x="97147" y="3585253"/>
            <a:ext cx="615585" cy="276999"/>
          </a:xfrm>
          <a:prstGeom prst="rect">
            <a:avLst/>
          </a:prstGeom>
          <a:noFill/>
        </p:spPr>
        <p:txBody>
          <a:bodyPr wrap="square" rtlCol="0">
            <a:spAutoFit/>
          </a:bodyPr>
          <a:lstStyle/>
          <a:p>
            <a:r>
              <a:rPr lang="en-US" sz="1200" b="1" dirty="0">
                <a:solidFill>
                  <a:schemeClr val="bg1">
                    <a:lumMod val="85000"/>
                  </a:schemeClr>
                </a:solidFill>
                <a:latin typeface="Ink Free" panose="03080402000500000000" pitchFamily="66" charset="0"/>
              </a:rPr>
              <a:t>Notes</a:t>
            </a:r>
            <a:endParaRPr lang="en-AU" sz="1200" b="1" dirty="0">
              <a:solidFill>
                <a:schemeClr val="bg1">
                  <a:lumMod val="85000"/>
                </a:schemeClr>
              </a:solidFill>
              <a:latin typeface="Ink Free" panose="03080402000500000000" pitchFamily="66" charset="0"/>
            </a:endParaRPr>
          </a:p>
        </p:txBody>
      </p:sp>
      <p:pic>
        <p:nvPicPr>
          <p:cNvPr id="43" name="Graphic 42" descr="Aspiration">
            <a:hlinkClick r:id="rId11" action="ppaction://hlinksldjump"/>
            <a:extLst>
              <a:ext uri="{FF2B5EF4-FFF2-40B4-BE49-F238E27FC236}">
                <a16:creationId xmlns:a16="http://schemas.microsoft.com/office/drawing/2014/main" id="{15CA534F-2BAE-4A1C-846D-5A6AF4A109B7}"/>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0831" y="4827747"/>
            <a:ext cx="601560" cy="601560"/>
          </a:xfrm>
          <a:prstGeom prst="rect">
            <a:avLst/>
          </a:prstGeom>
        </p:spPr>
      </p:pic>
      <p:sp>
        <p:nvSpPr>
          <p:cNvPr id="45" name="TextBox 44">
            <a:extLst>
              <a:ext uri="{FF2B5EF4-FFF2-40B4-BE49-F238E27FC236}">
                <a16:creationId xmlns:a16="http://schemas.microsoft.com/office/drawing/2014/main" id="{BC6C457F-BC60-483F-8047-6A0822A85D8A}"/>
              </a:ext>
            </a:extLst>
          </p:cNvPr>
          <p:cNvSpPr txBox="1"/>
          <p:nvPr/>
        </p:nvSpPr>
        <p:spPr>
          <a:xfrm>
            <a:off x="32321" y="4734094"/>
            <a:ext cx="615585" cy="276999"/>
          </a:xfrm>
          <a:prstGeom prst="rect">
            <a:avLst/>
          </a:prstGeom>
          <a:noFill/>
        </p:spPr>
        <p:txBody>
          <a:bodyPr wrap="square" rtlCol="0">
            <a:spAutoFit/>
          </a:bodyPr>
          <a:lstStyle/>
          <a:p>
            <a:r>
              <a:rPr lang="en-US" sz="1200" b="1" dirty="0">
                <a:solidFill>
                  <a:schemeClr val="bg1"/>
                </a:solidFill>
                <a:latin typeface="Ink Free" panose="03080402000500000000" pitchFamily="66" charset="0"/>
              </a:rPr>
              <a:t>To Do</a:t>
            </a:r>
            <a:endParaRPr lang="en-AU" sz="1200" b="1" dirty="0">
              <a:solidFill>
                <a:schemeClr val="bg1"/>
              </a:solidFill>
              <a:latin typeface="Ink Free" panose="03080402000500000000" pitchFamily="66" charset="0"/>
            </a:endParaRPr>
          </a:p>
        </p:txBody>
      </p:sp>
      <p:pic>
        <p:nvPicPr>
          <p:cNvPr id="6" name="Picture 5">
            <a:extLst>
              <a:ext uri="{FF2B5EF4-FFF2-40B4-BE49-F238E27FC236}">
                <a16:creationId xmlns:a16="http://schemas.microsoft.com/office/drawing/2014/main" id="{DB585706-D9A3-4C5E-B450-D7369A4B144D}"/>
              </a:ext>
            </a:extLst>
          </p:cNvPr>
          <p:cNvPicPr>
            <a:picLocks noChangeAspect="1"/>
          </p:cNvPicPr>
          <p:nvPr/>
        </p:nvPicPr>
        <p:blipFill>
          <a:blip r:embed="rId14"/>
          <a:stretch>
            <a:fillRect/>
          </a:stretch>
        </p:blipFill>
        <p:spPr>
          <a:xfrm>
            <a:off x="7034010" y="1113902"/>
            <a:ext cx="4657725" cy="2609850"/>
          </a:xfrm>
          <a:prstGeom prst="rect">
            <a:avLst/>
          </a:prstGeom>
        </p:spPr>
      </p:pic>
      <p:pic>
        <p:nvPicPr>
          <p:cNvPr id="8" name="Picture 7">
            <a:extLst>
              <a:ext uri="{FF2B5EF4-FFF2-40B4-BE49-F238E27FC236}">
                <a16:creationId xmlns:a16="http://schemas.microsoft.com/office/drawing/2014/main" id="{1F0B355F-5CEA-47B3-86A2-3BC11EA5AE59}"/>
              </a:ext>
            </a:extLst>
          </p:cNvPr>
          <p:cNvPicPr>
            <a:picLocks noChangeAspect="1"/>
          </p:cNvPicPr>
          <p:nvPr/>
        </p:nvPicPr>
        <p:blipFill>
          <a:blip r:embed="rId15"/>
          <a:stretch>
            <a:fillRect/>
          </a:stretch>
        </p:blipFill>
        <p:spPr>
          <a:xfrm>
            <a:off x="1728671" y="63965"/>
            <a:ext cx="11418798" cy="1292464"/>
          </a:xfrm>
          <a:prstGeom prst="rect">
            <a:avLst/>
          </a:prstGeom>
        </p:spPr>
      </p:pic>
      <p:pic>
        <p:nvPicPr>
          <p:cNvPr id="7" name="Picture 6">
            <a:extLst>
              <a:ext uri="{FF2B5EF4-FFF2-40B4-BE49-F238E27FC236}">
                <a16:creationId xmlns:a16="http://schemas.microsoft.com/office/drawing/2014/main" id="{B2B6C79B-EE77-4604-B47B-7FEBAECB47FB}"/>
              </a:ext>
            </a:extLst>
          </p:cNvPr>
          <p:cNvPicPr>
            <a:picLocks noChangeAspect="1"/>
          </p:cNvPicPr>
          <p:nvPr/>
        </p:nvPicPr>
        <p:blipFill>
          <a:blip r:embed="rId16"/>
          <a:stretch>
            <a:fillRect/>
          </a:stretch>
        </p:blipFill>
        <p:spPr>
          <a:xfrm>
            <a:off x="908624" y="4707375"/>
            <a:ext cx="871804" cy="871804"/>
          </a:xfrm>
          <a:prstGeom prst="rect">
            <a:avLst/>
          </a:prstGeom>
        </p:spPr>
      </p:pic>
      <p:sp>
        <p:nvSpPr>
          <p:cNvPr id="3" name="TextBox 2">
            <a:extLst>
              <a:ext uri="{FF2B5EF4-FFF2-40B4-BE49-F238E27FC236}">
                <a16:creationId xmlns:a16="http://schemas.microsoft.com/office/drawing/2014/main" id="{4EC0D781-6D0C-40F0-A23A-60BEA11837E6}"/>
              </a:ext>
            </a:extLst>
          </p:cNvPr>
          <p:cNvSpPr txBox="1"/>
          <p:nvPr/>
        </p:nvSpPr>
        <p:spPr>
          <a:xfrm>
            <a:off x="1955830" y="3785195"/>
            <a:ext cx="4388903" cy="2677656"/>
          </a:xfrm>
          <a:prstGeom prst="rect">
            <a:avLst/>
          </a:prstGeom>
          <a:noFill/>
        </p:spPr>
        <p:txBody>
          <a:bodyPr wrap="square" rtlCol="0">
            <a:spAutoFit/>
          </a:bodyPr>
          <a:lstStyle/>
          <a:p>
            <a:r>
              <a:rPr lang="en-US" sz="2400" b="1" dirty="0"/>
              <a:t>2. How many follicles become fully mature in a normal monthly cycle?</a:t>
            </a:r>
          </a:p>
          <a:p>
            <a:pPr marL="342900" indent="-342900">
              <a:buAutoNum type="alphaLcParenBoth"/>
            </a:pPr>
            <a:r>
              <a:rPr lang="en-US" sz="2400" dirty="0"/>
              <a:t> One</a:t>
            </a:r>
          </a:p>
          <a:p>
            <a:pPr marL="342900" indent="-342900">
              <a:buAutoNum type="alphaLcParenBoth"/>
            </a:pPr>
            <a:r>
              <a:rPr lang="en-US" sz="2400" dirty="0"/>
              <a:t> Two</a:t>
            </a:r>
          </a:p>
          <a:p>
            <a:pPr marL="342900" indent="-342900">
              <a:buAutoNum type="alphaLcParenBoth"/>
            </a:pPr>
            <a:r>
              <a:rPr lang="en-US" sz="2400" dirty="0"/>
              <a:t> Three</a:t>
            </a:r>
          </a:p>
          <a:p>
            <a:pPr marL="342900" indent="-342900">
              <a:buAutoNum type="alphaLcParenBoth"/>
            </a:pPr>
            <a:r>
              <a:rPr lang="en-US" sz="2400" dirty="0"/>
              <a:t> More than three.</a:t>
            </a:r>
            <a:endParaRPr lang="en-AU" sz="2400" dirty="0"/>
          </a:p>
        </p:txBody>
      </p:sp>
      <p:sp>
        <p:nvSpPr>
          <p:cNvPr id="9" name="TextBox 8">
            <a:extLst>
              <a:ext uri="{FF2B5EF4-FFF2-40B4-BE49-F238E27FC236}">
                <a16:creationId xmlns:a16="http://schemas.microsoft.com/office/drawing/2014/main" id="{FD2081C2-5D41-44B2-A97E-CAABD138A215}"/>
              </a:ext>
            </a:extLst>
          </p:cNvPr>
          <p:cNvSpPr txBox="1"/>
          <p:nvPr/>
        </p:nvSpPr>
        <p:spPr>
          <a:xfrm>
            <a:off x="1827892" y="1076721"/>
            <a:ext cx="5136585" cy="2677656"/>
          </a:xfrm>
          <a:prstGeom prst="rect">
            <a:avLst/>
          </a:prstGeom>
          <a:noFill/>
        </p:spPr>
        <p:txBody>
          <a:bodyPr wrap="square">
            <a:spAutoFit/>
          </a:bodyPr>
          <a:lstStyle/>
          <a:p>
            <a:r>
              <a:rPr lang="en-US" sz="2400" b="1" dirty="0"/>
              <a:t>1. What is the purpose of the FSH hormone?</a:t>
            </a:r>
          </a:p>
          <a:p>
            <a:pPr marL="342900" indent="-342900">
              <a:buAutoNum type="alphaLcParenBoth"/>
            </a:pPr>
            <a:r>
              <a:rPr lang="en-US" sz="2400" dirty="0"/>
              <a:t> Prepares the uterus for a fertilised egg</a:t>
            </a:r>
          </a:p>
          <a:p>
            <a:pPr marL="342900" indent="-342900">
              <a:buAutoNum type="alphaLcParenBoth"/>
            </a:pPr>
            <a:r>
              <a:rPr lang="en-US" sz="2400" dirty="0"/>
              <a:t> Ripens a few follicles in the ovaries</a:t>
            </a:r>
          </a:p>
          <a:p>
            <a:pPr marL="342900" indent="-342900">
              <a:buAutoNum type="alphaLcParenBoth"/>
            </a:pPr>
            <a:r>
              <a:rPr lang="en-US" sz="2400" dirty="0"/>
              <a:t> To release the egg from the ovary</a:t>
            </a:r>
          </a:p>
          <a:p>
            <a:pPr marL="342900" indent="-342900">
              <a:buAutoNum type="alphaLcParenBoth"/>
            </a:pPr>
            <a:r>
              <a:rPr lang="en-US" sz="2400" dirty="0"/>
              <a:t> Start menstruation.</a:t>
            </a:r>
            <a:endParaRPr lang="en-AU" sz="2400" dirty="0"/>
          </a:p>
        </p:txBody>
      </p:sp>
      <p:sp>
        <p:nvSpPr>
          <p:cNvPr id="10" name="TextBox 9">
            <a:extLst>
              <a:ext uri="{FF2B5EF4-FFF2-40B4-BE49-F238E27FC236}">
                <a16:creationId xmlns:a16="http://schemas.microsoft.com/office/drawing/2014/main" id="{4B44BF19-305E-45BC-A951-B4260EF42273}"/>
              </a:ext>
            </a:extLst>
          </p:cNvPr>
          <p:cNvSpPr txBox="1"/>
          <p:nvPr/>
        </p:nvSpPr>
        <p:spPr>
          <a:xfrm>
            <a:off x="7034010" y="3862252"/>
            <a:ext cx="4388903" cy="2677656"/>
          </a:xfrm>
          <a:prstGeom prst="rect">
            <a:avLst/>
          </a:prstGeom>
          <a:noFill/>
        </p:spPr>
        <p:txBody>
          <a:bodyPr wrap="square" rtlCol="0">
            <a:spAutoFit/>
          </a:bodyPr>
          <a:lstStyle/>
          <a:p>
            <a:r>
              <a:rPr lang="en-US" sz="2400" b="1" dirty="0"/>
              <a:t>3. Which hormone is necessary to then maintain a pregnancy?</a:t>
            </a:r>
          </a:p>
          <a:p>
            <a:pPr marL="342900" indent="-342900">
              <a:buAutoNum type="alphaLcParenBoth"/>
            </a:pPr>
            <a:r>
              <a:rPr lang="en-US" sz="2400" dirty="0"/>
              <a:t> Oestrogen</a:t>
            </a:r>
          </a:p>
          <a:p>
            <a:pPr marL="342900" indent="-342900">
              <a:buAutoNum type="alphaLcParenBoth"/>
            </a:pPr>
            <a:r>
              <a:rPr lang="en-US" sz="2400" dirty="0"/>
              <a:t> Progesterone</a:t>
            </a:r>
          </a:p>
          <a:p>
            <a:pPr marL="342900" indent="-342900">
              <a:buAutoNum type="alphaLcParenBoth"/>
            </a:pPr>
            <a:r>
              <a:rPr lang="en-US" sz="2400" dirty="0"/>
              <a:t> FSH</a:t>
            </a:r>
          </a:p>
          <a:p>
            <a:pPr marL="342900" indent="-342900">
              <a:buAutoNum type="alphaLcParenBoth"/>
            </a:pPr>
            <a:r>
              <a:rPr lang="en-US" sz="2400" dirty="0"/>
              <a:t> LH</a:t>
            </a:r>
          </a:p>
          <a:p>
            <a:endParaRPr lang="en-US" sz="2400" b="1" dirty="0"/>
          </a:p>
        </p:txBody>
      </p:sp>
    </p:spTree>
    <p:extLst>
      <p:ext uri="{BB962C8B-B14F-4D97-AF65-F5344CB8AC3E}">
        <p14:creationId xmlns:p14="http://schemas.microsoft.com/office/powerpoint/2010/main" val="1779552454"/>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98C89CAA-951A-4F9B-8D72-9AF80E8F0919}"/>
              </a:ext>
            </a:extLst>
          </p:cNvPr>
          <p:cNvSpPr/>
          <p:nvPr/>
        </p:nvSpPr>
        <p:spPr>
          <a:xfrm>
            <a:off x="-14025" y="-967473"/>
            <a:ext cx="1346200" cy="12192000"/>
          </a:xfrm>
          <a:custGeom>
            <a:avLst/>
            <a:gdLst>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7439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7439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7439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7439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46200" h="12192000">
                <a:moveTo>
                  <a:pt x="1346200" y="0"/>
                </a:moveTo>
                <a:lnTo>
                  <a:pt x="1346200" y="5120642"/>
                </a:lnTo>
                <a:cubicBezTo>
                  <a:pt x="1333399" y="5710744"/>
                  <a:pt x="787198" y="5554087"/>
                  <a:pt x="774397" y="6090849"/>
                </a:cubicBezTo>
                <a:cubicBezTo>
                  <a:pt x="782118" y="6684385"/>
                  <a:pt x="1341019" y="6470200"/>
                  <a:pt x="1346200" y="7117076"/>
                </a:cubicBezTo>
                <a:lnTo>
                  <a:pt x="1346200" y="12192000"/>
                </a:lnTo>
                <a:lnTo>
                  <a:pt x="0" y="12192000"/>
                </a:lnTo>
                <a:lnTo>
                  <a:pt x="0" y="0"/>
                </a:lnTo>
                <a:lnTo>
                  <a:pt x="134620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p>
        </p:txBody>
      </p:sp>
      <p:pic>
        <p:nvPicPr>
          <p:cNvPr id="31" name="Graphic 30" descr="Open book">
            <a:hlinkClick r:id="rId2" action="ppaction://hlinksldjump"/>
            <a:extLst>
              <a:ext uri="{FF2B5EF4-FFF2-40B4-BE49-F238E27FC236}">
                <a16:creationId xmlns:a16="http://schemas.microsoft.com/office/drawing/2014/main" id="{CB90F9E4-2EAC-498E-9A1F-0F0BAD17167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0579" y="1387657"/>
            <a:ext cx="601560" cy="601560"/>
          </a:xfrm>
          <a:prstGeom prst="rect">
            <a:avLst/>
          </a:prstGeom>
        </p:spPr>
      </p:pic>
      <p:sp>
        <p:nvSpPr>
          <p:cNvPr id="33" name="TextBox 32">
            <a:extLst>
              <a:ext uri="{FF2B5EF4-FFF2-40B4-BE49-F238E27FC236}">
                <a16:creationId xmlns:a16="http://schemas.microsoft.com/office/drawing/2014/main" id="{F5F1CCB3-D335-4245-A9CB-D04986ED3C81}"/>
              </a:ext>
            </a:extLst>
          </p:cNvPr>
          <p:cNvSpPr txBox="1"/>
          <p:nvPr/>
        </p:nvSpPr>
        <p:spPr>
          <a:xfrm>
            <a:off x="130579" y="1247084"/>
            <a:ext cx="615585" cy="276999"/>
          </a:xfrm>
          <a:prstGeom prst="rect">
            <a:avLst/>
          </a:prstGeom>
          <a:noFill/>
        </p:spPr>
        <p:txBody>
          <a:bodyPr wrap="square" rtlCol="0">
            <a:spAutoFit/>
          </a:bodyPr>
          <a:lstStyle/>
          <a:p>
            <a:r>
              <a:rPr lang="en-US" sz="1200" b="1" dirty="0">
                <a:solidFill>
                  <a:schemeClr val="bg1">
                    <a:lumMod val="85000"/>
                  </a:schemeClr>
                </a:solidFill>
                <a:latin typeface="Ink Free" panose="03080402000500000000" pitchFamily="66" charset="0"/>
              </a:rPr>
              <a:t>Read</a:t>
            </a:r>
            <a:endParaRPr lang="en-AU" sz="1200" b="1" dirty="0">
              <a:solidFill>
                <a:schemeClr val="bg1">
                  <a:lumMod val="85000"/>
                </a:schemeClr>
              </a:solidFill>
              <a:latin typeface="Ink Free" panose="03080402000500000000" pitchFamily="66" charset="0"/>
            </a:endParaRPr>
          </a:p>
        </p:txBody>
      </p:sp>
      <p:pic>
        <p:nvPicPr>
          <p:cNvPr id="35" name="Graphic 34" descr="Presentation with media">
            <a:hlinkClick r:id="rId5" action="ppaction://hlinksldjump"/>
            <a:extLst>
              <a:ext uri="{FF2B5EF4-FFF2-40B4-BE49-F238E27FC236}">
                <a16:creationId xmlns:a16="http://schemas.microsoft.com/office/drawing/2014/main" id="{B43495EA-73C0-435C-A154-70C7FDAB7DA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6554" y="2554049"/>
            <a:ext cx="601560" cy="601560"/>
          </a:xfrm>
          <a:prstGeom prst="rect">
            <a:avLst/>
          </a:prstGeom>
        </p:spPr>
      </p:pic>
      <p:sp>
        <p:nvSpPr>
          <p:cNvPr id="37" name="TextBox 36">
            <a:extLst>
              <a:ext uri="{FF2B5EF4-FFF2-40B4-BE49-F238E27FC236}">
                <a16:creationId xmlns:a16="http://schemas.microsoft.com/office/drawing/2014/main" id="{1DA71876-AA72-4594-93DD-AF4D9DDD0DB9}"/>
              </a:ext>
            </a:extLst>
          </p:cNvPr>
          <p:cNvSpPr txBox="1"/>
          <p:nvPr/>
        </p:nvSpPr>
        <p:spPr>
          <a:xfrm>
            <a:off x="154729" y="2415549"/>
            <a:ext cx="615585" cy="276999"/>
          </a:xfrm>
          <a:prstGeom prst="rect">
            <a:avLst/>
          </a:prstGeom>
          <a:noFill/>
        </p:spPr>
        <p:txBody>
          <a:bodyPr wrap="square" rtlCol="0">
            <a:spAutoFit/>
          </a:bodyPr>
          <a:lstStyle/>
          <a:p>
            <a:r>
              <a:rPr lang="en-US" sz="1200" b="1" dirty="0">
                <a:solidFill>
                  <a:schemeClr val="bg1">
                    <a:lumMod val="85000"/>
                  </a:schemeClr>
                </a:solidFill>
                <a:latin typeface="Ink Free" panose="03080402000500000000" pitchFamily="66" charset="0"/>
              </a:rPr>
              <a:t>View</a:t>
            </a:r>
            <a:endParaRPr lang="en-AU" sz="1200" b="1" dirty="0">
              <a:solidFill>
                <a:schemeClr val="bg1">
                  <a:lumMod val="85000"/>
                </a:schemeClr>
              </a:solidFill>
              <a:latin typeface="Ink Free" panose="03080402000500000000" pitchFamily="66" charset="0"/>
            </a:endParaRPr>
          </a:p>
        </p:txBody>
      </p:sp>
      <p:pic>
        <p:nvPicPr>
          <p:cNvPr id="39" name="Graphic 38" descr="Postit Notes">
            <a:hlinkClick r:id="rId8" action="ppaction://hlinksldjump"/>
            <a:extLst>
              <a:ext uri="{FF2B5EF4-FFF2-40B4-BE49-F238E27FC236}">
                <a16:creationId xmlns:a16="http://schemas.microsoft.com/office/drawing/2014/main" id="{64FA18B4-E419-4B5B-974B-7AB5D4190C34}"/>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5987" y="3712001"/>
            <a:ext cx="601560" cy="601560"/>
          </a:xfrm>
          <a:prstGeom prst="rect">
            <a:avLst/>
          </a:prstGeom>
        </p:spPr>
      </p:pic>
      <p:sp>
        <p:nvSpPr>
          <p:cNvPr id="41" name="TextBox 40">
            <a:extLst>
              <a:ext uri="{FF2B5EF4-FFF2-40B4-BE49-F238E27FC236}">
                <a16:creationId xmlns:a16="http://schemas.microsoft.com/office/drawing/2014/main" id="{94D8267A-EB50-4034-BA86-83583DB6A0EF}"/>
              </a:ext>
            </a:extLst>
          </p:cNvPr>
          <p:cNvSpPr txBox="1"/>
          <p:nvPr/>
        </p:nvSpPr>
        <p:spPr>
          <a:xfrm>
            <a:off x="97147" y="3585253"/>
            <a:ext cx="615585" cy="276999"/>
          </a:xfrm>
          <a:prstGeom prst="rect">
            <a:avLst/>
          </a:prstGeom>
          <a:noFill/>
        </p:spPr>
        <p:txBody>
          <a:bodyPr wrap="square" rtlCol="0">
            <a:spAutoFit/>
          </a:bodyPr>
          <a:lstStyle/>
          <a:p>
            <a:r>
              <a:rPr lang="en-US" sz="1200" b="1" dirty="0">
                <a:solidFill>
                  <a:schemeClr val="bg1">
                    <a:lumMod val="85000"/>
                  </a:schemeClr>
                </a:solidFill>
                <a:latin typeface="Ink Free" panose="03080402000500000000" pitchFamily="66" charset="0"/>
              </a:rPr>
              <a:t>Notes</a:t>
            </a:r>
            <a:endParaRPr lang="en-AU" sz="1200" b="1" dirty="0">
              <a:solidFill>
                <a:schemeClr val="bg1">
                  <a:lumMod val="85000"/>
                </a:schemeClr>
              </a:solidFill>
              <a:latin typeface="Ink Free" panose="03080402000500000000" pitchFamily="66" charset="0"/>
            </a:endParaRPr>
          </a:p>
        </p:txBody>
      </p:sp>
      <p:pic>
        <p:nvPicPr>
          <p:cNvPr id="43" name="Graphic 42" descr="Aspiration">
            <a:hlinkClick r:id="rId11" action="ppaction://hlinksldjump"/>
            <a:extLst>
              <a:ext uri="{FF2B5EF4-FFF2-40B4-BE49-F238E27FC236}">
                <a16:creationId xmlns:a16="http://schemas.microsoft.com/office/drawing/2014/main" id="{15CA534F-2BAE-4A1C-846D-5A6AF4A109B7}"/>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0831" y="4827747"/>
            <a:ext cx="601560" cy="601560"/>
          </a:xfrm>
          <a:prstGeom prst="rect">
            <a:avLst/>
          </a:prstGeom>
        </p:spPr>
      </p:pic>
      <p:sp>
        <p:nvSpPr>
          <p:cNvPr id="45" name="TextBox 44">
            <a:extLst>
              <a:ext uri="{FF2B5EF4-FFF2-40B4-BE49-F238E27FC236}">
                <a16:creationId xmlns:a16="http://schemas.microsoft.com/office/drawing/2014/main" id="{BC6C457F-BC60-483F-8047-6A0822A85D8A}"/>
              </a:ext>
            </a:extLst>
          </p:cNvPr>
          <p:cNvSpPr txBox="1"/>
          <p:nvPr/>
        </p:nvSpPr>
        <p:spPr>
          <a:xfrm>
            <a:off x="32321" y="4734094"/>
            <a:ext cx="615585" cy="276999"/>
          </a:xfrm>
          <a:prstGeom prst="rect">
            <a:avLst/>
          </a:prstGeom>
          <a:noFill/>
        </p:spPr>
        <p:txBody>
          <a:bodyPr wrap="square" rtlCol="0">
            <a:spAutoFit/>
          </a:bodyPr>
          <a:lstStyle/>
          <a:p>
            <a:r>
              <a:rPr lang="en-US" sz="1200" b="1" dirty="0">
                <a:solidFill>
                  <a:schemeClr val="bg1"/>
                </a:solidFill>
                <a:latin typeface="Ink Free" panose="03080402000500000000" pitchFamily="66" charset="0"/>
              </a:rPr>
              <a:t>To Do</a:t>
            </a:r>
            <a:endParaRPr lang="en-AU" sz="1200" b="1" dirty="0">
              <a:solidFill>
                <a:schemeClr val="bg1"/>
              </a:solidFill>
              <a:latin typeface="Ink Free" panose="03080402000500000000" pitchFamily="66" charset="0"/>
            </a:endParaRPr>
          </a:p>
        </p:txBody>
      </p:sp>
      <p:pic>
        <p:nvPicPr>
          <p:cNvPr id="5" name="Picture 4">
            <a:extLst>
              <a:ext uri="{FF2B5EF4-FFF2-40B4-BE49-F238E27FC236}">
                <a16:creationId xmlns:a16="http://schemas.microsoft.com/office/drawing/2014/main" id="{950E5F6E-8E95-43CE-88FD-36235F6AE164}"/>
              </a:ext>
            </a:extLst>
          </p:cNvPr>
          <p:cNvPicPr>
            <a:picLocks noChangeAspect="1"/>
          </p:cNvPicPr>
          <p:nvPr/>
        </p:nvPicPr>
        <p:blipFill>
          <a:blip r:embed="rId14"/>
          <a:stretch>
            <a:fillRect/>
          </a:stretch>
        </p:blipFill>
        <p:spPr>
          <a:xfrm rot="276290">
            <a:off x="2690726" y="1374343"/>
            <a:ext cx="9137343" cy="5217310"/>
          </a:xfrm>
          <a:prstGeom prst="rect">
            <a:avLst/>
          </a:prstGeom>
        </p:spPr>
      </p:pic>
      <p:pic>
        <p:nvPicPr>
          <p:cNvPr id="7" name="Picture 6">
            <a:extLst>
              <a:ext uri="{FF2B5EF4-FFF2-40B4-BE49-F238E27FC236}">
                <a16:creationId xmlns:a16="http://schemas.microsoft.com/office/drawing/2014/main" id="{DCA78591-6B6D-46A1-A1DB-279A9B1A1A7F}"/>
              </a:ext>
            </a:extLst>
          </p:cNvPr>
          <p:cNvPicPr>
            <a:picLocks noChangeAspect="1"/>
          </p:cNvPicPr>
          <p:nvPr/>
        </p:nvPicPr>
        <p:blipFill>
          <a:blip r:embed="rId15"/>
          <a:stretch>
            <a:fillRect/>
          </a:stretch>
        </p:blipFill>
        <p:spPr>
          <a:xfrm>
            <a:off x="1452295" y="-85653"/>
            <a:ext cx="6645216" cy="1774090"/>
          </a:xfrm>
          <a:prstGeom prst="rect">
            <a:avLst/>
          </a:prstGeom>
        </p:spPr>
      </p:pic>
      <p:pic>
        <p:nvPicPr>
          <p:cNvPr id="3" name="Picture 2">
            <a:extLst>
              <a:ext uri="{FF2B5EF4-FFF2-40B4-BE49-F238E27FC236}">
                <a16:creationId xmlns:a16="http://schemas.microsoft.com/office/drawing/2014/main" id="{50B617D5-6AB2-40F0-BC7E-789417F151FF}"/>
              </a:ext>
            </a:extLst>
          </p:cNvPr>
          <p:cNvPicPr>
            <a:picLocks noChangeAspect="1"/>
          </p:cNvPicPr>
          <p:nvPr/>
        </p:nvPicPr>
        <p:blipFill>
          <a:blip r:embed="rId16"/>
          <a:stretch>
            <a:fillRect/>
          </a:stretch>
        </p:blipFill>
        <p:spPr>
          <a:xfrm>
            <a:off x="896273" y="4692625"/>
            <a:ext cx="871804" cy="871804"/>
          </a:xfrm>
          <a:prstGeom prst="rect">
            <a:avLst/>
          </a:prstGeom>
        </p:spPr>
      </p:pic>
      <p:pic>
        <p:nvPicPr>
          <p:cNvPr id="6" name="Picture 5" descr="A close up of a logo&#10;&#10;Description automatically generated">
            <a:extLst>
              <a:ext uri="{FF2B5EF4-FFF2-40B4-BE49-F238E27FC236}">
                <a16:creationId xmlns:a16="http://schemas.microsoft.com/office/drawing/2014/main" id="{7DF18765-FC4D-4472-B753-AC7EC014E9C1}"/>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rot="347311">
            <a:off x="2741889" y="4348291"/>
            <a:ext cx="1307194" cy="1325605"/>
          </a:xfrm>
          <a:prstGeom prst="rect">
            <a:avLst/>
          </a:prstGeom>
        </p:spPr>
      </p:pic>
    </p:spTree>
    <p:extLst>
      <p:ext uri="{BB962C8B-B14F-4D97-AF65-F5344CB8AC3E}">
        <p14:creationId xmlns:p14="http://schemas.microsoft.com/office/powerpoint/2010/main" val="181648300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2000" fill="hold"/>
                                        <p:tgtEl>
                                          <p:spTgt spid="6"/>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75027967-5A92-47CF-88AB-57D60AC117E7}"/>
              </a:ext>
            </a:extLst>
          </p:cNvPr>
          <p:cNvSpPr/>
          <p:nvPr/>
        </p:nvSpPr>
        <p:spPr>
          <a:xfrm>
            <a:off x="652463" y="1578704"/>
            <a:ext cx="5667374" cy="770190"/>
          </a:xfrm>
          <a:prstGeom prst="round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The follicle makes oestrogen</a:t>
            </a:r>
            <a:r>
              <a:rPr lang="en-US" dirty="0"/>
              <a:t>, which when in high enough levels, the brain releases LH, which triggers ovulation.  .</a:t>
            </a:r>
            <a:endParaRPr lang="en-AU" dirty="0"/>
          </a:p>
        </p:txBody>
      </p:sp>
      <p:sp>
        <p:nvSpPr>
          <p:cNvPr id="8" name="Rectangle: Rounded Corners 7">
            <a:extLst>
              <a:ext uri="{FF2B5EF4-FFF2-40B4-BE49-F238E27FC236}">
                <a16:creationId xmlns:a16="http://schemas.microsoft.com/office/drawing/2014/main" id="{B626967F-80F0-4D61-B057-4567474E69C2}"/>
              </a:ext>
            </a:extLst>
          </p:cNvPr>
          <p:cNvSpPr/>
          <p:nvPr/>
        </p:nvSpPr>
        <p:spPr>
          <a:xfrm>
            <a:off x="652465" y="3614140"/>
            <a:ext cx="5667372" cy="793755"/>
          </a:xfrm>
          <a:prstGeom prst="round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The egg must be fertilised by sperm within 24 hours </a:t>
            </a:r>
            <a:r>
              <a:rPr lang="en-US" dirty="0"/>
              <a:t>of ovulation.</a:t>
            </a:r>
            <a:endParaRPr lang="en-AU" dirty="0"/>
          </a:p>
        </p:txBody>
      </p:sp>
      <p:sp>
        <p:nvSpPr>
          <p:cNvPr id="12" name="Rectangle: Rounded Corners 11">
            <a:extLst>
              <a:ext uri="{FF2B5EF4-FFF2-40B4-BE49-F238E27FC236}">
                <a16:creationId xmlns:a16="http://schemas.microsoft.com/office/drawing/2014/main" id="{29377203-2AD5-4352-B1A8-607F4121A364}"/>
              </a:ext>
            </a:extLst>
          </p:cNvPr>
          <p:cNvSpPr/>
          <p:nvPr/>
        </p:nvSpPr>
        <p:spPr>
          <a:xfrm>
            <a:off x="6634162" y="3366493"/>
            <a:ext cx="4905373" cy="990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Each ejaculation releases more than </a:t>
            </a:r>
            <a:r>
              <a:rPr lang="en-US" b="1" dirty="0"/>
              <a:t>100 million sperm, but only 100 make it to the egg</a:t>
            </a:r>
            <a:r>
              <a:rPr lang="en-US" dirty="0"/>
              <a:t>, and only one is needed to fertilise the egg.</a:t>
            </a:r>
            <a:endParaRPr lang="en-AU" dirty="0"/>
          </a:p>
        </p:txBody>
      </p:sp>
      <p:sp>
        <p:nvSpPr>
          <p:cNvPr id="16" name="Rectangle: Rounded Corners 15">
            <a:extLst>
              <a:ext uri="{FF2B5EF4-FFF2-40B4-BE49-F238E27FC236}">
                <a16:creationId xmlns:a16="http://schemas.microsoft.com/office/drawing/2014/main" id="{CF25FE47-26C1-4555-B499-3D2B70940C53}"/>
              </a:ext>
            </a:extLst>
          </p:cNvPr>
          <p:cNvSpPr/>
          <p:nvPr/>
        </p:nvSpPr>
        <p:spPr>
          <a:xfrm>
            <a:off x="1503666" y="4670933"/>
            <a:ext cx="5444819" cy="793756"/>
          </a:xfrm>
          <a:prstGeom prst="round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It takes about </a:t>
            </a:r>
            <a:r>
              <a:rPr lang="en-US" b="1" dirty="0"/>
              <a:t>3 days for the egg to reach the uterus</a:t>
            </a:r>
            <a:r>
              <a:rPr lang="en-US" dirty="0"/>
              <a:t>, and </a:t>
            </a:r>
            <a:r>
              <a:rPr lang="en-US" b="1" dirty="0"/>
              <a:t>another 3 days to implant </a:t>
            </a:r>
            <a:r>
              <a:rPr lang="en-US" dirty="0"/>
              <a:t>into the inner lining.</a:t>
            </a:r>
            <a:endParaRPr lang="en-AU" dirty="0"/>
          </a:p>
        </p:txBody>
      </p:sp>
      <p:sp>
        <p:nvSpPr>
          <p:cNvPr id="11" name="Arrow: Down 10">
            <a:extLst>
              <a:ext uri="{FF2B5EF4-FFF2-40B4-BE49-F238E27FC236}">
                <a16:creationId xmlns:a16="http://schemas.microsoft.com/office/drawing/2014/main" id="{671ED8DF-9385-404E-945B-E2AE6B0AA8F9}"/>
              </a:ext>
            </a:extLst>
          </p:cNvPr>
          <p:cNvSpPr/>
          <p:nvPr/>
        </p:nvSpPr>
        <p:spPr>
          <a:xfrm>
            <a:off x="3285384" y="1380210"/>
            <a:ext cx="228600" cy="269069"/>
          </a:xfrm>
          <a:prstGeom prst="downArrow">
            <a:avLst/>
          </a:prstGeom>
          <a:solidFill>
            <a:schemeClr val="accent4">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 name="Arrow: Down 13">
            <a:extLst>
              <a:ext uri="{FF2B5EF4-FFF2-40B4-BE49-F238E27FC236}">
                <a16:creationId xmlns:a16="http://schemas.microsoft.com/office/drawing/2014/main" id="{0B82938A-9BE5-4662-A467-F6B4ECCB5D10}"/>
              </a:ext>
            </a:extLst>
          </p:cNvPr>
          <p:cNvSpPr/>
          <p:nvPr/>
        </p:nvSpPr>
        <p:spPr>
          <a:xfrm>
            <a:off x="3371850" y="3375379"/>
            <a:ext cx="228600" cy="269069"/>
          </a:xfrm>
          <a:prstGeom prst="downArrow">
            <a:avLst/>
          </a:prstGeom>
          <a:solidFill>
            <a:schemeClr val="accent4">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 name="Arrow: Down 14">
            <a:extLst>
              <a:ext uri="{FF2B5EF4-FFF2-40B4-BE49-F238E27FC236}">
                <a16:creationId xmlns:a16="http://schemas.microsoft.com/office/drawing/2014/main" id="{335016DF-44C3-4681-BE8B-79A297041EAC}"/>
              </a:ext>
            </a:extLst>
          </p:cNvPr>
          <p:cNvSpPr/>
          <p:nvPr/>
        </p:nvSpPr>
        <p:spPr>
          <a:xfrm>
            <a:off x="8738547" y="3128450"/>
            <a:ext cx="228600" cy="269069"/>
          </a:xfrm>
          <a:prstGeom prst="downArrow">
            <a:avLst/>
          </a:prstGeom>
          <a:solidFill>
            <a:schemeClr val="accent2">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7" name="Arrow: Down 16">
            <a:extLst>
              <a:ext uri="{FF2B5EF4-FFF2-40B4-BE49-F238E27FC236}">
                <a16:creationId xmlns:a16="http://schemas.microsoft.com/office/drawing/2014/main" id="{8286033C-1BCB-4838-80EB-FE8639E2A917}"/>
              </a:ext>
            </a:extLst>
          </p:cNvPr>
          <p:cNvSpPr/>
          <p:nvPr/>
        </p:nvSpPr>
        <p:spPr>
          <a:xfrm>
            <a:off x="4111775" y="4404880"/>
            <a:ext cx="228600" cy="269069"/>
          </a:xfrm>
          <a:prstGeom prst="downArrow">
            <a:avLst/>
          </a:prstGeom>
          <a:solidFill>
            <a:schemeClr val="accent6">
              <a:lumMod val="7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5" name="Arrow: Down 24">
            <a:extLst>
              <a:ext uri="{FF2B5EF4-FFF2-40B4-BE49-F238E27FC236}">
                <a16:creationId xmlns:a16="http://schemas.microsoft.com/office/drawing/2014/main" id="{78C247B8-1FB6-45A0-97F6-4411F224D00F}"/>
              </a:ext>
            </a:extLst>
          </p:cNvPr>
          <p:cNvSpPr/>
          <p:nvPr/>
        </p:nvSpPr>
        <p:spPr>
          <a:xfrm>
            <a:off x="4226075" y="5394114"/>
            <a:ext cx="228600" cy="269069"/>
          </a:xfrm>
          <a:prstGeom prst="downArrow">
            <a:avLst/>
          </a:prstGeom>
          <a:solidFill>
            <a:schemeClr val="accent6">
              <a:lumMod val="7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 name="TextBox 25">
            <a:extLst>
              <a:ext uri="{FF2B5EF4-FFF2-40B4-BE49-F238E27FC236}">
                <a16:creationId xmlns:a16="http://schemas.microsoft.com/office/drawing/2014/main" id="{E3BD87FF-4F24-42B6-BFBD-76C6ECD76482}"/>
              </a:ext>
            </a:extLst>
          </p:cNvPr>
          <p:cNvSpPr txBox="1"/>
          <p:nvPr/>
        </p:nvSpPr>
        <p:spPr>
          <a:xfrm rot="317384">
            <a:off x="8327867" y="1730359"/>
            <a:ext cx="1517963" cy="369332"/>
          </a:xfrm>
          <a:prstGeom prst="rect">
            <a:avLst/>
          </a:prstGeom>
          <a:noFill/>
        </p:spPr>
        <p:txBody>
          <a:bodyPr wrap="square" rtlCol="0">
            <a:spAutoFit/>
          </a:bodyPr>
          <a:lstStyle/>
          <a:p>
            <a:r>
              <a:rPr lang="en-US" dirty="0"/>
              <a:t>(Answers)</a:t>
            </a:r>
            <a:endParaRPr lang="en-AU" dirty="0"/>
          </a:p>
        </p:txBody>
      </p:sp>
    </p:spTree>
    <p:extLst>
      <p:ext uri="{BB962C8B-B14F-4D97-AF65-F5344CB8AC3E}">
        <p14:creationId xmlns:p14="http://schemas.microsoft.com/office/powerpoint/2010/main" val="3642073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P spid="12" grpId="0" animBg="1"/>
      <p:bldP spid="1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134C3696-255C-40E7-AFF5-26072BE8D392}"/>
              </a:ext>
            </a:extLst>
          </p:cNvPr>
          <p:cNvSpPr/>
          <p:nvPr/>
        </p:nvSpPr>
        <p:spPr>
          <a:xfrm>
            <a:off x="-5397" y="-1973801"/>
            <a:ext cx="1346200" cy="12192000"/>
          </a:xfrm>
          <a:custGeom>
            <a:avLst/>
            <a:gdLst>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7439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7439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7439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7439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46200" h="12192000">
                <a:moveTo>
                  <a:pt x="1346200" y="0"/>
                </a:moveTo>
                <a:lnTo>
                  <a:pt x="1346200" y="5120642"/>
                </a:lnTo>
                <a:cubicBezTo>
                  <a:pt x="1333399" y="5710744"/>
                  <a:pt x="787198" y="5554087"/>
                  <a:pt x="774397" y="6090849"/>
                </a:cubicBezTo>
                <a:cubicBezTo>
                  <a:pt x="782118" y="6684385"/>
                  <a:pt x="1341019" y="6470200"/>
                  <a:pt x="1346200" y="7117076"/>
                </a:cubicBezTo>
                <a:lnTo>
                  <a:pt x="1346200" y="12192000"/>
                </a:lnTo>
                <a:lnTo>
                  <a:pt x="0" y="12192000"/>
                </a:lnTo>
                <a:lnTo>
                  <a:pt x="0" y="0"/>
                </a:lnTo>
                <a:lnTo>
                  <a:pt x="134620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p>
        </p:txBody>
      </p:sp>
      <p:pic>
        <p:nvPicPr>
          <p:cNvPr id="31" name="Graphic 30" descr="Open book">
            <a:hlinkClick r:id="rId2" action="ppaction://hlinksldjump"/>
            <a:extLst>
              <a:ext uri="{FF2B5EF4-FFF2-40B4-BE49-F238E27FC236}">
                <a16:creationId xmlns:a16="http://schemas.microsoft.com/office/drawing/2014/main" id="{2D4D9A2B-BE22-4D98-8B3F-888AC408296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0735" y="1497075"/>
            <a:ext cx="601560" cy="601560"/>
          </a:xfrm>
          <a:prstGeom prst="rect">
            <a:avLst/>
          </a:prstGeom>
        </p:spPr>
      </p:pic>
      <p:sp>
        <p:nvSpPr>
          <p:cNvPr id="33" name="TextBox 32">
            <a:extLst>
              <a:ext uri="{FF2B5EF4-FFF2-40B4-BE49-F238E27FC236}">
                <a16:creationId xmlns:a16="http://schemas.microsoft.com/office/drawing/2014/main" id="{DCE8DAFF-B733-42AD-9A92-94DB603212EC}"/>
              </a:ext>
            </a:extLst>
          </p:cNvPr>
          <p:cNvSpPr txBox="1"/>
          <p:nvPr/>
        </p:nvSpPr>
        <p:spPr>
          <a:xfrm>
            <a:off x="130735" y="1356502"/>
            <a:ext cx="615585" cy="276999"/>
          </a:xfrm>
          <a:prstGeom prst="rect">
            <a:avLst/>
          </a:prstGeom>
          <a:noFill/>
        </p:spPr>
        <p:txBody>
          <a:bodyPr wrap="square" rtlCol="0">
            <a:spAutoFit/>
          </a:bodyPr>
          <a:lstStyle/>
          <a:p>
            <a:r>
              <a:rPr lang="en-US" sz="1200" b="1" dirty="0">
                <a:solidFill>
                  <a:schemeClr val="bg1">
                    <a:lumMod val="85000"/>
                  </a:schemeClr>
                </a:solidFill>
                <a:latin typeface="Ink Free" panose="03080402000500000000" pitchFamily="66" charset="0"/>
              </a:rPr>
              <a:t>Read</a:t>
            </a:r>
            <a:endParaRPr lang="en-AU" sz="1200" b="1" dirty="0">
              <a:solidFill>
                <a:schemeClr val="bg1">
                  <a:lumMod val="85000"/>
                </a:schemeClr>
              </a:solidFill>
              <a:latin typeface="Ink Free" panose="03080402000500000000" pitchFamily="66" charset="0"/>
            </a:endParaRPr>
          </a:p>
        </p:txBody>
      </p:sp>
      <p:pic>
        <p:nvPicPr>
          <p:cNvPr id="35" name="Graphic 34" descr="Presentation with media">
            <a:hlinkClick r:id="rId5" action="ppaction://hlinksldjump"/>
            <a:extLst>
              <a:ext uri="{FF2B5EF4-FFF2-40B4-BE49-F238E27FC236}">
                <a16:creationId xmlns:a16="http://schemas.microsoft.com/office/drawing/2014/main" id="{5B3F4534-1196-4C53-8359-A25A29B39AF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6710" y="2663467"/>
            <a:ext cx="601560" cy="601560"/>
          </a:xfrm>
          <a:prstGeom prst="rect">
            <a:avLst/>
          </a:prstGeom>
        </p:spPr>
      </p:pic>
      <p:sp>
        <p:nvSpPr>
          <p:cNvPr id="37" name="TextBox 36">
            <a:extLst>
              <a:ext uri="{FF2B5EF4-FFF2-40B4-BE49-F238E27FC236}">
                <a16:creationId xmlns:a16="http://schemas.microsoft.com/office/drawing/2014/main" id="{2751CA25-50EC-4448-8E83-857FA7D159AC}"/>
              </a:ext>
            </a:extLst>
          </p:cNvPr>
          <p:cNvSpPr txBox="1"/>
          <p:nvPr/>
        </p:nvSpPr>
        <p:spPr>
          <a:xfrm>
            <a:off x="154885" y="2524967"/>
            <a:ext cx="615585" cy="276999"/>
          </a:xfrm>
          <a:prstGeom prst="rect">
            <a:avLst/>
          </a:prstGeom>
          <a:noFill/>
        </p:spPr>
        <p:txBody>
          <a:bodyPr wrap="square" rtlCol="0">
            <a:spAutoFit/>
          </a:bodyPr>
          <a:lstStyle/>
          <a:p>
            <a:r>
              <a:rPr lang="en-US" sz="1200" b="1" dirty="0">
                <a:solidFill>
                  <a:schemeClr val="bg1">
                    <a:lumMod val="85000"/>
                  </a:schemeClr>
                </a:solidFill>
                <a:latin typeface="Ink Free" panose="03080402000500000000" pitchFamily="66" charset="0"/>
              </a:rPr>
              <a:t>View</a:t>
            </a:r>
            <a:endParaRPr lang="en-AU" sz="1200" b="1" dirty="0">
              <a:solidFill>
                <a:schemeClr val="bg1">
                  <a:lumMod val="85000"/>
                </a:schemeClr>
              </a:solidFill>
              <a:latin typeface="Ink Free" panose="03080402000500000000" pitchFamily="66" charset="0"/>
            </a:endParaRPr>
          </a:p>
        </p:txBody>
      </p:sp>
      <p:pic>
        <p:nvPicPr>
          <p:cNvPr id="39" name="Graphic 38" descr="Postit Notes">
            <a:hlinkClick r:id="rId8" action="ppaction://hlinksldjump"/>
            <a:extLst>
              <a:ext uri="{FF2B5EF4-FFF2-40B4-BE49-F238E27FC236}">
                <a16:creationId xmlns:a16="http://schemas.microsoft.com/office/drawing/2014/main" id="{5D7B22DE-783F-4141-9062-E37E00D85005}"/>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6143" y="3821419"/>
            <a:ext cx="601560" cy="601560"/>
          </a:xfrm>
          <a:prstGeom prst="rect">
            <a:avLst/>
          </a:prstGeom>
        </p:spPr>
      </p:pic>
      <p:sp>
        <p:nvSpPr>
          <p:cNvPr id="41" name="TextBox 40">
            <a:extLst>
              <a:ext uri="{FF2B5EF4-FFF2-40B4-BE49-F238E27FC236}">
                <a16:creationId xmlns:a16="http://schemas.microsoft.com/office/drawing/2014/main" id="{B9E37E62-2FD6-46D4-ACEE-B111AD5F43D2}"/>
              </a:ext>
            </a:extLst>
          </p:cNvPr>
          <p:cNvSpPr txBox="1"/>
          <p:nvPr/>
        </p:nvSpPr>
        <p:spPr>
          <a:xfrm>
            <a:off x="97303" y="3694671"/>
            <a:ext cx="615585" cy="276999"/>
          </a:xfrm>
          <a:prstGeom prst="rect">
            <a:avLst/>
          </a:prstGeom>
          <a:noFill/>
        </p:spPr>
        <p:txBody>
          <a:bodyPr wrap="square" rtlCol="0">
            <a:spAutoFit/>
          </a:bodyPr>
          <a:lstStyle/>
          <a:p>
            <a:r>
              <a:rPr lang="en-US" sz="1200" b="1" dirty="0">
                <a:solidFill>
                  <a:schemeClr val="bg1"/>
                </a:solidFill>
                <a:latin typeface="Ink Free" panose="03080402000500000000" pitchFamily="66" charset="0"/>
              </a:rPr>
              <a:t>Notes</a:t>
            </a:r>
            <a:endParaRPr lang="en-AU" sz="1200" b="1" dirty="0">
              <a:solidFill>
                <a:schemeClr val="bg1"/>
              </a:solidFill>
              <a:latin typeface="Ink Free" panose="03080402000500000000" pitchFamily="66" charset="0"/>
            </a:endParaRPr>
          </a:p>
        </p:txBody>
      </p:sp>
      <p:pic>
        <p:nvPicPr>
          <p:cNvPr id="43" name="Graphic 42" descr="Aspiration">
            <a:hlinkClick r:id="rId11" action="ppaction://hlinksldjump"/>
            <a:extLst>
              <a:ext uri="{FF2B5EF4-FFF2-40B4-BE49-F238E27FC236}">
                <a16:creationId xmlns:a16="http://schemas.microsoft.com/office/drawing/2014/main" id="{4D66FB69-B450-4508-B42C-71CE06AD1D79}"/>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0987" y="4937165"/>
            <a:ext cx="601560" cy="601560"/>
          </a:xfrm>
          <a:prstGeom prst="rect">
            <a:avLst/>
          </a:prstGeom>
        </p:spPr>
      </p:pic>
      <p:sp>
        <p:nvSpPr>
          <p:cNvPr id="45" name="TextBox 44">
            <a:extLst>
              <a:ext uri="{FF2B5EF4-FFF2-40B4-BE49-F238E27FC236}">
                <a16:creationId xmlns:a16="http://schemas.microsoft.com/office/drawing/2014/main" id="{B7FCE3CF-E0D5-4776-A42D-ECB212CB1EC9}"/>
              </a:ext>
            </a:extLst>
          </p:cNvPr>
          <p:cNvSpPr txBox="1"/>
          <p:nvPr/>
        </p:nvSpPr>
        <p:spPr>
          <a:xfrm>
            <a:off x="30987" y="4798665"/>
            <a:ext cx="615585" cy="276999"/>
          </a:xfrm>
          <a:prstGeom prst="rect">
            <a:avLst/>
          </a:prstGeom>
          <a:noFill/>
        </p:spPr>
        <p:txBody>
          <a:bodyPr wrap="square" rtlCol="0">
            <a:spAutoFit/>
          </a:bodyPr>
          <a:lstStyle/>
          <a:p>
            <a:r>
              <a:rPr lang="en-US" sz="1200" b="1" dirty="0">
                <a:solidFill>
                  <a:schemeClr val="bg1">
                    <a:lumMod val="85000"/>
                  </a:schemeClr>
                </a:solidFill>
                <a:latin typeface="Ink Free" panose="03080402000500000000" pitchFamily="66" charset="0"/>
              </a:rPr>
              <a:t>To Do</a:t>
            </a:r>
            <a:endParaRPr lang="en-AU" sz="1200" b="1" dirty="0">
              <a:solidFill>
                <a:schemeClr val="bg1">
                  <a:lumMod val="85000"/>
                </a:schemeClr>
              </a:solidFill>
              <a:latin typeface="Ink Free" panose="03080402000500000000" pitchFamily="66" charset="0"/>
            </a:endParaRPr>
          </a:p>
        </p:txBody>
      </p:sp>
      <p:sp>
        <p:nvSpPr>
          <p:cNvPr id="14" name="Rectangle 13">
            <a:extLst>
              <a:ext uri="{FF2B5EF4-FFF2-40B4-BE49-F238E27FC236}">
                <a16:creationId xmlns:a16="http://schemas.microsoft.com/office/drawing/2014/main" id="{4EA271FD-DAAF-4DCA-8607-4A26AD4454F5}"/>
              </a:ext>
            </a:extLst>
          </p:cNvPr>
          <p:cNvSpPr/>
          <p:nvPr/>
        </p:nvSpPr>
        <p:spPr>
          <a:xfrm>
            <a:off x="4964551" y="4146593"/>
            <a:ext cx="6760112" cy="2158957"/>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3500000" scaled="1"/>
            <a:tileRect/>
          </a:gradFill>
          <a:ln w="571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 name="TextBox 14">
            <a:extLst>
              <a:ext uri="{FF2B5EF4-FFF2-40B4-BE49-F238E27FC236}">
                <a16:creationId xmlns:a16="http://schemas.microsoft.com/office/drawing/2014/main" id="{6C5F320B-D6D3-4CF3-997C-587B5FC18481}"/>
              </a:ext>
            </a:extLst>
          </p:cNvPr>
          <p:cNvSpPr txBox="1"/>
          <p:nvPr/>
        </p:nvSpPr>
        <p:spPr>
          <a:xfrm>
            <a:off x="6582884" y="1964825"/>
            <a:ext cx="5228116" cy="1384995"/>
          </a:xfrm>
          <a:prstGeom prst="rect">
            <a:avLst/>
          </a:prstGeom>
          <a:noFill/>
        </p:spPr>
        <p:txBody>
          <a:bodyPr wrap="square" rtlCol="0">
            <a:spAutoFit/>
          </a:bodyPr>
          <a:lstStyle/>
          <a:p>
            <a:pPr algn="ctr"/>
            <a:r>
              <a:rPr lang="en-US" sz="2800" spc="200" dirty="0"/>
              <a:t>15% of Australian couples will have infertility problems.</a:t>
            </a:r>
          </a:p>
          <a:p>
            <a:pPr algn="ctr"/>
            <a:r>
              <a:rPr lang="en-US" sz="2800" spc="200" dirty="0"/>
              <a:t>(</a:t>
            </a:r>
            <a:r>
              <a:rPr lang="en-US" sz="2800" i="1" spc="200" dirty="0"/>
              <a:t>May 2018, Health Direct</a:t>
            </a:r>
            <a:r>
              <a:rPr lang="en-US" sz="2800" spc="200" dirty="0"/>
              <a:t>)</a:t>
            </a:r>
            <a:endParaRPr lang="en-AU" sz="2800" spc="200" dirty="0"/>
          </a:p>
        </p:txBody>
      </p:sp>
      <p:sp>
        <p:nvSpPr>
          <p:cNvPr id="16" name="TextBox 15">
            <a:extLst>
              <a:ext uri="{FF2B5EF4-FFF2-40B4-BE49-F238E27FC236}">
                <a16:creationId xmlns:a16="http://schemas.microsoft.com/office/drawing/2014/main" id="{98D4D5DB-A778-4016-B65D-92E7D0FB269D}"/>
              </a:ext>
            </a:extLst>
          </p:cNvPr>
          <p:cNvSpPr txBox="1"/>
          <p:nvPr/>
        </p:nvSpPr>
        <p:spPr>
          <a:xfrm>
            <a:off x="5760505" y="4854479"/>
            <a:ext cx="5617017" cy="1323439"/>
          </a:xfrm>
          <a:prstGeom prst="rect">
            <a:avLst/>
          </a:prstGeom>
          <a:noFill/>
        </p:spPr>
        <p:txBody>
          <a:bodyPr wrap="square" rtlCol="0">
            <a:spAutoFit/>
          </a:bodyPr>
          <a:lstStyle/>
          <a:p>
            <a:r>
              <a:rPr lang="en-AU" sz="4000" dirty="0"/>
              <a:t>The inability to conceive or sustain a pregnancy.</a:t>
            </a:r>
          </a:p>
        </p:txBody>
      </p:sp>
      <p:pic>
        <p:nvPicPr>
          <p:cNvPr id="18" name="Picture 17" descr="A group of people sitting posing for the camera&#10;&#10;Description automatically generated">
            <a:extLst>
              <a:ext uri="{FF2B5EF4-FFF2-40B4-BE49-F238E27FC236}">
                <a16:creationId xmlns:a16="http://schemas.microsoft.com/office/drawing/2014/main" id="{97129AE4-E5CD-4791-B32C-D24B715CB856}"/>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1806131" y="98165"/>
            <a:ext cx="4853604" cy="4853604"/>
          </a:xfrm>
          <a:prstGeom prst="rect">
            <a:avLst/>
          </a:prstGeom>
        </p:spPr>
      </p:pic>
      <p:pic>
        <p:nvPicPr>
          <p:cNvPr id="3" name="Picture 2">
            <a:extLst>
              <a:ext uri="{FF2B5EF4-FFF2-40B4-BE49-F238E27FC236}">
                <a16:creationId xmlns:a16="http://schemas.microsoft.com/office/drawing/2014/main" id="{DD66435D-1978-4A44-950D-32ECF268A773}"/>
              </a:ext>
            </a:extLst>
          </p:cNvPr>
          <p:cNvPicPr>
            <a:picLocks noChangeAspect="1"/>
          </p:cNvPicPr>
          <p:nvPr/>
        </p:nvPicPr>
        <p:blipFill>
          <a:blip r:embed="rId15"/>
          <a:stretch>
            <a:fillRect/>
          </a:stretch>
        </p:blipFill>
        <p:spPr>
          <a:xfrm>
            <a:off x="4499223" y="3801882"/>
            <a:ext cx="4078577" cy="1993565"/>
          </a:xfrm>
          <a:prstGeom prst="rect">
            <a:avLst/>
          </a:prstGeom>
        </p:spPr>
      </p:pic>
      <p:pic>
        <p:nvPicPr>
          <p:cNvPr id="4" name="Picture 3">
            <a:extLst>
              <a:ext uri="{FF2B5EF4-FFF2-40B4-BE49-F238E27FC236}">
                <a16:creationId xmlns:a16="http://schemas.microsoft.com/office/drawing/2014/main" id="{5B5FEECD-6A99-4644-BC96-57F1B9664CEC}"/>
              </a:ext>
            </a:extLst>
          </p:cNvPr>
          <p:cNvPicPr>
            <a:picLocks noChangeAspect="1"/>
          </p:cNvPicPr>
          <p:nvPr/>
        </p:nvPicPr>
        <p:blipFill>
          <a:blip r:embed="rId16"/>
          <a:stretch>
            <a:fillRect/>
          </a:stretch>
        </p:blipFill>
        <p:spPr>
          <a:xfrm>
            <a:off x="901853" y="3694671"/>
            <a:ext cx="877900" cy="877900"/>
          </a:xfrm>
          <a:prstGeom prst="rect">
            <a:avLst/>
          </a:prstGeom>
        </p:spPr>
      </p:pic>
      <p:pic>
        <p:nvPicPr>
          <p:cNvPr id="7" name="Picture 6" descr="A close up of a logo&#10;&#10;Description automatically generated">
            <a:extLst>
              <a:ext uri="{FF2B5EF4-FFF2-40B4-BE49-F238E27FC236}">
                <a16:creationId xmlns:a16="http://schemas.microsoft.com/office/drawing/2014/main" id="{D0E1D0A3-213C-4574-9861-6BEA749D0512}"/>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rot="400425">
            <a:off x="8634634" y="4033591"/>
            <a:ext cx="2727582" cy="1288324"/>
          </a:xfrm>
          <a:prstGeom prst="rect">
            <a:avLst/>
          </a:prstGeom>
        </p:spPr>
      </p:pic>
    </p:spTree>
    <p:extLst>
      <p:ext uri="{BB962C8B-B14F-4D97-AF65-F5344CB8AC3E}">
        <p14:creationId xmlns:p14="http://schemas.microsoft.com/office/powerpoint/2010/main" val="192652057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 calcmode="lin" valueType="num">
                                      <p:cBhvr>
                                        <p:cTn id="7" dur="1000" fill="hold"/>
                                        <p:tgtEl>
                                          <p:spTgt spid="15">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15">
                                            <p:txEl>
                                              <p:pRg st="0" end="0"/>
                                            </p:txEl>
                                          </p:spTgt>
                                        </p:tgtEl>
                                        <p:attrNameLst>
                                          <p:attrName>ppt_h</p:attrName>
                                        </p:attrNameLst>
                                      </p:cBhvr>
                                      <p:tavLst>
                                        <p:tav tm="0">
                                          <p:val>
                                            <p:fltVal val="0"/>
                                          </p:val>
                                        </p:tav>
                                        <p:tav tm="100000">
                                          <p:val>
                                            <p:strVal val="#ppt_h"/>
                                          </p:val>
                                        </p:tav>
                                      </p:tavLst>
                                    </p:anim>
                                    <p:anim calcmode="lin" valueType="num">
                                      <p:cBhvr>
                                        <p:cTn id="9" dur="1000" fill="hold"/>
                                        <p:tgtEl>
                                          <p:spTgt spid="15">
                                            <p:txEl>
                                              <p:pRg st="0" end="0"/>
                                            </p:txEl>
                                          </p:spTgt>
                                        </p:tgtEl>
                                        <p:attrNameLst>
                                          <p:attrName>style.rotation</p:attrName>
                                        </p:attrNameLst>
                                      </p:cBhvr>
                                      <p:tavLst>
                                        <p:tav tm="0">
                                          <p:val>
                                            <p:fltVal val="90"/>
                                          </p:val>
                                        </p:tav>
                                        <p:tav tm="100000">
                                          <p:val>
                                            <p:fltVal val="0"/>
                                          </p:val>
                                        </p:tav>
                                      </p:tavLst>
                                    </p:anim>
                                    <p:animEffect transition="in" filter="fade">
                                      <p:cBhvr>
                                        <p:cTn id="10" dur="1000"/>
                                        <p:tgtEl>
                                          <p:spTgt spid="15">
                                            <p:txEl>
                                              <p:pRg st="0" end="0"/>
                                            </p:txEl>
                                          </p:spTgt>
                                        </p:tgtEl>
                                      </p:cBhvr>
                                    </p:animEffect>
                                  </p:childTnLst>
                                </p:cTn>
                              </p:par>
                              <p:par>
                                <p:cTn id="11" presetID="31" presetClass="entr" presetSubtype="0" fill="hold" nodeType="withEffect">
                                  <p:stCondLst>
                                    <p:cond delay="0"/>
                                  </p:stCondLst>
                                  <p:childTnLst>
                                    <p:set>
                                      <p:cBhvr>
                                        <p:cTn id="12" dur="1" fill="hold">
                                          <p:stCondLst>
                                            <p:cond delay="0"/>
                                          </p:stCondLst>
                                        </p:cTn>
                                        <p:tgtEl>
                                          <p:spTgt spid="15">
                                            <p:txEl>
                                              <p:pRg st="1" end="1"/>
                                            </p:txEl>
                                          </p:spTgt>
                                        </p:tgtEl>
                                        <p:attrNameLst>
                                          <p:attrName>style.visibility</p:attrName>
                                        </p:attrNameLst>
                                      </p:cBhvr>
                                      <p:to>
                                        <p:strVal val="visible"/>
                                      </p:to>
                                    </p:set>
                                    <p:anim calcmode="lin" valueType="num">
                                      <p:cBhvr>
                                        <p:cTn id="13" dur="1000" fill="hold"/>
                                        <p:tgtEl>
                                          <p:spTgt spid="15">
                                            <p:txEl>
                                              <p:pRg st="1" end="1"/>
                                            </p:txEl>
                                          </p:spTgt>
                                        </p:tgtEl>
                                        <p:attrNameLst>
                                          <p:attrName>ppt_w</p:attrName>
                                        </p:attrNameLst>
                                      </p:cBhvr>
                                      <p:tavLst>
                                        <p:tav tm="0">
                                          <p:val>
                                            <p:fltVal val="0"/>
                                          </p:val>
                                        </p:tav>
                                        <p:tav tm="100000">
                                          <p:val>
                                            <p:strVal val="#ppt_w"/>
                                          </p:val>
                                        </p:tav>
                                      </p:tavLst>
                                    </p:anim>
                                    <p:anim calcmode="lin" valueType="num">
                                      <p:cBhvr>
                                        <p:cTn id="14" dur="1000" fill="hold"/>
                                        <p:tgtEl>
                                          <p:spTgt spid="15">
                                            <p:txEl>
                                              <p:pRg st="1" end="1"/>
                                            </p:txEl>
                                          </p:spTgt>
                                        </p:tgtEl>
                                        <p:attrNameLst>
                                          <p:attrName>ppt_h</p:attrName>
                                        </p:attrNameLst>
                                      </p:cBhvr>
                                      <p:tavLst>
                                        <p:tav tm="0">
                                          <p:val>
                                            <p:fltVal val="0"/>
                                          </p:val>
                                        </p:tav>
                                        <p:tav tm="100000">
                                          <p:val>
                                            <p:strVal val="#ppt_h"/>
                                          </p:val>
                                        </p:tav>
                                      </p:tavLst>
                                    </p:anim>
                                    <p:anim calcmode="lin" valueType="num">
                                      <p:cBhvr>
                                        <p:cTn id="15" dur="1000" fill="hold"/>
                                        <p:tgtEl>
                                          <p:spTgt spid="15">
                                            <p:txEl>
                                              <p:pRg st="1" end="1"/>
                                            </p:txEl>
                                          </p:spTgt>
                                        </p:tgtEl>
                                        <p:attrNameLst>
                                          <p:attrName>style.rotation</p:attrName>
                                        </p:attrNameLst>
                                      </p:cBhvr>
                                      <p:tavLst>
                                        <p:tav tm="0">
                                          <p:val>
                                            <p:fltVal val="90"/>
                                          </p:val>
                                        </p:tav>
                                        <p:tav tm="100000">
                                          <p:val>
                                            <p:fltVal val="0"/>
                                          </p:val>
                                        </p:tav>
                                      </p:tavLst>
                                    </p:anim>
                                    <p:animEffect transition="in" filter="fade">
                                      <p:cBhvr>
                                        <p:cTn id="16" dur="1000"/>
                                        <p:tgtEl>
                                          <p:spTgt spid="15">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childTnLst>
                          </p:cTn>
                        </p:par>
                        <p:par>
                          <p:cTn id="25" fill="hold">
                            <p:stCondLst>
                              <p:cond delay="0"/>
                            </p:stCondLst>
                            <p:childTnLst>
                              <p:par>
                                <p:cTn id="26" presetID="1" presetClass="entr" presetSubtype="0" fill="hold" nodeType="afterEffect">
                                  <p:stCondLst>
                                    <p:cond delay="0"/>
                                  </p:stCondLst>
                                  <p:childTnLst>
                                    <p:set>
                                      <p:cBhvr>
                                        <p:cTn id="2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6"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63" name="Freeform: Shape 62">
            <a:extLst>
              <a:ext uri="{FF2B5EF4-FFF2-40B4-BE49-F238E27FC236}">
                <a16:creationId xmlns:a16="http://schemas.microsoft.com/office/drawing/2014/main" id="{64CF6B62-F628-4B3B-8562-2FA13763AFA3}"/>
              </a:ext>
            </a:extLst>
          </p:cNvPr>
          <p:cNvSpPr/>
          <p:nvPr/>
        </p:nvSpPr>
        <p:spPr>
          <a:xfrm>
            <a:off x="-10534" y="-4387045"/>
            <a:ext cx="1346200" cy="12192000"/>
          </a:xfrm>
          <a:custGeom>
            <a:avLst/>
            <a:gdLst>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7439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7439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7439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7439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46200" h="12192000">
                <a:moveTo>
                  <a:pt x="1346200" y="0"/>
                </a:moveTo>
                <a:lnTo>
                  <a:pt x="1346200" y="5120642"/>
                </a:lnTo>
                <a:cubicBezTo>
                  <a:pt x="1333399" y="5710744"/>
                  <a:pt x="787198" y="5554087"/>
                  <a:pt x="774397" y="6090849"/>
                </a:cubicBezTo>
                <a:cubicBezTo>
                  <a:pt x="782118" y="6684385"/>
                  <a:pt x="1341019" y="6470200"/>
                  <a:pt x="1346200" y="7117076"/>
                </a:cubicBezTo>
                <a:lnTo>
                  <a:pt x="1346200" y="12192000"/>
                </a:lnTo>
                <a:lnTo>
                  <a:pt x="0" y="12192000"/>
                </a:lnTo>
                <a:lnTo>
                  <a:pt x="0" y="0"/>
                </a:lnTo>
                <a:lnTo>
                  <a:pt x="134620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p>
        </p:txBody>
      </p:sp>
      <p:pic>
        <p:nvPicPr>
          <p:cNvPr id="39" name="Graphic 38" descr="Open book">
            <a:hlinkClick r:id="rId2" action="ppaction://hlinksldjump"/>
            <a:extLst>
              <a:ext uri="{FF2B5EF4-FFF2-40B4-BE49-F238E27FC236}">
                <a16:creationId xmlns:a16="http://schemas.microsoft.com/office/drawing/2014/main" id="{554B0EE6-1AF8-414E-A59B-A96668D2FF2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2382" y="1381082"/>
            <a:ext cx="601560" cy="601560"/>
          </a:xfrm>
          <a:prstGeom prst="rect">
            <a:avLst/>
          </a:prstGeom>
        </p:spPr>
      </p:pic>
      <p:sp>
        <p:nvSpPr>
          <p:cNvPr id="45" name="TextBox 44">
            <a:extLst>
              <a:ext uri="{FF2B5EF4-FFF2-40B4-BE49-F238E27FC236}">
                <a16:creationId xmlns:a16="http://schemas.microsoft.com/office/drawing/2014/main" id="{F644A73D-FA51-4EEB-88B1-CFA1E14C933A}"/>
              </a:ext>
            </a:extLst>
          </p:cNvPr>
          <p:cNvSpPr txBox="1"/>
          <p:nvPr/>
        </p:nvSpPr>
        <p:spPr>
          <a:xfrm>
            <a:off x="180970" y="1266363"/>
            <a:ext cx="615585" cy="276999"/>
          </a:xfrm>
          <a:prstGeom prst="rect">
            <a:avLst/>
          </a:prstGeom>
          <a:noFill/>
        </p:spPr>
        <p:txBody>
          <a:bodyPr wrap="square" rtlCol="0">
            <a:spAutoFit/>
          </a:bodyPr>
          <a:lstStyle/>
          <a:p>
            <a:r>
              <a:rPr lang="en-US" sz="1200" b="1" dirty="0">
                <a:solidFill>
                  <a:schemeClr val="bg1"/>
                </a:solidFill>
                <a:latin typeface="Ink Free" panose="03080402000500000000" pitchFamily="66" charset="0"/>
              </a:rPr>
              <a:t>Read</a:t>
            </a:r>
            <a:endParaRPr lang="en-AU" sz="1200" b="1" dirty="0">
              <a:solidFill>
                <a:schemeClr val="bg1"/>
              </a:solidFill>
              <a:latin typeface="Ink Free" panose="03080402000500000000" pitchFamily="66" charset="0"/>
            </a:endParaRPr>
          </a:p>
        </p:txBody>
      </p:sp>
      <p:pic>
        <p:nvPicPr>
          <p:cNvPr id="43" name="Graphic 42" descr="Presentation with media">
            <a:hlinkClick r:id="rId5" action="ppaction://hlinksldjump"/>
            <a:extLst>
              <a:ext uri="{FF2B5EF4-FFF2-40B4-BE49-F238E27FC236}">
                <a16:creationId xmlns:a16="http://schemas.microsoft.com/office/drawing/2014/main" id="{0A33C7DA-0F58-43C4-AC59-58437A38405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4436" y="2610600"/>
            <a:ext cx="601560" cy="601560"/>
          </a:xfrm>
          <a:prstGeom prst="rect">
            <a:avLst/>
          </a:prstGeom>
        </p:spPr>
      </p:pic>
      <p:sp>
        <p:nvSpPr>
          <p:cNvPr id="47" name="TextBox 46">
            <a:extLst>
              <a:ext uri="{FF2B5EF4-FFF2-40B4-BE49-F238E27FC236}">
                <a16:creationId xmlns:a16="http://schemas.microsoft.com/office/drawing/2014/main" id="{2B0EC099-5F2A-416D-9A22-5F0439730451}"/>
              </a:ext>
            </a:extLst>
          </p:cNvPr>
          <p:cNvSpPr txBox="1"/>
          <p:nvPr/>
        </p:nvSpPr>
        <p:spPr>
          <a:xfrm>
            <a:off x="132611" y="2472100"/>
            <a:ext cx="615585" cy="276999"/>
          </a:xfrm>
          <a:prstGeom prst="rect">
            <a:avLst/>
          </a:prstGeom>
          <a:noFill/>
        </p:spPr>
        <p:txBody>
          <a:bodyPr wrap="square" rtlCol="0">
            <a:spAutoFit/>
          </a:bodyPr>
          <a:lstStyle/>
          <a:p>
            <a:r>
              <a:rPr lang="en-US" sz="1200" b="1" dirty="0">
                <a:solidFill>
                  <a:schemeClr val="bg1">
                    <a:lumMod val="85000"/>
                  </a:schemeClr>
                </a:solidFill>
                <a:latin typeface="Ink Free" panose="03080402000500000000" pitchFamily="66" charset="0"/>
              </a:rPr>
              <a:t>View</a:t>
            </a:r>
            <a:endParaRPr lang="en-AU" sz="1200" b="1" dirty="0">
              <a:solidFill>
                <a:schemeClr val="bg1">
                  <a:lumMod val="85000"/>
                </a:schemeClr>
              </a:solidFill>
              <a:latin typeface="Ink Free" panose="03080402000500000000" pitchFamily="66" charset="0"/>
            </a:endParaRPr>
          </a:p>
        </p:txBody>
      </p:sp>
      <p:pic>
        <p:nvPicPr>
          <p:cNvPr id="41" name="Graphic 40" descr="Postit Notes">
            <a:hlinkClick r:id="rId8" action="ppaction://hlinksldjump"/>
            <a:extLst>
              <a:ext uri="{FF2B5EF4-FFF2-40B4-BE49-F238E27FC236}">
                <a16:creationId xmlns:a16="http://schemas.microsoft.com/office/drawing/2014/main" id="{3AE0E9DA-912C-4EBC-83FF-08B4A66A2BF1}"/>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3869" y="3768552"/>
            <a:ext cx="601560" cy="601560"/>
          </a:xfrm>
          <a:prstGeom prst="rect">
            <a:avLst/>
          </a:prstGeom>
        </p:spPr>
      </p:pic>
      <p:sp>
        <p:nvSpPr>
          <p:cNvPr id="49" name="TextBox 48">
            <a:extLst>
              <a:ext uri="{FF2B5EF4-FFF2-40B4-BE49-F238E27FC236}">
                <a16:creationId xmlns:a16="http://schemas.microsoft.com/office/drawing/2014/main" id="{E7F45DB2-337C-4F86-A4A7-5096A8AEF458}"/>
              </a:ext>
            </a:extLst>
          </p:cNvPr>
          <p:cNvSpPr txBox="1"/>
          <p:nvPr/>
        </p:nvSpPr>
        <p:spPr>
          <a:xfrm>
            <a:off x="75029" y="3641804"/>
            <a:ext cx="615585" cy="276999"/>
          </a:xfrm>
          <a:prstGeom prst="rect">
            <a:avLst/>
          </a:prstGeom>
          <a:noFill/>
        </p:spPr>
        <p:txBody>
          <a:bodyPr wrap="square" rtlCol="0">
            <a:spAutoFit/>
          </a:bodyPr>
          <a:lstStyle/>
          <a:p>
            <a:r>
              <a:rPr lang="en-US" sz="1200" b="1" dirty="0">
                <a:solidFill>
                  <a:schemeClr val="bg1">
                    <a:lumMod val="85000"/>
                  </a:schemeClr>
                </a:solidFill>
                <a:latin typeface="Ink Free" panose="03080402000500000000" pitchFamily="66" charset="0"/>
              </a:rPr>
              <a:t>Notes</a:t>
            </a:r>
            <a:endParaRPr lang="en-AU" sz="1200" b="1" dirty="0">
              <a:solidFill>
                <a:schemeClr val="bg1">
                  <a:lumMod val="85000"/>
                </a:schemeClr>
              </a:solidFill>
              <a:latin typeface="Ink Free" panose="03080402000500000000" pitchFamily="66" charset="0"/>
            </a:endParaRPr>
          </a:p>
        </p:txBody>
      </p:sp>
      <p:pic>
        <p:nvPicPr>
          <p:cNvPr id="37" name="Graphic 36" descr="Aspiration">
            <a:hlinkClick r:id="rId11" action="ppaction://hlinksldjump"/>
            <a:extLst>
              <a:ext uri="{FF2B5EF4-FFF2-40B4-BE49-F238E27FC236}">
                <a16:creationId xmlns:a16="http://schemas.microsoft.com/office/drawing/2014/main" id="{6C5ECD1A-A84A-4333-9928-594A40E6D3B1}"/>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713" y="4884298"/>
            <a:ext cx="601560" cy="601560"/>
          </a:xfrm>
          <a:prstGeom prst="rect">
            <a:avLst/>
          </a:prstGeom>
        </p:spPr>
      </p:pic>
      <p:sp>
        <p:nvSpPr>
          <p:cNvPr id="51" name="TextBox 50">
            <a:extLst>
              <a:ext uri="{FF2B5EF4-FFF2-40B4-BE49-F238E27FC236}">
                <a16:creationId xmlns:a16="http://schemas.microsoft.com/office/drawing/2014/main" id="{8FECD1EE-6838-4EC5-BDC8-CE341EB725D7}"/>
              </a:ext>
            </a:extLst>
          </p:cNvPr>
          <p:cNvSpPr txBox="1"/>
          <p:nvPr/>
        </p:nvSpPr>
        <p:spPr>
          <a:xfrm>
            <a:off x="8713" y="4768497"/>
            <a:ext cx="615585" cy="276999"/>
          </a:xfrm>
          <a:prstGeom prst="rect">
            <a:avLst/>
          </a:prstGeom>
          <a:noFill/>
        </p:spPr>
        <p:txBody>
          <a:bodyPr wrap="square" rtlCol="0">
            <a:spAutoFit/>
          </a:bodyPr>
          <a:lstStyle/>
          <a:p>
            <a:r>
              <a:rPr lang="en-US" sz="1200" b="1" dirty="0">
                <a:solidFill>
                  <a:schemeClr val="bg1">
                    <a:lumMod val="85000"/>
                  </a:schemeClr>
                </a:solidFill>
                <a:latin typeface="Ink Free" panose="03080402000500000000" pitchFamily="66" charset="0"/>
              </a:rPr>
              <a:t>To Do</a:t>
            </a:r>
            <a:endParaRPr lang="en-AU" sz="1200" b="1" dirty="0">
              <a:solidFill>
                <a:schemeClr val="bg1">
                  <a:lumMod val="85000"/>
                </a:schemeClr>
              </a:solidFill>
              <a:latin typeface="Ink Free" panose="03080402000500000000" pitchFamily="66" charset="0"/>
            </a:endParaRPr>
          </a:p>
        </p:txBody>
      </p:sp>
      <p:pic>
        <p:nvPicPr>
          <p:cNvPr id="16" name="Picture 15" descr="A close up of a logo&#10;&#10;Description automatically generated">
            <a:extLst>
              <a:ext uri="{FF2B5EF4-FFF2-40B4-BE49-F238E27FC236}">
                <a16:creationId xmlns:a16="http://schemas.microsoft.com/office/drawing/2014/main" id="{5873CC94-67EA-4D16-A7DC-D8FA8CBA2CAC}"/>
              </a:ext>
            </a:extLst>
          </p:cNvPr>
          <p:cNvPicPr>
            <a:picLocks noChangeAspect="1"/>
          </p:cNvPicPr>
          <p:nvPr/>
        </p:nvPicPr>
        <p:blipFill rotWithShape="1">
          <a:blip r:embed="rId14">
            <a:extLst>
              <a:ext uri="{28A0092B-C50C-407E-A947-70E740481C1C}">
                <a14:useLocalDpi xmlns:a14="http://schemas.microsoft.com/office/drawing/2010/main" val="0"/>
              </a:ext>
            </a:extLst>
          </a:blip>
          <a:srcRect l="1617" r="1520" b="1863"/>
          <a:stretch/>
        </p:blipFill>
        <p:spPr>
          <a:xfrm>
            <a:off x="7010400" y="3524250"/>
            <a:ext cx="4948570" cy="2981348"/>
          </a:xfrm>
          <a:prstGeom prst="rect">
            <a:avLst/>
          </a:prstGeom>
          <a:ln>
            <a:solidFill>
              <a:schemeClr val="accent5">
                <a:lumMod val="50000"/>
              </a:schemeClr>
            </a:solidFill>
          </a:ln>
        </p:spPr>
      </p:pic>
      <p:sp>
        <p:nvSpPr>
          <p:cNvPr id="18" name="TextBox 17">
            <a:extLst>
              <a:ext uri="{FF2B5EF4-FFF2-40B4-BE49-F238E27FC236}">
                <a16:creationId xmlns:a16="http://schemas.microsoft.com/office/drawing/2014/main" id="{4A79E2E0-A438-442A-B983-3B0F90355B8C}"/>
              </a:ext>
            </a:extLst>
          </p:cNvPr>
          <p:cNvSpPr txBox="1"/>
          <p:nvPr/>
        </p:nvSpPr>
        <p:spPr>
          <a:xfrm>
            <a:off x="1822171" y="1182006"/>
            <a:ext cx="6293129" cy="5632311"/>
          </a:xfrm>
          <a:prstGeom prst="rect">
            <a:avLst/>
          </a:prstGeom>
          <a:noFill/>
        </p:spPr>
        <p:txBody>
          <a:bodyPr wrap="square" rtlCol="0">
            <a:spAutoFit/>
          </a:bodyPr>
          <a:lstStyle/>
          <a:p>
            <a:endParaRPr lang="en-AU" sz="2400" b="1" dirty="0"/>
          </a:p>
          <a:p>
            <a:r>
              <a:rPr lang="en-AU" sz="2400" b="1" dirty="0"/>
              <a:t>Main factors affecting infertility for a woman…</a:t>
            </a:r>
          </a:p>
          <a:p>
            <a:pPr marL="342900" indent="-342900">
              <a:buFont typeface="Arial" panose="020B0604020202020204" pitchFamily="34" charset="0"/>
              <a:buChar char="•"/>
            </a:pPr>
            <a:r>
              <a:rPr lang="en-AU" sz="2400" dirty="0"/>
              <a:t>Ovulatory   (</a:t>
            </a:r>
            <a:r>
              <a:rPr lang="en-AU" sz="2400" i="1" dirty="0" err="1"/>
              <a:t>eg</a:t>
            </a:r>
            <a:r>
              <a:rPr lang="en-AU" sz="2400" i="1" dirty="0"/>
              <a:t> when a woman does not release an egg every month; poor egg quality</a:t>
            </a:r>
            <a:r>
              <a:rPr lang="en-AU" sz="2400" dirty="0"/>
              <a:t>)</a:t>
            </a:r>
          </a:p>
          <a:p>
            <a:pPr marL="342900" indent="-342900">
              <a:buFont typeface="Arial" panose="020B0604020202020204" pitchFamily="34" charset="0"/>
              <a:buChar char="•"/>
            </a:pPr>
            <a:r>
              <a:rPr lang="en-AU" sz="2400" dirty="0"/>
              <a:t>Tubal  - </a:t>
            </a:r>
            <a:r>
              <a:rPr lang="en-AU" sz="2400" i="1" dirty="0"/>
              <a:t>tubal blockage (</a:t>
            </a:r>
            <a:r>
              <a:rPr lang="en-AU" sz="2400" i="1" dirty="0" err="1"/>
              <a:t>eg</a:t>
            </a:r>
            <a:r>
              <a:rPr lang="en-AU" sz="2400" i="1" dirty="0"/>
              <a:t> STI’s / Pelvic Endometriosis</a:t>
            </a:r>
            <a:r>
              <a:rPr lang="en-AU" sz="2400" dirty="0"/>
              <a:t>)</a:t>
            </a:r>
          </a:p>
          <a:p>
            <a:pPr marL="342900" indent="-342900">
              <a:buFont typeface="Arial" panose="020B0604020202020204" pitchFamily="34" charset="0"/>
              <a:buChar char="•"/>
            </a:pPr>
            <a:r>
              <a:rPr lang="en-AU" sz="2400" dirty="0"/>
              <a:t>Age</a:t>
            </a:r>
          </a:p>
          <a:p>
            <a:endParaRPr lang="en-AU" sz="2400" b="1" i="1" dirty="0"/>
          </a:p>
          <a:p>
            <a:r>
              <a:rPr lang="en-AU" sz="2400" b="1" i="1" dirty="0"/>
              <a:t>Main factors affecting infertility for a male… </a:t>
            </a:r>
          </a:p>
          <a:p>
            <a:r>
              <a:rPr lang="en-AU" sz="2400" dirty="0"/>
              <a:t>Semen: </a:t>
            </a:r>
          </a:p>
          <a:p>
            <a:pPr marL="342900" indent="-342900">
              <a:buFont typeface="Arial" panose="020B0604020202020204" pitchFamily="34" charset="0"/>
              <a:buChar char="•"/>
            </a:pPr>
            <a:r>
              <a:rPr lang="en-AU" sz="2400" i="1" dirty="0"/>
              <a:t>volume concentration, </a:t>
            </a:r>
          </a:p>
          <a:p>
            <a:pPr marL="342900" indent="-342900">
              <a:buFont typeface="Arial" panose="020B0604020202020204" pitchFamily="34" charset="0"/>
              <a:buChar char="•"/>
            </a:pPr>
            <a:r>
              <a:rPr lang="en-AU" sz="2400" i="1" dirty="0"/>
              <a:t>motility, </a:t>
            </a:r>
          </a:p>
          <a:p>
            <a:pPr marL="342900" indent="-342900">
              <a:buFont typeface="Arial" panose="020B0604020202020204" pitchFamily="34" charset="0"/>
              <a:buChar char="•"/>
            </a:pPr>
            <a:r>
              <a:rPr lang="en-AU" sz="2400" i="1" dirty="0"/>
              <a:t>morphology</a:t>
            </a:r>
          </a:p>
          <a:p>
            <a:endParaRPr lang="en-AU" sz="2400" b="1" dirty="0"/>
          </a:p>
          <a:p>
            <a:endParaRPr lang="en-AU" sz="2400" b="1" dirty="0"/>
          </a:p>
        </p:txBody>
      </p:sp>
      <p:pic>
        <p:nvPicPr>
          <p:cNvPr id="3" name="Picture 2">
            <a:extLst>
              <a:ext uri="{FF2B5EF4-FFF2-40B4-BE49-F238E27FC236}">
                <a16:creationId xmlns:a16="http://schemas.microsoft.com/office/drawing/2014/main" id="{B0DE588E-121C-43C1-8AEA-320D37602B50}"/>
              </a:ext>
            </a:extLst>
          </p:cNvPr>
          <p:cNvPicPr>
            <a:picLocks noChangeAspect="1"/>
          </p:cNvPicPr>
          <p:nvPr/>
        </p:nvPicPr>
        <p:blipFill>
          <a:blip r:embed="rId15"/>
          <a:stretch>
            <a:fillRect/>
          </a:stretch>
        </p:blipFill>
        <p:spPr>
          <a:xfrm>
            <a:off x="1374005" y="185102"/>
            <a:ext cx="7474344" cy="1774090"/>
          </a:xfrm>
          <a:prstGeom prst="rect">
            <a:avLst/>
          </a:prstGeom>
        </p:spPr>
      </p:pic>
      <p:pic>
        <p:nvPicPr>
          <p:cNvPr id="6" name="Picture 5">
            <a:extLst>
              <a:ext uri="{FF2B5EF4-FFF2-40B4-BE49-F238E27FC236}">
                <a16:creationId xmlns:a16="http://schemas.microsoft.com/office/drawing/2014/main" id="{4E4CB99A-61D8-4BF9-9CB3-5661C1DE0583}"/>
              </a:ext>
            </a:extLst>
          </p:cNvPr>
          <p:cNvPicPr>
            <a:picLocks noChangeAspect="1"/>
          </p:cNvPicPr>
          <p:nvPr/>
        </p:nvPicPr>
        <p:blipFill>
          <a:blip r:embed="rId16"/>
          <a:stretch>
            <a:fillRect/>
          </a:stretch>
        </p:blipFill>
        <p:spPr>
          <a:xfrm>
            <a:off x="917543" y="1273053"/>
            <a:ext cx="877900" cy="871804"/>
          </a:xfrm>
          <a:prstGeom prst="rect">
            <a:avLst/>
          </a:prstGeom>
        </p:spPr>
      </p:pic>
    </p:spTree>
    <p:extLst>
      <p:ext uri="{BB962C8B-B14F-4D97-AF65-F5344CB8AC3E}">
        <p14:creationId xmlns:p14="http://schemas.microsoft.com/office/powerpoint/2010/main" val="2932110361"/>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8">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8">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8">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8">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8">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8">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8">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63" name="Freeform: Shape 62">
            <a:extLst>
              <a:ext uri="{FF2B5EF4-FFF2-40B4-BE49-F238E27FC236}">
                <a16:creationId xmlns:a16="http://schemas.microsoft.com/office/drawing/2014/main" id="{64CF6B62-F628-4B3B-8562-2FA13763AFA3}"/>
              </a:ext>
            </a:extLst>
          </p:cNvPr>
          <p:cNvSpPr/>
          <p:nvPr/>
        </p:nvSpPr>
        <p:spPr>
          <a:xfrm>
            <a:off x="-10534" y="-4387045"/>
            <a:ext cx="1346200" cy="12192000"/>
          </a:xfrm>
          <a:custGeom>
            <a:avLst/>
            <a:gdLst>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7439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7439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7439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7439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46200" h="12192000">
                <a:moveTo>
                  <a:pt x="1346200" y="0"/>
                </a:moveTo>
                <a:lnTo>
                  <a:pt x="1346200" y="5120642"/>
                </a:lnTo>
                <a:cubicBezTo>
                  <a:pt x="1333399" y="5710744"/>
                  <a:pt x="787198" y="5554087"/>
                  <a:pt x="774397" y="6090849"/>
                </a:cubicBezTo>
                <a:cubicBezTo>
                  <a:pt x="782118" y="6684385"/>
                  <a:pt x="1341019" y="6470200"/>
                  <a:pt x="1346200" y="7117076"/>
                </a:cubicBezTo>
                <a:lnTo>
                  <a:pt x="1346200" y="12192000"/>
                </a:lnTo>
                <a:lnTo>
                  <a:pt x="0" y="12192000"/>
                </a:lnTo>
                <a:lnTo>
                  <a:pt x="0" y="0"/>
                </a:lnTo>
                <a:lnTo>
                  <a:pt x="134620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p>
        </p:txBody>
      </p:sp>
      <p:pic>
        <p:nvPicPr>
          <p:cNvPr id="39" name="Graphic 38" descr="Open book">
            <a:hlinkClick r:id="rId2" action="ppaction://hlinksldjump"/>
            <a:extLst>
              <a:ext uri="{FF2B5EF4-FFF2-40B4-BE49-F238E27FC236}">
                <a16:creationId xmlns:a16="http://schemas.microsoft.com/office/drawing/2014/main" id="{554B0EE6-1AF8-414E-A59B-A96668D2FF2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2382" y="1381082"/>
            <a:ext cx="601560" cy="601560"/>
          </a:xfrm>
          <a:prstGeom prst="rect">
            <a:avLst/>
          </a:prstGeom>
        </p:spPr>
      </p:pic>
      <p:sp>
        <p:nvSpPr>
          <p:cNvPr id="45" name="TextBox 44">
            <a:extLst>
              <a:ext uri="{FF2B5EF4-FFF2-40B4-BE49-F238E27FC236}">
                <a16:creationId xmlns:a16="http://schemas.microsoft.com/office/drawing/2014/main" id="{F644A73D-FA51-4EEB-88B1-CFA1E14C933A}"/>
              </a:ext>
            </a:extLst>
          </p:cNvPr>
          <p:cNvSpPr txBox="1"/>
          <p:nvPr/>
        </p:nvSpPr>
        <p:spPr>
          <a:xfrm>
            <a:off x="180970" y="1266363"/>
            <a:ext cx="615585" cy="276999"/>
          </a:xfrm>
          <a:prstGeom prst="rect">
            <a:avLst/>
          </a:prstGeom>
          <a:noFill/>
        </p:spPr>
        <p:txBody>
          <a:bodyPr wrap="square" rtlCol="0">
            <a:spAutoFit/>
          </a:bodyPr>
          <a:lstStyle/>
          <a:p>
            <a:r>
              <a:rPr lang="en-US" sz="1200" b="1" dirty="0">
                <a:solidFill>
                  <a:schemeClr val="bg1"/>
                </a:solidFill>
                <a:latin typeface="Ink Free" panose="03080402000500000000" pitchFamily="66" charset="0"/>
              </a:rPr>
              <a:t>Read</a:t>
            </a:r>
            <a:endParaRPr lang="en-AU" sz="1200" b="1" dirty="0">
              <a:solidFill>
                <a:schemeClr val="bg1"/>
              </a:solidFill>
              <a:latin typeface="Ink Free" panose="03080402000500000000" pitchFamily="66" charset="0"/>
            </a:endParaRPr>
          </a:p>
        </p:txBody>
      </p:sp>
      <p:pic>
        <p:nvPicPr>
          <p:cNvPr id="43" name="Graphic 42" descr="Presentation with media">
            <a:hlinkClick r:id="rId5" action="ppaction://hlinksldjump"/>
            <a:extLst>
              <a:ext uri="{FF2B5EF4-FFF2-40B4-BE49-F238E27FC236}">
                <a16:creationId xmlns:a16="http://schemas.microsoft.com/office/drawing/2014/main" id="{0A33C7DA-0F58-43C4-AC59-58437A38405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4436" y="2610600"/>
            <a:ext cx="601560" cy="601560"/>
          </a:xfrm>
          <a:prstGeom prst="rect">
            <a:avLst/>
          </a:prstGeom>
        </p:spPr>
      </p:pic>
      <p:sp>
        <p:nvSpPr>
          <p:cNvPr id="47" name="TextBox 46">
            <a:extLst>
              <a:ext uri="{FF2B5EF4-FFF2-40B4-BE49-F238E27FC236}">
                <a16:creationId xmlns:a16="http://schemas.microsoft.com/office/drawing/2014/main" id="{2B0EC099-5F2A-416D-9A22-5F0439730451}"/>
              </a:ext>
            </a:extLst>
          </p:cNvPr>
          <p:cNvSpPr txBox="1"/>
          <p:nvPr/>
        </p:nvSpPr>
        <p:spPr>
          <a:xfrm>
            <a:off x="132611" y="2472100"/>
            <a:ext cx="615585" cy="276999"/>
          </a:xfrm>
          <a:prstGeom prst="rect">
            <a:avLst/>
          </a:prstGeom>
          <a:noFill/>
        </p:spPr>
        <p:txBody>
          <a:bodyPr wrap="square" rtlCol="0">
            <a:spAutoFit/>
          </a:bodyPr>
          <a:lstStyle/>
          <a:p>
            <a:r>
              <a:rPr lang="en-US" sz="1200" b="1" dirty="0">
                <a:solidFill>
                  <a:schemeClr val="bg1">
                    <a:lumMod val="85000"/>
                  </a:schemeClr>
                </a:solidFill>
                <a:latin typeface="Ink Free" panose="03080402000500000000" pitchFamily="66" charset="0"/>
              </a:rPr>
              <a:t>View</a:t>
            </a:r>
            <a:endParaRPr lang="en-AU" sz="1200" b="1" dirty="0">
              <a:solidFill>
                <a:schemeClr val="bg1">
                  <a:lumMod val="85000"/>
                </a:schemeClr>
              </a:solidFill>
              <a:latin typeface="Ink Free" panose="03080402000500000000" pitchFamily="66" charset="0"/>
            </a:endParaRPr>
          </a:p>
        </p:txBody>
      </p:sp>
      <p:pic>
        <p:nvPicPr>
          <p:cNvPr id="41" name="Graphic 40" descr="Postit Notes">
            <a:hlinkClick r:id="rId8" action="ppaction://hlinksldjump"/>
            <a:extLst>
              <a:ext uri="{FF2B5EF4-FFF2-40B4-BE49-F238E27FC236}">
                <a16:creationId xmlns:a16="http://schemas.microsoft.com/office/drawing/2014/main" id="{3AE0E9DA-912C-4EBC-83FF-08B4A66A2BF1}"/>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3869" y="3768552"/>
            <a:ext cx="601560" cy="601560"/>
          </a:xfrm>
          <a:prstGeom prst="rect">
            <a:avLst/>
          </a:prstGeom>
        </p:spPr>
      </p:pic>
      <p:sp>
        <p:nvSpPr>
          <p:cNvPr id="49" name="TextBox 48">
            <a:extLst>
              <a:ext uri="{FF2B5EF4-FFF2-40B4-BE49-F238E27FC236}">
                <a16:creationId xmlns:a16="http://schemas.microsoft.com/office/drawing/2014/main" id="{E7F45DB2-337C-4F86-A4A7-5096A8AEF458}"/>
              </a:ext>
            </a:extLst>
          </p:cNvPr>
          <p:cNvSpPr txBox="1"/>
          <p:nvPr/>
        </p:nvSpPr>
        <p:spPr>
          <a:xfrm>
            <a:off x="75029" y="3641804"/>
            <a:ext cx="615585" cy="276999"/>
          </a:xfrm>
          <a:prstGeom prst="rect">
            <a:avLst/>
          </a:prstGeom>
          <a:noFill/>
        </p:spPr>
        <p:txBody>
          <a:bodyPr wrap="square" rtlCol="0">
            <a:spAutoFit/>
          </a:bodyPr>
          <a:lstStyle/>
          <a:p>
            <a:r>
              <a:rPr lang="en-US" sz="1200" b="1" dirty="0">
                <a:solidFill>
                  <a:schemeClr val="bg1">
                    <a:lumMod val="85000"/>
                  </a:schemeClr>
                </a:solidFill>
                <a:latin typeface="Ink Free" panose="03080402000500000000" pitchFamily="66" charset="0"/>
              </a:rPr>
              <a:t>Notes</a:t>
            </a:r>
            <a:endParaRPr lang="en-AU" sz="1200" b="1" dirty="0">
              <a:solidFill>
                <a:schemeClr val="bg1">
                  <a:lumMod val="85000"/>
                </a:schemeClr>
              </a:solidFill>
              <a:latin typeface="Ink Free" panose="03080402000500000000" pitchFamily="66" charset="0"/>
            </a:endParaRPr>
          </a:p>
        </p:txBody>
      </p:sp>
      <p:pic>
        <p:nvPicPr>
          <p:cNvPr id="37" name="Graphic 36" descr="Aspiration">
            <a:hlinkClick r:id="rId11" action="ppaction://hlinksldjump"/>
            <a:extLst>
              <a:ext uri="{FF2B5EF4-FFF2-40B4-BE49-F238E27FC236}">
                <a16:creationId xmlns:a16="http://schemas.microsoft.com/office/drawing/2014/main" id="{6C5ECD1A-A84A-4333-9928-594A40E6D3B1}"/>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713" y="4884298"/>
            <a:ext cx="601560" cy="601560"/>
          </a:xfrm>
          <a:prstGeom prst="rect">
            <a:avLst/>
          </a:prstGeom>
        </p:spPr>
      </p:pic>
      <p:sp>
        <p:nvSpPr>
          <p:cNvPr id="51" name="TextBox 50">
            <a:extLst>
              <a:ext uri="{FF2B5EF4-FFF2-40B4-BE49-F238E27FC236}">
                <a16:creationId xmlns:a16="http://schemas.microsoft.com/office/drawing/2014/main" id="{8FECD1EE-6838-4EC5-BDC8-CE341EB725D7}"/>
              </a:ext>
            </a:extLst>
          </p:cNvPr>
          <p:cNvSpPr txBox="1"/>
          <p:nvPr/>
        </p:nvSpPr>
        <p:spPr>
          <a:xfrm>
            <a:off x="8713" y="4768497"/>
            <a:ext cx="615585" cy="276999"/>
          </a:xfrm>
          <a:prstGeom prst="rect">
            <a:avLst/>
          </a:prstGeom>
          <a:noFill/>
        </p:spPr>
        <p:txBody>
          <a:bodyPr wrap="square" rtlCol="0">
            <a:spAutoFit/>
          </a:bodyPr>
          <a:lstStyle/>
          <a:p>
            <a:r>
              <a:rPr lang="en-US" sz="1200" b="1" dirty="0">
                <a:solidFill>
                  <a:schemeClr val="bg1">
                    <a:lumMod val="85000"/>
                  </a:schemeClr>
                </a:solidFill>
                <a:latin typeface="Ink Free" panose="03080402000500000000" pitchFamily="66" charset="0"/>
              </a:rPr>
              <a:t>To Do</a:t>
            </a:r>
            <a:endParaRPr lang="en-AU" sz="1200" b="1" dirty="0">
              <a:solidFill>
                <a:schemeClr val="bg1">
                  <a:lumMod val="85000"/>
                </a:schemeClr>
              </a:solidFill>
              <a:latin typeface="Ink Free" panose="03080402000500000000" pitchFamily="66" charset="0"/>
            </a:endParaRPr>
          </a:p>
        </p:txBody>
      </p:sp>
      <p:sp>
        <p:nvSpPr>
          <p:cNvPr id="3" name="TextBox 2">
            <a:extLst>
              <a:ext uri="{FF2B5EF4-FFF2-40B4-BE49-F238E27FC236}">
                <a16:creationId xmlns:a16="http://schemas.microsoft.com/office/drawing/2014/main" id="{63FD64D3-0E36-4C53-9304-81572AA593AE}"/>
              </a:ext>
            </a:extLst>
          </p:cNvPr>
          <p:cNvSpPr txBox="1"/>
          <p:nvPr/>
        </p:nvSpPr>
        <p:spPr>
          <a:xfrm>
            <a:off x="2610214" y="-64264"/>
            <a:ext cx="9308560" cy="6986528"/>
          </a:xfrm>
          <a:prstGeom prst="rect">
            <a:avLst/>
          </a:prstGeom>
          <a:noFill/>
        </p:spPr>
        <p:txBody>
          <a:bodyPr wrap="square">
            <a:spAutoFit/>
          </a:bodyPr>
          <a:lstStyle/>
          <a:p>
            <a:r>
              <a:rPr lang="en-US" sz="2800" b="1" dirty="0"/>
              <a:t>Female and male fertility decrease with age. </a:t>
            </a:r>
          </a:p>
          <a:p>
            <a:endParaRPr lang="en-US" sz="2800" i="1" dirty="0"/>
          </a:p>
          <a:p>
            <a:r>
              <a:rPr lang="en-US" sz="2800" i="1" dirty="0"/>
              <a:t>For women fertility starts to slowly decline when they are in their early thirties. </a:t>
            </a:r>
            <a:r>
              <a:rPr lang="en-US" sz="2800" dirty="0"/>
              <a:t>Around age 35 the decline speeds up and </a:t>
            </a:r>
            <a:r>
              <a:rPr lang="en-US" sz="2800" b="1" dirty="0"/>
              <a:t>by age 40 the chance of conceiving has fallen by half. </a:t>
            </a:r>
            <a:r>
              <a:rPr lang="en-US" sz="2800" i="1" dirty="0"/>
              <a:t>The biological reason for this is that…. </a:t>
            </a:r>
          </a:p>
          <a:p>
            <a:pPr marL="342900" indent="-342900">
              <a:buFont typeface="Arial" panose="020B0604020202020204" pitchFamily="34" charset="0"/>
              <a:buChar char="•"/>
            </a:pPr>
            <a:r>
              <a:rPr lang="en-US" sz="2800" dirty="0"/>
              <a:t>As women age, </a:t>
            </a:r>
            <a:r>
              <a:rPr lang="en-US" sz="2800" b="1" dirty="0"/>
              <a:t>the total number of eggs in their ovaries and their quality decline.</a:t>
            </a:r>
            <a:r>
              <a:rPr lang="en-US" sz="2800" dirty="0"/>
              <a:t> </a:t>
            </a:r>
          </a:p>
          <a:p>
            <a:pPr marL="342900" indent="-342900">
              <a:buFont typeface="Arial" panose="020B0604020202020204" pitchFamily="34" charset="0"/>
              <a:buChar char="•"/>
            </a:pPr>
            <a:r>
              <a:rPr lang="en-US" sz="2800" dirty="0"/>
              <a:t>The average age of menopause is about </a:t>
            </a:r>
            <a:r>
              <a:rPr lang="en-US" sz="2800" b="1" dirty="0"/>
              <a:t>51 years </a:t>
            </a:r>
            <a:r>
              <a:rPr lang="en-US" sz="2800" dirty="0"/>
              <a:t>(and this has not changed over the centuries) and this marks the </a:t>
            </a:r>
            <a:r>
              <a:rPr lang="en-US" sz="2800" b="1" dirty="0"/>
              <a:t>absolute end of fertility </a:t>
            </a:r>
          </a:p>
          <a:p>
            <a:pPr marL="342900" indent="-342900">
              <a:buFont typeface="Arial" panose="020B0604020202020204" pitchFamily="34" charset="0"/>
              <a:buChar char="•"/>
            </a:pPr>
            <a:r>
              <a:rPr lang="en-US" sz="2800" dirty="0"/>
              <a:t>It is </a:t>
            </a:r>
            <a:r>
              <a:rPr lang="en-US" sz="2800" b="1" dirty="0"/>
              <a:t>rare for a woman to conceive in the 10 years leading up to menopause</a:t>
            </a:r>
            <a:r>
              <a:rPr lang="en-US" sz="2800" dirty="0"/>
              <a:t>. </a:t>
            </a:r>
          </a:p>
          <a:p>
            <a:pPr marL="342900" indent="-342900">
              <a:buFont typeface="Arial" panose="020B0604020202020204" pitchFamily="34" charset="0"/>
              <a:buChar char="•"/>
            </a:pPr>
            <a:r>
              <a:rPr lang="en-US" sz="2800" dirty="0"/>
              <a:t>At age </a:t>
            </a:r>
            <a:r>
              <a:rPr lang="en-US" sz="2800" b="1" dirty="0"/>
              <a:t>40 about 75% of eggs are chromosomally abnormal </a:t>
            </a:r>
            <a:r>
              <a:rPr lang="en-US" sz="2800" dirty="0"/>
              <a:t>which </a:t>
            </a:r>
            <a:r>
              <a:rPr lang="en-US" sz="2800" b="1" dirty="0"/>
              <a:t>reduces the chance of pregnancy </a:t>
            </a:r>
            <a:r>
              <a:rPr lang="en-US" sz="2800" dirty="0"/>
              <a:t>and </a:t>
            </a:r>
            <a:r>
              <a:rPr lang="en-US" sz="2800" b="1" dirty="0"/>
              <a:t>increases the risk of miscarriage</a:t>
            </a:r>
            <a:endParaRPr lang="en-AU" sz="2800" b="1" dirty="0"/>
          </a:p>
        </p:txBody>
      </p:sp>
      <p:pic>
        <p:nvPicPr>
          <p:cNvPr id="5" name="Picture 4">
            <a:extLst>
              <a:ext uri="{FF2B5EF4-FFF2-40B4-BE49-F238E27FC236}">
                <a16:creationId xmlns:a16="http://schemas.microsoft.com/office/drawing/2014/main" id="{1C194243-0935-429C-ADB1-F6599506345A}"/>
              </a:ext>
            </a:extLst>
          </p:cNvPr>
          <p:cNvPicPr>
            <a:picLocks noChangeAspect="1"/>
          </p:cNvPicPr>
          <p:nvPr/>
        </p:nvPicPr>
        <p:blipFill>
          <a:blip r:embed="rId14"/>
          <a:stretch>
            <a:fillRect/>
          </a:stretch>
        </p:blipFill>
        <p:spPr>
          <a:xfrm>
            <a:off x="1264014" y="1765977"/>
            <a:ext cx="1780186" cy="4663844"/>
          </a:xfrm>
          <a:prstGeom prst="rect">
            <a:avLst/>
          </a:prstGeom>
        </p:spPr>
      </p:pic>
      <p:pic>
        <p:nvPicPr>
          <p:cNvPr id="4" name="Picture 3">
            <a:extLst>
              <a:ext uri="{FF2B5EF4-FFF2-40B4-BE49-F238E27FC236}">
                <a16:creationId xmlns:a16="http://schemas.microsoft.com/office/drawing/2014/main" id="{8A569DF4-7380-4F04-9D89-9CF760B6F58A}"/>
              </a:ext>
            </a:extLst>
          </p:cNvPr>
          <p:cNvPicPr>
            <a:picLocks noChangeAspect="1"/>
          </p:cNvPicPr>
          <p:nvPr/>
        </p:nvPicPr>
        <p:blipFill>
          <a:blip r:embed="rId15"/>
          <a:stretch>
            <a:fillRect/>
          </a:stretch>
        </p:blipFill>
        <p:spPr>
          <a:xfrm>
            <a:off x="914081" y="1326767"/>
            <a:ext cx="877900" cy="871804"/>
          </a:xfrm>
          <a:prstGeom prst="rect">
            <a:avLst/>
          </a:prstGeom>
        </p:spPr>
      </p:pic>
    </p:spTree>
    <p:extLst>
      <p:ext uri="{BB962C8B-B14F-4D97-AF65-F5344CB8AC3E}">
        <p14:creationId xmlns:p14="http://schemas.microsoft.com/office/powerpoint/2010/main" val="1379906900"/>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63" name="Freeform: Shape 62">
            <a:extLst>
              <a:ext uri="{FF2B5EF4-FFF2-40B4-BE49-F238E27FC236}">
                <a16:creationId xmlns:a16="http://schemas.microsoft.com/office/drawing/2014/main" id="{64CF6B62-F628-4B3B-8562-2FA13763AFA3}"/>
              </a:ext>
            </a:extLst>
          </p:cNvPr>
          <p:cNvSpPr/>
          <p:nvPr/>
        </p:nvSpPr>
        <p:spPr>
          <a:xfrm>
            <a:off x="-10534" y="-4387045"/>
            <a:ext cx="1346200" cy="12192000"/>
          </a:xfrm>
          <a:custGeom>
            <a:avLst/>
            <a:gdLst>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7439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7439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7439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7439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46200" h="12192000">
                <a:moveTo>
                  <a:pt x="1346200" y="0"/>
                </a:moveTo>
                <a:lnTo>
                  <a:pt x="1346200" y="5120642"/>
                </a:lnTo>
                <a:cubicBezTo>
                  <a:pt x="1333399" y="5710744"/>
                  <a:pt x="787198" y="5554087"/>
                  <a:pt x="774397" y="6090849"/>
                </a:cubicBezTo>
                <a:cubicBezTo>
                  <a:pt x="782118" y="6684385"/>
                  <a:pt x="1341019" y="6470200"/>
                  <a:pt x="1346200" y="7117076"/>
                </a:cubicBezTo>
                <a:lnTo>
                  <a:pt x="1346200" y="12192000"/>
                </a:lnTo>
                <a:lnTo>
                  <a:pt x="0" y="12192000"/>
                </a:lnTo>
                <a:lnTo>
                  <a:pt x="0" y="0"/>
                </a:lnTo>
                <a:lnTo>
                  <a:pt x="134620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p>
        </p:txBody>
      </p:sp>
      <p:pic>
        <p:nvPicPr>
          <p:cNvPr id="39" name="Graphic 38" descr="Open book">
            <a:hlinkClick r:id="rId2" action="ppaction://hlinksldjump"/>
            <a:extLst>
              <a:ext uri="{FF2B5EF4-FFF2-40B4-BE49-F238E27FC236}">
                <a16:creationId xmlns:a16="http://schemas.microsoft.com/office/drawing/2014/main" id="{554B0EE6-1AF8-414E-A59B-A96668D2FF2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2382" y="1381082"/>
            <a:ext cx="601560" cy="601560"/>
          </a:xfrm>
          <a:prstGeom prst="rect">
            <a:avLst/>
          </a:prstGeom>
        </p:spPr>
      </p:pic>
      <p:sp>
        <p:nvSpPr>
          <p:cNvPr id="45" name="TextBox 44">
            <a:extLst>
              <a:ext uri="{FF2B5EF4-FFF2-40B4-BE49-F238E27FC236}">
                <a16:creationId xmlns:a16="http://schemas.microsoft.com/office/drawing/2014/main" id="{F644A73D-FA51-4EEB-88B1-CFA1E14C933A}"/>
              </a:ext>
            </a:extLst>
          </p:cNvPr>
          <p:cNvSpPr txBox="1"/>
          <p:nvPr/>
        </p:nvSpPr>
        <p:spPr>
          <a:xfrm>
            <a:off x="180970" y="1266363"/>
            <a:ext cx="615585" cy="276999"/>
          </a:xfrm>
          <a:prstGeom prst="rect">
            <a:avLst/>
          </a:prstGeom>
          <a:noFill/>
        </p:spPr>
        <p:txBody>
          <a:bodyPr wrap="square" rtlCol="0">
            <a:spAutoFit/>
          </a:bodyPr>
          <a:lstStyle/>
          <a:p>
            <a:r>
              <a:rPr lang="en-US" sz="1200" b="1" dirty="0">
                <a:solidFill>
                  <a:schemeClr val="bg1"/>
                </a:solidFill>
                <a:latin typeface="Ink Free" panose="03080402000500000000" pitchFamily="66" charset="0"/>
              </a:rPr>
              <a:t>Read</a:t>
            </a:r>
            <a:endParaRPr lang="en-AU" sz="1200" b="1" dirty="0">
              <a:solidFill>
                <a:schemeClr val="bg1"/>
              </a:solidFill>
              <a:latin typeface="Ink Free" panose="03080402000500000000" pitchFamily="66" charset="0"/>
            </a:endParaRPr>
          </a:p>
        </p:txBody>
      </p:sp>
      <p:pic>
        <p:nvPicPr>
          <p:cNvPr id="43" name="Graphic 42" descr="Presentation with media">
            <a:hlinkClick r:id="rId5" action="ppaction://hlinksldjump"/>
            <a:extLst>
              <a:ext uri="{FF2B5EF4-FFF2-40B4-BE49-F238E27FC236}">
                <a16:creationId xmlns:a16="http://schemas.microsoft.com/office/drawing/2014/main" id="{0A33C7DA-0F58-43C4-AC59-58437A38405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4436" y="2610600"/>
            <a:ext cx="601560" cy="601560"/>
          </a:xfrm>
          <a:prstGeom prst="rect">
            <a:avLst/>
          </a:prstGeom>
        </p:spPr>
      </p:pic>
      <p:sp>
        <p:nvSpPr>
          <p:cNvPr id="47" name="TextBox 46">
            <a:extLst>
              <a:ext uri="{FF2B5EF4-FFF2-40B4-BE49-F238E27FC236}">
                <a16:creationId xmlns:a16="http://schemas.microsoft.com/office/drawing/2014/main" id="{2B0EC099-5F2A-416D-9A22-5F0439730451}"/>
              </a:ext>
            </a:extLst>
          </p:cNvPr>
          <p:cNvSpPr txBox="1"/>
          <p:nvPr/>
        </p:nvSpPr>
        <p:spPr>
          <a:xfrm>
            <a:off x="132611" y="2472100"/>
            <a:ext cx="615585" cy="276999"/>
          </a:xfrm>
          <a:prstGeom prst="rect">
            <a:avLst/>
          </a:prstGeom>
          <a:noFill/>
        </p:spPr>
        <p:txBody>
          <a:bodyPr wrap="square" rtlCol="0">
            <a:spAutoFit/>
          </a:bodyPr>
          <a:lstStyle/>
          <a:p>
            <a:r>
              <a:rPr lang="en-US" sz="1200" b="1" dirty="0">
                <a:solidFill>
                  <a:schemeClr val="bg1">
                    <a:lumMod val="85000"/>
                  </a:schemeClr>
                </a:solidFill>
                <a:latin typeface="Ink Free" panose="03080402000500000000" pitchFamily="66" charset="0"/>
              </a:rPr>
              <a:t>View</a:t>
            </a:r>
            <a:endParaRPr lang="en-AU" sz="1200" b="1" dirty="0">
              <a:solidFill>
                <a:schemeClr val="bg1">
                  <a:lumMod val="85000"/>
                </a:schemeClr>
              </a:solidFill>
              <a:latin typeface="Ink Free" panose="03080402000500000000" pitchFamily="66" charset="0"/>
            </a:endParaRPr>
          </a:p>
        </p:txBody>
      </p:sp>
      <p:pic>
        <p:nvPicPr>
          <p:cNvPr id="41" name="Graphic 40" descr="Postit Notes">
            <a:hlinkClick r:id="rId8" action="ppaction://hlinksldjump"/>
            <a:extLst>
              <a:ext uri="{FF2B5EF4-FFF2-40B4-BE49-F238E27FC236}">
                <a16:creationId xmlns:a16="http://schemas.microsoft.com/office/drawing/2014/main" id="{3AE0E9DA-912C-4EBC-83FF-08B4A66A2BF1}"/>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3869" y="3768552"/>
            <a:ext cx="601560" cy="601560"/>
          </a:xfrm>
          <a:prstGeom prst="rect">
            <a:avLst/>
          </a:prstGeom>
        </p:spPr>
      </p:pic>
      <p:sp>
        <p:nvSpPr>
          <p:cNvPr id="49" name="TextBox 48">
            <a:extLst>
              <a:ext uri="{FF2B5EF4-FFF2-40B4-BE49-F238E27FC236}">
                <a16:creationId xmlns:a16="http://schemas.microsoft.com/office/drawing/2014/main" id="{E7F45DB2-337C-4F86-A4A7-5096A8AEF458}"/>
              </a:ext>
            </a:extLst>
          </p:cNvPr>
          <p:cNvSpPr txBox="1"/>
          <p:nvPr/>
        </p:nvSpPr>
        <p:spPr>
          <a:xfrm>
            <a:off x="75029" y="3641804"/>
            <a:ext cx="615585" cy="276999"/>
          </a:xfrm>
          <a:prstGeom prst="rect">
            <a:avLst/>
          </a:prstGeom>
          <a:noFill/>
        </p:spPr>
        <p:txBody>
          <a:bodyPr wrap="square" rtlCol="0">
            <a:spAutoFit/>
          </a:bodyPr>
          <a:lstStyle/>
          <a:p>
            <a:r>
              <a:rPr lang="en-US" sz="1200" b="1" dirty="0">
                <a:solidFill>
                  <a:schemeClr val="bg1">
                    <a:lumMod val="85000"/>
                  </a:schemeClr>
                </a:solidFill>
                <a:latin typeface="Ink Free" panose="03080402000500000000" pitchFamily="66" charset="0"/>
              </a:rPr>
              <a:t>Notes</a:t>
            </a:r>
            <a:endParaRPr lang="en-AU" sz="1200" b="1" dirty="0">
              <a:solidFill>
                <a:schemeClr val="bg1">
                  <a:lumMod val="85000"/>
                </a:schemeClr>
              </a:solidFill>
              <a:latin typeface="Ink Free" panose="03080402000500000000" pitchFamily="66" charset="0"/>
            </a:endParaRPr>
          </a:p>
        </p:txBody>
      </p:sp>
      <p:pic>
        <p:nvPicPr>
          <p:cNvPr id="37" name="Graphic 36" descr="Aspiration">
            <a:hlinkClick r:id="rId11" action="ppaction://hlinksldjump"/>
            <a:extLst>
              <a:ext uri="{FF2B5EF4-FFF2-40B4-BE49-F238E27FC236}">
                <a16:creationId xmlns:a16="http://schemas.microsoft.com/office/drawing/2014/main" id="{6C5ECD1A-A84A-4333-9928-594A40E6D3B1}"/>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713" y="4884298"/>
            <a:ext cx="601560" cy="601560"/>
          </a:xfrm>
          <a:prstGeom prst="rect">
            <a:avLst/>
          </a:prstGeom>
        </p:spPr>
      </p:pic>
      <p:sp>
        <p:nvSpPr>
          <p:cNvPr id="51" name="TextBox 50">
            <a:extLst>
              <a:ext uri="{FF2B5EF4-FFF2-40B4-BE49-F238E27FC236}">
                <a16:creationId xmlns:a16="http://schemas.microsoft.com/office/drawing/2014/main" id="{8FECD1EE-6838-4EC5-BDC8-CE341EB725D7}"/>
              </a:ext>
            </a:extLst>
          </p:cNvPr>
          <p:cNvSpPr txBox="1"/>
          <p:nvPr/>
        </p:nvSpPr>
        <p:spPr>
          <a:xfrm>
            <a:off x="8713" y="4768497"/>
            <a:ext cx="615585" cy="276999"/>
          </a:xfrm>
          <a:prstGeom prst="rect">
            <a:avLst/>
          </a:prstGeom>
          <a:noFill/>
        </p:spPr>
        <p:txBody>
          <a:bodyPr wrap="square" rtlCol="0">
            <a:spAutoFit/>
          </a:bodyPr>
          <a:lstStyle/>
          <a:p>
            <a:r>
              <a:rPr lang="en-US" sz="1200" b="1" dirty="0">
                <a:solidFill>
                  <a:schemeClr val="bg1">
                    <a:lumMod val="85000"/>
                  </a:schemeClr>
                </a:solidFill>
                <a:latin typeface="Ink Free" panose="03080402000500000000" pitchFamily="66" charset="0"/>
              </a:rPr>
              <a:t>To Do</a:t>
            </a:r>
            <a:endParaRPr lang="en-AU" sz="1200" b="1" dirty="0">
              <a:solidFill>
                <a:schemeClr val="bg1">
                  <a:lumMod val="85000"/>
                </a:schemeClr>
              </a:solidFill>
              <a:latin typeface="Ink Free" panose="03080402000500000000" pitchFamily="66" charset="0"/>
            </a:endParaRPr>
          </a:p>
        </p:txBody>
      </p:sp>
      <p:pic>
        <p:nvPicPr>
          <p:cNvPr id="16" name="Picture 15">
            <a:extLst>
              <a:ext uri="{FF2B5EF4-FFF2-40B4-BE49-F238E27FC236}">
                <a16:creationId xmlns:a16="http://schemas.microsoft.com/office/drawing/2014/main" id="{0632E862-BA3D-42C7-AD76-1A4EA26CFCDF}"/>
              </a:ext>
            </a:extLst>
          </p:cNvPr>
          <p:cNvPicPr>
            <a:picLocks noChangeAspect="1"/>
          </p:cNvPicPr>
          <p:nvPr/>
        </p:nvPicPr>
        <p:blipFill>
          <a:blip r:embed="rId14"/>
          <a:stretch>
            <a:fillRect/>
          </a:stretch>
        </p:blipFill>
        <p:spPr>
          <a:xfrm>
            <a:off x="2181230" y="1163281"/>
            <a:ext cx="9829800" cy="5573418"/>
          </a:xfrm>
          <a:prstGeom prst="rect">
            <a:avLst/>
          </a:prstGeom>
        </p:spPr>
      </p:pic>
      <p:sp>
        <p:nvSpPr>
          <p:cNvPr id="21" name="TextBox 20">
            <a:extLst>
              <a:ext uri="{FF2B5EF4-FFF2-40B4-BE49-F238E27FC236}">
                <a16:creationId xmlns:a16="http://schemas.microsoft.com/office/drawing/2014/main" id="{5FE55CE3-F92D-4755-996A-608FD165EC25}"/>
              </a:ext>
            </a:extLst>
          </p:cNvPr>
          <p:cNvSpPr txBox="1"/>
          <p:nvPr/>
        </p:nvSpPr>
        <p:spPr>
          <a:xfrm>
            <a:off x="2718870" y="1132094"/>
            <a:ext cx="4843776" cy="461665"/>
          </a:xfrm>
          <a:prstGeom prst="rect">
            <a:avLst/>
          </a:prstGeom>
          <a:noFill/>
        </p:spPr>
        <p:txBody>
          <a:bodyPr wrap="square" rtlCol="0">
            <a:spAutoFit/>
          </a:bodyPr>
          <a:lstStyle/>
          <a:p>
            <a:pPr marL="342900" indent="-342900">
              <a:buFont typeface="Arial" panose="020B0604020202020204" pitchFamily="34" charset="0"/>
              <a:buChar char="•"/>
            </a:pPr>
            <a:r>
              <a:rPr lang="en-AU" sz="2400" b="1" dirty="0"/>
              <a:t>Fertility decreases with age. </a:t>
            </a:r>
          </a:p>
        </p:txBody>
      </p:sp>
      <p:pic>
        <p:nvPicPr>
          <p:cNvPr id="3" name="Picture 2">
            <a:extLst>
              <a:ext uri="{FF2B5EF4-FFF2-40B4-BE49-F238E27FC236}">
                <a16:creationId xmlns:a16="http://schemas.microsoft.com/office/drawing/2014/main" id="{95219F86-B22F-452E-B2A8-61023A93EB5F}"/>
              </a:ext>
            </a:extLst>
          </p:cNvPr>
          <p:cNvPicPr>
            <a:picLocks noChangeAspect="1"/>
          </p:cNvPicPr>
          <p:nvPr/>
        </p:nvPicPr>
        <p:blipFill>
          <a:blip r:embed="rId15"/>
          <a:stretch>
            <a:fillRect/>
          </a:stretch>
        </p:blipFill>
        <p:spPr>
          <a:xfrm>
            <a:off x="2038533" y="-230728"/>
            <a:ext cx="4359018" cy="1774090"/>
          </a:xfrm>
          <a:prstGeom prst="rect">
            <a:avLst/>
          </a:prstGeom>
        </p:spPr>
      </p:pic>
      <p:pic>
        <p:nvPicPr>
          <p:cNvPr id="5" name="Picture 4">
            <a:extLst>
              <a:ext uri="{FF2B5EF4-FFF2-40B4-BE49-F238E27FC236}">
                <a16:creationId xmlns:a16="http://schemas.microsoft.com/office/drawing/2014/main" id="{FC276F49-E7BE-4434-97DE-BF9354DA27CD}"/>
              </a:ext>
            </a:extLst>
          </p:cNvPr>
          <p:cNvPicPr>
            <a:picLocks noChangeAspect="1"/>
          </p:cNvPicPr>
          <p:nvPr/>
        </p:nvPicPr>
        <p:blipFill>
          <a:blip r:embed="rId16"/>
          <a:stretch>
            <a:fillRect/>
          </a:stretch>
        </p:blipFill>
        <p:spPr>
          <a:xfrm>
            <a:off x="915218" y="1306060"/>
            <a:ext cx="877900" cy="871804"/>
          </a:xfrm>
          <a:prstGeom prst="rect">
            <a:avLst/>
          </a:prstGeom>
        </p:spPr>
      </p:pic>
    </p:spTree>
    <p:extLst>
      <p:ext uri="{BB962C8B-B14F-4D97-AF65-F5344CB8AC3E}">
        <p14:creationId xmlns:p14="http://schemas.microsoft.com/office/powerpoint/2010/main" val="3145178359"/>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98C89CAA-951A-4F9B-8D72-9AF80E8F0919}"/>
              </a:ext>
            </a:extLst>
          </p:cNvPr>
          <p:cNvSpPr/>
          <p:nvPr/>
        </p:nvSpPr>
        <p:spPr>
          <a:xfrm>
            <a:off x="-14025" y="-967473"/>
            <a:ext cx="1346200" cy="12192000"/>
          </a:xfrm>
          <a:custGeom>
            <a:avLst/>
            <a:gdLst>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7439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7439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7439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7439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46200" h="12192000">
                <a:moveTo>
                  <a:pt x="1346200" y="0"/>
                </a:moveTo>
                <a:lnTo>
                  <a:pt x="1346200" y="5120642"/>
                </a:lnTo>
                <a:cubicBezTo>
                  <a:pt x="1333399" y="5710744"/>
                  <a:pt x="787198" y="5554087"/>
                  <a:pt x="774397" y="6090849"/>
                </a:cubicBezTo>
                <a:cubicBezTo>
                  <a:pt x="782118" y="6684385"/>
                  <a:pt x="1341019" y="6470200"/>
                  <a:pt x="1346200" y="7117076"/>
                </a:cubicBezTo>
                <a:lnTo>
                  <a:pt x="1346200" y="12192000"/>
                </a:lnTo>
                <a:lnTo>
                  <a:pt x="0" y="12192000"/>
                </a:lnTo>
                <a:lnTo>
                  <a:pt x="0" y="0"/>
                </a:lnTo>
                <a:lnTo>
                  <a:pt x="134620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p>
        </p:txBody>
      </p:sp>
      <p:pic>
        <p:nvPicPr>
          <p:cNvPr id="31" name="Graphic 30" descr="Open book">
            <a:hlinkClick r:id="rId2" action="ppaction://hlinksldjump"/>
            <a:extLst>
              <a:ext uri="{FF2B5EF4-FFF2-40B4-BE49-F238E27FC236}">
                <a16:creationId xmlns:a16="http://schemas.microsoft.com/office/drawing/2014/main" id="{CB90F9E4-2EAC-498E-9A1F-0F0BAD17167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0579" y="1387657"/>
            <a:ext cx="601560" cy="601560"/>
          </a:xfrm>
          <a:prstGeom prst="rect">
            <a:avLst/>
          </a:prstGeom>
        </p:spPr>
      </p:pic>
      <p:sp>
        <p:nvSpPr>
          <p:cNvPr id="33" name="TextBox 32">
            <a:extLst>
              <a:ext uri="{FF2B5EF4-FFF2-40B4-BE49-F238E27FC236}">
                <a16:creationId xmlns:a16="http://schemas.microsoft.com/office/drawing/2014/main" id="{F5F1CCB3-D335-4245-A9CB-D04986ED3C81}"/>
              </a:ext>
            </a:extLst>
          </p:cNvPr>
          <p:cNvSpPr txBox="1"/>
          <p:nvPr/>
        </p:nvSpPr>
        <p:spPr>
          <a:xfrm>
            <a:off x="130579" y="1247084"/>
            <a:ext cx="615585" cy="276999"/>
          </a:xfrm>
          <a:prstGeom prst="rect">
            <a:avLst/>
          </a:prstGeom>
          <a:noFill/>
        </p:spPr>
        <p:txBody>
          <a:bodyPr wrap="square" rtlCol="0">
            <a:spAutoFit/>
          </a:bodyPr>
          <a:lstStyle/>
          <a:p>
            <a:r>
              <a:rPr lang="en-US" sz="1200" b="1" dirty="0">
                <a:solidFill>
                  <a:schemeClr val="bg1">
                    <a:lumMod val="85000"/>
                  </a:schemeClr>
                </a:solidFill>
                <a:latin typeface="Ink Free" panose="03080402000500000000" pitchFamily="66" charset="0"/>
              </a:rPr>
              <a:t>Read</a:t>
            </a:r>
            <a:endParaRPr lang="en-AU" sz="1200" b="1" dirty="0">
              <a:solidFill>
                <a:schemeClr val="bg1">
                  <a:lumMod val="85000"/>
                </a:schemeClr>
              </a:solidFill>
              <a:latin typeface="Ink Free" panose="03080402000500000000" pitchFamily="66" charset="0"/>
            </a:endParaRPr>
          </a:p>
        </p:txBody>
      </p:sp>
      <p:pic>
        <p:nvPicPr>
          <p:cNvPr id="35" name="Graphic 34" descr="Presentation with media">
            <a:hlinkClick r:id="rId5" action="ppaction://hlinksldjump"/>
            <a:extLst>
              <a:ext uri="{FF2B5EF4-FFF2-40B4-BE49-F238E27FC236}">
                <a16:creationId xmlns:a16="http://schemas.microsoft.com/office/drawing/2014/main" id="{B43495EA-73C0-435C-A154-70C7FDAB7DA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6554" y="2554049"/>
            <a:ext cx="601560" cy="601560"/>
          </a:xfrm>
          <a:prstGeom prst="rect">
            <a:avLst/>
          </a:prstGeom>
        </p:spPr>
      </p:pic>
      <p:sp>
        <p:nvSpPr>
          <p:cNvPr id="37" name="TextBox 36">
            <a:extLst>
              <a:ext uri="{FF2B5EF4-FFF2-40B4-BE49-F238E27FC236}">
                <a16:creationId xmlns:a16="http://schemas.microsoft.com/office/drawing/2014/main" id="{1DA71876-AA72-4594-93DD-AF4D9DDD0DB9}"/>
              </a:ext>
            </a:extLst>
          </p:cNvPr>
          <p:cNvSpPr txBox="1"/>
          <p:nvPr/>
        </p:nvSpPr>
        <p:spPr>
          <a:xfrm>
            <a:off x="154729" y="2415549"/>
            <a:ext cx="615585" cy="276999"/>
          </a:xfrm>
          <a:prstGeom prst="rect">
            <a:avLst/>
          </a:prstGeom>
          <a:noFill/>
        </p:spPr>
        <p:txBody>
          <a:bodyPr wrap="square" rtlCol="0">
            <a:spAutoFit/>
          </a:bodyPr>
          <a:lstStyle/>
          <a:p>
            <a:r>
              <a:rPr lang="en-US" sz="1200" b="1" dirty="0">
                <a:solidFill>
                  <a:schemeClr val="bg1">
                    <a:lumMod val="85000"/>
                  </a:schemeClr>
                </a:solidFill>
                <a:latin typeface="Ink Free" panose="03080402000500000000" pitchFamily="66" charset="0"/>
              </a:rPr>
              <a:t>View</a:t>
            </a:r>
            <a:endParaRPr lang="en-AU" sz="1200" b="1" dirty="0">
              <a:solidFill>
                <a:schemeClr val="bg1">
                  <a:lumMod val="85000"/>
                </a:schemeClr>
              </a:solidFill>
              <a:latin typeface="Ink Free" panose="03080402000500000000" pitchFamily="66" charset="0"/>
            </a:endParaRPr>
          </a:p>
        </p:txBody>
      </p:sp>
      <p:pic>
        <p:nvPicPr>
          <p:cNvPr id="39" name="Graphic 38" descr="Postit Notes">
            <a:hlinkClick r:id="rId8" action="ppaction://hlinksldjump"/>
            <a:extLst>
              <a:ext uri="{FF2B5EF4-FFF2-40B4-BE49-F238E27FC236}">
                <a16:creationId xmlns:a16="http://schemas.microsoft.com/office/drawing/2014/main" id="{64FA18B4-E419-4B5B-974B-7AB5D4190C34}"/>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5987" y="3712001"/>
            <a:ext cx="601560" cy="601560"/>
          </a:xfrm>
          <a:prstGeom prst="rect">
            <a:avLst/>
          </a:prstGeom>
        </p:spPr>
      </p:pic>
      <p:sp>
        <p:nvSpPr>
          <p:cNvPr id="41" name="TextBox 40">
            <a:extLst>
              <a:ext uri="{FF2B5EF4-FFF2-40B4-BE49-F238E27FC236}">
                <a16:creationId xmlns:a16="http://schemas.microsoft.com/office/drawing/2014/main" id="{94D8267A-EB50-4034-BA86-83583DB6A0EF}"/>
              </a:ext>
            </a:extLst>
          </p:cNvPr>
          <p:cNvSpPr txBox="1"/>
          <p:nvPr/>
        </p:nvSpPr>
        <p:spPr>
          <a:xfrm>
            <a:off x="97147" y="3585253"/>
            <a:ext cx="615585" cy="276999"/>
          </a:xfrm>
          <a:prstGeom prst="rect">
            <a:avLst/>
          </a:prstGeom>
          <a:noFill/>
        </p:spPr>
        <p:txBody>
          <a:bodyPr wrap="square" rtlCol="0">
            <a:spAutoFit/>
          </a:bodyPr>
          <a:lstStyle/>
          <a:p>
            <a:r>
              <a:rPr lang="en-US" sz="1200" b="1" dirty="0">
                <a:solidFill>
                  <a:schemeClr val="bg1">
                    <a:lumMod val="85000"/>
                  </a:schemeClr>
                </a:solidFill>
                <a:latin typeface="Ink Free" panose="03080402000500000000" pitchFamily="66" charset="0"/>
              </a:rPr>
              <a:t>Notes</a:t>
            </a:r>
            <a:endParaRPr lang="en-AU" sz="1200" b="1" dirty="0">
              <a:solidFill>
                <a:schemeClr val="bg1">
                  <a:lumMod val="85000"/>
                </a:schemeClr>
              </a:solidFill>
              <a:latin typeface="Ink Free" panose="03080402000500000000" pitchFamily="66" charset="0"/>
            </a:endParaRPr>
          </a:p>
        </p:txBody>
      </p:sp>
      <p:pic>
        <p:nvPicPr>
          <p:cNvPr id="43" name="Graphic 42" descr="Aspiration">
            <a:hlinkClick r:id="rId11" action="ppaction://hlinksldjump"/>
            <a:extLst>
              <a:ext uri="{FF2B5EF4-FFF2-40B4-BE49-F238E27FC236}">
                <a16:creationId xmlns:a16="http://schemas.microsoft.com/office/drawing/2014/main" id="{15CA534F-2BAE-4A1C-846D-5A6AF4A109B7}"/>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0831" y="4827747"/>
            <a:ext cx="601560" cy="601560"/>
          </a:xfrm>
          <a:prstGeom prst="rect">
            <a:avLst/>
          </a:prstGeom>
        </p:spPr>
      </p:pic>
      <p:sp>
        <p:nvSpPr>
          <p:cNvPr id="45" name="TextBox 44">
            <a:extLst>
              <a:ext uri="{FF2B5EF4-FFF2-40B4-BE49-F238E27FC236}">
                <a16:creationId xmlns:a16="http://schemas.microsoft.com/office/drawing/2014/main" id="{BC6C457F-BC60-483F-8047-6A0822A85D8A}"/>
              </a:ext>
            </a:extLst>
          </p:cNvPr>
          <p:cNvSpPr txBox="1"/>
          <p:nvPr/>
        </p:nvSpPr>
        <p:spPr>
          <a:xfrm>
            <a:off x="32321" y="4734094"/>
            <a:ext cx="615585" cy="276999"/>
          </a:xfrm>
          <a:prstGeom prst="rect">
            <a:avLst/>
          </a:prstGeom>
          <a:noFill/>
        </p:spPr>
        <p:txBody>
          <a:bodyPr wrap="square" rtlCol="0">
            <a:spAutoFit/>
          </a:bodyPr>
          <a:lstStyle/>
          <a:p>
            <a:r>
              <a:rPr lang="en-US" sz="1200" b="1" dirty="0">
                <a:solidFill>
                  <a:schemeClr val="bg1"/>
                </a:solidFill>
                <a:latin typeface="Ink Free" panose="03080402000500000000" pitchFamily="66" charset="0"/>
              </a:rPr>
              <a:t>To Do</a:t>
            </a:r>
            <a:endParaRPr lang="en-AU" sz="1200" b="1" dirty="0">
              <a:solidFill>
                <a:schemeClr val="bg1"/>
              </a:solidFill>
              <a:latin typeface="Ink Free" panose="03080402000500000000" pitchFamily="66" charset="0"/>
            </a:endParaRPr>
          </a:p>
        </p:txBody>
      </p:sp>
      <p:pic>
        <p:nvPicPr>
          <p:cNvPr id="14" name="Picture 13">
            <a:extLst>
              <a:ext uri="{FF2B5EF4-FFF2-40B4-BE49-F238E27FC236}">
                <a16:creationId xmlns:a16="http://schemas.microsoft.com/office/drawing/2014/main" id="{5A4906E0-2A28-4D2F-B806-E0C3B93E4C39}"/>
              </a:ext>
            </a:extLst>
          </p:cNvPr>
          <p:cNvPicPr>
            <a:picLocks noChangeAspect="1"/>
          </p:cNvPicPr>
          <p:nvPr/>
        </p:nvPicPr>
        <p:blipFill>
          <a:blip r:embed="rId14"/>
          <a:stretch>
            <a:fillRect/>
          </a:stretch>
        </p:blipFill>
        <p:spPr>
          <a:xfrm>
            <a:off x="2095500" y="1284582"/>
            <a:ext cx="9829800" cy="5573418"/>
          </a:xfrm>
          <a:prstGeom prst="rect">
            <a:avLst/>
          </a:prstGeom>
        </p:spPr>
      </p:pic>
      <p:sp>
        <p:nvSpPr>
          <p:cNvPr id="15" name="Cloud Callout 10">
            <a:extLst>
              <a:ext uri="{FF2B5EF4-FFF2-40B4-BE49-F238E27FC236}">
                <a16:creationId xmlns:a16="http://schemas.microsoft.com/office/drawing/2014/main" id="{60CE1324-6824-47F8-8A90-D2648948F3C3}"/>
              </a:ext>
            </a:extLst>
          </p:cNvPr>
          <p:cNvSpPr/>
          <p:nvPr/>
        </p:nvSpPr>
        <p:spPr>
          <a:xfrm>
            <a:off x="7223716" y="-134062"/>
            <a:ext cx="5660895" cy="2782367"/>
          </a:xfrm>
          <a:prstGeom prst="cloudCallout">
            <a:avLst>
              <a:gd name="adj1" fmla="val -32479"/>
              <a:gd name="adj2" fmla="val 6613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400" b="1" dirty="0"/>
              <a:t>Using the information in the graph, explain  how age affects the percentage of women who are able to fall pregnant within the first 6 months of trying.</a:t>
            </a:r>
          </a:p>
        </p:txBody>
      </p:sp>
      <p:sp>
        <p:nvSpPr>
          <p:cNvPr id="17" name="TextBox 16">
            <a:extLst>
              <a:ext uri="{FF2B5EF4-FFF2-40B4-BE49-F238E27FC236}">
                <a16:creationId xmlns:a16="http://schemas.microsoft.com/office/drawing/2014/main" id="{1115A259-9894-417D-A0AD-E6E6CC0D6F2E}"/>
              </a:ext>
            </a:extLst>
          </p:cNvPr>
          <p:cNvSpPr txBox="1"/>
          <p:nvPr/>
        </p:nvSpPr>
        <p:spPr>
          <a:xfrm>
            <a:off x="4887556" y="2782368"/>
            <a:ext cx="5660896" cy="2962513"/>
          </a:xfrm>
          <a:prstGeom prst="roundRect">
            <a:avLst/>
          </a:prstGeom>
          <a:solidFill>
            <a:schemeClr val="bg1"/>
          </a:solidFill>
          <a:ln>
            <a:solidFill>
              <a:schemeClr val="accent5">
                <a:lumMod val="50000"/>
              </a:schemeClr>
            </a:solidFill>
          </a:ln>
        </p:spPr>
        <p:txBody>
          <a:bodyPr wrap="square" rtlCol="0">
            <a:spAutoFit/>
          </a:bodyPr>
          <a:lstStyle/>
          <a:p>
            <a:r>
              <a:rPr lang="en-AU" sz="2400" b="1" dirty="0">
                <a:solidFill>
                  <a:schemeClr val="accent4">
                    <a:lumMod val="75000"/>
                  </a:schemeClr>
                </a:solidFill>
              </a:rPr>
              <a:t>At 25 years of age</a:t>
            </a:r>
            <a:r>
              <a:rPr lang="en-AU" sz="2400" b="1" dirty="0"/>
              <a:t>, approximately </a:t>
            </a:r>
            <a:r>
              <a:rPr lang="en-AU" sz="2400" b="1" dirty="0">
                <a:solidFill>
                  <a:schemeClr val="accent4">
                    <a:lumMod val="75000"/>
                  </a:schemeClr>
                </a:solidFill>
              </a:rPr>
              <a:t>70% of women </a:t>
            </a:r>
            <a:r>
              <a:rPr lang="en-AU" sz="2400" b="1" dirty="0"/>
              <a:t>usually become pregnant within the first six months of trying.  </a:t>
            </a:r>
            <a:r>
              <a:rPr lang="en-AU" sz="2400" b="1" dirty="0">
                <a:solidFill>
                  <a:srgbClr val="0949FF"/>
                </a:solidFill>
              </a:rPr>
              <a:t>By </a:t>
            </a:r>
            <a:r>
              <a:rPr lang="en-AU" sz="2400" b="1" dirty="0">
                <a:solidFill>
                  <a:schemeClr val="accent4">
                    <a:lumMod val="75000"/>
                  </a:schemeClr>
                </a:solidFill>
              </a:rPr>
              <a:t>the age of 30 </a:t>
            </a:r>
            <a:r>
              <a:rPr lang="en-AU" sz="2400" b="1" dirty="0">
                <a:solidFill>
                  <a:srgbClr val="0949FF"/>
                </a:solidFill>
              </a:rPr>
              <a:t>though</a:t>
            </a:r>
            <a:r>
              <a:rPr lang="en-AU" sz="2400" b="1" dirty="0"/>
              <a:t> that percentage has dropped to just above </a:t>
            </a:r>
            <a:r>
              <a:rPr lang="en-AU" sz="2400" b="1" dirty="0">
                <a:solidFill>
                  <a:schemeClr val="accent4">
                    <a:lumMod val="75000"/>
                  </a:schemeClr>
                </a:solidFill>
              </a:rPr>
              <a:t>30%</a:t>
            </a:r>
            <a:r>
              <a:rPr lang="en-AU" sz="2400" b="1" dirty="0"/>
              <a:t> and </a:t>
            </a:r>
            <a:r>
              <a:rPr lang="en-AU" sz="2400" b="1" dirty="0">
                <a:solidFill>
                  <a:srgbClr val="0949FF"/>
                </a:solidFill>
              </a:rPr>
              <a:t>by</a:t>
            </a:r>
            <a:r>
              <a:rPr lang="en-AU" sz="2400" b="1" dirty="0"/>
              <a:t> </a:t>
            </a:r>
            <a:r>
              <a:rPr lang="en-AU" sz="2400" b="1" dirty="0">
                <a:solidFill>
                  <a:schemeClr val="accent4">
                    <a:lumMod val="75000"/>
                  </a:schemeClr>
                </a:solidFill>
              </a:rPr>
              <a:t>40 only 10% </a:t>
            </a:r>
            <a:r>
              <a:rPr lang="en-AU" sz="2400" b="1" dirty="0"/>
              <a:t>fall pregnant in the first six months. </a:t>
            </a:r>
          </a:p>
        </p:txBody>
      </p:sp>
      <p:sp>
        <p:nvSpPr>
          <p:cNvPr id="18" name="TextBox 17">
            <a:extLst>
              <a:ext uri="{FF2B5EF4-FFF2-40B4-BE49-F238E27FC236}">
                <a16:creationId xmlns:a16="http://schemas.microsoft.com/office/drawing/2014/main" id="{A27BC519-1A86-498A-B39D-F03AB3D0DC99}"/>
              </a:ext>
            </a:extLst>
          </p:cNvPr>
          <p:cNvSpPr txBox="1"/>
          <p:nvPr/>
        </p:nvSpPr>
        <p:spPr>
          <a:xfrm>
            <a:off x="2060326" y="1229661"/>
            <a:ext cx="4843776" cy="461665"/>
          </a:xfrm>
          <a:prstGeom prst="rect">
            <a:avLst/>
          </a:prstGeom>
          <a:noFill/>
        </p:spPr>
        <p:txBody>
          <a:bodyPr wrap="square" rtlCol="0">
            <a:spAutoFit/>
          </a:bodyPr>
          <a:lstStyle/>
          <a:p>
            <a:pPr marL="342900" indent="-342900">
              <a:buFont typeface="Arial" panose="020B0604020202020204" pitchFamily="34" charset="0"/>
              <a:buChar char="•"/>
            </a:pPr>
            <a:r>
              <a:rPr lang="en-AU" sz="2400" b="1" dirty="0"/>
              <a:t>Fertility decreases with age. </a:t>
            </a:r>
          </a:p>
        </p:txBody>
      </p:sp>
      <p:grpSp>
        <p:nvGrpSpPr>
          <p:cNvPr id="19" name="Group 18">
            <a:extLst>
              <a:ext uri="{FF2B5EF4-FFF2-40B4-BE49-F238E27FC236}">
                <a16:creationId xmlns:a16="http://schemas.microsoft.com/office/drawing/2014/main" id="{5265052F-9BAA-4AF1-B23B-76AECD084522}"/>
              </a:ext>
            </a:extLst>
          </p:cNvPr>
          <p:cNvGrpSpPr/>
          <p:nvPr/>
        </p:nvGrpSpPr>
        <p:grpSpPr>
          <a:xfrm>
            <a:off x="2597907" y="2973401"/>
            <a:ext cx="2223602" cy="2371692"/>
            <a:chOff x="1643548" y="3500882"/>
            <a:chExt cx="2223602" cy="2371692"/>
          </a:xfrm>
        </p:grpSpPr>
        <p:sp>
          <p:nvSpPr>
            <p:cNvPr id="20" name="Rectangle: Rounded Corners 19">
              <a:extLst>
                <a:ext uri="{FF2B5EF4-FFF2-40B4-BE49-F238E27FC236}">
                  <a16:creationId xmlns:a16="http://schemas.microsoft.com/office/drawing/2014/main" id="{3E1032BD-EB8C-484A-8763-FCFF49BA3F48}"/>
                </a:ext>
              </a:extLst>
            </p:cNvPr>
            <p:cNvSpPr/>
            <p:nvPr/>
          </p:nvSpPr>
          <p:spPr>
            <a:xfrm>
              <a:off x="1643548" y="3500882"/>
              <a:ext cx="2223602" cy="2371692"/>
            </a:xfrm>
            <a:prstGeom prst="roundRect">
              <a:avLst/>
            </a:prstGeom>
            <a:solidFill>
              <a:schemeClr val="bg1"/>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1" name="Rectangle 20">
              <a:extLst>
                <a:ext uri="{FF2B5EF4-FFF2-40B4-BE49-F238E27FC236}">
                  <a16:creationId xmlns:a16="http://schemas.microsoft.com/office/drawing/2014/main" id="{F7DB1E94-ECEC-4568-B7E6-7EC145F051C5}"/>
                </a:ext>
              </a:extLst>
            </p:cNvPr>
            <p:cNvSpPr/>
            <p:nvPr/>
          </p:nvSpPr>
          <p:spPr>
            <a:xfrm>
              <a:off x="1790635" y="3790950"/>
              <a:ext cx="400050" cy="361950"/>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2" name="Rectangle 21">
              <a:extLst>
                <a:ext uri="{FF2B5EF4-FFF2-40B4-BE49-F238E27FC236}">
                  <a16:creationId xmlns:a16="http://schemas.microsoft.com/office/drawing/2014/main" id="{3257B871-50C6-4DAB-930A-4B0ABD7FEDA0}"/>
                </a:ext>
              </a:extLst>
            </p:cNvPr>
            <p:cNvSpPr/>
            <p:nvPr/>
          </p:nvSpPr>
          <p:spPr>
            <a:xfrm>
              <a:off x="1796143" y="4659370"/>
              <a:ext cx="400050" cy="3619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3" name="TextBox 22">
              <a:extLst>
                <a:ext uri="{FF2B5EF4-FFF2-40B4-BE49-F238E27FC236}">
                  <a16:creationId xmlns:a16="http://schemas.microsoft.com/office/drawing/2014/main" id="{4DF1CF1C-4D58-4B3D-90BF-8486DD9965F9}"/>
                </a:ext>
              </a:extLst>
            </p:cNvPr>
            <p:cNvSpPr txBox="1"/>
            <p:nvPr/>
          </p:nvSpPr>
          <p:spPr>
            <a:xfrm>
              <a:off x="2190685" y="3748125"/>
              <a:ext cx="1605708" cy="646331"/>
            </a:xfrm>
            <a:prstGeom prst="rect">
              <a:avLst/>
            </a:prstGeom>
            <a:noFill/>
          </p:spPr>
          <p:txBody>
            <a:bodyPr wrap="square" rtlCol="0">
              <a:spAutoFit/>
            </a:bodyPr>
            <a:lstStyle/>
            <a:p>
              <a:r>
                <a:rPr lang="en-US" dirty="0"/>
                <a:t>Use facts from graph</a:t>
              </a:r>
              <a:endParaRPr lang="en-AU" dirty="0"/>
            </a:p>
          </p:txBody>
        </p:sp>
        <p:sp>
          <p:nvSpPr>
            <p:cNvPr id="24" name="TextBox 23">
              <a:extLst>
                <a:ext uri="{FF2B5EF4-FFF2-40B4-BE49-F238E27FC236}">
                  <a16:creationId xmlns:a16="http://schemas.microsoft.com/office/drawing/2014/main" id="{3CF7DC0F-3305-46FF-8924-0300BF86F6D1}"/>
                </a:ext>
              </a:extLst>
            </p:cNvPr>
            <p:cNvSpPr txBox="1"/>
            <p:nvPr/>
          </p:nvSpPr>
          <p:spPr>
            <a:xfrm>
              <a:off x="2209800" y="4641700"/>
              <a:ext cx="1605708" cy="923330"/>
            </a:xfrm>
            <a:prstGeom prst="rect">
              <a:avLst/>
            </a:prstGeom>
            <a:noFill/>
          </p:spPr>
          <p:txBody>
            <a:bodyPr wrap="square" rtlCol="0">
              <a:spAutoFit/>
            </a:bodyPr>
            <a:lstStyle/>
            <a:p>
              <a:r>
                <a:rPr lang="en-US" dirty="0"/>
                <a:t>Use words that signal a comparison</a:t>
              </a:r>
              <a:endParaRPr lang="en-AU" dirty="0"/>
            </a:p>
          </p:txBody>
        </p:sp>
      </p:grpSp>
      <p:pic>
        <p:nvPicPr>
          <p:cNvPr id="3" name="Picture 2">
            <a:extLst>
              <a:ext uri="{FF2B5EF4-FFF2-40B4-BE49-F238E27FC236}">
                <a16:creationId xmlns:a16="http://schemas.microsoft.com/office/drawing/2014/main" id="{9A756A74-1A5C-4EA7-829E-22C36FC22AB4}"/>
              </a:ext>
            </a:extLst>
          </p:cNvPr>
          <p:cNvPicPr>
            <a:picLocks noChangeAspect="1"/>
          </p:cNvPicPr>
          <p:nvPr/>
        </p:nvPicPr>
        <p:blipFill>
          <a:blip r:embed="rId15"/>
          <a:stretch>
            <a:fillRect/>
          </a:stretch>
        </p:blipFill>
        <p:spPr>
          <a:xfrm>
            <a:off x="1740712" y="-149813"/>
            <a:ext cx="4359018" cy="1774090"/>
          </a:xfrm>
          <a:prstGeom prst="rect">
            <a:avLst/>
          </a:prstGeom>
        </p:spPr>
      </p:pic>
      <p:pic>
        <p:nvPicPr>
          <p:cNvPr id="4" name="Picture 3">
            <a:extLst>
              <a:ext uri="{FF2B5EF4-FFF2-40B4-BE49-F238E27FC236}">
                <a16:creationId xmlns:a16="http://schemas.microsoft.com/office/drawing/2014/main" id="{38F0F310-9A70-4BBA-8C23-5A5648A5C842}"/>
              </a:ext>
            </a:extLst>
          </p:cNvPr>
          <p:cNvPicPr>
            <a:picLocks noChangeAspect="1"/>
          </p:cNvPicPr>
          <p:nvPr/>
        </p:nvPicPr>
        <p:blipFill>
          <a:blip r:embed="rId16"/>
          <a:stretch>
            <a:fillRect/>
          </a:stretch>
        </p:blipFill>
        <p:spPr>
          <a:xfrm>
            <a:off x="909880" y="4692625"/>
            <a:ext cx="871804" cy="871804"/>
          </a:xfrm>
          <a:prstGeom prst="rect">
            <a:avLst/>
          </a:prstGeom>
        </p:spPr>
      </p:pic>
    </p:spTree>
    <p:extLst>
      <p:ext uri="{BB962C8B-B14F-4D97-AF65-F5344CB8AC3E}">
        <p14:creationId xmlns:p14="http://schemas.microsoft.com/office/powerpoint/2010/main" val="34840664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CD9E0608-E745-4AA8-AB55-BFB13D45E0F4}"/>
              </a:ext>
            </a:extLst>
          </p:cNvPr>
          <p:cNvGraphicFramePr>
            <a:graphicFrameLocks noGrp="1"/>
          </p:cNvGraphicFramePr>
          <p:nvPr>
            <p:extLst>
              <p:ext uri="{D42A27DB-BD31-4B8C-83A1-F6EECF244321}">
                <p14:modId xmlns:p14="http://schemas.microsoft.com/office/powerpoint/2010/main" val="623314510"/>
              </p:ext>
            </p:extLst>
          </p:nvPr>
        </p:nvGraphicFramePr>
        <p:xfrm>
          <a:off x="6020971" y="988047"/>
          <a:ext cx="6096000" cy="4881906"/>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883088584"/>
                    </a:ext>
                  </a:extLst>
                </a:gridCol>
                <a:gridCol w="3048000">
                  <a:extLst>
                    <a:ext uri="{9D8B030D-6E8A-4147-A177-3AD203B41FA5}">
                      <a16:colId xmlns:a16="http://schemas.microsoft.com/office/drawing/2014/main" val="2115074072"/>
                    </a:ext>
                  </a:extLst>
                </a:gridCol>
              </a:tblGrid>
              <a:tr h="915357">
                <a:tc gridSpan="2">
                  <a:txBody>
                    <a:bodyPr/>
                    <a:lstStyle/>
                    <a:p>
                      <a:pPr algn="ctr"/>
                      <a:r>
                        <a:rPr lang="en-US" sz="2400" dirty="0"/>
                        <a:t>Risk of Chromosomal Abnormalities at Live Birth, According to Maternal Age.</a:t>
                      </a:r>
                      <a:endParaRPr lang="en-AU" sz="2400" dirty="0"/>
                    </a:p>
                  </a:txBody>
                  <a:tcPr/>
                </a:tc>
                <a:tc hMerge="1">
                  <a:txBody>
                    <a:bodyPr/>
                    <a:lstStyle/>
                    <a:p>
                      <a:endParaRPr lang="en-AU"/>
                    </a:p>
                  </a:txBody>
                  <a:tcPr/>
                </a:tc>
                <a:extLst>
                  <a:ext uri="{0D108BD9-81ED-4DB2-BD59-A6C34878D82A}">
                    <a16:rowId xmlns:a16="http://schemas.microsoft.com/office/drawing/2014/main" val="3433206483"/>
                  </a:ext>
                </a:extLst>
              </a:tr>
              <a:tr h="915357">
                <a:tc>
                  <a:txBody>
                    <a:bodyPr/>
                    <a:lstStyle/>
                    <a:p>
                      <a:pPr algn="ctr"/>
                      <a:r>
                        <a:rPr lang="en-US" sz="2400" dirty="0"/>
                        <a:t>Maternal Age at Delivery (year)</a:t>
                      </a:r>
                      <a:endParaRPr lang="en-AU" sz="2400" dirty="0"/>
                    </a:p>
                  </a:txBody>
                  <a:tcPr>
                    <a:solidFill>
                      <a:schemeClr val="bg1"/>
                    </a:solidFill>
                  </a:tcPr>
                </a:tc>
                <a:tc>
                  <a:txBody>
                    <a:bodyPr/>
                    <a:lstStyle/>
                    <a:p>
                      <a:pPr algn="ctr"/>
                      <a:r>
                        <a:rPr lang="en-US" sz="2400" dirty="0"/>
                        <a:t>Risk of Chromosomal Abnormality</a:t>
                      </a:r>
                      <a:endParaRPr lang="en-AU" sz="2400" dirty="0"/>
                    </a:p>
                  </a:txBody>
                  <a:tcPr>
                    <a:solidFill>
                      <a:schemeClr val="bg1"/>
                    </a:solidFill>
                  </a:tcPr>
                </a:tc>
                <a:extLst>
                  <a:ext uri="{0D108BD9-81ED-4DB2-BD59-A6C34878D82A}">
                    <a16:rowId xmlns:a16="http://schemas.microsoft.com/office/drawing/2014/main" val="3174062053"/>
                  </a:ext>
                </a:extLst>
              </a:tr>
              <a:tr h="508532">
                <a:tc>
                  <a:txBody>
                    <a:bodyPr/>
                    <a:lstStyle/>
                    <a:p>
                      <a:pPr algn="ctr"/>
                      <a:r>
                        <a:rPr lang="en-US" sz="2400" b="0" dirty="0"/>
                        <a:t>20</a:t>
                      </a:r>
                      <a:endParaRPr lang="en-AU" sz="2400" b="0" dirty="0"/>
                    </a:p>
                  </a:txBody>
                  <a:tcPr/>
                </a:tc>
                <a:tc>
                  <a:txBody>
                    <a:bodyPr/>
                    <a:lstStyle/>
                    <a:p>
                      <a:pPr algn="ctr"/>
                      <a:r>
                        <a:rPr lang="en-US" sz="2400" b="0" dirty="0"/>
                        <a:t>1/526</a:t>
                      </a:r>
                      <a:endParaRPr lang="en-AU" sz="2400" b="0" dirty="0"/>
                    </a:p>
                  </a:txBody>
                  <a:tcPr/>
                </a:tc>
                <a:extLst>
                  <a:ext uri="{0D108BD9-81ED-4DB2-BD59-A6C34878D82A}">
                    <a16:rowId xmlns:a16="http://schemas.microsoft.com/office/drawing/2014/main" val="2831191869"/>
                  </a:ext>
                </a:extLst>
              </a:tr>
              <a:tr h="508532">
                <a:tc>
                  <a:txBody>
                    <a:bodyPr/>
                    <a:lstStyle/>
                    <a:p>
                      <a:pPr algn="ctr"/>
                      <a:r>
                        <a:rPr lang="en-US" sz="2400" b="0" dirty="0"/>
                        <a:t>25</a:t>
                      </a:r>
                      <a:endParaRPr lang="en-AU" sz="2400" b="0" dirty="0"/>
                    </a:p>
                  </a:txBody>
                  <a:tcPr>
                    <a:solidFill>
                      <a:schemeClr val="bg1"/>
                    </a:solidFill>
                  </a:tcPr>
                </a:tc>
                <a:tc>
                  <a:txBody>
                    <a:bodyPr/>
                    <a:lstStyle/>
                    <a:p>
                      <a:pPr algn="ctr"/>
                      <a:r>
                        <a:rPr lang="en-US" sz="2400" b="0" dirty="0"/>
                        <a:t>1/476</a:t>
                      </a:r>
                      <a:endParaRPr lang="en-AU" sz="2400" b="0" dirty="0"/>
                    </a:p>
                  </a:txBody>
                  <a:tcPr>
                    <a:solidFill>
                      <a:schemeClr val="bg1"/>
                    </a:solidFill>
                  </a:tcPr>
                </a:tc>
                <a:extLst>
                  <a:ext uri="{0D108BD9-81ED-4DB2-BD59-A6C34878D82A}">
                    <a16:rowId xmlns:a16="http://schemas.microsoft.com/office/drawing/2014/main" val="4179243505"/>
                  </a:ext>
                </a:extLst>
              </a:tr>
              <a:tr h="508532">
                <a:tc>
                  <a:txBody>
                    <a:bodyPr/>
                    <a:lstStyle/>
                    <a:p>
                      <a:pPr algn="ctr"/>
                      <a:r>
                        <a:rPr lang="en-US" sz="2400" b="0" dirty="0"/>
                        <a:t>30</a:t>
                      </a:r>
                      <a:endParaRPr lang="en-AU" sz="2400" b="0" dirty="0"/>
                    </a:p>
                  </a:txBody>
                  <a:tcPr/>
                </a:tc>
                <a:tc>
                  <a:txBody>
                    <a:bodyPr/>
                    <a:lstStyle/>
                    <a:p>
                      <a:pPr algn="ctr"/>
                      <a:r>
                        <a:rPr lang="en-US" sz="2400" b="0" dirty="0"/>
                        <a:t>1/385</a:t>
                      </a:r>
                      <a:endParaRPr lang="en-AU" sz="2400" b="0" dirty="0"/>
                    </a:p>
                  </a:txBody>
                  <a:tcPr/>
                </a:tc>
                <a:extLst>
                  <a:ext uri="{0D108BD9-81ED-4DB2-BD59-A6C34878D82A}">
                    <a16:rowId xmlns:a16="http://schemas.microsoft.com/office/drawing/2014/main" val="1264318424"/>
                  </a:ext>
                </a:extLst>
              </a:tr>
              <a:tr h="508532">
                <a:tc>
                  <a:txBody>
                    <a:bodyPr/>
                    <a:lstStyle/>
                    <a:p>
                      <a:pPr algn="ctr"/>
                      <a:r>
                        <a:rPr lang="en-US" sz="2400" b="0" dirty="0"/>
                        <a:t>35</a:t>
                      </a:r>
                      <a:endParaRPr lang="en-AU" sz="2400" b="0" dirty="0"/>
                    </a:p>
                  </a:txBody>
                  <a:tcPr>
                    <a:solidFill>
                      <a:schemeClr val="bg1"/>
                    </a:solidFill>
                  </a:tcPr>
                </a:tc>
                <a:tc>
                  <a:txBody>
                    <a:bodyPr/>
                    <a:lstStyle/>
                    <a:p>
                      <a:pPr algn="ctr"/>
                      <a:r>
                        <a:rPr lang="en-US" sz="2400" b="0" dirty="0"/>
                        <a:t>1/192</a:t>
                      </a:r>
                      <a:endParaRPr lang="en-AU" sz="2400" b="0" dirty="0"/>
                    </a:p>
                  </a:txBody>
                  <a:tcPr>
                    <a:solidFill>
                      <a:schemeClr val="bg1"/>
                    </a:solidFill>
                  </a:tcPr>
                </a:tc>
                <a:extLst>
                  <a:ext uri="{0D108BD9-81ED-4DB2-BD59-A6C34878D82A}">
                    <a16:rowId xmlns:a16="http://schemas.microsoft.com/office/drawing/2014/main" val="4197079087"/>
                  </a:ext>
                </a:extLst>
              </a:tr>
              <a:tr h="508532">
                <a:tc>
                  <a:txBody>
                    <a:bodyPr/>
                    <a:lstStyle/>
                    <a:p>
                      <a:pPr algn="ctr"/>
                      <a:r>
                        <a:rPr lang="en-US" sz="2400" b="0" dirty="0"/>
                        <a:t>40</a:t>
                      </a:r>
                      <a:endParaRPr lang="en-AU" sz="2400" b="0" dirty="0"/>
                    </a:p>
                  </a:txBody>
                  <a:tcPr/>
                </a:tc>
                <a:tc>
                  <a:txBody>
                    <a:bodyPr/>
                    <a:lstStyle/>
                    <a:p>
                      <a:pPr algn="ctr"/>
                      <a:r>
                        <a:rPr lang="en-US" sz="2400" b="0" dirty="0"/>
                        <a:t>1/66</a:t>
                      </a:r>
                      <a:endParaRPr lang="en-AU" sz="2400" b="0" dirty="0"/>
                    </a:p>
                  </a:txBody>
                  <a:tcPr/>
                </a:tc>
                <a:extLst>
                  <a:ext uri="{0D108BD9-81ED-4DB2-BD59-A6C34878D82A}">
                    <a16:rowId xmlns:a16="http://schemas.microsoft.com/office/drawing/2014/main" val="1104096066"/>
                  </a:ext>
                </a:extLst>
              </a:tr>
              <a:tr h="508532">
                <a:tc>
                  <a:txBody>
                    <a:bodyPr/>
                    <a:lstStyle/>
                    <a:p>
                      <a:pPr algn="ctr"/>
                      <a:r>
                        <a:rPr lang="en-US" sz="2400" b="0" dirty="0"/>
                        <a:t>45</a:t>
                      </a:r>
                      <a:endParaRPr lang="en-AU" sz="2400" b="0" dirty="0"/>
                    </a:p>
                  </a:txBody>
                  <a:tcPr>
                    <a:solidFill>
                      <a:schemeClr val="bg1"/>
                    </a:solidFill>
                  </a:tcPr>
                </a:tc>
                <a:tc>
                  <a:txBody>
                    <a:bodyPr/>
                    <a:lstStyle/>
                    <a:p>
                      <a:pPr algn="ctr"/>
                      <a:r>
                        <a:rPr lang="en-US" sz="2400" b="0" dirty="0"/>
                        <a:t>1/21</a:t>
                      </a:r>
                      <a:endParaRPr lang="en-AU" sz="2400" b="0" dirty="0"/>
                    </a:p>
                  </a:txBody>
                  <a:tcPr>
                    <a:solidFill>
                      <a:schemeClr val="bg1"/>
                    </a:solidFill>
                  </a:tcPr>
                </a:tc>
                <a:extLst>
                  <a:ext uri="{0D108BD9-81ED-4DB2-BD59-A6C34878D82A}">
                    <a16:rowId xmlns:a16="http://schemas.microsoft.com/office/drawing/2014/main" val="2151830057"/>
                  </a:ext>
                </a:extLst>
              </a:tr>
            </a:tbl>
          </a:graphicData>
        </a:graphic>
      </p:graphicFrame>
      <p:sp>
        <p:nvSpPr>
          <p:cNvPr id="63" name="Freeform: Shape 62">
            <a:extLst>
              <a:ext uri="{FF2B5EF4-FFF2-40B4-BE49-F238E27FC236}">
                <a16:creationId xmlns:a16="http://schemas.microsoft.com/office/drawing/2014/main" id="{64CF6B62-F628-4B3B-8562-2FA13763AFA3}"/>
              </a:ext>
            </a:extLst>
          </p:cNvPr>
          <p:cNvSpPr/>
          <p:nvPr/>
        </p:nvSpPr>
        <p:spPr>
          <a:xfrm>
            <a:off x="-10534" y="-4387045"/>
            <a:ext cx="1346200" cy="12192000"/>
          </a:xfrm>
          <a:custGeom>
            <a:avLst/>
            <a:gdLst>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7439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7439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7439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7439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46200" h="12192000">
                <a:moveTo>
                  <a:pt x="1346200" y="0"/>
                </a:moveTo>
                <a:lnTo>
                  <a:pt x="1346200" y="5120642"/>
                </a:lnTo>
                <a:cubicBezTo>
                  <a:pt x="1333399" y="5710744"/>
                  <a:pt x="787198" y="5554087"/>
                  <a:pt x="774397" y="6090849"/>
                </a:cubicBezTo>
                <a:cubicBezTo>
                  <a:pt x="782118" y="6684385"/>
                  <a:pt x="1341019" y="6470200"/>
                  <a:pt x="1346200" y="7117076"/>
                </a:cubicBezTo>
                <a:lnTo>
                  <a:pt x="1346200" y="12192000"/>
                </a:lnTo>
                <a:lnTo>
                  <a:pt x="0" y="12192000"/>
                </a:lnTo>
                <a:lnTo>
                  <a:pt x="0" y="0"/>
                </a:lnTo>
                <a:lnTo>
                  <a:pt x="134620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p>
        </p:txBody>
      </p:sp>
      <p:pic>
        <p:nvPicPr>
          <p:cNvPr id="39" name="Graphic 38" descr="Open book">
            <a:hlinkClick r:id="rId2" action="ppaction://hlinksldjump"/>
            <a:extLst>
              <a:ext uri="{FF2B5EF4-FFF2-40B4-BE49-F238E27FC236}">
                <a16:creationId xmlns:a16="http://schemas.microsoft.com/office/drawing/2014/main" id="{554B0EE6-1AF8-414E-A59B-A96668D2FF2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2382" y="1381082"/>
            <a:ext cx="601560" cy="601560"/>
          </a:xfrm>
          <a:prstGeom prst="rect">
            <a:avLst/>
          </a:prstGeom>
        </p:spPr>
      </p:pic>
      <p:sp>
        <p:nvSpPr>
          <p:cNvPr id="45" name="TextBox 44">
            <a:extLst>
              <a:ext uri="{FF2B5EF4-FFF2-40B4-BE49-F238E27FC236}">
                <a16:creationId xmlns:a16="http://schemas.microsoft.com/office/drawing/2014/main" id="{F644A73D-FA51-4EEB-88B1-CFA1E14C933A}"/>
              </a:ext>
            </a:extLst>
          </p:cNvPr>
          <p:cNvSpPr txBox="1"/>
          <p:nvPr/>
        </p:nvSpPr>
        <p:spPr>
          <a:xfrm>
            <a:off x="180970" y="1266363"/>
            <a:ext cx="615585" cy="276999"/>
          </a:xfrm>
          <a:prstGeom prst="rect">
            <a:avLst/>
          </a:prstGeom>
          <a:noFill/>
        </p:spPr>
        <p:txBody>
          <a:bodyPr wrap="square" rtlCol="0">
            <a:spAutoFit/>
          </a:bodyPr>
          <a:lstStyle/>
          <a:p>
            <a:r>
              <a:rPr lang="en-US" sz="1200" b="1" dirty="0">
                <a:solidFill>
                  <a:schemeClr val="bg1"/>
                </a:solidFill>
                <a:latin typeface="Ink Free" panose="03080402000500000000" pitchFamily="66" charset="0"/>
              </a:rPr>
              <a:t>Read</a:t>
            </a:r>
            <a:endParaRPr lang="en-AU" sz="1200" b="1" dirty="0">
              <a:solidFill>
                <a:schemeClr val="bg1"/>
              </a:solidFill>
              <a:latin typeface="Ink Free" panose="03080402000500000000" pitchFamily="66" charset="0"/>
            </a:endParaRPr>
          </a:p>
        </p:txBody>
      </p:sp>
      <p:pic>
        <p:nvPicPr>
          <p:cNvPr id="43" name="Graphic 42" descr="Presentation with media">
            <a:hlinkClick r:id="rId5" action="ppaction://hlinksldjump"/>
            <a:extLst>
              <a:ext uri="{FF2B5EF4-FFF2-40B4-BE49-F238E27FC236}">
                <a16:creationId xmlns:a16="http://schemas.microsoft.com/office/drawing/2014/main" id="{0A33C7DA-0F58-43C4-AC59-58437A38405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4436" y="2610600"/>
            <a:ext cx="601560" cy="601560"/>
          </a:xfrm>
          <a:prstGeom prst="rect">
            <a:avLst/>
          </a:prstGeom>
        </p:spPr>
      </p:pic>
      <p:sp>
        <p:nvSpPr>
          <p:cNvPr id="47" name="TextBox 46">
            <a:extLst>
              <a:ext uri="{FF2B5EF4-FFF2-40B4-BE49-F238E27FC236}">
                <a16:creationId xmlns:a16="http://schemas.microsoft.com/office/drawing/2014/main" id="{2B0EC099-5F2A-416D-9A22-5F0439730451}"/>
              </a:ext>
            </a:extLst>
          </p:cNvPr>
          <p:cNvSpPr txBox="1"/>
          <p:nvPr/>
        </p:nvSpPr>
        <p:spPr>
          <a:xfrm>
            <a:off x="132611" y="2472100"/>
            <a:ext cx="615585" cy="276999"/>
          </a:xfrm>
          <a:prstGeom prst="rect">
            <a:avLst/>
          </a:prstGeom>
          <a:noFill/>
        </p:spPr>
        <p:txBody>
          <a:bodyPr wrap="square" rtlCol="0">
            <a:spAutoFit/>
          </a:bodyPr>
          <a:lstStyle/>
          <a:p>
            <a:r>
              <a:rPr lang="en-US" sz="1200" b="1" dirty="0">
                <a:solidFill>
                  <a:schemeClr val="bg1">
                    <a:lumMod val="85000"/>
                  </a:schemeClr>
                </a:solidFill>
                <a:latin typeface="Ink Free" panose="03080402000500000000" pitchFamily="66" charset="0"/>
              </a:rPr>
              <a:t>View</a:t>
            </a:r>
            <a:endParaRPr lang="en-AU" sz="1200" b="1" dirty="0">
              <a:solidFill>
                <a:schemeClr val="bg1">
                  <a:lumMod val="85000"/>
                </a:schemeClr>
              </a:solidFill>
              <a:latin typeface="Ink Free" panose="03080402000500000000" pitchFamily="66" charset="0"/>
            </a:endParaRPr>
          </a:p>
        </p:txBody>
      </p:sp>
      <p:pic>
        <p:nvPicPr>
          <p:cNvPr id="41" name="Graphic 40" descr="Postit Notes">
            <a:hlinkClick r:id="rId8" action="ppaction://hlinksldjump"/>
            <a:extLst>
              <a:ext uri="{FF2B5EF4-FFF2-40B4-BE49-F238E27FC236}">
                <a16:creationId xmlns:a16="http://schemas.microsoft.com/office/drawing/2014/main" id="{3AE0E9DA-912C-4EBC-83FF-08B4A66A2BF1}"/>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3869" y="3768552"/>
            <a:ext cx="601560" cy="601560"/>
          </a:xfrm>
          <a:prstGeom prst="rect">
            <a:avLst/>
          </a:prstGeom>
        </p:spPr>
      </p:pic>
      <p:sp>
        <p:nvSpPr>
          <p:cNvPr id="49" name="TextBox 48">
            <a:extLst>
              <a:ext uri="{FF2B5EF4-FFF2-40B4-BE49-F238E27FC236}">
                <a16:creationId xmlns:a16="http://schemas.microsoft.com/office/drawing/2014/main" id="{E7F45DB2-337C-4F86-A4A7-5096A8AEF458}"/>
              </a:ext>
            </a:extLst>
          </p:cNvPr>
          <p:cNvSpPr txBox="1"/>
          <p:nvPr/>
        </p:nvSpPr>
        <p:spPr>
          <a:xfrm>
            <a:off x="75029" y="3641804"/>
            <a:ext cx="615585" cy="276999"/>
          </a:xfrm>
          <a:prstGeom prst="rect">
            <a:avLst/>
          </a:prstGeom>
          <a:noFill/>
        </p:spPr>
        <p:txBody>
          <a:bodyPr wrap="square" rtlCol="0">
            <a:spAutoFit/>
          </a:bodyPr>
          <a:lstStyle/>
          <a:p>
            <a:r>
              <a:rPr lang="en-US" sz="1200" b="1" dirty="0">
                <a:solidFill>
                  <a:schemeClr val="bg1">
                    <a:lumMod val="85000"/>
                  </a:schemeClr>
                </a:solidFill>
                <a:latin typeface="Ink Free" panose="03080402000500000000" pitchFamily="66" charset="0"/>
              </a:rPr>
              <a:t>Notes</a:t>
            </a:r>
            <a:endParaRPr lang="en-AU" sz="1200" b="1" dirty="0">
              <a:solidFill>
                <a:schemeClr val="bg1">
                  <a:lumMod val="85000"/>
                </a:schemeClr>
              </a:solidFill>
              <a:latin typeface="Ink Free" panose="03080402000500000000" pitchFamily="66" charset="0"/>
            </a:endParaRPr>
          </a:p>
        </p:txBody>
      </p:sp>
      <p:pic>
        <p:nvPicPr>
          <p:cNvPr id="37" name="Graphic 36" descr="Aspiration">
            <a:hlinkClick r:id="rId11" action="ppaction://hlinksldjump"/>
            <a:extLst>
              <a:ext uri="{FF2B5EF4-FFF2-40B4-BE49-F238E27FC236}">
                <a16:creationId xmlns:a16="http://schemas.microsoft.com/office/drawing/2014/main" id="{6C5ECD1A-A84A-4333-9928-594A40E6D3B1}"/>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713" y="4884298"/>
            <a:ext cx="601560" cy="601560"/>
          </a:xfrm>
          <a:prstGeom prst="rect">
            <a:avLst/>
          </a:prstGeom>
        </p:spPr>
      </p:pic>
      <p:sp>
        <p:nvSpPr>
          <p:cNvPr id="51" name="TextBox 50">
            <a:extLst>
              <a:ext uri="{FF2B5EF4-FFF2-40B4-BE49-F238E27FC236}">
                <a16:creationId xmlns:a16="http://schemas.microsoft.com/office/drawing/2014/main" id="{8FECD1EE-6838-4EC5-BDC8-CE341EB725D7}"/>
              </a:ext>
            </a:extLst>
          </p:cNvPr>
          <p:cNvSpPr txBox="1"/>
          <p:nvPr/>
        </p:nvSpPr>
        <p:spPr>
          <a:xfrm>
            <a:off x="8713" y="4768497"/>
            <a:ext cx="615585" cy="276999"/>
          </a:xfrm>
          <a:prstGeom prst="rect">
            <a:avLst/>
          </a:prstGeom>
          <a:noFill/>
        </p:spPr>
        <p:txBody>
          <a:bodyPr wrap="square" rtlCol="0">
            <a:spAutoFit/>
          </a:bodyPr>
          <a:lstStyle/>
          <a:p>
            <a:r>
              <a:rPr lang="en-US" sz="1200" b="1" dirty="0">
                <a:solidFill>
                  <a:schemeClr val="bg1">
                    <a:lumMod val="85000"/>
                  </a:schemeClr>
                </a:solidFill>
                <a:latin typeface="Ink Free" panose="03080402000500000000" pitchFamily="66" charset="0"/>
              </a:rPr>
              <a:t>To Do</a:t>
            </a:r>
            <a:endParaRPr lang="en-AU" sz="1200" b="1" dirty="0">
              <a:solidFill>
                <a:schemeClr val="bg1">
                  <a:lumMod val="85000"/>
                </a:schemeClr>
              </a:solidFill>
              <a:latin typeface="Ink Free" panose="03080402000500000000" pitchFamily="66" charset="0"/>
            </a:endParaRPr>
          </a:p>
        </p:txBody>
      </p:sp>
      <p:sp>
        <p:nvSpPr>
          <p:cNvPr id="16" name="TextBox 15">
            <a:extLst>
              <a:ext uri="{FF2B5EF4-FFF2-40B4-BE49-F238E27FC236}">
                <a16:creationId xmlns:a16="http://schemas.microsoft.com/office/drawing/2014/main" id="{ED894063-8717-43EA-A0A9-35D213492E5D}"/>
              </a:ext>
            </a:extLst>
          </p:cNvPr>
          <p:cNvSpPr txBox="1"/>
          <p:nvPr/>
        </p:nvSpPr>
        <p:spPr>
          <a:xfrm>
            <a:off x="2248430" y="3041639"/>
            <a:ext cx="3753134" cy="1200329"/>
          </a:xfrm>
          <a:prstGeom prst="rect">
            <a:avLst/>
          </a:prstGeom>
          <a:noFill/>
        </p:spPr>
        <p:txBody>
          <a:bodyPr wrap="square" rtlCol="0">
            <a:spAutoFit/>
          </a:bodyPr>
          <a:lstStyle/>
          <a:p>
            <a:pPr marL="342900" indent="-342900">
              <a:buFont typeface="Arial" panose="020B0604020202020204" pitchFamily="34" charset="0"/>
              <a:buChar char="•"/>
            </a:pPr>
            <a:r>
              <a:rPr lang="en-AU" sz="2400" b="1" dirty="0"/>
              <a:t>Higher risk of chromosomal abnormalities at birth. </a:t>
            </a:r>
          </a:p>
        </p:txBody>
      </p:sp>
      <p:sp>
        <p:nvSpPr>
          <p:cNvPr id="2" name="Star: 5 Points 1">
            <a:extLst>
              <a:ext uri="{FF2B5EF4-FFF2-40B4-BE49-F238E27FC236}">
                <a16:creationId xmlns:a16="http://schemas.microsoft.com/office/drawing/2014/main" id="{E3A1B8F2-717F-4E76-98D5-DADE8B65041A}"/>
              </a:ext>
            </a:extLst>
          </p:cNvPr>
          <p:cNvSpPr/>
          <p:nvPr/>
        </p:nvSpPr>
        <p:spPr>
          <a:xfrm>
            <a:off x="5992798" y="2772739"/>
            <a:ext cx="552450" cy="537800"/>
          </a:xfrm>
          <a:prstGeom prst="star5">
            <a:avLst/>
          </a:prstGeom>
          <a:solidFill>
            <a:schemeClr val="accent5">
              <a:lumMod val="50000"/>
            </a:schemeClr>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 name="TextBox 2">
            <a:extLst>
              <a:ext uri="{FF2B5EF4-FFF2-40B4-BE49-F238E27FC236}">
                <a16:creationId xmlns:a16="http://schemas.microsoft.com/office/drawing/2014/main" id="{2B0D526E-77ED-4E9D-9DE5-75CA389C3C14}"/>
              </a:ext>
            </a:extLst>
          </p:cNvPr>
          <p:cNvSpPr txBox="1"/>
          <p:nvPr/>
        </p:nvSpPr>
        <p:spPr>
          <a:xfrm>
            <a:off x="1801751" y="548549"/>
            <a:ext cx="3753134" cy="1107996"/>
          </a:xfrm>
          <a:prstGeom prst="rect">
            <a:avLst/>
          </a:prstGeom>
          <a:noFill/>
        </p:spPr>
        <p:txBody>
          <a:bodyPr wrap="square" rtlCol="0">
            <a:spAutoFit/>
          </a:bodyPr>
          <a:lstStyle/>
          <a:p>
            <a:r>
              <a:rPr lang="en-US" sz="6600" dirty="0">
                <a:latin typeface="+mj-lt"/>
              </a:rPr>
              <a:t>Impact of age</a:t>
            </a:r>
            <a:endParaRPr lang="en-AU" sz="6600" dirty="0">
              <a:latin typeface="+mj-lt"/>
            </a:endParaRPr>
          </a:p>
        </p:txBody>
      </p:sp>
      <p:pic>
        <p:nvPicPr>
          <p:cNvPr id="6" name="Picture 5">
            <a:extLst>
              <a:ext uri="{FF2B5EF4-FFF2-40B4-BE49-F238E27FC236}">
                <a16:creationId xmlns:a16="http://schemas.microsoft.com/office/drawing/2014/main" id="{9F39DF47-24F7-4F33-9F62-1A4CA84AB412}"/>
              </a:ext>
            </a:extLst>
          </p:cNvPr>
          <p:cNvPicPr>
            <a:picLocks noChangeAspect="1"/>
          </p:cNvPicPr>
          <p:nvPr/>
        </p:nvPicPr>
        <p:blipFill>
          <a:blip r:embed="rId14"/>
          <a:stretch>
            <a:fillRect/>
          </a:stretch>
        </p:blipFill>
        <p:spPr>
          <a:xfrm>
            <a:off x="878361" y="1220643"/>
            <a:ext cx="877900" cy="871804"/>
          </a:xfrm>
          <a:prstGeom prst="rect">
            <a:avLst/>
          </a:prstGeom>
        </p:spPr>
      </p:pic>
    </p:spTree>
    <p:extLst>
      <p:ext uri="{BB962C8B-B14F-4D97-AF65-F5344CB8AC3E}">
        <p14:creationId xmlns:p14="http://schemas.microsoft.com/office/powerpoint/2010/main" val="3851891167"/>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42" presetClass="path" presetSubtype="0" accel="50000" decel="50000" fill="hold" grpId="0" nodeType="withEffect">
                                  <p:stCondLst>
                                    <p:cond delay="0"/>
                                  </p:stCondLst>
                                  <p:childTnLst>
                                    <p:animMotion origin="layout" path="M -0.02265 0.00486 L -0.02265 0.49259 " pathEditMode="relative" rAng="0" ptsTypes="AA">
                                      <p:cBhvr>
                                        <p:cTn id="8" dur="2000" fill="hold"/>
                                        <p:tgtEl>
                                          <p:spTgt spid="2"/>
                                        </p:tgtEl>
                                        <p:attrNameLst>
                                          <p:attrName>ppt_x</p:attrName>
                                          <p:attrName>ppt_y</p:attrName>
                                        </p:attrNameLst>
                                      </p:cBhvr>
                                      <p:rCtr x="0" y="24375"/>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graphicFrame>
        <p:nvGraphicFramePr>
          <p:cNvPr id="2" name="Table 4">
            <a:extLst>
              <a:ext uri="{FF2B5EF4-FFF2-40B4-BE49-F238E27FC236}">
                <a16:creationId xmlns:a16="http://schemas.microsoft.com/office/drawing/2014/main" id="{50E3F4D7-CE46-4D1A-8755-66A6E3FB0DC5}"/>
              </a:ext>
            </a:extLst>
          </p:cNvPr>
          <p:cNvGraphicFramePr>
            <a:graphicFrameLocks noGrp="1"/>
          </p:cNvGraphicFramePr>
          <p:nvPr>
            <p:extLst>
              <p:ext uri="{D42A27DB-BD31-4B8C-83A1-F6EECF244321}">
                <p14:modId xmlns:p14="http://schemas.microsoft.com/office/powerpoint/2010/main" val="4225855699"/>
              </p:ext>
            </p:extLst>
          </p:nvPr>
        </p:nvGraphicFramePr>
        <p:xfrm>
          <a:off x="5904666" y="413876"/>
          <a:ext cx="6096000" cy="4881906"/>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883088584"/>
                    </a:ext>
                  </a:extLst>
                </a:gridCol>
                <a:gridCol w="3048000">
                  <a:extLst>
                    <a:ext uri="{9D8B030D-6E8A-4147-A177-3AD203B41FA5}">
                      <a16:colId xmlns:a16="http://schemas.microsoft.com/office/drawing/2014/main" val="2115074072"/>
                    </a:ext>
                  </a:extLst>
                </a:gridCol>
              </a:tblGrid>
              <a:tr h="915357">
                <a:tc gridSpan="2">
                  <a:txBody>
                    <a:bodyPr/>
                    <a:lstStyle/>
                    <a:p>
                      <a:pPr algn="ctr"/>
                      <a:r>
                        <a:rPr lang="en-US" sz="2400" dirty="0"/>
                        <a:t>Risk of Chromosomal Abnormalities at Live Birth, According to Maternal Age.</a:t>
                      </a:r>
                      <a:endParaRPr lang="en-AU" sz="2400" dirty="0"/>
                    </a:p>
                  </a:txBody>
                  <a:tcPr/>
                </a:tc>
                <a:tc hMerge="1">
                  <a:txBody>
                    <a:bodyPr/>
                    <a:lstStyle/>
                    <a:p>
                      <a:endParaRPr lang="en-AU"/>
                    </a:p>
                  </a:txBody>
                  <a:tcPr/>
                </a:tc>
                <a:extLst>
                  <a:ext uri="{0D108BD9-81ED-4DB2-BD59-A6C34878D82A}">
                    <a16:rowId xmlns:a16="http://schemas.microsoft.com/office/drawing/2014/main" val="3433206483"/>
                  </a:ext>
                </a:extLst>
              </a:tr>
              <a:tr h="915357">
                <a:tc>
                  <a:txBody>
                    <a:bodyPr/>
                    <a:lstStyle/>
                    <a:p>
                      <a:pPr algn="ctr"/>
                      <a:r>
                        <a:rPr lang="en-US" sz="2400" dirty="0"/>
                        <a:t>Maternal Age at Delivery (year)</a:t>
                      </a:r>
                      <a:endParaRPr lang="en-AU" sz="2400" dirty="0"/>
                    </a:p>
                  </a:txBody>
                  <a:tcPr>
                    <a:solidFill>
                      <a:schemeClr val="bg1"/>
                    </a:solidFill>
                  </a:tcPr>
                </a:tc>
                <a:tc>
                  <a:txBody>
                    <a:bodyPr/>
                    <a:lstStyle/>
                    <a:p>
                      <a:pPr algn="ctr"/>
                      <a:r>
                        <a:rPr lang="en-US" sz="2400" dirty="0"/>
                        <a:t>Risk of Chromosomal Abnormality</a:t>
                      </a:r>
                      <a:endParaRPr lang="en-AU" sz="2400" dirty="0"/>
                    </a:p>
                  </a:txBody>
                  <a:tcPr>
                    <a:solidFill>
                      <a:schemeClr val="bg1"/>
                    </a:solidFill>
                  </a:tcPr>
                </a:tc>
                <a:extLst>
                  <a:ext uri="{0D108BD9-81ED-4DB2-BD59-A6C34878D82A}">
                    <a16:rowId xmlns:a16="http://schemas.microsoft.com/office/drawing/2014/main" val="3174062053"/>
                  </a:ext>
                </a:extLst>
              </a:tr>
              <a:tr h="508532">
                <a:tc>
                  <a:txBody>
                    <a:bodyPr/>
                    <a:lstStyle/>
                    <a:p>
                      <a:pPr algn="ctr"/>
                      <a:r>
                        <a:rPr lang="en-US" sz="2400" b="0" dirty="0"/>
                        <a:t>20</a:t>
                      </a:r>
                      <a:endParaRPr lang="en-AU" sz="2400" b="0" dirty="0"/>
                    </a:p>
                  </a:txBody>
                  <a:tcPr/>
                </a:tc>
                <a:tc>
                  <a:txBody>
                    <a:bodyPr/>
                    <a:lstStyle/>
                    <a:p>
                      <a:pPr algn="ctr"/>
                      <a:r>
                        <a:rPr lang="en-US" sz="2400" b="0" dirty="0"/>
                        <a:t>1/256</a:t>
                      </a:r>
                      <a:endParaRPr lang="en-AU" sz="2400" b="0" dirty="0"/>
                    </a:p>
                  </a:txBody>
                  <a:tcPr/>
                </a:tc>
                <a:extLst>
                  <a:ext uri="{0D108BD9-81ED-4DB2-BD59-A6C34878D82A}">
                    <a16:rowId xmlns:a16="http://schemas.microsoft.com/office/drawing/2014/main" val="2831191869"/>
                  </a:ext>
                </a:extLst>
              </a:tr>
              <a:tr h="508532">
                <a:tc>
                  <a:txBody>
                    <a:bodyPr/>
                    <a:lstStyle/>
                    <a:p>
                      <a:pPr algn="ctr"/>
                      <a:r>
                        <a:rPr lang="en-US" sz="2400" b="0" dirty="0"/>
                        <a:t>25</a:t>
                      </a:r>
                      <a:endParaRPr lang="en-AU" sz="2400" b="0" dirty="0"/>
                    </a:p>
                  </a:txBody>
                  <a:tcPr>
                    <a:solidFill>
                      <a:schemeClr val="bg1"/>
                    </a:solidFill>
                  </a:tcPr>
                </a:tc>
                <a:tc>
                  <a:txBody>
                    <a:bodyPr/>
                    <a:lstStyle/>
                    <a:p>
                      <a:pPr algn="ctr"/>
                      <a:r>
                        <a:rPr lang="en-US" sz="2400" b="0" dirty="0"/>
                        <a:t>1/476</a:t>
                      </a:r>
                      <a:endParaRPr lang="en-AU" sz="2400" b="0" dirty="0"/>
                    </a:p>
                  </a:txBody>
                  <a:tcPr>
                    <a:solidFill>
                      <a:schemeClr val="bg1"/>
                    </a:solidFill>
                  </a:tcPr>
                </a:tc>
                <a:extLst>
                  <a:ext uri="{0D108BD9-81ED-4DB2-BD59-A6C34878D82A}">
                    <a16:rowId xmlns:a16="http://schemas.microsoft.com/office/drawing/2014/main" val="4179243505"/>
                  </a:ext>
                </a:extLst>
              </a:tr>
              <a:tr h="508532">
                <a:tc>
                  <a:txBody>
                    <a:bodyPr/>
                    <a:lstStyle/>
                    <a:p>
                      <a:pPr algn="ctr"/>
                      <a:r>
                        <a:rPr lang="en-US" sz="2400" b="0" dirty="0"/>
                        <a:t>30</a:t>
                      </a:r>
                      <a:endParaRPr lang="en-AU" sz="2400" b="0" dirty="0"/>
                    </a:p>
                  </a:txBody>
                  <a:tcPr/>
                </a:tc>
                <a:tc>
                  <a:txBody>
                    <a:bodyPr/>
                    <a:lstStyle/>
                    <a:p>
                      <a:pPr algn="ctr"/>
                      <a:r>
                        <a:rPr lang="en-US" sz="2400" b="0" dirty="0"/>
                        <a:t>1/385</a:t>
                      </a:r>
                      <a:endParaRPr lang="en-AU" sz="2400" b="0" dirty="0"/>
                    </a:p>
                  </a:txBody>
                  <a:tcPr/>
                </a:tc>
                <a:extLst>
                  <a:ext uri="{0D108BD9-81ED-4DB2-BD59-A6C34878D82A}">
                    <a16:rowId xmlns:a16="http://schemas.microsoft.com/office/drawing/2014/main" val="1264318424"/>
                  </a:ext>
                </a:extLst>
              </a:tr>
              <a:tr h="508532">
                <a:tc>
                  <a:txBody>
                    <a:bodyPr/>
                    <a:lstStyle/>
                    <a:p>
                      <a:pPr algn="ctr"/>
                      <a:r>
                        <a:rPr lang="en-US" sz="2400" b="0" dirty="0"/>
                        <a:t>35</a:t>
                      </a:r>
                      <a:endParaRPr lang="en-AU" sz="2400" b="0" dirty="0"/>
                    </a:p>
                  </a:txBody>
                  <a:tcPr>
                    <a:solidFill>
                      <a:schemeClr val="bg1"/>
                    </a:solidFill>
                  </a:tcPr>
                </a:tc>
                <a:tc>
                  <a:txBody>
                    <a:bodyPr/>
                    <a:lstStyle/>
                    <a:p>
                      <a:pPr algn="ctr"/>
                      <a:r>
                        <a:rPr lang="en-US" sz="2400" b="0" dirty="0"/>
                        <a:t>1/192</a:t>
                      </a:r>
                      <a:endParaRPr lang="en-AU" sz="2400" b="0" dirty="0"/>
                    </a:p>
                  </a:txBody>
                  <a:tcPr>
                    <a:solidFill>
                      <a:schemeClr val="bg1"/>
                    </a:solidFill>
                  </a:tcPr>
                </a:tc>
                <a:extLst>
                  <a:ext uri="{0D108BD9-81ED-4DB2-BD59-A6C34878D82A}">
                    <a16:rowId xmlns:a16="http://schemas.microsoft.com/office/drawing/2014/main" val="4197079087"/>
                  </a:ext>
                </a:extLst>
              </a:tr>
              <a:tr h="508532">
                <a:tc>
                  <a:txBody>
                    <a:bodyPr/>
                    <a:lstStyle/>
                    <a:p>
                      <a:pPr algn="ctr"/>
                      <a:r>
                        <a:rPr lang="en-US" sz="2400" b="0" dirty="0"/>
                        <a:t>40</a:t>
                      </a:r>
                      <a:endParaRPr lang="en-AU" sz="2400" b="0" dirty="0"/>
                    </a:p>
                  </a:txBody>
                  <a:tcPr/>
                </a:tc>
                <a:tc>
                  <a:txBody>
                    <a:bodyPr/>
                    <a:lstStyle/>
                    <a:p>
                      <a:pPr algn="ctr"/>
                      <a:r>
                        <a:rPr lang="en-US" sz="2400" b="0" dirty="0"/>
                        <a:t>1/66</a:t>
                      </a:r>
                      <a:endParaRPr lang="en-AU" sz="2400" b="0" dirty="0"/>
                    </a:p>
                  </a:txBody>
                  <a:tcPr/>
                </a:tc>
                <a:extLst>
                  <a:ext uri="{0D108BD9-81ED-4DB2-BD59-A6C34878D82A}">
                    <a16:rowId xmlns:a16="http://schemas.microsoft.com/office/drawing/2014/main" val="1104096066"/>
                  </a:ext>
                </a:extLst>
              </a:tr>
              <a:tr h="508532">
                <a:tc>
                  <a:txBody>
                    <a:bodyPr/>
                    <a:lstStyle/>
                    <a:p>
                      <a:pPr algn="ctr"/>
                      <a:r>
                        <a:rPr lang="en-US" sz="2400" b="0" dirty="0"/>
                        <a:t>45</a:t>
                      </a:r>
                      <a:endParaRPr lang="en-AU" sz="2400" b="0" dirty="0"/>
                    </a:p>
                  </a:txBody>
                  <a:tcPr>
                    <a:solidFill>
                      <a:schemeClr val="bg1"/>
                    </a:solidFill>
                  </a:tcPr>
                </a:tc>
                <a:tc>
                  <a:txBody>
                    <a:bodyPr/>
                    <a:lstStyle/>
                    <a:p>
                      <a:pPr algn="ctr"/>
                      <a:r>
                        <a:rPr lang="en-US" sz="2400" b="0" dirty="0"/>
                        <a:t>1/21</a:t>
                      </a:r>
                      <a:endParaRPr lang="en-AU" sz="2400" b="0" dirty="0"/>
                    </a:p>
                  </a:txBody>
                  <a:tcPr>
                    <a:solidFill>
                      <a:schemeClr val="bg1"/>
                    </a:solidFill>
                  </a:tcPr>
                </a:tc>
                <a:extLst>
                  <a:ext uri="{0D108BD9-81ED-4DB2-BD59-A6C34878D82A}">
                    <a16:rowId xmlns:a16="http://schemas.microsoft.com/office/drawing/2014/main" val="2151830057"/>
                  </a:ext>
                </a:extLst>
              </a:tr>
            </a:tbl>
          </a:graphicData>
        </a:graphic>
      </p:graphicFrame>
      <p:sp>
        <p:nvSpPr>
          <p:cNvPr id="29" name="Freeform: Shape 28">
            <a:extLst>
              <a:ext uri="{FF2B5EF4-FFF2-40B4-BE49-F238E27FC236}">
                <a16:creationId xmlns:a16="http://schemas.microsoft.com/office/drawing/2014/main" id="{98C89CAA-951A-4F9B-8D72-9AF80E8F0919}"/>
              </a:ext>
            </a:extLst>
          </p:cNvPr>
          <p:cNvSpPr/>
          <p:nvPr/>
        </p:nvSpPr>
        <p:spPr>
          <a:xfrm>
            <a:off x="-14025" y="-967473"/>
            <a:ext cx="1346200" cy="12192000"/>
          </a:xfrm>
          <a:custGeom>
            <a:avLst/>
            <a:gdLst>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7439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7439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7439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7439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46200" h="12192000">
                <a:moveTo>
                  <a:pt x="1346200" y="0"/>
                </a:moveTo>
                <a:lnTo>
                  <a:pt x="1346200" y="5120642"/>
                </a:lnTo>
                <a:cubicBezTo>
                  <a:pt x="1333399" y="5710744"/>
                  <a:pt x="787198" y="5554087"/>
                  <a:pt x="774397" y="6090849"/>
                </a:cubicBezTo>
                <a:cubicBezTo>
                  <a:pt x="782118" y="6684385"/>
                  <a:pt x="1341019" y="6470200"/>
                  <a:pt x="1346200" y="7117076"/>
                </a:cubicBezTo>
                <a:lnTo>
                  <a:pt x="1346200" y="12192000"/>
                </a:lnTo>
                <a:lnTo>
                  <a:pt x="0" y="12192000"/>
                </a:lnTo>
                <a:lnTo>
                  <a:pt x="0" y="0"/>
                </a:lnTo>
                <a:lnTo>
                  <a:pt x="134620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p>
        </p:txBody>
      </p:sp>
      <p:pic>
        <p:nvPicPr>
          <p:cNvPr id="31" name="Graphic 30" descr="Open book">
            <a:hlinkClick r:id="rId2" action="ppaction://hlinksldjump"/>
            <a:extLst>
              <a:ext uri="{FF2B5EF4-FFF2-40B4-BE49-F238E27FC236}">
                <a16:creationId xmlns:a16="http://schemas.microsoft.com/office/drawing/2014/main" id="{CB90F9E4-2EAC-498E-9A1F-0F0BAD17167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0579" y="1387657"/>
            <a:ext cx="601560" cy="601560"/>
          </a:xfrm>
          <a:prstGeom prst="rect">
            <a:avLst/>
          </a:prstGeom>
        </p:spPr>
      </p:pic>
      <p:sp>
        <p:nvSpPr>
          <p:cNvPr id="33" name="TextBox 32">
            <a:extLst>
              <a:ext uri="{FF2B5EF4-FFF2-40B4-BE49-F238E27FC236}">
                <a16:creationId xmlns:a16="http://schemas.microsoft.com/office/drawing/2014/main" id="{F5F1CCB3-D335-4245-A9CB-D04986ED3C81}"/>
              </a:ext>
            </a:extLst>
          </p:cNvPr>
          <p:cNvSpPr txBox="1"/>
          <p:nvPr/>
        </p:nvSpPr>
        <p:spPr>
          <a:xfrm>
            <a:off x="130579" y="1247084"/>
            <a:ext cx="615585" cy="276999"/>
          </a:xfrm>
          <a:prstGeom prst="rect">
            <a:avLst/>
          </a:prstGeom>
          <a:noFill/>
        </p:spPr>
        <p:txBody>
          <a:bodyPr wrap="square" rtlCol="0">
            <a:spAutoFit/>
          </a:bodyPr>
          <a:lstStyle/>
          <a:p>
            <a:r>
              <a:rPr lang="en-US" sz="1200" b="1" dirty="0">
                <a:solidFill>
                  <a:schemeClr val="bg1">
                    <a:lumMod val="85000"/>
                  </a:schemeClr>
                </a:solidFill>
                <a:latin typeface="Ink Free" panose="03080402000500000000" pitchFamily="66" charset="0"/>
              </a:rPr>
              <a:t>Read</a:t>
            </a:r>
            <a:endParaRPr lang="en-AU" sz="1200" b="1" dirty="0">
              <a:solidFill>
                <a:schemeClr val="bg1">
                  <a:lumMod val="85000"/>
                </a:schemeClr>
              </a:solidFill>
              <a:latin typeface="Ink Free" panose="03080402000500000000" pitchFamily="66" charset="0"/>
            </a:endParaRPr>
          </a:p>
        </p:txBody>
      </p:sp>
      <p:pic>
        <p:nvPicPr>
          <p:cNvPr id="35" name="Graphic 34" descr="Presentation with media">
            <a:hlinkClick r:id="rId5" action="ppaction://hlinksldjump"/>
            <a:extLst>
              <a:ext uri="{FF2B5EF4-FFF2-40B4-BE49-F238E27FC236}">
                <a16:creationId xmlns:a16="http://schemas.microsoft.com/office/drawing/2014/main" id="{B43495EA-73C0-435C-A154-70C7FDAB7DA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6554" y="2554049"/>
            <a:ext cx="601560" cy="601560"/>
          </a:xfrm>
          <a:prstGeom prst="rect">
            <a:avLst/>
          </a:prstGeom>
        </p:spPr>
      </p:pic>
      <p:sp>
        <p:nvSpPr>
          <p:cNvPr id="37" name="TextBox 36">
            <a:extLst>
              <a:ext uri="{FF2B5EF4-FFF2-40B4-BE49-F238E27FC236}">
                <a16:creationId xmlns:a16="http://schemas.microsoft.com/office/drawing/2014/main" id="{1DA71876-AA72-4594-93DD-AF4D9DDD0DB9}"/>
              </a:ext>
            </a:extLst>
          </p:cNvPr>
          <p:cNvSpPr txBox="1"/>
          <p:nvPr/>
        </p:nvSpPr>
        <p:spPr>
          <a:xfrm>
            <a:off x="154729" y="2415549"/>
            <a:ext cx="615585" cy="276999"/>
          </a:xfrm>
          <a:prstGeom prst="rect">
            <a:avLst/>
          </a:prstGeom>
          <a:noFill/>
        </p:spPr>
        <p:txBody>
          <a:bodyPr wrap="square" rtlCol="0">
            <a:spAutoFit/>
          </a:bodyPr>
          <a:lstStyle/>
          <a:p>
            <a:r>
              <a:rPr lang="en-US" sz="1200" b="1" dirty="0">
                <a:solidFill>
                  <a:schemeClr val="bg1">
                    <a:lumMod val="85000"/>
                  </a:schemeClr>
                </a:solidFill>
                <a:latin typeface="Ink Free" panose="03080402000500000000" pitchFamily="66" charset="0"/>
              </a:rPr>
              <a:t>View</a:t>
            </a:r>
            <a:endParaRPr lang="en-AU" sz="1200" b="1" dirty="0">
              <a:solidFill>
                <a:schemeClr val="bg1">
                  <a:lumMod val="85000"/>
                </a:schemeClr>
              </a:solidFill>
              <a:latin typeface="Ink Free" panose="03080402000500000000" pitchFamily="66" charset="0"/>
            </a:endParaRPr>
          </a:p>
        </p:txBody>
      </p:sp>
      <p:pic>
        <p:nvPicPr>
          <p:cNvPr id="39" name="Graphic 38" descr="Postit Notes">
            <a:hlinkClick r:id="rId8" action="ppaction://hlinksldjump"/>
            <a:extLst>
              <a:ext uri="{FF2B5EF4-FFF2-40B4-BE49-F238E27FC236}">
                <a16:creationId xmlns:a16="http://schemas.microsoft.com/office/drawing/2014/main" id="{64FA18B4-E419-4B5B-974B-7AB5D4190C34}"/>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5987" y="3712001"/>
            <a:ext cx="601560" cy="601560"/>
          </a:xfrm>
          <a:prstGeom prst="rect">
            <a:avLst/>
          </a:prstGeom>
        </p:spPr>
      </p:pic>
      <p:sp>
        <p:nvSpPr>
          <p:cNvPr id="41" name="TextBox 40">
            <a:extLst>
              <a:ext uri="{FF2B5EF4-FFF2-40B4-BE49-F238E27FC236}">
                <a16:creationId xmlns:a16="http://schemas.microsoft.com/office/drawing/2014/main" id="{94D8267A-EB50-4034-BA86-83583DB6A0EF}"/>
              </a:ext>
            </a:extLst>
          </p:cNvPr>
          <p:cNvSpPr txBox="1"/>
          <p:nvPr/>
        </p:nvSpPr>
        <p:spPr>
          <a:xfrm>
            <a:off x="97147" y="3585253"/>
            <a:ext cx="615585" cy="276999"/>
          </a:xfrm>
          <a:prstGeom prst="rect">
            <a:avLst/>
          </a:prstGeom>
          <a:noFill/>
        </p:spPr>
        <p:txBody>
          <a:bodyPr wrap="square" rtlCol="0">
            <a:spAutoFit/>
          </a:bodyPr>
          <a:lstStyle/>
          <a:p>
            <a:r>
              <a:rPr lang="en-US" sz="1200" b="1" dirty="0">
                <a:solidFill>
                  <a:schemeClr val="bg1">
                    <a:lumMod val="85000"/>
                  </a:schemeClr>
                </a:solidFill>
                <a:latin typeface="Ink Free" panose="03080402000500000000" pitchFamily="66" charset="0"/>
              </a:rPr>
              <a:t>Notes</a:t>
            </a:r>
            <a:endParaRPr lang="en-AU" sz="1200" b="1" dirty="0">
              <a:solidFill>
                <a:schemeClr val="bg1">
                  <a:lumMod val="85000"/>
                </a:schemeClr>
              </a:solidFill>
              <a:latin typeface="Ink Free" panose="03080402000500000000" pitchFamily="66" charset="0"/>
            </a:endParaRPr>
          </a:p>
        </p:txBody>
      </p:sp>
      <p:pic>
        <p:nvPicPr>
          <p:cNvPr id="43" name="Graphic 42" descr="Aspiration">
            <a:hlinkClick r:id="rId11" action="ppaction://hlinksldjump"/>
            <a:extLst>
              <a:ext uri="{FF2B5EF4-FFF2-40B4-BE49-F238E27FC236}">
                <a16:creationId xmlns:a16="http://schemas.microsoft.com/office/drawing/2014/main" id="{15CA534F-2BAE-4A1C-846D-5A6AF4A109B7}"/>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0831" y="4827747"/>
            <a:ext cx="601560" cy="601560"/>
          </a:xfrm>
          <a:prstGeom prst="rect">
            <a:avLst/>
          </a:prstGeom>
        </p:spPr>
      </p:pic>
      <p:sp>
        <p:nvSpPr>
          <p:cNvPr id="45" name="TextBox 44">
            <a:extLst>
              <a:ext uri="{FF2B5EF4-FFF2-40B4-BE49-F238E27FC236}">
                <a16:creationId xmlns:a16="http://schemas.microsoft.com/office/drawing/2014/main" id="{BC6C457F-BC60-483F-8047-6A0822A85D8A}"/>
              </a:ext>
            </a:extLst>
          </p:cNvPr>
          <p:cNvSpPr txBox="1"/>
          <p:nvPr/>
        </p:nvSpPr>
        <p:spPr>
          <a:xfrm>
            <a:off x="32321" y="4734094"/>
            <a:ext cx="615585" cy="276999"/>
          </a:xfrm>
          <a:prstGeom prst="rect">
            <a:avLst/>
          </a:prstGeom>
          <a:noFill/>
        </p:spPr>
        <p:txBody>
          <a:bodyPr wrap="square" rtlCol="0">
            <a:spAutoFit/>
          </a:bodyPr>
          <a:lstStyle/>
          <a:p>
            <a:r>
              <a:rPr lang="en-US" sz="1200" b="1" dirty="0">
                <a:solidFill>
                  <a:schemeClr val="bg1"/>
                </a:solidFill>
                <a:latin typeface="Ink Free" panose="03080402000500000000" pitchFamily="66" charset="0"/>
              </a:rPr>
              <a:t>To Do</a:t>
            </a:r>
            <a:endParaRPr lang="en-AU" sz="1200" b="1" dirty="0">
              <a:solidFill>
                <a:schemeClr val="bg1"/>
              </a:solidFill>
              <a:latin typeface="Ink Free" panose="03080402000500000000" pitchFamily="66" charset="0"/>
            </a:endParaRPr>
          </a:p>
        </p:txBody>
      </p:sp>
      <p:sp>
        <p:nvSpPr>
          <p:cNvPr id="15" name="Cloud Callout 8">
            <a:extLst>
              <a:ext uri="{FF2B5EF4-FFF2-40B4-BE49-F238E27FC236}">
                <a16:creationId xmlns:a16="http://schemas.microsoft.com/office/drawing/2014/main" id="{C081A803-2679-4D02-B197-28C3E5BE1ECE}"/>
              </a:ext>
            </a:extLst>
          </p:cNvPr>
          <p:cNvSpPr/>
          <p:nvPr/>
        </p:nvSpPr>
        <p:spPr>
          <a:xfrm>
            <a:off x="1476778" y="214084"/>
            <a:ext cx="3647671" cy="2478464"/>
          </a:xfrm>
          <a:prstGeom prst="cloudCallout">
            <a:avLst>
              <a:gd name="adj1" fmla="val 59149"/>
              <a:gd name="adj2" fmla="val 728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400" dirty="0"/>
              <a:t>In a sentence or two, compare these numbers using your own words.</a:t>
            </a:r>
          </a:p>
        </p:txBody>
      </p:sp>
      <p:sp>
        <p:nvSpPr>
          <p:cNvPr id="16" name="TextBox 15">
            <a:extLst>
              <a:ext uri="{FF2B5EF4-FFF2-40B4-BE49-F238E27FC236}">
                <a16:creationId xmlns:a16="http://schemas.microsoft.com/office/drawing/2014/main" id="{1DFE1E97-F87C-4055-86F7-062C7D422E91}"/>
              </a:ext>
            </a:extLst>
          </p:cNvPr>
          <p:cNvSpPr txBox="1"/>
          <p:nvPr/>
        </p:nvSpPr>
        <p:spPr>
          <a:xfrm>
            <a:off x="2308016" y="3882629"/>
            <a:ext cx="6305877" cy="2826306"/>
          </a:xfrm>
          <a:prstGeom prst="roundRect">
            <a:avLst/>
          </a:prstGeom>
          <a:solidFill>
            <a:schemeClr val="bg1"/>
          </a:solidFill>
          <a:ln>
            <a:solidFill>
              <a:srgbClr val="0949FF"/>
            </a:solidFill>
          </a:ln>
        </p:spPr>
        <p:txBody>
          <a:bodyPr wrap="square" rtlCol="0">
            <a:spAutoFit/>
          </a:bodyPr>
          <a:lstStyle/>
          <a:p>
            <a:r>
              <a:rPr lang="en-AU" sz="3200" b="1" dirty="0"/>
              <a:t>At </a:t>
            </a:r>
            <a:r>
              <a:rPr lang="en-AU" sz="3200" b="1" dirty="0">
                <a:solidFill>
                  <a:schemeClr val="accent4">
                    <a:lumMod val="75000"/>
                  </a:schemeClr>
                </a:solidFill>
              </a:rPr>
              <a:t>20 the average woman has a 1/526 </a:t>
            </a:r>
            <a:r>
              <a:rPr lang="en-AU" sz="3200" b="1" dirty="0"/>
              <a:t>chance of having a child with a chromosomal abnormality, </a:t>
            </a:r>
            <a:r>
              <a:rPr lang="en-AU" sz="3200" b="1" dirty="0">
                <a:solidFill>
                  <a:schemeClr val="accent1"/>
                </a:solidFill>
              </a:rPr>
              <a:t>however</a:t>
            </a:r>
            <a:r>
              <a:rPr lang="en-AU" sz="3200" b="1" dirty="0"/>
              <a:t> by the time she reaches </a:t>
            </a:r>
            <a:r>
              <a:rPr lang="en-AU" sz="3200" b="1" dirty="0">
                <a:solidFill>
                  <a:schemeClr val="accent4">
                    <a:lumMod val="75000"/>
                  </a:schemeClr>
                </a:solidFill>
              </a:rPr>
              <a:t>45, the chances are now 1/21.</a:t>
            </a:r>
          </a:p>
        </p:txBody>
      </p:sp>
      <p:pic>
        <p:nvPicPr>
          <p:cNvPr id="4" name="Picture 3">
            <a:extLst>
              <a:ext uri="{FF2B5EF4-FFF2-40B4-BE49-F238E27FC236}">
                <a16:creationId xmlns:a16="http://schemas.microsoft.com/office/drawing/2014/main" id="{F7936F3E-DF65-4057-8EB0-70EB092E9DF1}"/>
              </a:ext>
            </a:extLst>
          </p:cNvPr>
          <p:cNvPicPr>
            <a:picLocks noChangeAspect="1"/>
          </p:cNvPicPr>
          <p:nvPr/>
        </p:nvPicPr>
        <p:blipFill>
          <a:blip r:embed="rId14"/>
          <a:stretch>
            <a:fillRect/>
          </a:stretch>
        </p:blipFill>
        <p:spPr>
          <a:xfrm>
            <a:off x="904031" y="4697373"/>
            <a:ext cx="871804" cy="871804"/>
          </a:xfrm>
          <a:prstGeom prst="rect">
            <a:avLst/>
          </a:prstGeom>
        </p:spPr>
      </p:pic>
    </p:spTree>
    <p:extLst>
      <p:ext uri="{BB962C8B-B14F-4D97-AF65-F5344CB8AC3E}">
        <p14:creationId xmlns:p14="http://schemas.microsoft.com/office/powerpoint/2010/main" val="261583658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15" name="Oval 14">
            <a:extLst>
              <a:ext uri="{FF2B5EF4-FFF2-40B4-BE49-F238E27FC236}">
                <a16:creationId xmlns:a16="http://schemas.microsoft.com/office/drawing/2014/main" id="{BAD0C1F5-778A-4B73-82A8-10C80AA8D97E}"/>
              </a:ext>
            </a:extLst>
          </p:cNvPr>
          <p:cNvSpPr/>
          <p:nvPr/>
        </p:nvSpPr>
        <p:spPr>
          <a:xfrm>
            <a:off x="885143" y="1266363"/>
            <a:ext cx="875071" cy="87507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3" name="Freeform: Shape 62">
            <a:extLst>
              <a:ext uri="{FF2B5EF4-FFF2-40B4-BE49-F238E27FC236}">
                <a16:creationId xmlns:a16="http://schemas.microsoft.com/office/drawing/2014/main" id="{64CF6B62-F628-4B3B-8562-2FA13763AFA3}"/>
              </a:ext>
            </a:extLst>
          </p:cNvPr>
          <p:cNvSpPr/>
          <p:nvPr/>
        </p:nvSpPr>
        <p:spPr>
          <a:xfrm>
            <a:off x="-10534" y="-4387045"/>
            <a:ext cx="1346200" cy="12192000"/>
          </a:xfrm>
          <a:custGeom>
            <a:avLst/>
            <a:gdLst>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7439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7439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7439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7439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46200" h="12192000">
                <a:moveTo>
                  <a:pt x="1346200" y="0"/>
                </a:moveTo>
                <a:lnTo>
                  <a:pt x="1346200" y="5120642"/>
                </a:lnTo>
                <a:cubicBezTo>
                  <a:pt x="1333399" y="5710744"/>
                  <a:pt x="787198" y="5554087"/>
                  <a:pt x="774397" y="6090849"/>
                </a:cubicBezTo>
                <a:cubicBezTo>
                  <a:pt x="782118" y="6684385"/>
                  <a:pt x="1341019" y="6470200"/>
                  <a:pt x="1346200" y="7117076"/>
                </a:cubicBezTo>
                <a:lnTo>
                  <a:pt x="1346200" y="12192000"/>
                </a:lnTo>
                <a:lnTo>
                  <a:pt x="0" y="12192000"/>
                </a:lnTo>
                <a:lnTo>
                  <a:pt x="0" y="0"/>
                </a:lnTo>
                <a:lnTo>
                  <a:pt x="134620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p>
        </p:txBody>
      </p:sp>
      <p:pic>
        <p:nvPicPr>
          <p:cNvPr id="39" name="Graphic 38" descr="Open book">
            <a:hlinkClick r:id="rId2" action="ppaction://hlinksldjump"/>
            <a:extLst>
              <a:ext uri="{FF2B5EF4-FFF2-40B4-BE49-F238E27FC236}">
                <a16:creationId xmlns:a16="http://schemas.microsoft.com/office/drawing/2014/main" id="{554B0EE6-1AF8-414E-A59B-A96668D2FF2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2382" y="1381082"/>
            <a:ext cx="601560" cy="601560"/>
          </a:xfrm>
          <a:prstGeom prst="rect">
            <a:avLst/>
          </a:prstGeom>
        </p:spPr>
      </p:pic>
      <p:sp>
        <p:nvSpPr>
          <p:cNvPr id="45" name="TextBox 44">
            <a:extLst>
              <a:ext uri="{FF2B5EF4-FFF2-40B4-BE49-F238E27FC236}">
                <a16:creationId xmlns:a16="http://schemas.microsoft.com/office/drawing/2014/main" id="{F644A73D-FA51-4EEB-88B1-CFA1E14C933A}"/>
              </a:ext>
            </a:extLst>
          </p:cNvPr>
          <p:cNvSpPr txBox="1"/>
          <p:nvPr/>
        </p:nvSpPr>
        <p:spPr>
          <a:xfrm>
            <a:off x="180970" y="1266363"/>
            <a:ext cx="615585" cy="276999"/>
          </a:xfrm>
          <a:prstGeom prst="rect">
            <a:avLst/>
          </a:prstGeom>
          <a:noFill/>
        </p:spPr>
        <p:txBody>
          <a:bodyPr wrap="square" rtlCol="0">
            <a:spAutoFit/>
          </a:bodyPr>
          <a:lstStyle/>
          <a:p>
            <a:r>
              <a:rPr lang="en-US" sz="1200" b="1" dirty="0">
                <a:solidFill>
                  <a:schemeClr val="bg1"/>
                </a:solidFill>
                <a:latin typeface="Ink Free" panose="03080402000500000000" pitchFamily="66" charset="0"/>
              </a:rPr>
              <a:t>Read</a:t>
            </a:r>
            <a:endParaRPr lang="en-AU" sz="1200" b="1" dirty="0">
              <a:solidFill>
                <a:schemeClr val="bg1"/>
              </a:solidFill>
              <a:latin typeface="Ink Free" panose="03080402000500000000" pitchFamily="66" charset="0"/>
            </a:endParaRPr>
          </a:p>
        </p:txBody>
      </p:sp>
      <p:pic>
        <p:nvPicPr>
          <p:cNvPr id="43" name="Graphic 42" descr="Presentation with media">
            <a:hlinkClick r:id="rId5" action="ppaction://hlinksldjump"/>
            <a:extLst>
              <a:ext uri="{FF2B5EF4-FFF2-40B4-BE49-F238E27FC236}">
                <a16:creationId xmlns:a16="http://schemas.microsoft.com/office/drawing/2014/main" id="{0A33C7DA-0F58-43C4-AC59-58437A38405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4436" y="2610600"/>
            <a:ext cx="601560" cy="601560"/>
          </a:xfrm>
          <a:prstGeom prst="rect">
            <a:avLst/>
          </a:prstGeom>
        </p:spPr>
      </p:pic>
      <p:sp>
        <p:nvSpPr>
          <p:cNvPr id="47" name="TextBox 46">
            <a:extLst>
              <a:ext uri="{FF2B5EF4-FFF2-40B4-BE49-F238E27FC236}">
                <a16:creationId xmlns:a16="http://schemas.microsoft.com/office/drawing/2014/main" id="{2B0EC099-5F2A-416D-9A22-5F0439730451}"/>
              </a:ext>
            </a:extLst>
          </p:cNvPr>
          <p:cNvSpPr txBox="1"/>
          <p:nvPr/>
        </p:nvSpPr>
        <p:spPr>
          <a:xfrm>
            <a:off x="132611" y="2472100"/>
            <a:ext cx="615585" cy="276999"/>
          </a:xfrm>
          <a:prstGeom prst="rect">
            <a:avLst/>
          </a:prstGeom>
          <a:noFill/>
        </p:spPr>
        <p:txBody>
          <a:bodyPr wrap="square" rtlCol="0">
            <a:spAutoFit/>
          </a:bodyPr>
          <a:lstStyle/>
          <a:p>
            <a:r>
              <a:rPr lang="en-US" sz="1200" b="1" dirty="0">
                <a:solidFill>
                  <a:schemeClr val="bg1">
                    <a:lumMod val="85000"/>
                  </a:schemeClr>
                </a:solidFill>
                <a:latin typeface="Ink Free" panose="03080402000500000000" pitchFamily="66" charset="0"/>
              </a:rPr>
              <a:t>View</a:t>
            </a:r>
            <a:endParaRPr lang="en-AU" sz="1200" b="1" dirty="0">
              <a:solidFill>
                <a:schemeClr val="bg1">
                  <a:lumMod val="85000"/>
                </a:schemeClr>
              </a:solidFill>
              <a:latin typeface="Ink Free" panose="03080402000500000000" pitchFamily="66" charset="0"/>
            </a:endParaRPr>
          </a:p>
        </p:txBody>
      </p:sp>
      <p:pic>
        <p:nvPicPr>
          <p:cNvPr id="41" name="Graphic 40" descr="Postit Notes">
            <a:hlinkClick r:id="rId8" action="ppaction://hlinksldjump"/>
            <a:extLst>
              <a:ext uri="{FF2B5EF4-FFF2-40B4-BE49-F238E27FC236}">
                <a16:creationId xmlns:a16="http://schemas.microsoft.com/office/drawing/2014/main" id="{3AE0E9DA-912C-4EBC-83FF-08B4A66A2BF1}"/>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3869" y="3768552"/>
            <a:ext cx="601560" cy="601560"/>
          </a:xfrm>
          <a:prstGeom prst="rect">
            <a:avLst/>
          </a:prstGeom>
        </p:spPr>
      </p:pic>
      <p:sp>
        <p:nvSpPr>
          <p:cNvPr id="49" name="TextBox 48">
            <a:extLst>
              <a:ext uri="{FF2B5EF4-FFF2-40B4-BE49-F238E27FC236}">
                <a16:creationId xmlns:a16="http://schemas.microsoft.com/office/drawing/2014/main" id="{E7F45DB2-337C-4F86-A4A7-5096A8AEF458}"/>
              </a:ext>
            </a:extLst>
          </p:cNvPr>
          <p:cNvSpPr txBox="1"/>
          <p:nvPr/>
        </p:nvSpPr>
        <p:spPr>
          <a:xfrm>
            <a:off x="75029" y="3641804"/>
            <a:ext cx="615585" cy="276999"/>
          </a:xfrm>
          <a:prstGeom prst="rect">
            <a:avLst/>
          </a:prstGeom>
          <a:noFill/>
        </p:spPr>
        <p:txBody>
          <a:bodyPr wrap="square" rtlCol="0">
            <a:spAutoFit/>
          </a:bodyPr>
          <a:lstStyle/>
          <a:p>
            <a:r>
              <a:rPr lang="en-US" sz="1200" b="1" dirty="0">
                <a:solidFill>
                  <a:schemeClr val="bg1">
                    <a:lumMod val="85000"/>
                  </a:schemeClr>
                </a:solidFill>
                <a:latin typeface="Ink Free" panose="03080402000500000000" pitchFamily="66" charset="0"/>
              </a:rPr>
              <a:t>Notes</a:t>
            </a:r>
            <a:endParaRPr lang="en-AU" sz="1200" b="1" dirty="0">
              <a:solidFill>
                <a:schemeClr val="bg1">
                  <a:lumMod val="85000"/>
                </a:schemeClr>
              </a:solidFill>
              <a:latin typeface="Ink Free" panose="03080402000500000000" pitchFamily="66" charset="0"/>
            </a:endParaRPr>
          </a:p>
        </p:txBody>
      </p:sp>
      <p:pic>
        <p:nvPicPr>
          <p:cNvPr id="37" name="Graphic 36" descr="Aspiration">
            <a:hlinkClick r:id="rId11" action="ppaction://hlinksldjump"/>
            <a:extLst>
              <a:ext uri="{FF2B5EF4-FFF2-40B4-BE49-F238E27FC236}">
                <a16:creationId xmlns:a16="http://schemas.microsoft.com/office/drawing/2014/main" id="{6C5ECD1A-A84A-4333-9928-594A40E6D3B1}"/>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713" y="4884298"/>
            <a:ext cx="601560" cy="601560"/>
          </a:xfrm>
          <a:prstGeom prst="rect">
            <a:avLst/>
          </a:prstGeom>
        </p:spPr>
      </p:pic>
      <p:sp>
        <p:nvSpPr>
          <p:cNvPr id="51" name="TextBox 50">
            <a:extLst>
              <a:ext uri="{FF2B5EF4-FFF2-40B4-BE49-F238E27FC236}">
                <a16:creationId xmlns:a16="http://schemas.microsoft.com/office/drawing/2014/main" id="{8FECD1EE-6838-4EC5-BDC8-CE341EB725D7}"/>
              </a:ext>
            </a:extLst>
          </p:cNvPr>
          <p:cNvSpPr txBox="1"/>
          <p:nvPr/>
        </p:nvSpPr>
        <p:spPr>
          <a:xfrm>
            <a:off x="8713" y="4768497"/>
            <a:ext cx="615585" cy="276999"/>
          </a:xfrm>
          <a:prstGeom prst="rect">
            <a:avLst/>
          </a:prstGeom>
          <a:noFill/>
        </p:spPr>
        <p:txBody>
          <a:bodyPr wrap="square" rtlCol="0">
            <a:spAutoFit/>
          </a:bodyPr>
          <a:lstStyle/>
          <a:p>
            <a:r>
              <a:rPr lang="en-US" sz="1200" b="1" dirty="0">
                <a:solidFill>
                  <a:schemeClr val="bg1">
                    <a:lumMod val="85000"/>
                  </a:schemeClr>
                </a:solidFill>
                <a:latin typeface="Ink Free" panose="03080402000500000000" pitchFamily="66" charset="0"/>
              </a:rPr>
              <a:t>To Do</a:t>
            </a:r>
            <a:endParaRPr lang="en-AU" sz="1200" b="1" dirty="0">
              <a:solidFill>
                <a:schemeClr val="bg1">
                  <a:lumMod val="85000"/>
                </a:schemeClr>
              </a:solidFill>
              <a:latin typeface="Ink Free" panose="03080402000500000000" pitchFamily="66" charset="0"/>
            </a:endParaRPr>
          </a:p>
        </p:txBody>
      </p:sp>
      <p:pic>
        <p:nvPicPr>
          <p:cNvPr id="2" name="Picture 1" descr="A picture containing drawing, room&#10;&#10;Description automatically generated">
            <a:extLst>
              <a:ext uri="{FF2B5EF4-FFF2-40B4-BE49-F238E27FC236}">
                <a16:creationId xmlns:a16="http://schemas.microsoft.com/office/drawing/2014/main" id="{8ADCF881-D013-461A-889B-9E65758F1346}"/>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6858000" y="204628"/>
            <a:ext cx="5162550" cy="6448743"/>
          </a:xfrm>
          <a:prstGeom prst="rect">
            <a:avLst/>
          </a:prstGeom>
        </p:spPr>
      </p:pic>
      <p:sp>
        <p:nvSpPr>
          <p:cNvPr id="3" name="TextBox 2">
            <a:extLst>
              <a:ext uri="{FF2B5EF4-FFF2-40B4-BE49-F238E27FC236}">
                <a16:creationId xmlns:a16="http://schemas.microsoft.com/office/drawing/2014/main" id="{F96C3A19-91ED-4A4F-B6A6-9D12CD51CFEA}"/>
              </a:ext>
            </a:extLst>
          </p:cNvPr>
          <p:cNvSpPr txBox="1"/>
          <p:nvPr/>
        </p:nvSpPr>
        <p:spPr>
          <a:xfrm>
            <a:off x="3053491" y="2801249"/>
            <a:ext cx="6318913" cy="2246769"/>
          </a:xfrm>
          <a:prstGeom prst="rect">
            <a:avLst/>
          </a:prstGeom>
          <a:noFill/>
        </p:spPr>
        <p:txBody>
          <a:bodyPr wrap="square" rtlCol="0">
            <a:spAutoFit/>
          </a:bodyPr>
          <a:lstStyle/>
          <a:p>
            <a:endParaRPr lang="en-AU" sz="2800" dirty="0"/>
          </a:p>
          <a:p>
            <a:pPr marL="457200" indent="-457200">
              <a:buFont typeface="Wingdings" panose="05000000000000000000" pitchFamily="2" charset="2"/>
              <a:buChar char="§"/>
            </a:pPr>
            <a:r>
              <a:rPr lang="en-AU" sz="2800" dirty="0"/>
              <a:t>Surgery </a:t>
            </a:r>
            <a:r>
              <a:rPr lang="en-AU" sz="2800" i="1" dirty="0"/>
              <a:t>(not discussed in PowerPoint)</a:t>
            </a:r>
          </a:p>
          <a:p>
            <a:pPr marL="457200" indent="-457200">
              <a:buFont typeface="Wingdings" panose="05000000000000000000" pitchFamily="2" charset="2"/>
              <a:buChar char="§"/>
            </a:pPr>
            <a:r>
              <a:rPr lang="en-AU" sz="2800" dirty="0"/>
              <a:t>Ovulation induction</a:t>
            </a:r>
          </a:p>
          <a:p>
            <a:pPr marL="457200" indent="-457200">
              <a:buFont typeface="Wingdings" panose="05000000000000000000" pitchFamily="2" charset="2"/>
              <a:buChar char="§"/>
            </a:pPr>
            <a:r>
              <a:rPr lang="en-AU" sz="2800" dirty="0"/>
              <a:t>Intra - uterine insemination</a:t>
            </a:r>
          </a:p>
          <a:p>
            <a:pPr marL="457200" indent="-457200">
              <a:buFont typeface="Wingdings" panose="05000000000000000000" pitchFamily="2" charset="2"/>
              <a:buChar char="§"/>
            </a:pPr>
            <a:r>
              <a:rPr lang="en-AU" sz="2800" dirty="0"/>
              <a:t>In-vitro fertilisation.</a:t>
            </a:r>
          </a:p>
        </p:txBody>
      </p:sp>
      <p:pic>
        <p:nvPicPr>
          <p:cNvPr id="8" name="Picture 7">
            <a:extLst>
              <a:ext uri="{FF2B5EF4-FFF2-40B4-BE49-F238E27FC236}">
                <a16:creationId xmlns:a16="http://schemas.microsoft.com/office/drawing/2014/main" id="{1332A7A3-018A-4D97-9E7E-3D8334FDAD1A}"/>
              </a:ext>
            </a:extLst>
          </p:cNvPr>
          <p:cNvPicPr>
            <a:picLocks noChangeAspect="1"/>
          </p:cNvPicPr>
          <p:nvPr/>
        </p:nvPicPr>
        <p:blipFill>
          <a:blip r:embed="rId15"/>
          <a:stretch>
            <a:fillRect/>
          </a:stretch>
        </p:blipFill>
        <p:spPr>
          <a:xfrm>
            <a:off x="761798" y="1179596"/>
            <a:ext cx="1146147" cy="1048603"/>
          </a:xfrm>
          <a:prstGeom prst="rect">
            <a:avLst/>
          </a:prstGeom>
        </p:spPr>
      </p:pic>
      <p:pic>
        <p:nvPicPr>
          <p:cNvPr id="10" name="Graphic 9" descr="Signature">
            <a:extLst>
              <a:ext uri="{FF2B5EF4-FFF2-40B4-BE49-F238E27FC236}">
                <a16:creationId xmlns:a16="http://schemas.microsoft.com/office/drawing/2014/main" id="{AF71BAC7-E204-4729-9701-79D993954118}"/>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518601" y="308580"/>
            <a:ext cx="914400" cy="914400"/>
          </a:xfrm>
          <a:prstGeom prst="rect">
            <a:avLst/>
          </a:prstGeom>
        </p:spPr>
      </p:pic>
      <p:pic>
        <p:nvPicPr>
          <p:cNvPr id="12" name="Picture 11">
            <a:extLst>
              <a:ext uri="{FF2B5EF4-FFF2-40B4-BE49-F238E27FC236}">
                <a16:creationId xmlns:a16="http://schemas.microsoft.com/office/drawing/2014/main" id="{F6F7ED47-3FEB-40D5-ABC8-94ACA4174303}"/>
              </a:ext>
            </a:extLst>
          </p:cNvPr>
          <p:cNvPicPr>
            <a:picLocks noChangeAspect="1"/>
          </p:cNvPicPr>
          <p:nvPr/>
        </p:nvPicPr>
        <p:blipFill>
          <a:blip r:embed="rId18"/>
          <a:stretch>
            <a:fillRect/>
          </a:stretch>
        </p:blipFill>
        <p:spPr>
          <a:xfrm>
            <a:off x="2107998" y="1828579"/>
            <a:ext cx="6218459" cy="1609483"/>
          </a:xfrm>
          <a:prstGeom prst="rect">
            <a:avLst/>
          </a:prstGeom>
        </p:spPr>
      </p:pic>
    </p:spTree>
    <p:extLst>
      <p:ext uri="{BB962C8B-B14F-4D97-AF65-F5344CB8AC3E}">
        <p14:creationId xmlns:p14="http://schemas.microsoft.com/office/powerpoint/2010/main" val="3080384051"/>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1A781D4D-E9CE-40EC-B968-21A2CE6CDBD7}"/>
              </a:ext>
            </a:extLst>
          </p:cNvPr>
          <p:cNvSpPr/>
          <p:nvPr/>
        </p:nvSpPr>
        <p:spPr>
          <a:xfrm>
            <a:off x="-38381" y="-3154706"/>
            <a:ext cx="1346200" cy="12192000"/>
          </a:xfrm>
          <a:custGeom>
            <a:avLst/>
            <a:gdLst>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7439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7439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7439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7439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46200" h="12192000">
                <a:moveTo>
                  <a:pt x="1346200" y="0"/>
                </a:moveTo>
                <a:lnTo>
                  <a:pt x="1346200" y="5120642"/>
                </a:lnTo>
                <a:cubicBezTo>
                  <a:pt x="1333399" y="5710744"/>
                  <a:pt x="787198" y="5554087"/>
                  <a:pt x="774397" y="6090849"/>
                </a:cubicBezTo>
                <a:cubicBezTo>
                  <a:pt x="782118" y="6684385"/>
                  <a:pt x="1341019" y="6470200"/>
                  <a:pt x="1346200" y="7117076"/>
                </a:cubicBezTo>
                <a:lnTo>
                  <a:pt x="1346200" y="12192000"/>
                </a:lnTo>
                <a:lnTo>
                  <a:pt x="0" y="12192000"/>
                </a:lnTo>
                <a:lnTo>
                  <a:pt x="0" y="0"/>
                </a:lnTo>
                <a:lnTo>
                  <a:pt x="134620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p>
        </p:txBody>
      </p:sp>
      <p:pic>
        <p:nvPicPr>
          <p:cNvPr id="31" name="Graphic 30" descr="Open book">
            <a:hlinkClick r:id="rId3" action="ppaction://hlinksldjump"/>
            <a:extLst>
              <a:ext uri="{FF2B5EF4-FFF2-40B4-BE49-F238E27FC236}">
                <a16:creationId xmlns:a16="http://schemas.microsoft.com/office/drawing/2014/main" id="{9F520BD5-F1CA-459F-A5B4-111F139E609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7392" y="1460702"/>
            <a:ext cx="601560" cy="601560"/>
          </a:xfrm>
          <a:prstGeom prst="rect">
            <a:avLst/>
          </a:prstGeom>
        </p:spPr>
      </p:pic>
      <p:sp>
        <p:nvSpPr>
          <p:cNvPr id="33" name="TextBox 32">
            <a:extLst>
              <a:ext uri="{FF2B5EF4-FFF2-40B4-BE49-F238E27FC236}">
                <a16:creationId xmlns:a16="http://schemas.microsoft.com/office/drawing/2014/main" id="{6B684345-C9D5-4449-96E1-7934BB1AE030}"/>
              </a:ext>
            </a:extLst>
          </p:cNvPr>
          <p:cNvSpPr txBox="1"/>
          <p:nvPr/>
        </p:nvSpPr>
        <p:spPr>
          <a:xfrm>
            <a:off x="117392" y="1320129"/>
            <a:ext cx="615585" cy="276999"/>
          </a:xfrm>
          <a:prstGeom prst="rect">
            <a:avLst/>
          </a:prstGeom>
          <a:noFill/>
        </p:spPr>
        <p:txBody>
          <a:bodyPr wrap="square" rtlCol="0">
            <a:spAutoFit/>
          </a:bodyPr>
          <a:lstStyle/>
          <a:p>
            <a:r>
              <a:rPr lang="en-US" sz="1200" b="1" dirty="0">
                <a:solidFill>
                  <a:schemeClr val="bg1">
                    <a:lumMod val="85000"/>
                  </a:schemeClr>
                </a:solidFill>
                <a:latin typeface="Ink Free" panose="03080402000500000000" pitchFamily="66" charset="0"/>
              </a:rPr>
              <a:t>Read</a:t>
            </a:r>
            <a:endParaRPr lang="en-AU" sz="1200" b="1" dirty="0">
              <a:solidFill>
                <a:schemeClr val="bg1">
                  <a:lumMod val="85000"/>
                </a:schemeClr>
              </a:solidFill>
              <a:latin typeface="Ink Free" panose="03080402000500000000" pitchFamily="66" charset="0"/>
            </a:endParaRPr>
          </a:p>
        </p:txBody>
      </p:sp>
      <p:pic>
        <p:nvPicPr>
          <p:cNvPr id="35" name="Graphic 34" descr="Presentation with media">
            <a:hlinkClick r:id="rId6" action="ppaction://hlinksldjump"/>
            <a:extLst>
              <a:ext uri="{FF2B5EF4-FFF2-40B4-BE49-F238E27FC236}">
                <a16:creationId xmlns:a16="http://schemas.microsoft.com/office/drawing/2014/main" id="{4B6126A9-739B-452F-848A-702385E23C0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3367" y="2627094"/>
            <a:ext cx="601560" cy="601560"/>
          </a:xfrm>
          <a:prstGeom prst="rect">
            <a:avLst/>
          </a:prstGeom>
        </p:spPr>
      </p:pic>
      <p:sp>
        <p:nvSpPr>
          <p:cNvPr id="37" name="TextBox 36">
            <a:extLst>
              <a:ext uri="{FF2B5EF4-FFF2-40B4-BE49-F238E27FC236}">
                <a16:creationId xmlns:a16="http://schemas.microsoft.com/office/drawing/2014/main" id="{C033B9E5-444A-4F9A-8915-3B0ED00EA9DD}"/>
              </a:ext>
            </a:extLst>
          </p:cNvPr>
          <p:cNvSpPr txBox="1"/>
          <p:nvPr/>
        </p:nvSpPr>
        <p:spPr>
          <a:xfrm>
            <a:off x="141542" y="2488594"/>
            <a:ext cx="615585" cy="276999"/>
          </a:xfrm>
          <a:prstGeom prst="rect">
            <a:avLst/>
          </a:prstGeom>
          <a:noFill/>
        </p:spPr>
        <p:txBody>
          <a:bodyPr wrap="square" rtlCol="0">
            <a:spAutoFit/>
          </a:bodyPr>
          <a:lstStyle/>
          <a:p>
            <a:r>
              <a:rPr lang="en-US" sz="1200" b="1" dirty="0">
                <a:solidFill>
                  <a:schemeClr val="bg1"/>
                </a:solidFill>
                <a:latin typeface="Ink Free" panose="03080402000500000000" pitchFamily="66" charset="0"/>
              </a:rPr>
              <a:t>View</a:t>
            </a:r>
            <a:endParaRPr lang="en-AU" sz="1200" b="1" dirty="0">
              <a:solidFill>
                <a:schemeClr val="bg1"/>
              </a:solidFill>
              <a:latin typeface="Ink Free" panose="03080402000500000000" pitchFamily="66" charset="0"/>
            </a:endParaRPr>
          </a:p>
        </p:txBody>
      </p:sp>
      <p:pic>
        <p:nvPicPr>
          <p:cNvPr id="39" name="Graphic 38" descr="Postit Notes">
            <a:hlinkClick r:id="rId9" action="ppaction://hlinksldjump"/>
            <a:extLst>
              <a:ext uri="{FF2B5EF4-FFF2-40B4-BE49-F238E27FC236}">
                <a16:creationId xmlns:a16="http://schemas.microsoft.com/office/drawing/2014/main" id="{C2158932-52F9-4332-86EC-0FF291107F5E}"/>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52800" y="3785046"/>
            <a:ext cx="601560" cy="601560"/>
          </a:xfrm>
          <a:prstGeom prst="rect">
            <a:avLst/>
          </a:prstGeom>
        </p:spPr>
      </p:pic>
      <p:sp>
        <p:nvSpPr>
          <p:cNvPr id="41" name="TextBox 40">
            <a:extLst>
              <a:ext uri="{FF2B5EF4-FFF2-40B4-BE49-F238E27FC236}">
                <a16:creationId xmlns:a16="http://schemas.microsoft.com/office/drawing/2014/main" id="{84F1C218-EEC4-4E90-897C-97EB82DE495B}"/>
              </a:ext>
            </a:extLst>
          </p:cNvPr>
          <p:cNvSpPr txBox="1"/>
          <p:nvPr/>
        </p:nvSpPr>
        <p:spPr>
          <a:xfrm>
            <a:off x="83960" y="3658298"/>
            <a:ext cx="615585" cy="276999"/>
          </a:xfrm>
          <a:prstGeom prst="rect">
            <a:avLst/>
          </a:prstGeom>
          <a:noFill/>
        </p:spPr>
        <p:txBody>
          <a:bodyPr wrap="square" rtlCol="0">
            <a:spAutoFit/>
          </a:bodyPr>
          <a:lstStyle/>
          <a:p>
            <a:r>
              <a:rPr lang="en-US" sz="1200" b="1" dirty="0">
                <a:solidFill>
                  <a:schemeClr val="bg1">
                    <a:lumMod val="85000"/>
                  </a:schemeClr>
                </a:solidFill>
                <a:latin typeface="Ink Free" panose="03080402000500000000" pitchFamily="66" charset="0"/>
              </a:rPr>
              <a:t>Notes</a:t>
            </a:r>
            <a:endParaRPr lang="en-AU" sz="1200" b="1" dirty="0">
              <a:solidFill>
                <a:schemeClr val="bg1">
                  <a:lumMod val="85000"/>
                </a:schemeClr>
              </a:solidFill>
              <a:latin typeface="Ink Free" panose="03080402000500000000" pitchFamily="66" charset="0"/>
            </a:endParaRPr>
          </a:p>
        </p:txBody>
      </p:sp>
      <p:pic>
        <p:nvPicPr>
          <p:cNvPr id="43" name="Graphic 42" descr="Aspiration">
            <a:hlinkClick r:id="rId12" action="ppaction://hlinksldjump"/>
            <a:extLst>
              <a:ext uri="{FF2B5EF4-FFF2-40B4-BE49-F238E27FC236}">
                <a16:creationId xmlns:a16="http://schemas.microsoft.com/office/drawing/2014/main" id="{CDA983BE-9447-4F36-A5B6-F62AAF0352FF}"/>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17644" y="4900792"/>
            <a:ext cx="601560" cy="601560"/>
          </a:xfrm>
          <a:prstGeom prst="rect">
            <a:avLst/>
          </a:prstGeom>
        </p:spPr>
      </p:pic>
      <p:sp>
        <p:nvSpPr>
          <p:cNvPr id="45" name="TextBox 44">
            <a:extLst>
              <a:ext uri="{FF2B5EF4-FFF2-40B4-BE49-F238E27FC236}">
                <a16:creationId xmlns:a16="http://schemas.microsoft.com/office/drawing/2014/main" id="{3C66D187-9FB5-4EEC-8896-D35CC926DD5A}"/>
              </a:ext>
            </a:extLst>
          </p:cNvPr>
          <p:cNvSpPr txBox="1"/>
          <p:nvPr/>
        </p:nvSpPr>
        <p:spPr>
          <a:xfrm>
            <a:off x="38775" y="4762930"/>
            <a:ext cx="615585" cy="276999"/>
          </a:xfrm>
          <a:prstGeom prst="rect">
            <a:avLst/>
          </a:prstGeom>
          <a:noFill/>
        </p:spPr>
        <p:txBody>
          <a:bodyPr wrap="square" rtlCol="0">
            <a:spAutoFit/>
          </a:bodyPr>
          <a:lstStyle/>
          <a:p>
            <a:r>
              <a:rPr lang="en-US" sz="1200" b="1" dirty="0">
                <a:solidFill>
                  <a:schemeClr val="bg1">
                    <a:lumMod val="85000"/>
                  </a:schemeClr>
                </a:solidFill>
                <a:latin typeface="Ink Free" panose="03080402000500000000" pitchFamily="66" charset="0"/>
              </a:rPr>
              <a:t>To Do</a:t>
            </a:r>
            <a:endParaRPr lang="en-AU" sz="1200" b="1" dirty="0">
              <a:solidFill>
                <a:schemeClr val="bg1">
                  <a:lumMod val="85000"/>
                </a:schemeClr>
              </a:solidFill>
              <a:latin typeface="Ink Free" panose="03080402000500000000" pitchFamily="66" charset="0"/>
            </a:endParaRPr>
          </a:p>
        </p:txBody>
      </p:sp>
      <p:pic>
        <p:nvPicPr>
          <p:cNvPr id="14" name="Online Media 1" title="How in vitro fertilization (IVF) works - Nassim Assefi and Brian A. Levine">
            <a:hlinkClick r:id="" action="ppaction://media"/>
            <a:extLst>
              <a:ext uri="{FF2B5EF4-FFF2-40B4-BE49-F238E27FC236}">
                <a16:creationId xmlns:a16="http://schemas.microsoft.com/office/drawing/2014/main" id="{E708F1FF-4607-4CAF-B817-6C6D5CD2C5FA}"/>
              </a:ext>
            </a:extLst>
          </p:cNvPr>
          <p:cNvPicPr>
            <a:picLocks noRot="1" noChangeAspect="1"/>
          </p:cNvPicPr>
          <p:nvPr>
            <a:videoFile r:link="rId1"/>
          </p:nvPr>
        </p:nvPicPr>
        <p:blipFill>
          <a:blip r:embed="rId15"/>
          <a:stretch>
            <a:fillRect/>
          </a:stretch>
        </p:blipFill>
        <p:spPr>
          <a:xfrm>
            <a:off x="2263550" y="1030280"/>
            <a:ext cx="9344062" cy="5256035"/>
          </a:xfrm>
          <a:prstGeom prst="rect">
            <a:avLst/>
          </a:prstGeom>
        </p:spPr>
      </p:pic>
      <p:pic>
        <p:nvPicPr>
          <p:cNvPr id="3" name="Picture 2">
            <a:extLst>
              <a:ext uri="{FF2B5EF4-FFF2-40B4-BE49-F238E27FC236}">
                <a16:creationId xmlns:a16="http://schemas.microsoft.com/office/drawing/2014/main" id="{59FE8CEC-E752-4F51-B304-956EA53EAD47}"/>
              </a:ext>
            </a:extLst>
          </p:cNvPr>
          <p:cNvPicPr>
            <a:picLocks noChangeAspect="1"/>
          </p:cNvPicPr>
          <p:nvPr/>
        </p:nvPicPr>
        <p:blipFill>
          <a:blip r:embed="rId16"/>
          <a:stretch>
            <a:fillRect/>
          </a:stretch>
        </p:blipFill>
        <p:spPr>
          <a:xfrm>
            <a:off x="868869" y="2488924"/>
            <a:ext cx="877900" cy="877900"/>
          </a:xfrm>
          <a:prstGeom prst="rect">
            <a:avLst/>
          </a:prstGeom>
        </p:spPr>
      </p:pic>
      <p:sp>
        <p:nvSpPr>
          <p:cNvPr id="4" name="Arrow: Right 3">
            <a:hlinkClick r:id="" action="ppaction://hlinkshowjump?jump=nextslide"/>
            <a:extLst>
              <a:ext uri="{FF2B5EF4-FFF2-40B4-BE49-F238E27FC236}">
                <a16:creationId xmlns:a16="http://schemas.microsoft.com/office/drawing/2014/main" id="{9756E8B5-E28D-4D5E-BCFD-7F6896B55A66}"/>
              </a:ext>
            </a:extLst>
          </p:cNvPr>
          <p:cNvSpPr/>
          <p:nvPr/>
        </p:nvSpPr>
        <p:spPr>
          <a:xfrm>
            <a:off x="10812760" y="6263640"/>
            <a:ext cx="899120" cy="594360"/>
          </a:xfrm>
          <a:custGeom>
            <a:avLst/>
            <a:gdLst>
              <a:gd name="connsiteX0" fmla="*/ 0 w 899120"/>
              <a:gd name="connsiteY0" fmla="*/ 148590 h 594360"/>
              <a:gd name="connsiteX1" fmla="*/ 601940 w 899120"/>
              <a:gd name="connsiteY1" fmla="*/ 148590 h 594360"/>
              <a:gd name="connsiteX2" fmla="*/ 601940 w 899120"/>
              <a:gd name="connsiteY2" fmla="*/ 0 h 594360"/>
              <a:gd name="connsiteX3" fmla="*/ 899120 w 899120"/>
              <a:gd name="connsiteY3" fmla="*/ 297180 h 594360"/>
              <a:gd name="connsiteX4" fmla="*/ 601940 w 899120"/>
              <a:gd name="connsiteY4" fmla="*/ 594360 h 594360"/>
              <a:gd name="connsiteX5" fmla="*/ 601940 w 899120"/>
              <a:gd name="connsiteY5" fmla="*/ 445770 h 594360"/>
              <a:gd name="connsiteX6" fmla="*/ 0 w 899120"/>
              <a:gd name="connsiteY6" fmla="*/ 445770 h 594360"/>
              <a:gd name="connsiteX7" fmla="*/ 0 w 899120"/>
              <a:gd name="connsiteY7" fmla="*/ 148590 h 594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99120" h="594360" fill="none" extrusionOk="0">
                <a:moveTo>
                  <a:pt x="0" y="148590"/>
                </a:moveTo>
                <a:cubicBezTo>
                  <a:pt x="169001" y="162409"/>
                  <a:pt x="371590" y="163553"/>
                  <a:pt x="601940" y="148590"/>
                </a:cubicBezTo>
                <a:cubicBezTo>
                  <a:pt x="608622" y="77738"/>
                  <a:pt x="596101" y="35704"/>
                  <a:pt x="601940" y="0"/>
                </a:cubicBezTo>
                <a:cubicBezTo>
                  <a:pt x="676206" y="63865"/>
                  <a:pt x="829998" y="213860"/>
                  <a:pt x="899120" y="297180"/>
                </a:cubicBezTo>
                <a:cubicBezTo>
                  <a:pt x="799636" y="417179"/>
                  <a:pt x="719835" y="452323"/>
                  <a:pt x="601940" y="594360"/>
                </a:cubicBezTo>
                <a:cubicBezTo>
                  <a:pt x="597430" y="537660"/>
                  <a:pt x="602434" y="499908"/>
                  <a:pt x="601940" y="445770"/>
                </a:cubicBezTo>
                <a:cubicBezTo>
                  <a:pt x="400838" y="427048"/>
                  <a:pt x="140344" y="456885"/>
                  <a:pt x="0" y="445770"/>
                </a:cubicBezTo>
                <a:cubicBezTo>
                  <a:pt x="-728" y="308856"/>
                  <a:pt x="11757" y="283452"/>
                  <a:pt x="0" y="148590"/>
                </a:cubicBezTo>
                <a:close/>
              </a:path>
              <a:path w="899120" h="594360" stroke="0" extrusionOk="0">
                <a:moveTo>
                  <a:pt x="0" y="148590"/>
                </a:moveTo>
                <a:cubicBezTo>
                  <a:pt x="170535" y="172969"/>
                  <a:pt x="359560" y="162075"/>
                  <a:pt x="601940" y="148590"/>
                </a:cubicBezTo>
                <a:cubicBezTo>
                  <a:pt x="594978" y="75347"/>
                  <a:pt x="603591" y="36805"/>
                  <a:pt x="601940" y="0"/>
                </a:cubicBezTo>
                <a:cubicBezTo>
                  <a:pt x="709619" y="103752"/>
                  <a:pt x="777480" y="154978"/>
                  <a:pt x="899120" y="297180"/>
                </a:cubicBezTo>
                <a:cubicBezTo>
                  <a:pt x="843931" y="360907"/>
                  <a:pt x="713271" y="474509"/>
                  <a:pt x="601940" y="594360"/>
                </a:cubicBezTo>
                <a:cubicBezTo>
                  <a:pt x="607252" y="538257"/>
                  <a:pt x="601659" y="481623"/>
                  <a:pt x="601940" y="445770"/>
                </a:cubicBezTo>
                <a:cubicBezTo>
                  <a:pt x="324188" y="461195"/>
                  <a:pt x="153773" y="463831"/>
                  <a:pt x="0" y="445770"/>
                </a:cubicBezTo>
                <a:cubicBezTo>
                  <a:pt x="10842" y="360056"/>
                  <a:pt x="621" y="232182"/>
                  <a:pt x="0" y="148590"/>
                </a:cubicBezTo>
                <a:close/>
              </a:path>
            </a:pathLst>
          </a:custGeom>
          <a:solidFill>
            <a:schemeClr val="bg1"/>
          </a:solidFill>
          <a:ln w="19050">
            <a:prstDash val="dash"/>
            <a:extLst>
              <a:ext uri="{C807C97D-BFC1-408E-A445-0C87EB9F89A2}">
                <ask:lineSketchStyleProps xmlns:ask="http://schemas.microsoft.com/office/drawing/2018/sketchyshapes" sd="235578872">
                  <a:prstGeom prst="rightArrow">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949FF"/>
                </a:solidFill>
                <a:latin typeface="Ink Free" panose="03080402000500000000" pitchFamily="66" charset="0"/>
              </a:rPr>
              <a:t>Next</a:t>
            </a:r>
            <a:endParaRPr lang="en-AU" b="1" dirty="0">
              <a:solidFill>
                <a:srgbClr val="0949FF"/>
              </a:solidFill>
              <a:latin typeface="Ink Free" panose="03080402000500000000" pitchFamily="66" charset="0"/>
            </a:endParaRPr>
          </a:p>
        </p:txBody>
      </p:sp>
    </p:spTree>
    <p:extLst>
      <p:ext uri="{BB962C8B-B14F-4D97-AF65-F5344CB8AC3E}">
        <p14:creationId xmlns:p14="http://schemas.microsoft.com/office/powerpoint/2010/main" val="65448795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14"/>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14"/>
                                        </p:tgtEl>
                                      </p:cBhvr>
                                    </p:cmd>
                                  </p:childTnLst>
                                </p:cTn>
                              </p:par>
                            </p:childTnLst>
                          </p:cTn>
                        </p:par>
                      </p:childTnLst>
                    </p:cTn>
                  </p:par>
                </p:childTnLst>
              </p:cTn>
              <p:nextCondLst>
                <p:cond evt="onClick" delay="0">
                  <p:tgtEl>
                    <p:spTgt spid="14"/>
                  </p:tgtEl>
                </p:cond>
              </p:nextCondLst>
            </p:seq>
            <p:video>
              <p:cMediaNode vol="80000">
                <p:cTn id="12" fill="hold" display="0">
                  <p:stCondLst>
                    <p:cond delay="indefinite"/>
                  </p:stCondLst>
                </p:cTn>
                <p:tgtEl>
                  <p:spTgt spid="14"/>
                </p:tgtEl>
              </p:cMediaNode>
            </p:vide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63" name="Freeform: Shape 62">
            <a:extLst>
              <a:ext uri="{FF2B5EF4-FFF2-40B4-BE49-F238E27FC236}">
                <a16:creationId xmlns:a16="http://schemas.microsoft.com/office/drawing/2014/main" id="{64CF6B62-F628-4B3B-8562-2FA13763AFA3}"/>
              </a:ext>
            </a:extLst>
          </p:cNvPr>
          <p:cNvSpPr/>
          <p:nvPr/>
        </p:nvSpPr>
        <p:spPr>
          <a:xfrm>
            <a:off x="-10534" y="-4387045"/>
            <a:ext cx="1346200" cy="12192000"/>
          </a:xfrm>
          <a:custGeom>
            <a:avLst/>
            <a:gdLst>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7439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7439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7439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7439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46200" h="12192000">
                <a:moveTo>
                  <a:pt x="1346200" y="0"/>
                </a:moveTo>
                <a:lnTo>
                  <a:pt x="1346200" y="5120642"/>
                </a:lnTo>
                <a:cubicBezTo>
                  <a:pt x="1333399" y="5710744"/>
                  <a:pt x="787198" y="5554087"/>
                  <a:pt x="774397" y="6090849"/>
                </a:cubicBezTo>
                <a:cubicBezTo>
                  <a:pt x="782118" y="6684385"/>
                  <a:pt x="1341019" y="6470200"/>
                  <a:pt x="1346200" y="7117076"/>
                </a:cubicBezTo>
                <a:lnTo>
                  <a:pt x="1346200" y="12192000"/>
                </a:lnTo>
                <a:lnTo>
                  <a:pt x="0" y="12192000"/>
                </a:lnTo>
                <a:lnTo>
                  <a:pt x="0" y="0"/>
                </a:lnTo>
                <a:lnTo>
                  <a:pt x="134620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p>
        </p:txBody>
      </p:sp>
      <p:pic>
        <p:nvPicPr>
          <p:cNvPr id="39" name="Graphic 38" descr="Open book">
            <a:hlinkClick r:id="rId2" action="ppaction://hlinksldjump"/>
            <a:extLst>
              <a:ext uri="{FF2B5EF4-FFF2-40B4-BE49-F238E27FC236}">
                <a16:creationId xmlns:a16="http://schemas.microsoft.com/office/drawing/2014/main" id="{554B0EE6-1AF8-414E-A59B-A96668D2FF2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2382" y="1381082"/>
            <a:ext cx="601560" cy="601560"/>
          </a:xfrm>
          <a:prstGeom prst="rect">
            <a:avLst/>
          </a:prstGeom>
        </p:spPr>
      </p:pic>
      <p:sp>
        <p:nvSpPr>
          <p:cNvPr id="45" name="TextBox 44">
            <a:extLst>
              <a:ext uri="{FF2B5EF4-FFF2-40B4-BE49-F238E27FC236}">
                <a16:creationId xmlns:a16="http://schemas.microsoft.com/office/drawing/2014/main" id="{F644A73D-FA51-4EEB-88B1-CFA1E14C933A}"/>
              </a:ext>
            </a:extLst>
          </p:cNvPr>
          <p:cNvSpPr txBox="1"/>
          <p:nvPr/>
        </p:nvSpPr>
        <p:spPr>
          <a:xfrm>
            <a:off x="180970" y="1266363"/>
            <a:ext cx="615585" cy="276999"/>
          </a:xfrm>
          <a:prstGeom prst="rect">
            <a:avLst/>
          </a:prstGeom>
          <a:noFill/>
        </p:spPr>
        <p:txBody>
          <a:bodyPr wrap="square" rtlCol="0">
            <a:spAutoFit/>
          </a:bodyPr>
          <a:lstStyle/>
          <a:p>
            <a:r>
              <a:rPr lang="en-US" sz="1200" b="1" dirty="0">
                <a:solidFill>
                  <a:schemeClr val="bg1"/>
                </a:solidFill>
                <a:latin typeface="Ink Free" panose="03080402000500000000" pitchFamily="66" charset="0"/>
              </a:rPr>
              <a:t>Read</a:t>
            </a:r>
            <a:endParaRPr lang="en-AU" sz="1200" b="1" dirty="0">
              <a:solidFill>
                <a:schemeClr val="bg1"/>
              </a:solidFill>
              <a:latin typeface="Ink Free" panose="03080402000500000000" pitchFamily="66" charset="0"/>
            </a:endParaRPr>
          </a:p>
        </p:txBody>
      </p:sp>
      <p:pic>
        <p:nvPicPr>
          <p:cNvPr id="43" name="Graphic 42" descr="Presentation with media">
            <a:hlinkClick r:id="rId5" action="ppaction://hlinksldjump"/>
            <a:extLst>
              <a:ext uri="{FF2B5EF4-FFF2-40B4-BE49-F238E27FC236}">
                <a16:creationId xmlns:a16="http://schemas.microsoft.com/office/drawing/2014/main" id="{0A33C7DA-0F58-43C4-AC59-58437A38405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4436" y="2610600"/>
            <a:ext cx="601560" cy="601560"/>
          </a:xfrm>
          <a:prstGeom prst="rect">
            <a:avLst/>
          </a:prstGeom>
        </p:spPr>
      </p:pic>
      <p:sp>
        <p:nvSpPr>
          <p:cNvPr id="47" name="TextBox 46">
            <a:extLst>
              <a:ext uri="{FF2B5EF4-FFF2-40B4-BE49-F238E27FC236}">
                <a16:creationId xmlns:a16="http://schemas.microsoft.com/office/drawing/2014/main" id="{2B0EC099-5F2A-416D-9A22-5F0439730451}"/>
              </a:ext>
            </a:extLst>
          </p:cNvPr>
          <p:cNvSpPr txBox="1"/>
          <p:nvPr/>
        </p:nvSpPr>
        <p:spPr>
          <a:xfrm>
            <a:off x="132611" y="2472100"/>
            <a:ext cx="615585" cy="276999"/>
          </a:xfrm>
          <a:prstGeom prst="rect">
            <a:avLst/>
          </a:prstGeom>
          <a:noFill/>
        </p:spPr>
        <p:txBody>
          <a:bodyPr wrap="square" rtlCol="0">
            <a:spAutoFit/>
          </a:bodyPr>
          <a:lstStyle/>
          <a:p>
            <a:r>
              <a:rPr lang="en-US" sz="1200" b="1" dirty="0">
                <a:solidFill>
                  <a:schemeClr val="bg1">
                    <a:lumMod val="85000"/>
                  </a:schemeClr>
                </a:solidFill>
                <a:latin typeface="Ink Free" panose="03080402000500000000" pitchFamily="66" charset="0"/>
              </a:rPr>
              <a:t>View</a:t>
            </a:r>
            <a:endParaRPr lang="en-AU" sz="1200" b="1" dirty="0">
              <a:solidFill>
                <a:schemeClr val="bg1">
                  <a:lumMod val="85000"/>
                </a:schemeClr>
              </a:solidFill>
              <a:latin typeface="Ink Free" panose="03080402000500000000" pitchFamily="66" charset="0"/>
            </a:endParaRPr>
          </a:p>
        </p:txBody>
      </p:sp>
      <p:pic>
        <p:nvPicPr>
          <p:cNvPr id="41" name="Graphic 40" descr="Postit Notes">
            <a:hlinkClick r:id="rId8" action="ppaction://hlinksldjump"/>
            <a:extLst>
              <a:ext uri="{FF2B5EF4-FFF2-40B4-BE49-F238E27FC236}">
                <a16:creationId xmlns:a16="http://schemas.microsoft.com/office/drawing/2014/main" id="{3AE0E9DA-912C-4EBC-83FF-08B4A66A2BF1}"/>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3869" y="3768552"/>
            <a:ext cx="601560" cy="601560"/>
          </a:xfrm>
          <a:prstGeom prst="rect">
            <a:avLst/>
          </a:prstGeom>
        </p:spPr>
      </p:pic>
      <p:sp>
        <p:nvSpPr>
          <p:cNvPr id="49" name="TextBox 48">
            <a:extLst>
              <a:ext uri="{FF2B5EF4-FFF2-40B4-BE49-F238E27FC236}">
                <a16:creationId xmlns:a16="http://schemas.microsoft.com/office/drawing/2014/main" id="{E7F45DB2-337C-4F86-A4A7-5096A8AEF458}"/>
              </a:ext>
            </a:extLst>
          </p:cNvPr>
          <p:cNvSpPr txBox="1"/>
          <p:nvPr/>
        </p:nvSpPr>
        <p:spPr>
          <a:xfrm>
            <a:off x="75029" y="3641804"/>
            <a:ext cx="615585" cy="276999"/>
          </a:xfrm>
          <a:prstGeom prst="rect">
            <a:avLst/>
          </a:prstGeom>
          <a:noFill/>
        </p:spPr>
        <p:txBody>
          <a:bodyPr wrap="square" rtlCol="0">
            <a:spAutoFit/>
          </a:bodyPr>
          <a:lstStyle/>
          <a:p>
            <a:r>
              <a:rPr lang="en-US" sz="1200" b="1" dirty="0">
                <a:solidFill>
                  <a:schemeClr val="bg1">
                    <a:lumMod val="85000"/>
                  </a:schemeClr>
                </a:solidFill>
                <a:latin typeface="Ink Free" panose="03080402000500000000" pitchFamily="66" charset="0"/>
              </a:rPr>
              <a:t>Notes</a:t>
            </a:r>
            <a:endParaRPr lang="en-AU" sz="1200" b="1" dirty="0">
              <a:solidFill>
                <a:schemeClr val="bg1">
                  <a:lumMod val="85000"/>
                </a:schemeClr>
              </a:solidFill>
              <a:latin typeface="Ink Free" panose="03080402000500000000" pitchFamily="66" charset="0"/>
            </a:endParaRPr>
          </a:p>
        </p:txBody>
      </p:sp>
      <p:pic>
        <p:nvPicPr>
          <p:cNvPr id="37" name="Graphic 36" descr="Aspiration">
            <a:hlinkClick r:id="rId11" action="ppaction://hlinksldjump"/>
            <a:extLst>
              <a:ext uri="{FF2B5EF4-FFF2-40B4-BE49-F238E27FC236}">
                <a16:creationId xmlns:a16="http://schemas.microsoft.com/office/drawing/2014/main" id="{6C5ECD1A-A84A-4333-9928-594A40E6D3B1}"/>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713" y="4884298"/>
            <a:ext cx="601560" cy="601560"/>
          </a:xfrm>
          <a:prstGeom prst="rect">
            <a:avLst/>
          </a:prstGeom>
        </p:spPr>
      </p:pic>
      <p:sp>
        <p:nvSpPr>
          <p:cNvPr id="51" name="TextBox 50">
            <a:extLst>
              <a:ext uri="{FF2B5EF4-FFF2-40B4-BE49-F238E27FC236}">
                <a16:creationId xmlns:a16="http://schemas.microsoft.com/office/drawing/2014/main" id="{8FECD1EE-6838-4EC5-BDC8-CE341EB725D7}"/>
              </a:ext>
            </a:extLst>
          </p:cNvPr>
          <p:cNvSpPr txBox="1"/>
          <p:nvPr/>
        </p:nvSpPr>
        <p:spPr>
          <a:xfrm>
            <a:off x="8713" y="4768497"/>
            <a:ext cx="615585" cy="276999"/>
          </a:xfrm>
          <a:prstGeom prst="rect">
            <a:avLst/>
          </a:prstGeom>
          <a:noFill/>
        </p:spPr>
        <p:txBody>
          <a:bodyPr wrap="square" rtlCol="0">
            <a:spAutoFit/>
          </a:bodyPr>
          <a:lstStyle/>
          <a:p>
            <a:r>
              <a:rPr lang="en-US" sz="1200" b="1" dirty="0">
                <a:solidFill>
                  <a:schemeClr val="bg1">
                    <a:lumMod val="85000"/>
                  </a:schemeClr>
                </a:solidFill>
                <a:latin typeface="Ink Free" panose="03080402000500000000" pitchFamily="66" charset="0"/>
              </a:rPr>
              <a:t>To Do</a:t>
            </a:r>
            <a:endParaRPr lang="en-AU" sz="1200" b="1" dirty="0">
              <a:solidFill>
                <a:schemeClr val="bg1">
                  <a:lumMod val="85000"/>
                </a:schemeClr>
              </a:solidFill>
              <a:latin typeface="Ink Free" panose="03080402000500000000" pitchFamily="66" charset="0"/>
            </a:endParaRPr>
          </a:p>
        </p:txBody>
      </p:sp>
      <p:sp>
        <p:nvSpPr>
          <p:cNvPr id="2" name="TextBox 1">
            <a:extLst>
              <a:ext uri="{FF2B5EF4-FFF2-40B4-BE49-F238E27FC236}">
                <a16:creationId xmlns:a16="http://schemas.microsoft.com/office/drawing/2014/main" id="{AC178E89-D51A-4DD7-A894-119F069665A1}"/>
              </a:ext>
            </a:extLst>
          </p:cNvPr>
          <p:cNvSpPr txBox="1"/>
          <p:nvPr/>
        </p:nvSpPr>
        <p:spPr>
          <a:xfrm>
            <a:off x="1791981" y="1101780"/>
            <a:ext cx="5752251" cy="5693866"/>
          </a:xfrm>
          <a:prstGeom prst="rect">
            <a:avLst/>
          </a:prstGeom>
          <a:noFill/>
        </p:spPr>
        <p:txBody>
          <a:bodyPr wrap="square" rtlCol="0">
            <a:spAutoFit/>
          </a:bodyPr>
          <a:lstStyle/>
          <a:p>
            <a:r>
              <a:rPr lang="en-AU" sz="2800" dirty="0"/>
              <a:t>Goal is to stimulate egg production, and monitor in order to maximise success of a single pregnancy.</a:t>
            </a:r>
          </a:p>
          <a:p>
            <a:endParaRPr lang="en-AU" sz="2800" b="1" dirty="0"/>
          </a:p>
          <a:p>
            <a:pPr marL="457200" indent="-457200">
              <a:buFont typeface="Arial" panose="020B0604020202020204" pitchFamily="34" charset="0"/>
              <a:buChar char="•"/>
            </a:pPr>
            <a:r>
              <a:rPr lang="en-AU" sz="2800" b="1" dirty="0"/>
              <a:t>Injections of FSH given to increase </a:t>
            </a:r>
          </a:p>
          <a:p>
            <a:r>
              <a:rPr lang="en-AU" sz="2800" b="1" dirty="0"/>
              <a:t>     number of eggs produced.</a:t>
            </a:r>
          </a:p>
          <a:p>
            <a:pPr marL="457200" indent="-457200">
              <a:buFont typeface="Arial" panose="020B0604020202020204" pitchFamily="34" charset="0"/>
              <a:buChar char="•"/>
            </a:pPr>
            <a:endParaRPr lang="en-AU" sz="2800" b="1" dirty="0"/>
          </a:p>
          <a:p>
            <a:pPr marL="457200" indent="-457200">
              <a:buFont typeface="Arial" panose="020B0604020202020204" pitchFamily="34" charset="0"/>
              <a:buChar char="•"/>
            </a:pPr>
            <a:r>
              <a:rPr lang="en-AU" sz="2800" b="1" dirty="0"/>
              <a:t>Ovulation monitored.</a:t>
            </a:r>
          </a:p>
          <a:p>
            <a:pPr marL="457200" indent="-457200">
              <a:buFont typeface="Arial" panose="020B0604020202020204" pitchFamily="34" charset="0"/>
              <a:buChar char="•"/>
            </a:pPr>
            <a:endParaRPr lang="en-AU" sz="2800" b="1" dirty="0"/>
          </a:p>
          <a:p>
            <a:pPr marL="457200" indent="-457200">
              <a:buFont typeface="Arial" panose="020B0604020202020204" pitchFamily="34" charset="0"/>
              <a:buChar char="•"/>
            </a:pPr>
            <a:r>
              <a:rPr lang="en-AU" sz="2800" b="1" dirty="0"/>
              <a:t>Normal fertilisation occurs </a:t>
            </a:r>
            <a:r>
              <a:rPr lang="en-AU" sz="2800" i="1" dirty="0"/>
              <a:t>or </a:t>
            </a:r>
          </a:p>
          <a:p>
            <a:r>
              <a:rPr lang="en-AU" sz="2800" b="1" dirty="0"/>
              <a:t>     </a:t>
            </a:r>
          </a:p>
          <a:p>
            <a:pPr marL="457200" indent="-457200">
              <a:buFont typeface="Arial" panose="020B0604020202020204" pitchFamily="34" charset="0"/>
              <a:buChar char="•"/>
            </a:pPr>
            <a:r>
              <a:rPr lang="en-AU" sz="2800" b="1" dirty="0"/>
              <a:t>Intra-uterine insemination is used     </a:t>
            </a:r>
          </a:p>
          <a:p>
            <a:r>
              <a:rPr lang="en-AU" sz="2800" b="1" dirty="0"/>
              <a:t>     at time of ovulation.</a:t>
            </a:r>
          </a:p>
        </p:txBody>
      </p:sp>
      <p:pic>
        <p:nvPicPr>
          <p:cNvPr id="4" name="Picture 3" descr="A picture containing indoor, sitting, table, holding&#10;&#10;Description automatically generated">
            <a:extLst>
              <a:ext uri="{FF2B5EF4-FFF2-40B4-BE49-F238E27FC236}">
                <a16:creationId xmlns:a16="http://schemas.microsoft.com/office/drawing/2014/main" id="{FF11ED8D-CD58-4ACA-8071-E6F86C086578}"/>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7812993" y="2064098"/>
            <a:ext cx="3940927" cy="3677633"/>
          </a:xfrm>
          <a:prstGeom prst="rect">
            <a:avLst/>
          </a:prstGeom>
          <a:ln>
            <a:solidFill>
              <a:schemeClr val="accent5">
                <a:lumMod val="50000"/>
              </a:schemeClr>
            </a:solidFill>
          </a:ln>
        </p:spPr>
      </p:pic>
      <p:pic>
        <p:nvPicPr>
          <p:cNvPr id="6" name="Picture 5">
            <a:extLst>
              <a:ext uri="{FF2B5EF4-FFF2-40B4-BE49-F238E27FC236}">
                <a16:creationId xmlns:a16="http://schemas.microsoft.com/office/drawing/2014/main" id="{D36F3439-1FA9-452C-8462-E5AF22FDFA17}"/>
              </a:ext>
            </a:extLst>
          </p:cNvPr>
          <p:cNvPicPr>
            <a:picLocks noChangeAspect="1"/>
          </p:cNvPicPr>
          <p:nvPr/>
        </p:nvPicPr>
        <p:blipFill>
          <a:blip r:embed="rId15"/>
          <a:stretch>
            <a:fillRect/>
          </a:stretch>
        </p:blipFill>
        <p:spPr>
          <a:xfrm>
            <a:off x="2249917" y="-14208"/>
            <a:ext cx="9547163" cy="1395290"/>
          </a:xfrm>
          <a:prstGeom prst="rect">
            <a:avLst/>
          </a:prstGeom>
        </p:spPr>
      </p:pic>
      <p:pic>
        <p:nvPicPr>
          <p:cNvPr id="9" name="Picture 8">
            <a:extLst>
              <a:ext uri="{FF2B5EF4-FFF2-40B4-BE49-F238E27FC236}">
                <a16:creationId xmlns:a16="http://schemas.microsoft.com/office/drawing/2014/main" id="{42C7E8EC-2405-4705-BF1F-252C21A98D38}"/>
              </a:ext>
            </a:extLst>
          </p:cNvPr>
          <p:cNvPicPr>
            <a:picLocks noChangeAspect="1"/>
          </p:cNvPicPr>
          <p:nvPr/>
        </p:nvPicPr>
        <p:blipFill>
          <a:blip r:embed="rId16"/>
          <a:stretch>
            <a:fillRect/>
          </a:stretch>
        </p:blipFill>
        <p:spPr>
          <a:xfrm>
            <a:off x="7792264" y="2064098"/>
            <a:ext cx="3961656" cy="3751303"/>
          </a:xfrm>
          <a:prstGeom prst="rect">
            <a:avLst/>
          </a:prstGeom>
        </p:spPr>
      </p:pic>
      <p:sp>
        <p:nvSpPr>
          <p:cNvPr id="10" name="Arrow: Right 9">
            <a:extLst>
              <a:ext uri="{FF2B5EF4-FFF2-40B4-BE49-F238E27FC236}">
                <a16:creationId xmlns:a16="http://schemas.microsoft.com/office/drawing/2014/main" id="{3FCD5515-CC53-46B3-829E-0329A39A4EA6}"/>
              </a:ext>
            </a:extLst>
          </p:cNvPr>
          <p:cNvSpPr/>
          <p:nvPr/>
        </p:nvSpPr>
        <p:spPr>
          <a:xfrm rot="1128069">
            <a:off x="6683580" y="3362660"/>
            <a:ext cx="1031193" cy="58729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5" name="Picture 4">
            <a:extLst>
              <a:ext uri="{FF2B5EF4-FFF2-40B4-BE49-F238E27FC236}">
                <a16:creationId xmlns:a16="http://schemas.microsoft.com/office/drawing/2014/main" id="{1E5464F8-C698-4D4D-B31B-A34BC8FD0FFF}"/>
              </a:ext>
            </a:extLst>
          </p:cNvPr>
          <p:cNvPicPr>
            <a:picLocks noChangeAspect="1"/>
          </p:cNvPicPr>
          <p:nvPr/>
        </p:nvPicPr>
        <p:blipFill>
          <a:blip r:embed="rId17"/>
          <a:stretch>
            <a:fillRect/>
          </a:stretch>
        </p:blipFill>
        <p:spPr>
          <a:xfrm>
            <a:off x="903717" y="1267996"/>
            <a:ext cx="877900" cy="871804"/>
          </a:xfrm>
          <a:prstGeom prst="rect">
            <a:avLst/>
          </a:prstGeom>
        </p:spPr>
      </p:pic>
    </p:spTree>
    <p:extLst>
      <p:ext uri="{BB962C8B-B14F-4D97-AF65-F5344CB8AC3E}">
        <p14:creationId xmlns:p14="http://schemas.microsoft.com/office/powerpoint/2010/main" val="363733430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3" end="3"/>
                                            </p:txEl>
                                          </p:spTgt>
                                        </p:tgtEl>
                                        <p:attrNameLst>
                                          <p:attrName>style.visibility</p:attrName>
                                        </p:attrNameLst>
                                      </p:cBhvr>
                                      <p:to>
                                        <p:strVal val="visible"/>
                                      </p:to>
                                    </p:set>
                                  </p:childTnLst>
                                </p:cTn>
                              </p:par>
                            </p:childTnLst>
                          </p:cTn>
                        </p:par>
                        <p:par>
                          <p:cTn id="9" fill="hold">
                            <p:stCondLst>
                              <p:cond delay="0"/>
                            </p:stCondLst>
                            <p:childTnLst>
                              <p:par>
                                <p:cTn id="10" presetID="1" presetClass="entr" presetSubtype="0" fill="hold" grpId="0" nodeType="afterEffect">
                                  <p:stCondLst>
                                    <p:cond delay="0"/>
                                  </p:stCondLst>
                                  <p:childTnLst>
                                    <p:set>
                                      <p:cBhvr>
                                        <p:cTn id="11" dur="1" fill="hold">
                                          <p:stCondLst>
                                            <p:cond delay="0"/>
                                          </p:stCondLst>
                                        </p:cTn>
                                        <p:tgtEl>
                                          <p:spTgt spid="10"/>
                                        </p:tgtEl>
                                        <p:attrNameLst>
                                          <p:attrName>style.visibility</p:attrName>
                                        </p:attrNameLst>
                                      </p:cBhvr>
                                      <p:to>
                                        <p:strVal val="visible"/>
                                      </p:to>
                                    </p:set>
                                  </p:childTnLst>
                                </p:cTn>
                              </p:par>
                              <p:par>
                                <p:cTn id="12" presetID="26" presetClass="emph" presetSubtype="0" repeatCount="indefinite" fill="hold" grpId="1" nodeType="withEffect">
                                  <p:stCondLst>
                                    <p:cond delay="0"/>
                                  </p:stCondLst>
                                  <p:endCondLst>
                                    <p:cond evt="onNext" delay="0">
                                      <p:tgtEl>
                                        <p:sldTgt/>
                                      </p:tgtEl>
                                    </p:cond>
                                  </p:endCondLst>
                                  <p:childTnLst>
                                    <p:animEffect transition="out" filter="fade">
                                      <p:cBhvr>
                                        <p:cTn id="13" dur="500" tmFilter="0, 0; .2, .5; .8, .5; 1, 0"/>
                                        <p:tgtEl>
                                          <p:spTgt spid="10"/>
                                        </p:tgtEl>
                                      </p:cBhvr>
                                    </p:animEffect>
                                    <p:animScale>
                                      <p:cBhvr>
                                        <p:cTn id="14" dur="250" autoRev="1" fill="hold"/>
                                        <p:tgtEl>
                                          <p:spTgt spid="10"/>
                                        </p:tgtEl>
                                      </p:cBhvr>
                                      <p:by x="105000" y="105000"/>
                                    </p:animScale>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
                                            <p:txEl>
                                              <p:pRg st="10" end="10"/>
                                            </p:txEl>
                                          </p:spTgt>
                                        </p:tgtEl>
                                        <p:attrNameLst>
                                          <p:attrName>style.visibility</p:attrName>
                                        </p:attrNameLst>
                                      </p:cBhvr>
                                      <p:to>
                                        <p:strVal val="visible"/>
                                      </p:to>
                                    </p:set>
                                  </p:childTnLst>
                                </p:cTn>
                              </p:par>
                            </p:childTnLst>
                          </p:cTn>
                        </p:par>
                        <p:par>
                          <p:cTn id="31" fill="hold">
                            <p:stCondLst>
                              <p:cond delay="0"/>
                            </p:stCondLst>
                            <p:childTnLst>
                              <p:par>
                                <p:cTn id="32" presetID="10" presetClass="entr" presetSubtype="0" fill="hold" nodeType="after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0" grpId="1" animBg="1"/>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63" name="Freeform: Shape 62">
            <a:extLst>
              <a:ext uri="{FF2B5EF4-FFF2-40B4-BE49-F238E27FC236}">
                <a16:creationId xmlns:a16="http://schemas.microsoft.com/office/drawing/2014/main" id="{64CF6B62-F628-4B3B-8562-2FA13763AFA3}"/>
              </a:ext>
            </a:extLst>
          </p:cNvPr>
          <p:cNvSpPr/>
          <p:nvPr/>
        </p:nvSpPr>
        <p:spPr>
          <a:xfrm>
            <a:off x="-10534" y="-4387045"/>
            <a:ext cx="1346200" cy="12192000"/>
          </a:xfrm>
          <a:custGeom>
            <a:avLst/>
            <a:gdLst>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7439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7439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7439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7439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46200" h="12192000">
                <a:moveTo>
                  <a:pt x="1346200" y="0"/>
                </a:moveTo>
                <a:lnTo>
                  <a:pt x="1346200" y="5120642"/>
                </a:lnTo>
                <a:cubicBezTo>
                  <a:pt x="1333399" y="5710744"/>
                  <a:pt x="787198" y="5554087"/>
                  <a:pt x="774397" y="6090849"/>
                </a:cubicBezTo>
                <a:cubicBezTo>
                  <a:pt x="782118" y="6684385"/>
                  <a:pt x="1341019" y="6470200"/>
                  <a:pt x="1346200" y="7117076"/>
                </a:cubicBezTo>
                <a:lnTo>
                  <a:pt x="1346200" y="12192000"/>
                </a:lnTo>
                <a:lnTo>
                  <a:pt x="0" y="12192000"/>
                </a:lnTo>
                <a:lnTo>
                  <a:pt x="0" y="0"/>
                </a:lnTo>
                <a:lnTo>
                  <a:pt x="134620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p>
        </p:txBody>
      </p:sp>
      <p:pic>
        <p:nvPicPr>
          <p:cNvPr id="39" name="Graphic 38" descr="Open book">
            <a:hlinkClick r:id="rId2" action="ppaction://hlinksldjump"/>
            <a:extLst>
              <a:ext uri="{FF2B5EF4-FFF2-40B4-BE49-F238E27FC236}">
                <a16:creationId xmlns:a16="http://schemas.microsoft.com/office/drawing/2014/main" id="{554B0EE6-1AF8-414E-A59B-A96668D2FF2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2382" y="1381082"/>
            <a:ext cx="601560" cy="601560"/>
          </a:xfrm>
          <a:prstGeom prst="rect">
            <a:avLst/>
          </a:prstGeom>
        </p:spPr>
      </p:pic>
      <p:sp>
        <p:nvSpPr>
          <p:cNvPr id="45" name="TextBox 44">
            <a:extLst>
              <a:ext uri="{FF2B5EF4-FFF2-40B4-BE49-F238E27FC236}">
                <a16:creationId xmlns:a16="http://schemas.microsoft.com/office/drawing/2014/main" id="{F644A73D-FA51-4EEB-88B1-CFA1E14C933A}"/>
              </a:ext>
            </a:extLst>
          </p:cNvPr>
          <p:cNvSpPr txBox="1"/>
          <p:nvPr/>
        </p:nvSpPr>
        <p:spPr>
          <a:xfrm>
            <a:off x="180970" y="1266363"/>
            <a:ext cx="615585" cy="276999"/>
          </a:xfrm>
          <a:prstGeom prst="rect">
            <a:avLst/>
          </a:prstGeom>
          <a:noFill/>
        </p:spPr>
        <p:txBody>
          <a:bodyPr wrap="square" rtlCol="0">
            <a:spAutoFit/>
          </a:bodyPr>
          <a:lstStyle/>
          <a:p>
            <a:r>
              <a:rPr lang="en-US" sz="1200" b="1" dirty="0">
                <a:solidFill>
                  <a:schemeClr val="bg1"/>
                </a:solidFill>
                <a:latin typeface="Ink Free" panose="03080402000500000000" pitchFamily="66" charset="0"/>
              </a:rPr>
              <a:t>Read</a:t>
            </a:r>
            <a:endParaRPr lang="en-AU" sz="1200" b="1" dirty="0">
              <a:solidFill>
                <a:schemeClr val="bg1"/>
              </a:solidFill>
              <a:latin typeface="Ink Free" panose="03080402000500000000" pitchFamily="66" charset="0"/>
            </a:endParaRPr>
          </a:p>
        </p:txBody>
      </p:sp>
      <p:pic>
        <p:nvPicPr>
          <p:cNvPr id="43" name="Graphic 42" descr="Presentation with media">
            <a:hlinkClick r:id="rId5" action="ppaction://hlinksldjump"/>
            <a:extLst>
              <a:ext uri="{FF2B5EF4-FFF2-40B4-BE49-F238E27FC236}">
                <a16:creationId xmlns:a16="http://schemas.microsoft.com/office/drawing/2014/main" id="{0A33C7DA-0F58-43C4-AC59-58437A38405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4436" y="2610600"/>
            <a:ext cx="601560" cy="601560"/>
          </a:xfrm>
          <a:prstGeom prst="rect">
            <a:avLst/>
          </a:prstGeom>
        </p:spPr>
      </p:pic>
      <p:sp>
        <p:nvSpPr>
          <p:cNvPr id="47" name="TextBox 46">
            <a:extLst>
              <a:ext uri="{FF2B5EF4-FFF2-40B4-BE49-F238E27FC236}">
                <a16:creationId xmlns:a16="http://schemas.microsoft.com/office/drawing/2014/main" id="{2B0EC099-5F2A-416D-9A22-5F0439730451}"/>
              </a:ext>
            </a:extLst>
          </p:cNvPr>
          <p:cNvSpPr txBox="1"/>
          <p:nvPr/>
        </p:nvSpPr>
        <p:spPr>
          <a:xfrm>
            <a:off x="132611" y="2472100"/>
            <a:ext cx="615585" cy="276999"/>
          </a:xfrm>
          <a:prstGeom prst="rect">
            <a:avLst/>
          </a:prstGeom>
          <a:noFill/>
        </p:spPr>
        <p:txBody>
          <a:bodyPr wrap="square" rtlCol="0">
            <a:spAutoFit/>
          </a:bodyPr>
          <a:lstStyle/>
          <a:p>
            <a:r>
              <a:rPr lang="en-US" sz="1200" b="1" dirty="0">
                <a:solidFill>
                  <a:schemeClr val="bg1">
                    <a:lumMod val="85000"/>
                  </a:schemeClr>
                </a:solidFill>
                <a:latin typeface="Ink Free" panose="03080402000500000000" pitchFamily="66" charset="0"/>
              </a:rPr>
              <a:t>View</a:t>
            </a:r>
            <a:endParaRPr lang="en-AU" sz="1200" b="1" dirty="0">
              <a:solidFill>
                <a:schemeClr val="bg1">
                  <a:lumMod val="85000"/>
                </a:schemeClr>
              </a:solidFill>
              <a:latin typeface="Ink Free" panose="03080402000500000000" pitchFamily="66" charset="0"/>
            </a:endParaRPr>
          </a:p>
        </p:txBody>
      </p:sp>
      <p:pic>
        <p:nvPicPr>
          <p:cNvPr id="41" name="Graphic 40" descr="Postit Notes">
            <a:hlinkClick r:id="rId8" action="ppaction://hlinksldjump"/>
            <a:extLst>
              <a:ext uri="{FF2B5EF4-FFF2-40B4-BE49-F238E27FC236}">
                <a16:creationId xmlns:a16="http://schemas.microsoft.com/office/drawing/2014/main" id="{3AE0E9DA-912C-4EBC-83FF-08B4A66A2BF1}"/>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3869" y="3768552"/>
            <a:ext cx="601560" cy="601560"/>
          </a:xfrm>
          <a:prstGeom prst="rect">
            <a:avLst/>
          </a:prstGeom>
        </p:spPr>
      </p:pic>
      <p:sp>
        <p:nvSpPr>
          <p:cNvPr id="49" name="TextBox 48">
            <a:extLst>
              <a:ext uri="{FF2B5EF4-FFF2-40B4-BE49-F238E27FC236}">
                <a16:creationId xmlns:a16="http://schemas.microsoft.com/office/drawing/2014/main" id="{E7F45DB2-337C-4F86-A4A7-5096A8AEF458}"/>
              </a:ext>
            </a:extLst>
          </p:cNvPr>
          <p:cNvSpPr txBox="1"/>
          <p:nvPr/>
        </p:nvSpPr>
        <p:spPr>
          <a:xfrm>
            <a:off x="75029" y="3641804"/>
            <a:ext cx="615585" cy="276999"/>
          </a:xfrm>
          <a:prstGeom prst="rect">
            <a:avLst/>
          </a:prstGeom>
          <a:noFill/>
        </p:spPr>
        <p:txBody>
          <a:bodyPr wrap="square" rtlCol="0">
            <a:spAutoFit/>
          </a:bodyPr>
          <a:lstStyle/>
          <a:p>
            <a:r>
              <a:rPr lang="en-US" sz="1200" b="1" dirty="0">
                <a:solidFill>
                  <a:schemeClr val="bg1">
                    <a:lumMod val="85000"/>
                  </a:schemeClr>
                </a:solidFill>
                <a:latin typeface="Ink Free" panose="03080402000500000000" pitchFamily="66" charset="0"/>
              </a:rPr>
              <a:t>Notes</a:t>
            </a:r>
            <a:endParaRPr lang="en-AU" sz="1200" b="1" dirty="0">
              <a:solidFill>
                <a:schemeClr val="bg1">
                  <a:lumMod val="85000"/>
                </a:schemeClr>
              </a:solidFill>
              <a:latin typeface="Ink Free" panose="03080402000500000000" pitchFamily="66" charset="0"/>
            </a:endParaRPr>
          </a:p>
        </p:txBody>
      </p:sp>
      <p:pic>
        <p:nvPicPr>
          <p:cNvPr id="37" name="Graphic 36" descr="Aspiration">
            <a:hlinkClick r:id="rId11" action="ppaction://hlinksldjump"/>
            <a:extLst>
              <a:ext uri="{FF2B5EF4-FFF2-40B4-BE49-F238E27FC236}">
                <a16:creationId xmlns:a16="http://schemas.microsoft.com/office/drawing/2014/main" id="{6C5ECD1A-A84A-4333-9928-594A40E6D3B1}"/>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713" y="4884298"/>
            <a:ext cx="601560" cy="601560"/>
          </a:xfrm>
          <a:prstGeom prst="rect">
            <a:avLst/>
          </a:prstGeom>
        </p:spPr>
      </p:pic>
      <p:sp>
        <p:nvSpPr>
          <p:cNvPr id="51" name="TextBox 50">
            <a:extLst>
              <a:ext uri="{FF2B5EF4-FFF2-40B4-BE49-F238E27FC236}">
                <a16:creationId xmlns:a16="http://schemas.microsoft.com/office/drawing/2014/main" id="{8FECD1EE-6838-4EC5-BDC8-CE341EB725D7}"/>
              </a:ext>
            </a:extLst>
          </p:cNvPr>
          <p:cNvSpPr txBox="1"/>
          <p:nvPr/>
        </p:nvSpPr>
        <p:spPr>
          <a:xfrm>
            <a:off x="8713" y="4768497"/>
            <a:ext cx="615585" cy="276999"/>
          </a:xfrm>
          <a:prstGeom prst="rect">
            <a:avLst/>
          </a:prstGeom>
          <a:noFill/>
        </p:spPr>
        <p:txBody>
          <a:bodyPr wrap="square" rtlCol="0">
            <a:spAutoFit/>
          </a:bodyPr>
          <a:lstStyle/>
          <a:p>
            <a:r>
              <a:rPr lang="en-US" sz="1200" b="1" dirty="0">
                <a:solidFill>
                  <a:schemeClr val="bg1">
                    <a:lumMod val="85000"/>
                  </a:schemeClr>
                </a:solidFill>
                <a:latin typeface="Ink Free" panose="03080402000500000000" pitchFamily="66" charset="0"/>
              </a:rPr>
              <a:t>To Do</a:t>
            </a:r>
            <a:endParaRPr lang="en-AU" sz="1200" b="1" dirty="0">
              <a:solidFill>
                <a:schemeClr val="bg1">
                  <a:lumMod val="85000"/>
                </a:schemeClr>
              </a:solidFill>
              <a:latin typeface="Ink Free" panose="03080402000500000000" pitchFamily="66" charset="0"/>
            </a:endParaRPr>
          </a:p>
        </p:txBody>
      </p:sp>
      <p:sp>
        <p:nvSpPr>
          <p:cNvPr id="16" name="TextBox 15">
            <a:extLst>
              <a:ext uri="{FF2B5EF4-FFF2-40B4-BE49-F238E27FC236}">
                <a16:creationId xmlns:a16="http://schemas.microsoft.com/office/drawing/2014/main" id="{65F5C6F9-E5AB-46BC-BEA0-819811CF78F5}"/>
              </a:ext>
            </a:extLst>
          </p:cNvPr>
          <p:cNvSpPr txBox="1"/>
          <p:nvPr/>
        </p:nvSpPr>
        <p:spPr>
          <a:xfrm>
            <a:off x="2095215" y="1346008"/>
            <a:ext cx="9506235" cy="4832092"/>
          </a:xfrm>
          <a:prstGeom prst="rect">
            <a:avLst/>
          </a:prstGeom>
          <a:noFill/>
        </p:spPr>
        <p:txBody>
          <a:bodyPr wrap="square" rtlCol="0">
            <a:spAutoFit/>
          </a:bodyPr>
          <a:lstStyle/>
          <a:p>
            <a:r>
              <a:rPr lang="en-AU" sz="2800" dirty="0"/>
              <a:t>Goal is to find the single best embryo in order to maximise success of a single pregnancy.</a:t>
            </a:r>
          </a:p>
          <a:p>
            <a:endParaRPr lang="en-AU" sz="2800" b="1" dirty="0"/>
          </a:p>
          <a:p>
            <a:pPr marL="457200" indent="-457200">
              <a:buFont typeface="Arial" panose="020B0604020202020204" pitchFamily="34" charset="0"/>
              <a:buChar char="•"/>
            </a:pPr>
            <a:r>
              <a:rPr lang="en-AU" sz="2800" b="1" dirty="0"/>
              <a:t>Egg production is </a:t>
            </a:r>
          </a:p>
          <a:p>
            <a:r>
              <a:rPr lang="en-AU" sz="2800" b="1" dirty="0"/>
              <a:t>      stimulated.</a:t>
            </a:r>
          </a:p>
          <a:p>
            <a:pPr marL="457200" indent="-457200">
              <a:buFont typeface="Arial" panose="020B0604020202020204" pitchFamily="34" charset="0"/>
              <a:buChar char="•"/>
            </a:pPr>
            <a:r>
              <a:rPr lang="en-AU" sz="2800" b="1" dirty="0"/>
              <a:t>Eggs are collected.</a:t>
            </a:r>
          </a:p>
          <a:p>
            <a:pPr marL="457200" indent="-457200">
              <a:buFont typeface="Arial" panose="020B0604020202020204" pitchFamily="34" charset="0"/>
              <a:buChar char="•"/>
            </a:pPr>
            <a:r>
              <a:rPr lang="en-AU" sz="2800" b="1" dirty="0"/>
              <a:t>External fertilisation </a:t>
            </a:r>
          </a:p>
          <a:p>
            <a:r>
              <a:rPr lang="en-AU" sz="2800" b="1" dirty="0"/>
              <a:t>      occurs.</a:t>
            </a:r>
          </a:p>
          <a:p>
            <a:pPr marL="457200" indent="-457200">
              <a:buFont typeface="Arial" panose="020B0604020202020204" pitchFamily="34" charset="0"/>
              <a:buChar char="•"/>
            </a:pPr>
            <a:r>
              <a:rPr lang="en-AU" sz="2800" b="1" dirty="0"/>
              <a:t>Embryo is screened.</a:t>
            </a:r>
          </a:p>
          <a:p>
            <a:pPr marL="457200" indent="-457200">
              <a:buFont typeface="Arial" panose="020B0604020202020204" pitchFamily="34" charset="0"/>
              <a:buChar char="•"/>
            </a:pPr>
            <a:r>
              <a:rPr lang="en-AU" sz="2800" b="1" dirty="0"/>
              <a:t>Embryo is transferred </a:t>
            </a:r>
          </a:p>
          <a:p>
            <a:r>
              <a:rPr lang="en-AU" sz="2800" b="1" dirty="0"/>
              <a:t>      back into uterus.</a:t>
            </a:r>
          </a:p>
        </p:txBody>
      </p:sp>
      <p:sp>
        <p:nvSpPr>
          <p:cNvPr id="18" name="TextBox 17">
            <a:extLst>
              <a:ext uri="{FF2B5EF4-FFF2-40B4-BE49-F238E27FC236}">
                <a16:creationId xmlns:a16="http://schemas.microsoft.com/office/drawing/2014/main" id="{D6FDDA28-891F-4036-839A-30B6A513A6E1}"/>
              </a:ext>
            </a:extLst>
          </p:cNvPr>
          <p:cNvSpPr txBox="1"/>
          <p:nvPr/>
        </p:nvSpPr>
        <p:spPr>
          <a:xfrm>
            <a:off x="2910838" y="0"/>
            <a:ext cx="7772400" cy="1015663"/>
          </a:xfrm>
          <a:prstGeom prst="rect">
            <a:avLst/>
          </a:prstGeom>
          <a:noFill/>
        </p:spPr>
        <p:txBody>
          <a:bodyPr wrap="square" rtlCol="0">
            <a:spAutoFit/>
          </a:bodyPr>
          <a:lstStyle/>
          <a:p>
            <a:r>
              <a:rPr lang="en-US" sz="6000" dirty="0">
                <a:latin typeface="+mj-lt"/>
              </a:rPr>
              <a:t>In-vitro fertilisation</a:t>
            </a:r>
            <a:endParaRPr lang="en-AU" sz="6000" dirty="0">
              <a:latin typeface="+mj-lt"/>
            </a:endParaRPr>
          </a:p>
        </p:txBody>
      </p:sp>
      <p:pic>
        <p:nvPicPr>
          <p:cNvPr id="19" name="Picture 18" descr="A picture containing table, sitting, pink, holding&#10;&#10;Description automatically generated">
            <a:extLst>
              <a:ext uri="{FF2B5EF4-FFF2-40B4-BE49-F238E27FC236}">
                <a16:creationId xmlns:a16="http://schemas.microsoft.com/office/drawing/2014/main" id="{BE553FD6-7C73-4EA5-8481-3D844C74EF8A}"/>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6377788" y="2483748"/>
            <a:ext cx="4310458" cy="4050345"/>
          </a:xfrm>
          <a:prstGeom prst="rect">
            <a:avLst/>
          </a:prstGeom>
          <a:ln>
            <a:solidFill>
              <a:schemeClr val="accent5">
                <a:lumMod val="50000"/>
              </a:schemeClr>
            </a:solidFill>
          </a:ln>
        </p:spPr>
      </p:pic>
      <p:pic>
        <p:nvPicPr>
          <p:cNvPr id="20" name="Picture 19" descr="A picture containing pink, table, sitting, food&#10;&#10;Description automatically generated">
            <a:extLst>
              <a:ext uri="{FF2B5EF4-FFF2-40B4-BE49-F238E27FC236}">
                <a16:creationId xmlns:a16="http://schemas.microsoft.com/office/drawing/2014/main" id="{F109F9C9-F3A3-4402-92A3-CB1AE1EC26D6}"/>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6400650" y="2483954"/>
            <a:ext cx="4282588" cy="4050093"/>
          </a:xfrm>
          <a:prstGeom prst="rect">
            <a:avLst/>
          </a:prstGeom>
          <a:ln>
            <a:solidFill>
              <a:schemeClr val="accent5">
                <a:lumMod val="50000"/>
              </a:schemeClr>
            </a:solidFill>
          </a:ln>
        </p:spPr>
      </p:pic>
      <p:pic>
        <p:nvPicPr>
          <p:cNvPr id="21" name="Picture 20" descr="A picture containing sitting, table, remote, painted&#10;&#10;Description automatically generated">
            <a:extLst>
              <a:ext uri="{FF2B5EF4-FFF2-40B4-BE49-F238E27FC236}">
                <a16:creationId xmlns:a16="http://schemas.microsoft.com/office/drawing/2014/main" id="{544CCA66-8165-4BF6-A3DC-899227027E68}"/>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6377787" y="2482429"/>
            <a:ext cx="4273299" cy="4050093"/>
          </a:xfrm>
          <a:prstGeom prst="rect">
            <a:avLst/>
          </a:prstGeom>
          <a:ln>
            <a:solidFill>
              <a:schemeClr val="accent5">
                <a:lumMod val="50000"/>
              </a:schemeClr>
            </a:solidFill>
          </a:ln>
        </p:spPr>
      </p:pic>
      <p:pic>
        <p:nvPicPr>
          <p:cNvPr id="22" name="Picture 21" descr="A picture containing device&#10;&#10;Description automatically generated">
            <a:extLst>
              <a:ext uri="{FF2B5EF4-FFF2-40B4-BE49-F238E27FC236}">
                <a16:creationId xmlns:a16="http://schemas.microsoft.com/office/drawing/2014/main" id="{271F9CDC-A42F-418A-BC8F-8E3862F76120}"/>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6373978" y="2480905"/>
            <a:ext cx="4282587" cy="4050092"/>
          </a:xfrm>
          <a:prstGeom prst="rect">
            <a:avLst/>
          </a:prstGeom>
          <a:ln>
            <a:solidFill>
              <a:schemeClr val="accent5">
                <a:lumMod val="50000"/>
              </a:schemeClr>
            </a:solidFill>
          </a:ln>
        </p:spPr>
      </p:pic>
      <p:pic>
        <p:nvPicPr>
          <p:cNvPr id="23" name="Picture 22" descr="A picture containing device&#10;&#10;Description automatically generated">
            <a:extLst>
              <a:ext uri="{FF2B5EF4-FFF2-40B4-BE49-F238E27FC236}">
                <a16:creationId xmlns:a16="http://schemas.microsoft.com/office/drawing/2014/main" id="{D2841B19-8539-4122-BE1C-45FBEDD514AA}"/>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6385411" y="2477853"/>
            <a:ext cx="4282586" cy="4050092"/>
          </a:xfrm>
          <a:prstGeom prst="rect">
            <a:avLst/>
          </a:prstGeom>
          <a:ln>
            <a:solidFill>
              <a:schemeClr val="accent5">
                <a:lumMod val="50000"/>
              </a:schemeClr>
            </a:solidFill>
          </a:ln>
        </p:spPr>
      </p:pic>
      <p:pic>
        <p:nvPicPr>
          <p:cNvPr id="24" name="Picture 23" descr="A picture containing clothing, snow, sitting, person&#10;&#10;Description automatically generated">
            <a:extLst>
              <a:ext uri="{FF2B5EF4-FFF2-40B4-BE49-F238E27FC236}">
                <a16:creationId xmlns:a16="http://schemas.microsoft.com/office/drawing/2014/main" id="{D01EBD80-D985-47F8-8499-B806BEA252DA}"/>
              </a:ext>
            </a:extLst>
          </p:cNvPr>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6423513" y="2479170"/>
            <a:ext cx="4282587" cy="4048485"/>
          </a:xfrm>
          <a:prstGeom prst="rect">
            <a:avLst/>
          </a:prstGeom>
          <a:ln>
            <a:solidFill>
              <a:schemeClr val="accent5">
                <a:lumMod val="50000"/>
              </a:schemeClr>
            </a:solidFill>
          </a:ln>
        </p:spPr>
      </p:pic>
      <p:pic>
        <p:nvPicPr>
          <p:cNvPr id="3" name="Picture 2">
            <a:extLst>
              <a:ext uri="{FF2B5EF4-FFF2-40B4-BE49-F238E27FC236}">
                <a16:creationId xmlns:a16="http://schemas.microsoft.com/office/drawing/2014/main" id="{A3828A69-A651-486C-AD84-1DD34BA173BC}"/>
              </a:ext>
            </a:extLst>
          </p:cNvPr>
          <p:cNvPicPr>
            <a:picLocks noChangeAspect="1"/>
          </p:cNvPicPr>
          <p:nvPr/>
        </p:nvPicPr>
        <p:blipFill>
          <a:blip r:embed="rId20"/>
          <a:stretch>
            <a:fillRect/>
          </a:stretch>
        </p:blipFill>
        <p:spPr>
          <a:xfrm>
            <a:off x="896716" y="1296287"/>
            <a:ext cx="877900" cy="871804"/>
          </a:xfrm>
          <a:prstGeom prst="rect">
            <a:avLst/>
          </a:prstGeom>
        </p:spPr>
      </p:pic>
    </p:spTree>
    <p:extLst>
      <p:ext uri="{BB962C8B-B14F-4D97-AF65-F5344CB8AC3E}">
        <p14:creationId xmlns:p14="http://schemas.microsoft.com/office/powerpoint/2010/main" val="701375367"/>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6">
                                            <p:txEl>
                                              <p:pRg st="2" end="2"/>
                                            </p:txEl>
                                          </p:spTgt>
                                        </p:tgtEl>
                                        <p:attrNameLst>
                                          <p:attrName>style.visibility</p:attrName>
                                        </p:attrNameLst>
                                      </p:cBhvr>
                                      <p:to>
                                        <p:strVal val="visible"/>
                                      </p:to>
                                    </p:set>
                                    <p:animEffect transition="in" filter="wipe(left)">
                                      <p:cBhvr>
                                        <p:cTn id="7" dur="500"/>
                                        <p:tgtEl>
                                          <p:spTgt spid="16">
                                            <p:txEl>
                                              <p:pRg st="2" end="2"/>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16">
                                            <p:txEl>
                                              <p:pRg st="3" end="3"/>
                                            </p:txEl>
                                          </p:spTgt>
                                        </p:tgtEl>
                                        <p:attrNameLst>
                                          <p:attrName>style.visibility</p:attrName>
                                        </p:attrNameLst>
                                      </p:cBhvr>
                                      <p:to>
                                        <p:strVal val="visible"/>
                                      </p:to>
                                    </p:set>
                                    <p:animEffect transition="in" filter="wipe(left)">
                                      <p:cBhvr>
                                        <p:cTn id="10" dur="500"/>
                                        <p:tgtEl>
                                          <p:spTgt spid="16">
                                            <p:txEl>
                                              <p:pRg st="3" end="3"/>
                                            </p:txEl>
                                          </p:spTgt>
                                        </p:tgtEl>
                                      </p:cBhvr>
                                    </p:animEffect>
                                  </p:childTnLst>
                                </p:cTn>
                              </p:par>
                              <p:par>
                                <p:cTn id="11" presetID="1" presetClass="entr" presetSubtype="0" fill="hold"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6">
                                            <p:txEl>
                                              <p:pRg st="4" end="4"/>
                                            </p:txEl>
                                          </p:spTgt>
                                        </p:tgtEl>
                                        <p:attrNameLst>
                                          <p:attrName>style.visibility</p:attrName>
                                        </p:attrNameLst>
                                      </p:cBhvr>
                                      <p:to>
                                        <p:strVal val="visible"/>
                                      </p:to>
                                    </p:set>
                                    <p:animEffect transition="in" filter="wipe(left)">
                                      <p:cBhvr>
                                        <p:cTn id="17" dur="500"/>
                                        <p:tgtEl>
                                          <p:spTgt spid="16">
                                            <p:txEl>
                                              <p:pRg st="4" end="4"/>
                                            </p:txEl>
                                          </p:spTgt>
                                        </p:tgtEl>
                                      </p:cBhvr>
                                    </p:animEffect>
                                  </p:childTnLst>
                                </p:cTn>
                              </p:par>
                              <p:par>
                                <p:cTn id="18" presetID="1" presetClass="entr" presetSubtype="0" fill="hold" nodeType="withEffect">
                                  <p:stCondLst>
                                    <p:cond delay="0"/>
                                  </p:stCondLst>
                                  <p:childTnLst>
                                    <p:set>
                                      <p:cBhvr>
                                        <p:cTn id="19" dur="1" fill="hold">
                                          <p:stCondLst>
                                            <p:cond delay="0"/>
                                          </p:stCondLst>
                                        </p:cTn>
                                        <p:tgtEl>
                                          <p:spTgt spid="20"/>
                                        </p:tgtEl>
                                        <p:attrNameLst>
                                          <p:attrName>style.visibility</p:attrName>
                                        </p:attrNameLst>
                                      </p:cBhvr>
                                      <p:to>
                                        <p:strVal val="visible"/>
                                      </p:to>
                                    </p:set>
                                  </p:childTnLst>
                                </p:cTn>
                              </p:par>
                            </p:childTnLst>
                          </p:cTn>
                        </p:par>
                        <p:par>
                          <p:cTn id="20" fill="hold">
                            <p:stCondLst>
                              <p:cond delay="500"/>
                            </p:stCondLst>
                            <p:childTnLst>
                              <p:par>
                                <p:cTn id="21" presetID="10" presetClass="entr" presetSubtype="0" fill="hold" nodeType="afterEffect">
                                  <p:stCondLst>
                                    <p:cond delay="0"/>
                                  </p:stCondLst>
                                  <p:childTnLst>
                                    <p:set>
                                      <p:cBhvr>
                                        <p:cTn id="22" dur="1" fill="hold">
                                          <p:stCondLst>
                                            <p:cond delay="0"/>
                                          </p:stCondLst>
                                        </p:cTn>
                                        <p:tgtEl>
                                          <p:spTgt spid="21"/>
                                        </p:tgtEl>
                                        <p:attrNameLst>
                                          <p:attrName>style.visibility</p:attrName>
                                        </p:attrNameLst>
                                      </p:cBhvr>
                                      <p:to>
                                        <p:strVal val="visible"/>
                                      </p:to>
                                    </p:set>
                                    <p:animEffect transition="in" filter="fade">
                                      <p:cBhvr>
                                        <p:cTn id="23" dur="500"/>
                                        <p:tgtEl>
                                          <p:spTgt spid="21"/>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16">
                                            <p:txEl>
                                              <p:pRg st="5" end="5"/>
                                            </p:txEl>
                                          </p:spTgt>
                                        </p:tgtEl>
                                        <p:attrNameLst>
                                          <p:attrName>style.visibility</p:attrName>
                                        </p:attrNameLst>
                                      </p:cBhvr>
                                      <p:to>
                                        <p:strVal val="visible"/>
                                      </p:to>
                                    </p:set>
                                    <p:animEffect transition="in" filter="wipe(left)">
                                      <p:cBhvr>
                                        <p:cTn id="28" dur="500"/>
                                        <p:tgtEl>
                                          <p:spTgt spid="16">
                                            <p:txEl>
                                              <p:pRg st="5" end="5"/>
                                            </p:txEl>
                                          </p:spTgt>
                                        </p:tgtEl>
                                      </p:cBhvr>
                                    </p:animEffect>
                                  </p:childTnLst>
                                </p:cTn>
                              </p:par>
                              <p:par>
                                <p:cTn id="29" presetID="22" presetClass="entr" presetSubtype="8" fill="hold" nodeType="withEffect">
                                  <p:stCondLst>
                                    <p:cond delay="0"/>
                                  </p:stCondLst>
                                  <p:childTnLst>
                                    <p:set>
                                      <p:cBhvr>
                                        <p:cTn id="30" dur="1" fill="hold">
                                          <p:stCondLst>
                                            <p:cond delay="0"/>
                                          </p:stCondLst>
                                        </p:cTn>
                                        <p:tgtEl>
                                          <p:spTgt spid="16">
                                            <p:txEl>
                                              <p:pRg st="6" end="6"/>
                                            </p:txEl>
                                          </p:spTgt>
                                        </p:tgtEl>
                                        <p:attrNameLst>
                                          <p:attrName>style.visibility</p:attrName>
                                        </p:attrNameLst>
                                      </p:cBhvr>
                                      <p:to>
                                        <p:strVal val="visible"/>
                                      </p:to>
                                    </p:set>
                                    <p:animEffect transition="in" filter="wipe(left)">
                                      <p:cBhvr>
                                        <p:cTn id="31" dur="500"/>
                                        <p:tgtEl>
                                          <p:spTgt spid="16">
                                            <p:txEl>
                                              <p:pRg st="6" end="6"/>
                                            </p:txEl>
                                          </p:spTgt>
                                        </p:tgtEl>
                                      </p:cBhvr>
                                    </p:animEffect>
                                  </p:childTnLst>
                                </p:cTn>
                              </p:par>
                              <p:par>
                                <p:cTn id="32" presetID="1" presetClass="entr" presetSubtype="0" fill="hold" nodeType="withEffect">
                                  <p:stCondLst>
                                    <p:cond delay="0"/>
                                  </p:stCondLst>
                                  <p:childTnLst>
                                    <p:set>
                                      <p:cBhvr>
                                        <p:cTn id="33" dur="1" fill="hold">
                                          <p:stCondLst>
                                            <p:cond delay="0"/>
                                          </p:stCondLst>
                                        </p:cTn>
                                        <p:tgtEl>
                                          <p:spTgt spid="22"/>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16">
                                            <p:txEl>
                                              <p:pRg st="7" end="7"/>
                                            </p:txEl>
                                          </p:spTgt>
                                        </p:tgtEl>
                                        <p:attrNameLst>
                                          <p:attrName>style.visibility</p:attrName>
                                        </p:attrNameLst>
                                      </p:cBhvr>
                                      <p:to>
                                        <p:strVal val="visible"/>
                                      </p:to>
                                    </p:set>
                                    <p:animEffect transition="in" filter="wipe(left)">
                                      <p:cBhvr>
                                        <p:cTn id="38" dur="500"/>
                                        <p:tgtEl>
                                          <p:spTgt spid="16">
                                            <p:txEl>
                                              <p:pRg st="7" end="7"/>
                                            </p:txEl>
                                          </p:spTgt>
                                        </p:tgtEl>
                                      </p:cBhvr>
                                    </p:animEffect>
                                  </p:childTnLst>
                                </p:cTn>
                              </p:par>
                              <p:par>
                                <p:cTn id="39" presetID="1" presetClass="entr" presetSubtype="0" fill="hold" nodeType="withEffect">
                                  <p:stCondLst>
                                    <p:cond delay="0"/>
                                  </p:stCondLst>
                                  <p:childTnLst>
                                    <p:set>
                                      <p:cBhvr>
                                        <p:cTn id="40" dur="1" fill="hold">
                                          <p:stCondLst>
                                            <p:cond delay="0"/>
                                          </p:stCondLst>
                                        </p:cTn>
                                        <p:tgtEl>
                                          <p:spTgt spid="2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16">
                                            <p:txEl>
                                              <p:pRg st="8" end="8"/>
                                            </p:txEl>
                                          </p:spTgt>
                                        </p:tgtEl>
                                        <p:attrNameLst>
                                          <p:attrName>style.visibility</p:attrName>
                                        </p:attrNameLst>
                                      </p:cBhvr>
                                      <p:to>
                                        <p:strVal val="visible"/>
                                      </p:to>
                                    </p:set>
                                    <p:animEffect transition="in" filter="wipe(left)">
                                      <p:cBhvr>
                                        <p:cTn id="45" dur="500"/>
                                        <p:tgtEl>
                                          <p:spTgt spid="16">
                                            <p:txEl>
                                              <p:pRg st="8" end="8"/>
                                            </p:txEl>
                                          </p:spTgt>
                                        </p:tgtEl>
                                      </p:cBhvr>
                                    </p:animEffect>
                                  </p:childTnLst>
                                </p:cTn>
                              </p:par>
                              <p:par>
                                <p:cTn id="46" presetID="22" presetClass="entr" presetSubtype="8" fill="hold" nodeType="withEffect">
                                  <p:stCondLst>
                                    <p:cond delay="0"/>
                                  </p:stCondLst>
                                  <p:childTnLst>
                                    <p:set>
                                      <p:cBhvr>
                                        <p:cTn id="47" dur="1" fill="hold">
                                          <p:stCondLst>
                                            <p:cond delay="0"/>
                                          </p:stCondLst>
                                        </p:cTn>
                                        <p:tgtEl>
                                          <p:spTgt spid="16">
                                            <p:txEl>
                                              <p:pRg st="9" end="9"/>
                                            </p:txEl>
                                          </p:spTgt>
                                        </p:tgtEl>
                                        <p:attrNameLst>
                                          <p:attrName>style.visibility</p:attrName>
                                        </p:attrNameLst>
                                      </p:cBhvr>
                                      <p:to>
                                        <p:strVal val="visible"/>
                                      </p:to>
                                    </p:set>
                                    <p:animEffect transition="in" filter="wipe(left)">
                                      <p:cBhvr>
                                        <p:cTn id="48" dur="500"/>
                                        <p:tgtEl>
                                          <p:spTgt spid="16">
                                            <p:txEl>
                                              <p:pRg st="9" end="9"/>
                                            </p:txEl>
                                          </p:spTgt>
                                        </p:tgtEl>
                                      </p:cBhvr>
                                    </p:animEffect>
                                  </p:childTnLst>
                                </p:cTn>
                              </p:par>
                              <p:par>
                                <p:cTn id="49" presetID="1" presetClass="entr" presetSubtype="0" fill="hold" nodeType="withEffect">
                                  <p:stCondLst>
                                    <p:cond delay="0"/>
                                  </p:stCondLst>
                                  <p:childTnLst>
                                    <p:set>
                                      <p:cBhvr>
                                        <p:cTn id="50"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5" name="Picture 4" descr="A picture containing drawing, room&#10;&#10;Description automatically generated">
            <a:extLst>
              <a:ext uri="{FF2B5EF4-FFF2-40B4-BE49-F238E27FC236}">
                <a16:creationId xmlns:a16="http://schemas.microsoft.com/office/drawing/2014/main" id="{772FD5BD-8976-41B3-BD48-354AD1AA7ADC}"/>
              </a:ext>
            </a:extLst>
          </p:cNvPr>
          <p:cNvPicPr>
            <a:picLocks noChangeAspect="1"/>
          </p:cNvPicPr>
          <p:nvPr/>
        </p:nvPicPr>
        <p:blipFill>
          <a:blip r:embed="rId2">
            <a:alphaModFix amt="70000"/>
            <a:extLst>
              <a:ext uri="{28A0092B-C50C-407E-A947-70E740481C1C}">
                <a14:useLocalDpi xmlns:a14="http://schemas.microsoft.com/office/drawing/2010/main" val="0"/>
              </a:ext>
            </a:extLst>
          </a:blip>
          <a:stretch>
            <a:fillRect/>
          </a:stretch>
        </p:blipFill>
        <p:spPr>
          <a:xfrm>
            <a:off x="6753726" y="64839"/>
            <a:ext cx="5438274" cy="6793161"/>
          </a:xfrm>
          <a:prstGeom prst="rect">
            <a:avLst/>
          </a:prstGeom>
        </p:spPr>
      </p:pic>
      <p:sp>
        <p:nvSpPr>
          <p:cNvPr id="13" name="Freeform: Shape 12">
            <a:extLst>
              <a:ext uri="{FF2B5EF4-FFF2-40B4-BE49-F238E27FC236}">
                <a16:creationId xmlns:a16="http://schemas.microsoft.com/office/drawing/2014/main" id="{594DF0EB-A684-466A-904B-1EAEA65E0A68}"/>
              </a:ext>
            </a:extLst>
          </p:cNvPr>
          <p:cNvSpPr/>
          <p:nvPr/>
        </p:nvSpPr>
        <p:spPr>
          <a:xfrm>
            <a:off x="-14025" y="-967473"/>
            <a:ext cx="1346200" cy="12192000"/>
          </a:xfrm>
          <a:custGeom>
            <a:avLst/>
            <a:gdLst>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7439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7439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7439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7439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46200" h="12192000">
                <a:moveTo>
                  <a:pt x="1346200" y="0"/>
                </a:moveTo>
                <a:lnTo>
                  <a:pt x="1346200" y="5120642"/>
                </a:lnTo>
                <a:cubicBezTo>
                  <a:pt x="1333399" y="5710744"/>
                  <a:pt x="787198" y="5554087"/>
                  <a:pt x="774397" y="6090849"/>
                </a:cubicBezTo>
                <a:cubicBezTo>
                  <a:pt x="782118" y="6684385"/>
                  <a:pt x="1341019" y="6470200"/>
                  <a:pt x="1346200" y="7117076"/>
                </a:cubicBezTo>
                <a:lnTo>
                  <a:pt x="1346200" y="12192000"/>
                </a:lnTo>
                <a:lnTo>
                  <a:pt x="0" y="12192000"/>
                </a:lnTo>
                <a:lnTo>
                  <a:pt x="0" y="0"/>
                </a:lnTo>
                <a:lnTo>
                  <a:pt x="134620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p>
        </p:txBody>
      </p:sp>
      <p:pic>
        <p:nvPicPr>
          <p:cNvPr id="15" name="Picture 14">
            <a:extLst>
              <a:ext uri="{FF2B5EF4-FFF2-40B4-BE49-F238E27FC236}">
                <a16:creationId xmlns:a16="http://schemas.microsoft.com/office/drawing/2014/main" id="{6519C8F1-3CBA-40C8-AFA2-B3824C68F591}"/>
              </a:ext>
            </a:extLst>
          </p:cNvPr>
          <p:cNvPicPr>
            <a:picLocks noChangeAspect="1"/>
          </p:cNvPicPr>
          <p:nvPr/>
        </p:nvPicPr>
        <p:blipFill>
          <a:blip r:embed="rId3"/>
          <a:stretch>
            <a:fillRect/>
          </a:stretch>
        </p:blipFill>
        <p:spPr>
          <a:xfrm>
            <a:off x="896273" y="4692625"/>
            <a:ext cx="871804" cy="871804"/>
          </a:xfrm>
          <a:prstGeom prst="rect">
            <a:avLst/>
          </a:prstGeom>
        </p:spPr>
      </p:pic>
      <p:sp>
        <p:nvSpPr>
          <p:cNvPr id="17" name="TextBox 16">
            <a:extLst>
              <a:ext uri="{FF2B5EF4-FFF2-40B4-BE49-F238E27FC236}">
                <a16:creationId xmlns:a16="http://schemas.microsoft.com/office/drawing/2014/main" id="{289A4C0E-3165-4E77-BD10-C135A043522D}"/>
              </a:ext>
            </a:extLst>
          </p:cNvPr>
          <p:cNvSpPr txBox="1"/>
          <p:nvPr/>
        </p:nvSpPr>
        <p:spPr>
          <a:xfrm>
            <a:off x="2014862" y="0"/>
            <a:ext cx="10005342" cy="1477328"/>
          </a:xfrm>
          <a:prstGeom prst="rect">
            <a:avLst/>
          </a:prstGeom>
          <a:noFill/>
        </p:spPr>
        <p:txBody>
          <a:bodyPr wrap="square" rtlCol="0">
            <a:spAutoFit/>
          </a:bodyPr>
          <a:lstStyle/>
          <a:p>
            <a:r>
              <a:rPr lang="en-AU" sz="3000" dirty="0"/>
              <a:t>Infertility problems happen on an average to 1 in 8 couples. How would the following affect the ability to conceive a child, and which ART would you recommend?</a:t>
            </a:r>
          </a:p>
        </p:txBody>
      </p:sp>
      <p:sp>
        <p:nvSpPr>
          <p:cNvPr id="19" name="Oval 18">
            <a:extLst>
              <a:ext uri="{FF2B5EF4-FFF2-40B4-BE49-F238E27FC236}">
                <a16:creationId xmlns:a16="http://schemas.microsoft.com/office/drawing/2014/main" id="{01D84DFB-BE93-4317-94EF-920661F95410}"/>
              </a:ext>
            </a:extLst>
          </p:cNvPr>
          <p:cNvSpPr/>
          <p:nvPr/>
        </p:nvSpPr>
        <p:spPr>
          <a:xfrm>
            <a:off x="1438582" y="1850681"/>
            <a:ext cx="3061047" cy="2645148"/>
          </a:xfrm>
          <a:prstGeom prst="ellipse">
            <a:avLst/>
          </a:prstGeom>
          <a:solidFill>
            <a:srgbClr val="094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400" b="1" dirty="0"/>
              <a:t>1. A 39 year old female is trying to conceive and cannot fall pregnant. </a:t>
            </a:r>
          </a:p>
        </p:txBody>
      </p:sp>
      <p:sp>
        <p:nvSpPr>
          <p:cNvPr id="21" name="Oval 20">
            <a:extLst>
              <a:ext uri="{FF2B5EF4-FFF2-40B4-BE49-F238E27FC236}">
                <a16:creationId xmlns:a16="http://schemas.microsoft.com/office/drawing/2014/main" id="{81A32B46-BBD6-48DE-BFA8-F06FFE133402}"/>
              </a:ext>
            </a:extLst>
          </p:cNvPr>
          <p:cNvSpPr/>
          <p:nvPr/>
        </p:nvSpPr>
        <p:spPr>
          <a:xfrm>
            <a:off x="4291264" y="3617804"/>
            <a:ext cx="2294022" cy="21496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AutoNum type="alphaLcParenR"/>
            </a:pPr>
            <a:endParaRPr lang="en-AU" dirty="0"/>
          </a:p>
          <a:p>
            <a:pPr algn="ctr"/>
            <a:r>
              <a:rPr lang="en-AU" sz="2400" b="1" dirty="0"/>
              <a:t>2. A male has a low sperm count.</a:t>
            </a:r>
          </a:p>
        </p:txBody>
      </p:sp>
      <p:sp>
        <p:nvSpPr>
          <p:cNvPr id="23" name="Oval 22">
            <a:extLst>
              <a:ext uri="{FF2B5EF4-FFF2-40B4-BE49-F238E27FC236}">
                <a16:creationId xmlns:a16="http://schemas.microsoft.com/office/drawing/2014/main" id="{E2EF87D3-F36E-412D-9AA8-BE69504A5633}"/>
              </a:ext>
            </a:extLst>
          </p:cNvPr>
          <p:cNvSpPr/>
          <p:nvPr/>
        </p:nvSpPr>
        <p:spPr>
          <a:xfrm>
            <a:off x="6253375" y="1713636"/>
            <a:ext cx="2919664" cy="2534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400" b="1" dirty="0"/>
              <a:t>3. A 28 year old female has blocked fallopian tubes. </a:t>
            </a:r>
          </a:p>
        </p:txBody>
      </p:sp>
    </p:spTree>
    <p:extLst>
      <p:ext uri="{BB962C8B-B14F-4D97-AF65-F5344CB8AC3E}">
        <p14:creationId xmlns:p14="http://schemas.microsoft.com/office/powerpoint/2010/main" val="40754025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000" b="-1000"/>
          </a:stretch>
        </a:blipFill>
        <a:effectLst/>
      </p:bgPr>
    </p:bg>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B66367D4-5293-4053-B084-81AB8EF18138}"/>
              </a:ext>
            </a:extLst>
          </p:cNvPr>
          <p:cNvSpPr txBox="1"/>
          <p:nvPr/>
        </p:nvSpPr>
        <p:spPr>
          <a:xfrm>
            <a:off x="1805619" y="0"/>
            <a:ext cx="10251195" cy="1477328"/>
          </a:xfrm>
          <a:prstGeom prst="rect">
            <a:avLst/>
          </a:prstGeom>
          <a:noFill/>
        </p:spPr>
        <p:txBody>
          <a:bodyPr wrap="square" rtlCol="0">
            <a:spAutoFit/>
          </a:bodyPr>
          <a:lstStyle/>
          <a:p>
            <a:r>
              <a:rPr lang="en-AU" sz="3000" dirty="0"/>
              <a:t>Infertility problems happen on an average to 1 in 8 couples. How would the following affect the ability to conceive a child, and which ART would you recommend?</a:t>
            </a:r>
          </a:p>
        </p:txBody>
      </p:sp>
      <p:sp>
        <p:nvSpPr>
          <p:cNvPr id="22" name="Freeform: Shape 21">
            <a:extLst>
              <a:ext uri="{FF2B5EF4-FFF2-40B4-BE49-F238E27FC236}">
                <a16:creationId xmlns:a16="http://schemas.microsoft.com/office/drawing/2014/main" id="{73F0ABE8-F703-4FAC-8D9C-FB34FEBD081C}"/>
              </a:ext>
            </a:extLst>
          </p:cNvPr>
          <p:cNvSpPr/>
          <p:nvPr/>
        </p:nvSpPr>
        <p:spPr>
          <a:xfrm>
            <a:off x="7016" y="-4387045"/>
            <a:ext cx="1346200" cy="12192000"/>
          </a:xfrm>
          <a:custGeom>
            <a:avLst/>
            <a:gdLst>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7439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7439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7439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7439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46200" h="12192000">
                <a:moveTo>
                  <a:pt x="1346200" y="0"/>
                </a:moveTo>
                <a:lnTo>
                  <a:pt x="1346200" y="5120642"/>
                </a:lnTo>
                <a:cubicBezTo>
                  <a:pt x="1333399" y="5710744"/>
                  <a:pt x="787198" y="5554087"/>
                  <a:pt x="774397" y="6090849"/>
                </a:cubicBezTo>
                <a:cubicBezTo>
                  <a:pt x="782118" y="6684385"/>
                  <a:pt x="1341019" y="6470200"/>
                  <a:pt x="1346200" y="7117076"/>
                </a:cubicBezTo>
                <a:lnTo>
                  <a:pt x="1346200" y="12192000"/>
                </a:lnTo>
                <a:lnTo>
                  <a:pt x="0" y="12192000"/>
                </a:lnTo>
                <a:lnTo>
                  <a:pt x="0" y="0"/>
                </a:lnTo>
                <a:lnTo>
                  <a:pt x="134620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p>
        </p:txBody>
      </p:sp>
      <p:pic>
        <p:nvPicPr>
          <p:cNvPr id="9" name="Picture 8">
            <a:extLst>
              <a:ext uri="{FF2B5EF4-FFF2-40B4-BE49-F238E27FC236}">
                <a16:creationId xmlns:a16="http://schemas.microsoft.com/office/drawing/2014/main" id="{F64F9867-E8A7-4B31-8077-FDAE9CFF1D4B}"/>
              </a:ext>
            </a:extLst>
          </p:cNvPr>
          <p:cNvPicPr>
            <a:picLocks noChangeAspect="1"/>
          </p:cNvPicPr>
          <p:nvPr/>
        </p:nvPicPr>
        <p:blipFill>
          <a:blip r:embed="rId3"/>
          <a:stretch>
            <a:fillRect/>
          </a:stretch>
        </p:blipFill>
        <p:spPr>
          <a:xfrm>
            <a:off x="927719" y="1273053"/>
            <a:ext cx="877900" cy="871804"/>
          </a:xfrm>
          <a:prstGeom prst="rect">
            <a:avLst/>
          </a:prstGeom>
        </p:spPr>
      </p:pic>
      <p:sp>
        <p:nvSpPr>
          <p:cNvPr id="10" name="Oval 9">
            <a:extLst>
              <a:ext uri="{FF2B5EF4-FFF2-40B4-BE49-F238E27FC236}">
                <a16:creationId xmlns:a16="http://schemas.microsoft.com/office/drawing/2014/main" id="{B56E17F4-BEC1-47F7-9AFD-160C5451637B}"/>
              </a:ext>
            </a:extLst>
          </p:cNvPr>
          <p:cNvSpPr/>
          <p:nvPr/>
        </p:nvSpPr>
        <p:spPr>
          <a:xfrm>
            <a:off x="1438582" y="1850681"/>
            <a:ext cx="3061047" cy="2645148"/>
          </a:xfrm>
          <a:prstGeom prst="ellipse">
            <a:avLst/>
          </a:prstGeom>
          <a:solidFill>
            <a:srgbClr val="094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400" b="1" dirty="0"/>
              <a:t>1. A 39 year old female is trying to conceive and cannot fall pregnant. </a:t>
            </a:r>
          </a:p>
        </p:txBody>
      </p:sp>
      <p:sp>
        <p:nvSpPr>
          <p:cNvPr id="12" name="Oval 11">
            <a:extLst>
              <a:ext uri="{FF2B5EF4-FFF2-40B4-BE49-F238E27FC236}">
                <a16:creationId xmlns:a16="http://schemas.microsoft.com/office/drawing/2014/main" id="{DD66570C-DE9A-4AED-9FA1-3E68A9E66C41}"/>
              </a:ext>
            </a:extLst>
          </p:cNvPr>
          <p:cNvSpPr/>
          <p:nvPr/>
        </p:nvSpPr>
        <p:spPr>
          <a:xfrm>
            <a:off x="4267201" y="1716505"/>
            <a:ext cx="5549030" cy="4968081"/>
          </a:xfrm>
          <a:prstGeom prst="ellipse">
            <a:avLst/>
          </a:prstGeom>
          <a:solidFill>
            <a:schemeClr val="accent5">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000" b="1" dirty="0">
                <a:solidFill>
                  <a:schemeClr val="bg1"/>
                </a:solidFill>
              </a:rPr>
              <a:t>Fertility is greatly decreased with the age of the woman. </a:t>
            </a:r>
            <a:r>
              <a:rPr lang="en-AU" sz="2000" dirty="0">
                <a:solidFill>
                  <a:schemeClr val="bg1"/>
                </a:solidFill>
              </a:rPr>
              <a:t>She may just need ovulation stimulation with injections to increase the number of eggs produced, and monitor when ovulation occurs. At the same time, the male’s sperm would be evaluated for sperm count and mobility.  If the latter is good, doctors would let nature take its course, or she might have intra-uterine at the time of ovulation to ensure fertilisation occurs. </a:t>
            </a:r>
          </a:p>
        </p:txBody>
      </p:sp>
    </p:spTree>
    <p:extLst>
      <p:ext uri="{BB962C8B-B14F-4D97-AF65-F5344CB8AC3E}">
        <p14:creationId xmlns:p14="http://schemas.microsoft.com/office/powerpoint/2010/main" val="2693246747"/>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000" b="-1000"/>
          </a:stretch>
        </a:blipFill>
        <a:effectLst/>
      </p:bgPr>
    </p:bg>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B66367D4-5293-4053-B084-81AB8EF18138}"/>
              </a:ext>
            </a:extLst>
          </p:cNvPr>
          <p:cNvSpPr txBox="1"/>
          <p:nvPr/>
        </p:nvSpPr>
        <p:spPr>
          <a:xfrm>
            <a:off x="1590837" y="20602"/>
            <a:ext cx="10632908" cy="1569660"/>
          </a:xfrm>
          <a:prstGeom prst="rect">
            <a:avLst/>
          </a:prstGeom>
          <a:noFill/>
        </p:spPr>
        <p:txBody>
          <a:bodyPr wrap="square" rtlCol="0">
            <a:spAutoFit/>
          </a:bodyPr>
          <a:lstStyle/>
          <a:p>
            <a:r>
              <a:rPr lang="en-AU" sz="3200" dirty="0"/>
              <a:t>Infertility problems happen on an average to 1 in 8 couples. How would the following affect the ability to conceive a child, and which ART would you recommend?</a:t>
            </a:r>
          </a:p>
        </p:txBody>
      </p:sp>
      <p:pic>
        <p:nvPicPr>
          <p:cNvPr id="3" name="Picture 2">
            <a:extLst>
              <a:ext uri="{FF2B5EF4-FFF2-40B4-BE49-F238E27FC236}">
                <a16:creationId xmlns:a16="http://schemas.microsoft.com/office/drawing/2014/main" id="{27F8F93D-6691-4166-8B95-BEED4395EE70}"/>
              </a:ext>
            </a:extLst>
          </p:cNvPr>
          <p:cNvPicPr>
            <a:picLocks noChangeAspect="1"/>
          </p:cNvPicPr>
          <p:nvPr/>
        </p:nvPicPr>
        <p:blipFill>
          <a:blip r:embed="rId3"/>
          <a:stretch>
            <a:fillRect/>
          </a:stretch>
        </p:blipFill>
        <p:spPr>
          <a:xfrm>
            <a:off x="894969" y="2514051"/>
            <a:ext cx="877900" cy="871804"/>
          </a:xfrm>
          <a:prstGeom prst="rect">
            <a:avLst/>
          </a:prstGeom>
        </p:spPr>
      </p:pic>
      <p:sp>
        <p:nvSpPr>
          <p:cNvPr id="8" name="Freeform: Shape 7">
            <a:extLst>
              <a:ext uri="{FF2B5EF4-FFF2-40B4-BE49-F238E27FC236}">
                <a16:creationId xmlns:a16="http://schemas.microsoft.com/office/drawing/2014/main" id="{1BA5AEE9-EA9E-4C80-9D66-33116808A542}"/>
              </a:ext>
            </a:extLst>
          </p:cNvPr>
          <p:cNvSpPr/>
          <p:nvPr/>
        </p:nvSpPr>
        <p:spPr>
          <a:xfrm>
            <a:off x="31979" y="-3146047"/>
            <a:ext cx="1346200" cy="12192000"/>
          </a:xfrm>
          <a:custGeom>
            <a:avLst/>
            <a:gdLst>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7439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7439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7439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7439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46200" h="12192000">
                <a:moveTo>
                  <a:pt x="1346200" y="0"/>
                </a:moveTo>
                <a:lnTo>
                  <a:pt x="1346200" y="5120642"/>
                </a:lnTo>
                <a:cubicBezTo>
                  <a:pt x="1333399" y="5710744"/>
                  <a:pt x="787198" y="5554087"/>
                  <a:pt x="774397" y="6090849"/>
                </a:cubicBezTo>
                <a:cubicBezTo>
                  <a:pt x="782118" y="6684385"/>
                  <a:pt x="1341019" y="6470200"/>
                  <a:pt x="1346200" y="7117076"/>
                </a:cubicBezTo>
                <a:lnTo>
                  <a:pt x="1346200" y="12192000"/>
                </a:lnTo>
                <a:lnTo>
                  <a:pt x="0" y="12192000"/>
                </a:lnTo>
                <a:lnTo>
                  <a:pt x="0" y="0"/>
                </a:lnTo>
                <a:lnTo>
                  <a:pt x="134620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p>
        </p:txBody>
      </p:sp>
      <p:sp>
        <p:nvSpPr>
          <p:cNvPr id="45" name="Oval 44">
            <a:extLst>
              <a:ext uri="{FF2B5EF4-FFF2-40B4-BE49-F238E27FC236}">
                <a16:creationId xmlns:a16="http://schemas.microsoft.com/office/drawing/2014/main" id="{C99E1818-B9F1-45C9-B9AA-D67ABFE079F9}"/>
              </a:ext>
            </a:extLst>
          </p:cNvPr>
          <p:cNvSpPr/>
          <p:nvPr/>
        </p:nvSpPr>
        <p:spPr>
          <a:xfrm>
            <a:off x="2251301" y="1707820"/>
            <a:ext cx="2294022" cy="21496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AutoNum type="alphaLcParenR"/>
            </a:pPr>
            <a:endParaRPr lang="en-AU" dirty="0"/>
          </a:p>
          <a:p>
            <a:pPr algn="ctr"/>
            <a:r>
              <a:rPr lang="en-AU" sz="2400" b="1" dirty="0"/>
              <a:t>2. A male has a low sperm count.</a:t>
            </a:r>
          </a:p>
        </p:txBody>
      </p:sp>
      <p:sp>
        <p:nvSpPr>
          <p:cNvPr id="46" name="Oval 45">
            <a:extLst>
              <a:ext uri="{FF2B5EF4-FFF2-40B4-BE49-F238E27FC236}">
                <a16:creationId xmlns:a16="http://schemas.microsoft.com/office/drawing/2014/main" id="{149E6043-3120-431C-A30B-904EE722DD25}"/>
              </a:ext>
            </a:extLst>
          </p:cNvPr>
          <p:cNvSpPr/>
          <p:nvPr/>
        </p:nvSpPr>
        <p:spPr>
          <a:xfrm>
            <a:off x="4304586" y="1655798"/>
            <a:ext cx="5649913" cy="5181600"/>
          </a:xfrm>
          <a:prstGeom prst="ellipse">
            <a:avLst/>
          </a:prstGeom>
          <a:solidFill>
            <a:schemeClr val="accent5">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000" b="1" dirty="0">
                <a:solidFill>
                  <a:schemeClr val="bg1"/>
                </a:solidFill>
              </a:rPr>
              <a:t>Fertility can be affected when the number or quality of sperm produced is low. </a:t>
            </a:r>
            <a:r>
              <a:rPr lang="en-AU" sz="2000" dirty="0">
                <a:solidFill>
                  <a:schemeClr val="bg1"/>
                </a:solidFill>
              </a:rPr>
              <a:t>Doctors might observe a sample under a microscope, and recommend external fertilisation or IVF, where a few eggs are produced by an injection of Ovulation Stimulation hormones, and at ovulation, are collected, and fertilised with the male’s sperm. The embryos are then implanted back into the uterus of the female. </a:t>
            </a:r>
          </a:p>
        </p:txBody>
      </p:sp>
    </p:spTree>
    <p:extLst>
      <p:ext uri="{BB962C8B-B14F-4D97-AF65-F5344CB8AC3E}">
        <p14:creationId xmlns:p14="http://schemas.microsoft.com/office/powerpoint/2010/main" val="534882230"/>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000" b="-1000"/>
          </a:stretch>
        </a:blipFill>
        <a:effectLst/>
      </p:bgPr>
    </p:bg>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B66367D4-5293-4053-B084-81AB8EF18138}"/>
              </a:ext>
            </a:extLst>
          </p:cNvPr>
          <p:cNvSpPr txBox="1"/>
          <p:nvPr/>
        </p:nvSpPr>
        <p:spPr>
          <a:xfrm>
            <a:off x="1525258" y="46127"/>
            <a:ext cx="9613797" cy="1477328"/>
          </a:xfrm>
          <a:prstGeom prst="rect">
            <a:avLst/>
          </a:prstGeom>
          <a:noFill/>
        </p:spPr>
        <p:txBody>
          <a:bodyPr wrap="square" rtlCol="0">
            <a:spAutoFit/>
          </a:bodyPr>
          <a:lstStyle/>
          <a:p>
            <a:r>
              <a:rPr lang="en-AU" sz="3000" dirty="0"/>
              <a:t>Infertility problems happen on an average to 1 in 8 couples. How would the following affect the ability to conceive a child, and which ART would you recommend?</a:t>
            </a:r>
          </a:p>
        </p:txBody>
      </p:sp>
      <p:pic>
        <p:nvPicPr>
          <p:cNvPr id="3" name="Picture 2">
            <a:extLst>
              <a:ext uri="{FF2B5EF4-FFF2-40B4-BE49-F238E27FC236}">
                <a16:creationId xmlns:a16="http://schemas.microsoft.com/office/drawing/2014/main" id="{FC424931-6287-4089-86E4-7DE55550BAE0}"/>
              </a:ext>
            </a:extLst>
          </p:cNvPr>
          <p:cNvPicPr>
            <a:picLocks noChangeAspect="1"/>
          </p:cNvPicPr>
          <p:nvPr/>
        </p:nvPicPr>
        <p:blipFill>
          <a:blip r:embed="rId3"/>
          <a:stretch>
            <a:fillRect/>
          </a:stretch>
        </p:blipFill>
        <p:spPr>
          <a:xfrm>
            <a:off x="901853" y="3686297"/>
            <a:ext cx="877900" cy="871804"/>
          </a:xfrm>
          <a:prstGeom prst="rect">
            <a:avLst/>
          </a:prstGeom>
        </p:spPr>
      </p:pic>
      <p:sp>
        <p:nvSpPr>
          <p:cNvPr id="4" name="Freeform: Shape 3">
            <a:extLst>
              <a:ext uri="{FF2B5EF4-FFF2-40B4-BE49-F238E27FC236}">
                <a16:creationId xmlns:a16="http://schemas.microsoft.com/office/drawing/2014/main" id="{E1A373C6-E669-44C2-8B4B-F0F955EAE681}"/>
              </a:ext>
            </a:extLst>
          </p:cNvPr>
          <p:cNvSpPr/>
          <p:nvPr/>
        </p:nvSpPr>
        <p:spPr>
          <a:xfrm>
            <a:off x="-5397" y="-1973801"/>
            <a:ext cx="1346200" cy="12192000"/>
          </a:xfrm>
          <a:custGeom>
            <a:avLst/>
            <a:gdLst>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64485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5153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7439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7439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7439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 name="connsiteX0" fmla="*/ 1346200 w 1346200"/>
              <a:gd name="connsiteY0" fmla="*/ 0 h 12192000"/>
              <a:gd name="connsiteX1" fmla="*/ 1346200 w 1346200"/>
              <a:gd name="connsiteY1" fmla="*/ 5120642 h 12192000"/>
              <a:gd name="connsiteX2" fmla="*/ 774397 w 1346200"/>
              <a:gd name="connsiteY2" fmla="*/ 6090849 h 12192000"/>
              <a:gd name="connsiteX3" fmla="*/ 1346200 w 1346200"/>
              <a:gd name="connsiteY3" fmla="*/ 7117076 h 12192000"/>
              <a:gd name="connsiteX4" fmla="*/ 1346200 w 1346200"/>
              <a:gd name="connsiteY4" fmla="*/ 12192000 h 12192000"/>
              <a:gd name="connsiteX5" fmla="*/ 0 w 1346200"/>
              <a:gd name="connsiteY5" fmla="*/ 12192000 h 12192000"/>
              <a:gd name="connsiteX6" fmla="*/ 0 w 1346200"/>
              <a:gd name="connsiteY6" fmla="*/ 0 h 12192000"/>
              <a:gd name="connsiteX7" fmla="*/ 1346200 w 1346200"/>
              <a:gd name="connsiteY7" fmla="*/ 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46200" h="12192000">
                <a:moveTo>
                  <a:pt x="1346200" y="0"/>
                </a:moveTo>
                <a:lnTo>
                  <a:pt x="1346200" y="5120642"/>
                </a:lnTo>
                <a:cubicBezTo>
                  <a:pt x="1333399" y="5710744"/>
                  <a:pt x="787198" y="5554087"/>
                  <a:pt x="774397" y="6090849"/>
                </a:cubicBezTo>
                <a:cubicBezTo>
                  <a:pt x="782118" y="6684385"/>
                  <a:pt x="1341019" y="6470200"/>
                  <a:pt x="1346200" y="7117076"/>
                </a:cubicBezTo>
                <a:lnTo>
                  <a:pt x="1346200" y="12192000"/>
                </a:lnTo>
                <a:lnTo>
                  <a:pt x="0" y="12192000"/>
                </a:lnTo>
                <a:lnTo>
                  <a:pt x="0" y="0"/>
                </a:lnTo>
                <a:lnTo>
                  <a:pt x="134620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p>
        </p:txBody>
      </p:sp>
      <p:sp>
        <p:nvSpPr>
          <p:cNvPr id="6" name="Oval 5">
            <a:extLst>
              <a:ext uri="{FF2B5EF4-FFF2-40B4-BE49-F238E27FC236}">
                <a16:creationId xmlns:a16="http://schemas.microsoft.com/office/drawing/2014/main" id="{8B8595C5-854E-439E-AAA1-43C47B4EA42B}"/>
              </a:ext>
            </a:extLst>
          </p:cNvPr>
          <p:cNvSpPr/>
          <p:nvPr/>
        </p:nvSpPr>
        <p:spPr>
          <a:xfrm>
            <a:off x="1779753" y="1587547"/>
            <a:ext cx="2919664" cy="2534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400" b="1" dirty="0"/>
              <a:t>3. A 28 year old female has blocked fallopian tubes. </a:t>
            </a:r>
          </a:p>
        </p:txBody>
      </p:sp>
      <p:sp>
        <p:nvSpPr>
          <p:cNvPr id="7" name="Oval 6">
            <a:extLst>
              <a:ext uri="{FF2B5EF4-FFF2-40B4-BE49-F238E27FC236}">
                <a16:creationId xmlns:a16="http://schemas.microsoft.com/office/drawing/2014/main" id="{F6E68890-7B31-472F-93DE-DC62A34B3351}"/>
              </a:ext>
            </a:extLst>
          </p:cNvPr>
          <p:cNvSpPr/>
          <p:nvPr/>
        </p:nvSpPr>
        <p:spPr>
          <a:xfrm>
            <a:off x="4699417" y="2077452"/>
            <a:ext cx="4578734" cy="4219074"/>
          </a:xfrm>
          <a:prstGeom prst="ellipse">
            <a:avLst/>
          </a:prstGeom>
          <a:solidFill>
            <a:schemeClr val="accent5">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000" b="1" dirty="0">
                <a:solidFill>
                  <a:schemeClr val="bg1"/>
                </a:solidFill>
              </a:rPr>
              <a:t>Blocked fallopian tubes means that the egg which is produced each month cannot travel down the fallopian tubes, nor can the sperm get to the egg.  Therefore the egg cannot be fertilised.  </a:t>
            </a:r>
            <a:r>
              <a:rPr lang="en-AU" sz="2000" dirty="0">
                <a:solidFill>
                  <a:schemeClr val="bg1"/>
                </a:solidFill>
              </a:rPr>
              <a:t>She would need to undergo IVF (see above answer)</a:t>
            </a:r>
          </a:p>
        </p:txBody>
      </p:sp>
    </p:spTree>
    <p:extLst>
      <p:ext uri="{BB962C8B-B14F-4D97-AF65-F5344CB8AC3E}">
        <p14:creationId xmlns:p14="http://schemas.microsoft.com/office/powerpoint/2010/main" val="3419657663"/>
      </p:ext>
    </p:extLst>
  </p:cSld>
  <p:clrMapOvr>
    <a:masterClrMapping/>
  </p:clrMapOvr>
  <p:transition/>
</p:sld>
</file>

<file path=ppt/theme/theme1.xml><?xml version="1.0" encoding="utf-8"?>
<a:theme xmlns:a="http://schemas.openxmlformats.org/drawingml/2006/main" name="Office Theme">
  <a:themeElements>
    <a:clrScheme name="Custom 3">
      <a:dk1>
        <a:sysClr val="windowText" lastClr="000000"/>
      </a:dk1>
      <a:lt1>
        <a:sysClr val="window" lastClr="FFFFFF"/>
      </a:lt1>
      <a:dk2>
        <a:srgbClr val="44546A"/>
      </a:dk2>
      <a:lt2>
        <a:srgbClr val="E7E6E6"/>
      </a:lt2>
      <a:accent1>
        <a:srgbClr val="0949FF"/>
      </a:accent1>
      <a:accent2>
        <a:srgbClr val="00B0F0"/>
      </a:accent2>
      <a:accent3>
        <a:srgbClr val="A5A5A5"/>
      </a:accent3>
      <a:accent4>
        <a:srgbClr val="EC029E"/>
      </a:accent4>
      <a:accent5>
        <a:srgbClr val="FF9FDF"/>
      </a:accent5>
      <a:accent6>
        <a:srgbClr val="C490AA"/>
      </a:accent6>
      <a:hlink>
        <a:srgbClr val="0563C1"/>
      </a:hlink>
      <a:folHlink>
        <a:srgbClr val="6F3B55"/>
      </a:folHlink>
    </a:clrScheme>
    <a:fontScheme name="Custom 13">
      <a:majorFont>
        <a:latin typeface="KAElementary"/>
        <a:ea typeface=""/>
        <a:cs typeface=""/>
      </a:majorFont>
      <a:minorFont>
        <a:latin typeface="Tw Cen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1583</TotalTime>
  <Words>1231</Words>
  <Application>Microsoft Office PowerPoint</Application>
  <PresentationFormat>Widescreen</PresentationFormat>
  <Paragraphs>185</Paragraphs>
  <Slides>21</Slides>
  <Notes>0</Notes>
  <HiddenSlides>0</HiddenSlides>
  <MMClips>2</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Ink Free</vt:lpstr>
      <vt:lpstr>KAElementary</vt:lpstr>
      <vt:lpstr>Tw Cen MT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Jennifer Aitken</dc:creator>
  <cp:lastModifiedBy>michael simeoni</cp:lastModifiedBy>
  <cp:revision>43</cp:revision>
  <cp:lastPrinted>2022-10-24T11:51:27Z</cp:lastPrinted>
  <dcterms:created xsi:type="dcterms:W3CDTF">2020-09-21T01:41:48Z</dcterms:created>
  <dcterms:modified xsi:type="dcterms:W3CDTF">2022-10-24T11:51:35Z</dcterms:modified>
</cp:coreProperties>
</file>