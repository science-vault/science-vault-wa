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8" r:id="rId3"/>
    <p:sldId id="259" r:id="rId4"/>
    <p:sldId id="292" r:id="rId5"/>
    <p:sldId id="260" r:id="rId6"/>
    <p:sldId id="301" r:id="rId7"/>
    <p:sldId id="300" r:id="rId8"/>
    <p:sldId id="297" r:id="rId9"/>
    <p:sldId id="294" r:id="rId10"/>
    <p:sldId id="296" r:id="rId11"/>
    <p:sldId id="295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4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0825-2AE5-4D9D-BB62-C93A193C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CAE10-E98F-4669-8CEE-038DF5FFA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F91C-AA41-40E1-9637-663671CB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79A6-53CF-48D0-A29B-32AF0672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56EC8-3F2C-4621-AEED-11FCF80C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455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4BB6-0C65-428F-834E-AAA9AB92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14DC-708F-4902-B5CC-E7B3EA0CE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EE8E6-34B9-4068-883E-5FD152B7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7525-F3F1-4094-A80D-695AD83D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33175-CD1F-46AB-AA9A-00CF6E23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90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1995-B9E8-4745-AD7B-10DBF0D6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FCA56-33BE-4094-A367-71A20CBCA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EBCCB-862F-4651-AACB-05153849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7D44-9BF0-46F8-90DB-08D1B9C6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ECFCB-CA18-4520-812F-6EBC8B47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789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D9E6-4E41-48D6-B916-8675459D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F485-515D-45C6-99B4-F29E85FAF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1F93E-F966-44A4-81A6-A600D91F1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22A6C-B5C9-42C4-ACCF-D00A03EC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5D319-8748-4CD4-AD36-DB56AE33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AFD55-B285-47F1-BEC3-84F08804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69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A8E8-B733-484C-A757-E9B95694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C8484-D649-4329-BADB-28D9AEA00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2CC6D-B8F9-49AC-8892-BC88069AB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8BBB7-FDA8-4CDC-A9BF-572A5F786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34335-6110-4144-AF58-19ABC1DEC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DBE21D-D71B-4D1A-9A90-48CAD46B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2551B-C56E-48A6-9F8D-C764362D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E5532-CDE5-4FCC-93C6-9E5B679B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308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D8B6-1C46-46CF-A49A-9F46AC1D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D2293-1D43-40E4-A302-AB4393D2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0B142-6D5D-4A89-B6C4-97A2AFFE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308B6-D111-4194-BB80-7B183122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828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F0A8A-7073-48CF-8D63-78896F22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E417C-601D-4647-8D18-591CD475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5CA8E-6D0C-4444-88E6-4906E5A0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16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4D03-D4BC-4B3B-B8F1-111F1D22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0D095-96B2-4623-B690-22F43A338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27580-19BD-43D0-8D68-285C1409D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817E3-EFB0-4A1E-96C1-C82B2A5A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AEA35-90CC-4689-B779-A430405BC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D675C-2FA1-4FB2-A81D-8EE9F20F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5529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95AC-8476-4131-B919-48F71850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01FB0-436D-4410-8EB6-35E374B57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0414B-A5A4-4685-B608-128701D85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78602-BA7D-4FDE-A8D0-C907369F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2005F-F856-4C48-BC9F-90802C21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43EC7-7F15-4F10-BB8E-B8AFD179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74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AEE3-7184-4C0B-BB1E-BE4A4C35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E1606-AE35-4B89-847B-8B8B4915D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9788A-D997-4927-83DD-5FE8492A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0100B-6BC1-41DD-9B46-3D118F4C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BA8DE-1672-4FB7-B36F-D09D0CA5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380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AC358-637C-4F74-AF17-72D21C100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8E618-2D81-4932-8345-BD5BB46A9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05BB0-2EA9-4E69-878B-CF8691F0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4505E-118E-4D1F-BC70-A7290828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45E8-1C2B-47A6-A778-AB32BC48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15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82349-D30B-4949-9842-9C0DAFFD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97E1F-3774-4900-9293-1FF61C09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94471-99A0-40A5-BD77-ABB47A296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9B9DA-5FB3-4492-B18B-D382EA623D89}" type="datetimeFigureOut">
              <a:rPr lang="en-AU" smtClean="0"/>
              <a:t>24/09/2020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AFDE8-A661-4BC8-83EE-BC19FFAA7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68B7B-AAB3-4E6B-99C7-7A588A902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878F6-E875-4E43-9039-6D17DC32CA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77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png"/><Relationship Id="rId1" Type="http://schemas.openxmlformats.org/officeDocument/2006/relationships/video" Target="https://www.youtube.com/embed/P27waC05Hdk?start=35&amp;feature=oembed" TargetMode="External"/><Relationship Id="rId6" Type="http://schemas.openxmlformats.org/officeDocument/2006/relationships/image" Target="../media/image7.png"/><Relationship Id="rId11" Type="http://schemas.openxmlformats.org/officeDocument/2006/relationships/slide" Target="slide3.xml"/><Relationship Id="rId5" Type="http://schemas.openxmlformats.org/officeDocument/2006/relationships/image" Target="../media/image6.svg"/><Relationship Id="rId15" Type="http://schemas.openxmlformats.org/officeDocument/2006/relationships/image" Target="../media/image14.pn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slide" Target="slide5.xml"/><Relationship Id="rId12" Type="http://schemas.openxmlformats.org/officeDocument/2006/relationships/image" Target="../media/image20.sv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slide" Target="slide3.xml"/><Relationship Id="rId4" Type="http://schemas.openxmlformats.org/officeDocument/2006/relationships/image" Target="../media/image6.svg"/><Relationship Id="rId9" Type="http://schemas.openxmlformats.org/officeDocument/2006/relationships/image" Target="../media/image10.sv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19.png"/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12" Type="http://schemas.openxmlformats.org/officeDocument/2006/relationships/slide" Target="slide6.xml"/><Relationship Id="rId17" Type="http://schemas.openxmlformats.org/officeDocument/2006/relationships/image" Target="../media/image27.png"/><Relationship Id="rId2" Type="http://schemas.openxmlformats.org/officeDocument/2006/relationships/image" Target="../media/image24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5" Type="http://schemas.openxmlformats.org/officeDocument/2006/relationships/image" Target="../media/image23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slide" Target="slide5.xml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6.svg"/><Relationship Id="rId18" Type="http://schemas.openxmlformats.org/officeDocument/2006/relationships/image" Target="../media/image12.svg"/><Relationship Id="rId26" Type="http://schemas.openxmlformats.org/officeDocument/2006/relationships/image" Target="../media/image40.svg"/><Relationship Id="rId3" Type="http://schemas.openxmlformats.org/officeDocument/2006/relationships/image" Target="../media/image29.png"/><Relationship Id="rId21" Type="http://schemas.openxmlformats.org/officeDocument/2006/relationships/image" Target="../media/image36.png"/><Relationship Id="rId7" Type="http://schemas.openxmlformats.org/officeDocument/2006/relationships/image" Target="../media/image31.png"/><Relationship Id="rId12" Type="http://schemas.openxmlformats.org/officeDocument/2006/relationships/image" Target="../media/image5.png"/><Relationship Id="rId17" Type="http://schemas.openxmlformats.org/officeDocument/2006/relationships/image" Target="../media/image11.png"/><Relationship Id="rId25" Type="http://schemas.openxmlformats.org/officeDocument/2006/relationships/image" Target="../media/image39.svg"/><Relationship Id="rId2" Type="http://schemas.openxmlformats.org/officeDocument/2006/relationships/image" Target="../media/image28.jpg"/><Relationship Id="rId16" Type="http://schemas.openxmlformats.org/officeDocument/2006/relationships/slide" Target="slide3.xml"/><Relationship Id="rId20" Type="http://schemas.openxmlformats.org/officeDocument/2006/relationships/image" Target="../media/image35.png"/><Relationship Id="rId29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2.xml"/><Relationship Id="rId24" Type="http://schemas.openxmlformats.org/officeDocument/2006/relationships/image" Target="../media/image38.png"/><Relationship Id="rId5" Type="http://schemas.openxmlformats.org/officeDocument/2006/relationships/image" Target="../media/image30.png"/><Relationship Id="rId15" Type="http://schemas.openxmlformats.org/officeDocument/2006/relationships/image" Target="../media/image18.svg"/><Relationship Id="rId23" Type="http://schemas.openxmlformats.org/officeDocument/2006/relationships/slide" Target="slide6.xml"/><Relationship Id="rId28" Type="http://schemas.openxmlformats.org/officeDocument/2006/relationships/image" Target="../media/image41.svg"/><Relationship Id="rId10" Type="http://schemas.openxmlformats.org/officeDocument/2006/relationships/image" Target="../media/image33.png"/><Relationship Id="rId19" Type="http://schemas.openxmlformats.org/officeDocument/2006/relationships/image" Target="../media/image34.png"/><Relationship Id="rId4" Type="http://schemas.openxmlformats.org/officeDocument/2006/relationships/slide" Target="slide7.xml"/><Relationship Id="rId9" Type="http://schemas.openxmlformats.org/officeDocument/2006/relationships/image" Target="../media/image32.png"/><Relationship Id="rId14" Type="http://schemas.openxmlformats.org/officeDocument/2006/relationships/image" Target="../media/image17.png"/><Relationship Id="rId22" Type="http://schemas.openxmlformats.org/officeDocument/2006/relationships/image" Target="../media/image37.png"/><Relationship Id="rId27" Type="http://schemas.openxmlformats.org/officeDocument/2006/relationships/image" Target="../media/image9.png"/><Relationship Id="rId30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40.svg"/><Relationship Id="rId18" Type="http://schemas.openxmlformats.org/officeDocument/2006/relationships/image" Target="../media/image11.png"/><Relationship Id="rId3" Type="http://schemas.openxmlformats.org/officeDocument/2006/relationships/slide" Target="slide7.xml"/><Relationship Id="rId21" Type="http://schemas.openxmlformats.org/officeDocument/2006/relationships/image" Target="../media/image45.png"/><Relationship Id="rId7" Type="http://schemas.openxmlformats.org/officeDocument/2006/relationships/image" Target="../media/image29.png"/><Relationship Id="rId12" Type="http://schemas.openxmlformats.org/officeDocument/2006/relationships/image" Target="../media/image17.png"/><Relationship Id="rId17" Type="http://schemas.openxmlformats.org/officeDocument/2006/relationships/slide" Target="slide3.xml"/><Relationship Id="rId2" Type="http://schemas.openxmlformats.org/officeDocument/2006/relationships/image" Target="../media/image28.jpg"/><Relationship Id="rId16" Type="http://schemas.openxmlformats.org/officeDocument/2006/relationships/image" Target="../media/image41.sv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slide" Target="slide2.xml"/><Relationship Id="rId5" Type="http://schemas.openxmlformats.org/officeDocument/2006/relationships/slide" Target="slide8.xml"/><Relationship Id="rId15" Type="http://schemas.openxmlformats.org/officeDocument/2006/relationships/image" Target="../media/image9.png"/><Relationship Id="rId23" Type="http://schemas.openxmlformats.org/officeDocument/2006/relationships/image" Target="../media/image43.png"/><Relationship Id="rId10" Type="http://schemas.openxmlformats.org/officeDocument/2006/relationships/image" Target="../media/image39.svg"/><Relationship Id="rId19" Type="http://schemas.openxmlformats.org/officeDocument/2006/relationships/image" Target="../media/image42.svg"/><Relationship Id="rId4" Type="http://schemas.openxmlformats.org/officeDocument/2006/relationships/image" Target="../media/image30.png"/><Relationship Id="rId9" Type="http://schemas.openxmlformats.org/officeDocument/2006/relationships/image" Target="../media/image38.png"/><Relationship Id="rId14" Type="http://schemas.openxmlformats.org/officeDocument/2006/relationships/slide" Target="slide5.xml"/><Relationship Id="rId22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slide" Target="slide5.xml"/><Relationship Id="rId12" Type="http://schemas.openxmlformats.org/officeDocument/2006/relationships/image" Target="../media/image20.sv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slide" Target="slide7.xml"/><Relationship Id="rId4" Type="http://schemas.openxmlformats.org/officeDocument/2006/relationships/image" Target="../media/image6.svg"/><Relationship Id="rId9" Type="http://schemas.openxmlformats.org/officeDocument/2006/relationships/image" Target="../media/image10.svg"/><Relationship Id="rId1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slide" Target="slide5.xml"/><Relationship Id="rId12" Type="http://schemas.openxmlformats.org/officeDocument/2006/relationships/image" Target="../media/image20.sv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slide" Target="slide8.xml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slide" Target="slide2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png"/><Relationship Id="rId1" Type="http://schemas.openxmlformats.org/officeDocument/2006/relationships/video" Target="https://www.youtube.com/embed/P27waC05Hdk?start=211&amp;feature=oembed" TargetMode="External"/><Relationship Id="rId6" Type="http://schemas.openxmlformats.org/officeDocument/2006/relationships/slide" Target="slide9.xml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5" Type="http://schemas.openxmlformats.org/officeDocument/2006/relationships/image" Target="../media/image13.jpe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slide" Target="slide5.xml"/><Relationship Id="rId1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image" Target="../media/image40.svg"/><Relationship Id="rId18" Type="http://schemas.openxmlformats.org/officeDocument/2006/relationships/image" Target="../media/image42.svg"/><Relationship Id="rId3" Type="http://schemas.openxmlformats.org/officeDocument/2006/relationships/slide" Target="slide5.xml"/><Relationship Id="rId21" Type="http://schemas.openxmlformats.org/officeDocument/2006/relationships/image" Target="../media/image43.png"/><Relationship Id="rId7" Type="http://schemas.openxmlformats.org/officeDocument/2006/relationships/image" Target="../media/image30.png"/><Relationship Id="rId12" Type="http://schemas.openxmlformats.org/officeDocument/2006/relationships/image" Target="../media/image17.png"/><Relationship Id="rId17" Type="http://schemas.openxmlformats.org/officeDocument/2006/relationships/image" Target="../media/image11.png"/><Relationship Id="rId2" Type="http://schemas.openxmlformats.org/officeDocument/2006/relationships/image" Target="../media/image28.jpg"/><Relationship Id="rId16" Type="http://schemas.openxmlformats.org/officeDocument/2006/relationships/slide" Target="slide3.xml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2.xml"/><Relationship Id="rId24" Type="http://schemas.openxmlformats.org/officeDocument/2006/relationships/image" Target="../media/image52.png"/><Relationship Id="rId5" Type="http://schemas.openxmlformats.org/officeDocument/2006/relationships/image" Target="../media/image31.png"/><Relationship Id="rId15" Type="http://schemas.openxmlformats.org/officeDocument/2006/relationships/image" Target="../media/image41.svg"/><Relationship Id="rId23" Type="http://schemas.openxmlformats.org/officeDocument/2006/relationships/image" Target="../media/image51.PNG"/><Relationship Id="rId10" Type="http://schemas.openxmlformats.org/officeDocument/2006/relationships/image" Target="../media/image39.svg"/><Relationship Id="rId19" Type="http://schemas.openxmlformats.org/officeDocument/2006/relationships/image" Target="../media/image48.png"/><Relationship Id="rId4" Type="http://schemas.openxmlformats.org/officeDocument/2006/relationships/slide" Target="slide8.xml"/><Relationship Id="rId9" Type="http://schemas.openxmlformats.org/officeDocument/2006/relationships/image" Target="../media/image38.png"/><Relationship Id="rId14" Type="http://schemas.openxmlformats.org/officeDocument/2006/relationships/image" Target="../media/image9.png"/><Relationship Id="rId22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17.png"/><Relationship Id="rId18" Type="http://schemas.openxmlformats.org/officeDocument/2006/relationships/image" Target="../media/image11.png"/><Relationship Id="rId26" Type="http://schemas.openxmlformats.org/officeDocument/2006/relationships/image" Target="../media/image61.png"/><Relationship Id="rId3" Type="http://schemas.openxmlformats.org/officeDocument/2006/relationships/slide" Target="slide6.xml"/><Relationship Id="rId21" Type="http://schemas.openxmlformats.org/officeDocument/2006/relationships/image" Target="../media/image56.PNG"/><Relationship Id="rId7" Type="http://schemas.openxmlformats.org/officeDocument/2006/relationships/image" Target="../media/image53.png"/><Relationship Id="rId12" Type="http://schemas.openxmlformats.org/officeDocument/2006/relationships/slide" Target="slide2.xml"/><Relationship Id="rId17" Type="http://schemas.openxmlformats.org/officeDocument/2006/relationships/slide" Target="slide3.xml"/><Relationship Id="rId25" Type="http://schemas.openxmlformats.org/officeDocument/2006/relationships/image" Target="../media/image60.PNG"/><Relationship Id="rId2" Type="http://schemas.openxmlformats.org/officeDocument/2006/relationships/image" Target="../media/image28.jpg"/><Relationship Id="rId16" Type="http://schemas.openxmlformats.org/officeDocument/2006/relationships/image" Target="../media/image41.sv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9.svg"/><Relationship Id="rId24" Type="http://schemas.openxmlformats.org/officeDocument/2006/relationships/image" Target="../media/image59.PNG"/><Relationship Id="rId5" Type="http://schemas.openxmlformats.org/officeDocument/2006/relationships/slide" Target="slide8.xml"/><Relationship Id="rId15" Type="http://schemas.openxmlformats.org/officeDocument/2006/relationships/image" Target="../media/image9.png"/><Relationship Id="rId23" Type="http://schemas.openxmlformats.org/officeDocument/2006/relationships/image" Target="../media/image58.PNG"/><Relationship Id="rId10" Type="http://schemas.openxmlformats.org/officeDocument/2006/relationships/image" Target="../media/image38.png"/><Relationship Id="rId19" Type="http://schemas.openxmlformats.org/officeDocument/2006/relationships/image" Target="../media/image42.svg"/><Relationship Id="rId4" Type="http://schemas.openxmlformats.org/officeDocument/2006/relationships/slide" Target="slide5.xml"/><Relationship Id="rId9" Type="http://schemas.openxmlformats.org/officeDocument/2006/relationships/slide" Target="slide11.xml"/><Relationship Id="rId14" Type="http://schemas.openxmlformats.org/officeDocument/2006/relationships/image" Target="../media/image40.svg"/><Relationship Id="rId22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3AE8D3-8B80-4F5A-A0D9-EF118061ABA3}"/>
              </a:ext>
            </a:extLst>
          </p:cNvPr>
          <p:cNvSpPr/>
          <p:nvPr/>
        </p:nvSpPr>
        <p:spPr>
          <a:xfrm>
            <a:off x="1393794" y="4687410"/>
            <a:ext cx="195308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CE38C-974B-4034-BA9D-5A5D47A80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38" y="1857091"/>
            <a:ext cx="4401693" cy="4279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87C04B-B47F-46A1-ADFA-7EE33DA1B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512" y="2891268"/>
            <a:ext cx="4636608" cy="428329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351A726D-283E-4E09-B7E4-7E270E1D44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86211">
            <a:off x="325742" y="139914"/>
            <a:ext cx="4401693" cy="197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4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A781D4D-E9CE-40EC-B968-21A2CE6CDBD7}"/>
              </a:ext>
            </a:extLst>
          </p:cNvPr>
          <p:cNvSpPr/>
          <p:nvPr/>
        </p:nvSpPr>
        <p:spPr>
          <a:xfrm>
            <a:off x="-38381" y="-3154706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1" name="Graphic 30" descr="Open book">
            <a:hlinkClick r:id="rId3" action="ppaction://hlinksldjump"/>
            <a:extLst>
              <a:ext uri="{FF2B5EF4-FFF2-40B4-BE49-F238E27FC236}">
                <a16:creationId xmlns:a16="http://schemas.microsoft.com/office/drawing/2014/main" id="{9F520BD5-F1CA-459F-A5B4-111F139E6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392" y="1460702"/>
            <a:ext cx="601560" cy="601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B684345-C9D5-4449-96E1-7934BB1AE030}"/>
              </a:ext>
            </a:extLst>
          </p:cNvPr>
          <p:cNvSpPr txBox="1"/>
          <p:nvPr/>
        </p:nvSpPr>
        <p:spPr>
          <a:xfrm>
            <a:off x="117392" y="1320129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5" name="Graphic 34" descr="Presentation with media">
            <a:hlinkClick r:id="rId3" action="ppaction://hlinksldjump"/>
            <a:extLst>
              <a:ext uri="{FF2B5EF4-FFF2-40B4-BE49-F238E27FC236}">
                <a16:creationId xmlns:a16="http://schemas.microsoft.com/office/drawing/2014/main" id="{4B6126A9-739B-452F-848A-702385E23C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367" y="2627094"/>
            <a:ext cx="601560" cy="601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033B9E5-444A-4F9A-8915-3B0ED00EA9DD}"/>
              </a:ext>
            </a:extLst>
          </p:cNvPr>
          <p:cNvSpPr txBox="1"/>
          <p:nvPr/>
        </p:nvSpPr>
        <p:spPr>
          <a:xfrm>
            <a:off x="141542" y="248859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39" name="Graphic 38" descr="Postit Notes">
            <a:hlinkClick r:id="rId8" action="ppaction://hlinksldjump"/>
            <a:extLst>
              <a:ext uri="{FF2B5EF4-FFF2-40B4-BE49-F238E27FC236}">
                <a16:creationId xmlns:a16="http://schemas.microsoft.com/office/drawing/2014/main" id="{C2158932-52F9-4332-86EC-0FF291107F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800" y="3785046"/>
            <a:ext cx="601560" cy="6015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F1C218-EEC4-4E90-897C-97EB82DE495B}"/>
              </a:ext>
            </a:extLst>
          </p:cNvPr>
          <p:cNvSpPr txBox="1"/>
          <p:nvPr/>
        </p:nvSpPr>
        <p:spPr>
          <a:xfrm>
            <a:off x="83960" y="3658298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Aspiration">
            <a:hlinkClick r:id="rId11" action="ppaction://hlinksldjump"/>
            <a:extLst>
              <a:ext uri="{FF2B5EF4-FFF2-40B4-BE49-F238E27FC236}">
                <a16:creationId xmlns:a16="http://schemas.microsoft.com/office/drawing/2014/main" id="{CDA983BE-9447-4F36-A5B6-F62AAF0352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644" y="4900792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C66D187-9FB5-4EEC-8896-D35CC926DD5A}"/>
              </a:ext>
            </a:extLst>
          </p:cNvPr>
          <p:cNvSpPr txBox="1"/>
          <p:nvPr/>
        </p:nvSpPr>
        <p:spPr>
          <a:xfrm>
            <a:off x="38775" y="4762930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4" name="Online Media 4" title="How in vitro fertilization (IVF) works - Nassim Assefi and Brian A. Levine">
            <a:hlinkClick r:id="" action="ppaction://media"/>
            <a:extLst>
              <a:ext uri="{FF2B5EF4-FFF2-40B4-BE49-F238E27FC236}">
                <a16:creationId xmlns:a16="http://schemas.microsoft.com/office/drawing/2014/main" id="{E9C1D654-4272-403B-B75C-F7820BA73C4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4"/>
          <a:stretch>
            <a:fillRect/>
          </a:stretch>
        </p:blipFill>
        <p:spPr>
          <a:xfrm>
            <a:off x="2274491" y="982937"/>
            <a:ext cx="9326959" cy="52464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F0EB1C-4062-4E0E-AE20-3399F361BABB}"/>
              </a:ext>
            </a:extLst>
          </p:cNvPr>
          <p:cNvSpPr txBox="1"/>
          <p:nvPr/>
        </p:nvSpPr>
        <p:spPr>
          <a:xfrm>
            <a:off x="4775795" y="6206095"/>
            <a:ext cx="432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Stop at 3.30</a:t>
            </a:r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C7C24110-4F58-45A2-BD98-5E315C7AD7D5}"/>
              </a:ext>
            </a:extLst>
          </p:cNvPr>
          <p:cNvSpPr/>
          <p:nvPr/>
        </p:nvSpPr>
        <p:spPr>
          <a:xfrm>
            <a:off x="6937970" y="6229350"/>
            <a:ext cx="415330" cy="610715"/>
          </a:xfrm>
          <a:prstGeom prst="up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487DBF-6EA1-4742-9E52-219690EF568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1416" y="74878"/>
            <a:ext cx="11418798" cy="1292464"/>
          </a:xfrm>
          <a:prstGeom prst="rect">
            <a:avLst/>
          </a:prstGeom>
        </p:spPr>
      </p:pic>
      <p:pic>
        <p:nvPicPr>
          <p:cNvPr id="10" name="Picture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6531599-253D-456F-A253-82674CFA8A7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77412" y="6175189"/>
            <a:ext cx="1207113" cy="6828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E46BAC-998C-43BF-8DB4-3E5762BA3A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869" y="2502344"/>
            <a:ext cx="877900" cy="8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29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8C89CAA-951A-4F9B-8D72-9AF80E8F0919}"/>
              </a:ext>
            </a:extLst>
          </p:cNvPr>
          <p:cNvSpPr/>
          <p:nvPr/>
        </p:nvSpPr>
        <p:spPr>
          <a:xfrm>
            <a:off x="-14025" y="-967473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1" name="Graphic 30" descr="Open book">
            <a:hlinkClick r:id="rId2" action="ppaction://hlinksldjump"/>
            <a:extLst>
              <a:ext uri="{FF2B5EF4-FFF2-40B4-BE49-F238E27FC236}">
                <a16:creationId xmlns:a16="http://schemas.microsoft.com/office/drawing/2014/main" id="{CB90F9E4-2EAC-498E-9A1F-0F0BAD171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579" y="1387657"/>
            <a:ext cx="601560" cy="601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5F1CCB3-D335-4245-A9CB-D04986ED3C81}"/>
              </a:ext>
            </a:extLst>
          </p:cNvPr>
          <p:cNvSpPr txBox="1"/>
          <p:nvPr/>
        </p:nvSpPr>
        <p:spPr>
          <a:xfrm>
            <a:off x="130579" y="124708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5" name="Graphic 34" descr="Presentation with media">
            <a:hlinkClick r:id="rId2" action="ppaction://hlinksldjump"/>
            <a:extLst>
              <a:ext uri="{FF2B5EF4-FFF2-40B4-BE49-F238E27FC236}">
                <a16:creationId xmlns:a16="http://schemas.microsoft.com/office/drawing/2014/main" id="{B43495EA-73C0-435C-A154-70C7FDAB7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54" y="2554049"/>
            <a:ext cx="601560" cy="601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A71876-AA72-4594-93DD-AF4D9DDD0DB9}"/>
              </a:ext>
            </a:extLst>
          </p:cNvPr>
          <p:cNvSpPr txBox="1"/>
          <p:nvPr/>
        </p:nvSpPr>
        <p:spPr>
          <a:xfrm>
            <a:off x="154729" y="2415549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9" name="Graphic 38" descr="Postit Notes">
            <a:hlinkClick r:id="rId7" action="ppaction://hlinksldjump"/>
            <a:extLst>
              <a:ext uri="{FF2B5EF4-FFF2-40B4-BE49-F238E27FC236}">
                <a16:creationId xmlns:a16="http://schemas.microsoft.com/office/drawing/2014/main" id="{64FA18B4-E419-4B5B-974B-7AB5D4190C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" y="3712001"/>
            <a:ext cx="601560" cy="6015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4D8267A-EB50-4034-BA86-83583DB6A0EF}"/>
              </a:ext>
            </a:extLst>
          </p:cNvPr>
          <p:cNvSpPr txBox="1"/>
          <p:nvPr/>
        </p:nvSpPr>
        <p:spPr>
          <a:xfrm>
            <a:off x="97147" y="358525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Aspiration">
            <a:hlinkClick r:id="rId10" action="ppaction://hlinksldjump"/>
            <a:extLst>
              <a:ext uri="{FF2B5EF4-FFF2-40B4-BE49-F238E27FC236}">
                <a16:creationId xmlns:a16="http://schemas.microsoft.com/office/drawing/2014/main" id="{15CA534F-2BAE-4A1C-846D-5A6AF4A109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31" y="4827747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C6C457F-BC60-483F-8047-6A0822A85D8A}"/>
              </a:ext>
            </a:extLst>
          </p:cNvPr>
          <p:cNvSpPr txBox="1"/>
          <p:nvPr/>
        </p:nvSpPr>
        <p:spPr>
          <a:xfrm>
            <a:off x="32321" y="473409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585706-D9A3-4C5E-B450-D7369A4B14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4010" y="1310902"/>
            <a:ext cx="4657725" cy="2609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B355F-5CEA-47B3-86A2-3BC11EA5AE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8671" y="63965"/>
            <a:ext cx="11418798" cy="1292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B64127-4A1C-49B7-AD03-7DC046F0E6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966" y="4688121"/>
            <a:ext cx="871804" cy="8718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8207CA-5A2E-446E-97D8-81827ECA71B0}"/>
              </a:ext>
            </a:extLst>
          </p:cNvPr>
          <p:cNvSpPr txBox="1"/>
          <p:nvPr/>
        </p:nvSpPr>
        <p:spPr>
          <a:xfrm>
            <a:off x="1955830" y="3785195"/>
            <a:ext cx="43889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How many follicles become fully mature in a normal monthly cycle?</a:t>
            </a:r>
          </a:p>
          <a:p>
            <a:pPr marL="342900" indent="-342900">
              <a:buAutoNum type="alphaLcParenBoth"/>
            </a:pPr>
            <a:r>
              <a:rPr lang="en-US" sz="2400" dirty="0"/>
              <a:t> One</a:t>
            </a:r>
          </a:p>
          <a:p>
            <a:pPr marL="342900" indent="-342900">
              <a:buAutoNum type="alphaLcParenBoth"/>
            </a:pPr>
            <a:r>
              <a:rPr lang="en-US" sz="2400" dirty="0"/>
              <a:t> Two</a:t>
            </a:r>
          </a:p>
          <a:p>
            <a:pPr marL="342900" indent="-342900">
              <a:buAutoNum type="alphaLcParenBoth"/>
            </a:pPr>
            <a:r>
              <a:rPr lang="en-US" sz="2400" dirty="0"/>
              <a:t> Three</a:t>
            </a:r>
          </a:p>
          <a:p>
            <a:pPr marL="342900" indent="-342900">
              <a:buAutoNum type="alphaLcParenBoth"/>
            </a:pPr>
            <a:r>
              <a:rPr lang="en-US" sz="2400" dirty="0"/>
              <a:t> More than three.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FB8E1-F449-4ABD-8E57-CD015FA2A702}"/>
              </a:ext>
            </a:extLst>
          </p:cNvPr>
          <p:cNvSpPr txBox="1"/>
          <p:nvPr/>
        </p:nvSpPr>
        <p:spPr>
          <a:xfrm>
            <a:off x="1827892" y="1076721"/>
            <a:ext cx="51365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What is the purpose of the FSH hormone?</a:t>
            </a:r>
          </a:p>
          <a:p>
            <a:pPr marL="342900" indent="-342900">
              <a:buAutoNum type="alphaLcParenBoth"/>
            </a:pPr>
            <a:r>
              <a:rPr lang="en-US" sz="2400" dirty="0"/>
              <a:t> Prepares the uterus for a fertilised egg</a:t>
            </a:r>
          </a:p>
          <a:p>
            <a:pPr marL="342900" indent="-342900">
              <a:buAutoNum type="alphaLcParenBoth"/>
            </a:pPr>
            <a:r>
              <a:rPr lang="en-US" sz="2400" dirty="0"/>
              <a:t> Ripens a few follicles in the ovaries</a:t>
            </a:r>
          </a:p>
          <a:p>
            <a:pPr marL="342900" indent="-342900">
              <a:buAutoNum type="alphaLcParenBoth"/>
            </a:pPr>
            <a:r>
              <a:rPr lang="en-US" sz="2400" dirty="0"/>
              <a:t> To release the egg from the ovary</a:t>
            </a:r>
          </a:p>
          <a:p>
            <a:pPr marL="342900" indent="-342900">
              <a:buAutoNum type="alphaLcParenBoth"/>
            </a:pPr>
            <a:r>
              <a:rPr lang="en-US" sz="2400" dirty="0"/>
              <a:t> Start menstruation.</a:t>
            </a:r>
            <a:endParaRPr lang="en-A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36DC7-39DE-4E5B-AE36-1772A571DEB4}"/>
              </a:ext>
            </a:extLst>
          </p:cNvPr>
          <p:cNvSpPr txBox="1"/>
          <p:nvPr/>
        </p:nvSpPr>
        <p:spPr>
          <a:xfrm>
            <a:off x="7034010" y="3862252"/>
            <a:ext cx="43889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Which hormone is necessary to then maintain a pregnancy?</a:t>
            </a:r>
          </a:p>
          <a:p>
            <a:pPr marL="342900" indent="-342900">
              <a:buAutoNum type="alphaLcParenBoth"/>
            </a:pPr>
            <a:r>
              <a:rPr lang="en-US" sz="2400" dirty="0"/>
              <a:t> Oestrogen</a:t>
            </a:r>
          </a:p>
          <a:p>
            <a:pPr marL="342900" indent="-342900">
              <a:buAutoNum type="alphaLcParenBoth"/>
            </a:pPr>
            <a:r>
              <a:rPr lang="en-US" sz="2400" dirty="0"/>
              <a:t> Progesterone</a:t>
            </a:r>
          </a:p>
          <a:p>
            <a:pPr marL="342900" indent="-342900">
              <a:buAutoNum type="alphaLcParenBoth"/>
            </a:pPr>
            <a:r>
              <a:rPr lang="en-US" sz="2400" dirty="0"/>
              <a:t> FSH</a:t>
            </a:r>
          </a:p>
          <a:p>
            <a:pPr marL="342900" indent="-342900">
              <a:buAutoNum type="alphaLcParenBoth"/>
            </a:pPr>
            <a:r>
              <a:rPr lang="en-US" sz="2400" dirty="0"/>
              <a:t> LH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79552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21F5C01-EE24-4E89-BDCE-9A2DC926C04A}"/>
              </a:ext>
            </a:extLst>
          </p:cNvPr>
          <p:cNvSpPr/>
          <p:nvPr/>
        </p:nvSpPr>
        <p:spPr>
          <a:xfrm>
            <a:off x="6414448" y="4444027"/>
            <a:ext cx="4905373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ejaculation releases more than </a:t>
            </a:r>
            <a:r>
              <a:rPr lang="en-US" b="1" dirty="0"/>
              <a:t>100 million sperm, but only 100 make it to the egg</a:t>
            </a:r>
            <a:r>
              <a:rPr lang="en-US" dirty="0"/>
              <a:t>, and only one is needed to fertilise the egg.</a:t>
            </a:r>
            <a:endParaRPr lang="en-AU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59D9CC7-CBFA-4235-B6E6-3ED4E03C4870}"/>
              </a:ext>
            </a:extLst>
          </p:cNvPr>
          <p:cNvSpPr/>
          <p:nvPr/>
        </p:nvSpPr>
        <p:spPr>
          <a:xfrm>
            <a:off x="6414448" y="4414928"/>
            <a:ext cx="4515100" cy="9683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follicle makes oestrogen</a:t>
            </a:r>
            <a:r>
              <a:rPr lang="en-US" dirty="0"/>
              <a:t>, which when in high enough levels, the brain releases LH, which triggers ovulation.  .</a:t>
            </a:r>
            <a:endParaRPr lang="en-AU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315BD48-9947-45DA-9C84-BC6E5F26BE22}"/>
              </a:ext>
            </a:extLst>
          </p:cNvPr>
          <p:cNvSpPr/>
          <p:nvPr/>
        </p:nvSpPr>
        <p:spPr>
          <a:xfrm>
            <a:off x="5017128" y="4635607"/>
            <a:ext cx="4433206" cy="74295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egg must be fertilised by sperm within 24 hours </a:t>
            </a:r>
            <a:r>
              <a:rPr lang="en-US" dirty="0"/>
              <a:t>of ovulation.</a:t>
            </a:r>
            <a:endParaRPr lang="en-AU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E7D4EE0-D5D1-41C0-AA6E-2002AC5E1247}"/>
              </a:ext>
            </a:extLst>
          </p:cNvPr>
          <p:cNvSpPr/>
          <p:nvPr/>
        </p:nvSpPr>
        <p:spPr>
          <a:xfrm>
            <a:off x="4693268" y="4484582"/>
            <a:ext cx="7734262" cy="87846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 takes about </a:t>
            </a:r>
            <a:r>
              <a:rPr lang="en-US" b="1" dirty="0"/>
              <a:t>3 days for the egg to reach the uterus</a:t>
            </a:r>
            <a:r>
              <a:rPr lang="en-US" dirty="0"/>
              <a:t>, and </a:t>
            </a:r>
            <a:r>
              <a:rPr lang="en-US" b="1" dirty="0"/>
              <a:t>another 3 days to implant </a:t>
            </a:r>
            <a:r>
              <a:rPr lang="en-US" dirty="0"/>
              <a:t>into the inner lining.</a:t>
            </a:r>
            <a:endParaRPr lang="en-AU" dirty="0"/>
          </a:p>
        </p:txBody>
      </p:sp>
      <p:pic>
        <p:nvPicPr>
          <p:cNvPr id="67" name="Picture 66" descr="A close up of a logo&#10;&#10;Description automatically generated">
            <a:extLst>
              <a:ext uri="{FF2B5EF4-FFF2-40B4-BE49-F238E27FC236}">
                <a16:creationId xmlns:a16="http://schemas.microsoft.com/office/drawing/2014/main" id="{EA9BC6B5-871B-403E-8335-4FBB30CD1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901" y="5582355"/>
            <a:ext cx="1552574" cy="535142"/>
          </a:xfrm>
          <a:prstGeom prst="rect">
            <a:avLst/>
          </a:prstGeom>
        </p:spPr>
      </p:pic>
      <p:sp>
        <p:nvSpPr>
          <p:cNvPr id="68" name="Arrow: Up 67">
            <a:extLst>
              <a:ext uri="{FF2B5EF4-FFF2-40B4-BE49-F238E27FC236}">
                <a16:creationId xmlns:a16="http://schemas.microsoft.com/office/drawing/2014/main" id="{B32DA86B-6076-4AAF-B640-58CBC523FA4C}"/>
              </a:ext>
            </a:extLst>
          </p:cNvPr>
          <p:cNvSpPr/>
          <p:nvPr/>
        </p:nvSpPr>
        <p:spPr>
          <a:xfrm rot="20111380">
            <a:off x="11138045" y="5234191"/>
            <a:ext cx="210543" cy="4590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219F526-5CE8-4C1A-B0F7-D5FC8903B34B}"/>
              </a:ext>
            </a:extLst>
          </p:cNvPr>
          <p:cNvSpPr/>
          <p:nvPr/>
        </p:nvSpPr>
        <p:spPr>
          <a:xfrm>
            <a:off x="-14025" y="-967473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72" name="Graphic 71" descr="Open book">
            <a:hlinkClick r:id="" action="ppaction://noaction"/>
            <a:extLst>
              <a:ext uri="{FF2B5EF4-FFF2-40B4-BE49-F238E27FC236}">
                <a16:creationId xmlns:a16="http://schemas.microsoft.com/office/drawing/2014/main" id="{42AC2B50-B4CF-4AC9-9DC5-09BE7CA96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579" y="1387657"/>
            <a:ext cx="601560" cy="60156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ABD4C5D-3B17-4D24-BA37-D87649A98E40}"/>
              </a:ext>
            </a:extLst>
          </p:cNvPr>
          <p:cNvSpPr txBox="1"/>
          <p:nvPr/>
        </p:nvSpPr>
        <p:spPr>
          <a:xfrm>
            <a:off x="130579" y="124708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76" name="Graphic 75" descr="Presentation with media">
            <a:hlinkClick r:id="rId6" action="ppaction://hlinksldjump"/>
            <a:extLst>
              <a:ext uri="{FF2B5EF4-FFF2-40B4-BE49-F238E27FC236}">
                <a16:creationId xmlns:a16="http://schemas.microsoft.com/office/drawing/2014/main" id="{248763B0-AE46-4892-9D39-2B01A16A51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554" y="2554049"/>
            <a:ext cx="601560" cy="60156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70F7711-F24C-42A1-BE5E-DAB0A07D8F95}"/>
              </a:ext>
            </a:extLst>
          </p:cNvPr>
          <p:cNvSpPr txBox="1"/>
          <p:nvPr/>
        </p:nvSpPr>
        <p:spPr>
          <a:xfrm>
            <a:off x="154729" y="2415549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80" name="Graphic 79" descr="Postit Notes">
            <a:hlinkClick r:id="rId9" action="ppaction://hlinksldjump"/>
            <a:extLst>
              <a:ext uri="{FF2B5EF4-FFF2-40B4-BE49-F238E27FC236}">
                <a16:creationId xmlns:a16="http://schemas.microsoft.com/office/drawing/2014/main" id="{09187886-7375-4986-A827-6F62FEA1F9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87" y="3712001"/>
            <a:ext cx="601560" cy="60156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B17F74B0-4912-41AB-A467-579714134644}"/>
              </a:ext>
            </a:extLst>
          </p:cNvPr>
          <p:cNvSpPr txBox="1"/>
          <p:nvPr/>
        </p:nvSpPr>
        <p:spPr>
          <a:xfrm>
            <a:off x="97147" y="358525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84" name="Graphic 83" descr="Aspiration">
            <a:hlinkClick r:id="rId12" action="ppaction://hlinksldjump"/>
            <a:extLst>
              <a:ext uri="{FF2B5EF4-FFF2-40B4-BE49-F238E27FC236}">
                <a16:creationId xmlns:a16="http://schemas.microsoft.com/office/drawing/2014/main" id="{F3D1DF96-D3E7-45BA-8612-291ECCAAFB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831" y="4827747"/>
            <a:ext cx="601560" cy="60156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367BA0C4-4845-43B5-8F73-5CFCEB54CFBD}"/>
              </a:ext>
            </a:extLst>
          </p:cNvPr>
          <p:cNvSpPr txBox="1"/>
          <p:nvPr/>
        </p:nvSpPr>
        <p:spPr>
          <a:xfrm>
            <a:off x="32321" y="473409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C0B3CF85-8D3D-4E28-A743-1BA7B9B3121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273" y="4692625"/>
            <a:ext cx="871804" cy="87180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BCFB34B9-B6B5-4F0D-A18D-AC01A41087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832" y="78893"/>
            <a:ext cx="1039117" cy="105368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0476C21-16E3-46B9-B5FB-6B415DBDA92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4025" y="5378559"/>
            <a:ext cx="1174242" cy="14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73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EB900E9-DAE9-408D-BCB9-D38450FBA000}"/>
              </a:ext>
            </a:extLst>
          </p:cNvPr>
          <p:cNvSpPr/>
          <p:nvPr/>
        </p:nvSpPr>
        <p:spPr>
          <a:xfrm>
            <a:off x="7074266" y="190621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254C42-515D-4614-AA25-746010ACEA40}"/>
              </a:ext>
            </a:extLst>
          </p:cNvPr>
          <p:cNvSpPr/>
          <p:nvPr/>
        </p:nvSpPr>
        <p:spPr>
          <a:xfrm flipH="1">
            <a:off x="2042795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3" name="Picture 22" descr="A close up of a logo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6B1B2F7-FD64-4F48-8838-3B15B8816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177" y="1989084"/>
            <a:ext cx="614059" cy="1109568"/>
          </a:xfrm>
          <a:prstGeom prst="rect">
            <a:avLst/>
          </a:prstGeom>
        </p:spPr>
      </p:pic>
      <p:pic>
        <p:nvPicPr>
          <p:cNvPr id="24" name="Picture 23" descr="A picture containing drawing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013AF526-38E2-4495-A15B-037946A9DD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49" y="3385542"/>
            <a:ext cx="548688" cy="1140051"/>
          </a:xfrm>
          <a:prstGeom prst="rect">
            <a:avLst/>
          </a:prstGeom>
        </p:spPr>
      </p:pic>
      <p:pic>
        <p:nvPicPr>
          <p:cNvPr id="26" name="Picture 25" descr="A picture containing table, drawing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80B88D50-64F3-4D21-B3D1-13EB85033F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488" y="4835474"/>
            <a:ext cx="506012" cy="115834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3AD8E93-EB6A-4631-A842-8DC7CD958E94}"/>
              </a:ext>
            </a:extLst>
          </p:cNvPr>
          <p:cNvSpPr/>
          <p:nvPr/>
        </p:nvSpPr>
        <p:spPr>
          <a:xfrm>
            <a:off x="7101812" y="267757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9" name="Picture 98" descr="A picture containing drawing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234A5E52-BB62-4664-A271-F28C5C1889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086" y="519827"/>
            <a:ext cx="579170" cy="114005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C909E79-BDA1-4FC7-9B6A-5356938B63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5735" y="14221"/>
            <a:ext cx="1758884" cy="874529"/>
          </a:xfrm>
          <a:prstGeom prst="rect">
            <a:avLst/>
          </a:prstGeom>
        </p:spPr>
      </p:pic>
      <p:pic>
        <p:nvPicPr>
          <p:cNvPr id="31" name="Graphic 30" descr="Open book">
            <a:hlinkClick r:id="rId11" action="ppaction://hlinksldjump"/>
            <a:extLst>
              <a:ext uri="{FF2B5EF4-FFF2-40B4-BE49-F238E27FC236}">
                <a16:creationId xmlns:a16="http://schemas.microsoft.com/office/drawing/2014/main" id="{2D4D9A2B-BE22-4D98-8B3F-888AC40829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735" y="1497075"/>
            <a:ext cx="601560" cy="601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CE8DAFF-B733-42AD-9A92-94DB603212EC}"/>
              </a:ext>
            </a:extLst>
          </p:cNvPr>
          <p:cNvSpPr txBox="1"/>
          <p:nvPr/>
        </p:nvSpPr>
        <p:spPr>
          <a:xfrm>
            <a:off x="130735" y="1356502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5" name="Graphic 34" descr="Presentation with media">
            <a:hlinkClick r:id="rId11" action="ppaction://hlinksldjump"/>
            <a:extLst>
              <a:ext uri="{FF2B5EF4-FFF2-40B4-BE49-F238E27FC236}">
                <a16:creationId xmlns:a16="http://schemas.microsoft.com/office/drawing/2014/main" id="{5B3F4534-1196-4C53-8359-A25A29B39A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710" y="2663467"/>
            <a:ext cx="601560" cy="601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751CA25-50EC-4448-8E83-857FA7D159AC}"/>
              </a:ext>
            </a:extLst>
          </p:cNvPr>
          <p:cNvSpPr txBox="1"/>
          <p:nvPr/>
        </p:nvSpPr>
        <p:spPr>
          <a:xfrm>
            <a:off x="154885" y="2524967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Aspiration">
            <a:hlinkClick r:id="rId16" action="ppaction://hlinksldjump"/>
            <a:extLst>
              <a:ext uri="{FF2B5EF4-FFF2-40B4-BE49-F238E27FC236}">
                <a16:creationId xmlns:a16="http://schemas.microsoft.com/office/drawing/2014/main" id="{4D66FB69-B450-4508-B42C-71CE06AD1D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987" y="4937165"/>
            <a:ext cx="601560" cy="6015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0F538C-C68F-4565-ADAC-1EF4C3F255BB}"/>
              </a:ext>
            </a:extLst>
          </p:cNvPr>
          <p:cNvSpPr/>
          <p:nvPr/>
        </p:nvSpPr>
        <p:spPr>
          <a:xfrm>
            <a:off x="2516412" y="26445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096B23D-FA50-4410-94FF-64BD661F4316}"/>
              </a:ext>
            </a:extLst>
          </p:cNvPr>
          <p:cNvGrpSpPr/>
          <p:nvPr/>
        </p:nvGrpSpPr>
        <p:grpSpPr>
          <a:xfrm>
            <a:off x="6822487" y="474572"/>
            <a:ext cx="478854" cy="6069018"/>
            <a:chOff x="6822487" y="474572"/>
            <a:chExt cx="478854" cy="606901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AC071D-6D8B-4B79-99A7-8F5D1E2C6693}"/>
                </a:ext>
              </a:extLst>
            </p:cNvPr>
            <p:cNvSpPr/>
            <p:nvPr/>
          </p:nvSpPr>
          <p:spPr>
            <a:xfrm flipH="1">
              <a:off x="6822487" y="47457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15B759-FC6A-4B47-8AA0-6FB3E94659B4}"/>
                </a:ext>
              </a:extLst>
            </p:cNvPr>
            <p:cNvSpPr/>
            <p:nvPr/>
          </p:nvSpPr>
          <p:spPr>
            <a:xfrm>
              <a:off x="7143743" y="48117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009D93F0-CECB-4A59-8A50-F1F792E76B00}"/>
                </a:ext>
              </a:extLst>
            </p:cNvPr>
            <p:cNvSpPr/>
            <p:nvPr/>
          </p:nvSpPr>
          <p:spPr>
            <a:xfrm>
              <a:off x="6864008" y="48127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8" name="Block Arc 37">
              <a:extLst>
                <a:ext uri="{FF2B5EF4-FFF2-40B4-BE49-F238E27FC236}">
                  <a16:creationId xmlns:a16="http://schemas.microsoft.com/office/drawing/2014/main" id="{A22DF66D-D280-4F1F-9AAC-14D4FB628D00}"/>
                </a:ext>
              </a:extLst>
            </p:cNvPr>
            <p:cNvSpPr/>
            <p:nvPr/>
          </p:nvSpPr>
          <p:spPr>
            <a:xfrm>
              <a:off x="6864008" y="55240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9360F32-61CE-4116-B5A2-1A8321310B49}"/>
                </a:ext>
              </a:extLst>
            </p:cNvPr>
            <p:cNvSpPr/>
            <p:nvPr/>
          </p:nvSpPr>
          <p:spPr>
            <a:xfrm flipH="1">
              <a:off x="6822487" y="88214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A6DD7C4-C3D8-4BF0-AC87-9FDDD0511C72}"/>
                </a:ext>
              </a:extLst>
            </p:cNvPr>
            <p:cNvSpPr/>
            <p:nvPr/>
          </p:nvSpPr>
          <p:spPr>
            <a:xfrm>
              <a:off x="7143743" y="88875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F2227AF1-6F33-48FA-92AE-4B27BA831E5F}"/>
                </a:ext>
              </a:extLst>
            </p:cNvPr>
            <p:cNvSpPr/>
            <p:nvPr/>
          </p:nvSpPr>
          <p:spPr>
            <a:xfrm>
              <a:off x="6864008" y="88884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6" name="Block Arc 45">
              <a:extLst>
                <a:ext uri="{FF2B5EF4-FFF2-40B4-BE49-F238E27FC236}">
                  <a16:creationId xmlns:a16="http://schemas.microsoft.com/office/drawing/2014/main" id="{BDC781FC-F2FB-4A0E-A5C6-7923FB23B012}"/>
                </a:ext>
              </a:extLst>
            </p:cNvPr>
            <p:cNvSpPr/>
            <p:nvPr/>
          </p:nvSpPr>
          <p:spPr>
            <a:xfrm>
              <a:off x="6864008" y="95997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D72545-4DB0-4724-B28E-7805235B96E2}"/>
                </a:ext>
              </a:extLst>
            </p:cNvPr>
            <p:cNvSpPr/>
            <p:nvPr/>
          </p:nvSpPr>
          <p:spPr>
            <a:xfrm flipH="1">
              <a:off x="6822487" y="128971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C4FE90-F119-4061-9B32-CA63132A1BE6}"/>
                </a:ext>
              </a:extLst>
            </p:cNvPr>
            <p:cNvSpPr/>
            <p:nvPr/>
          </p:nvSpPr>
          <p:spPr>
            <a:xfrm>
              <a:off x="7143743" y="129632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Block Arc 48">
              <a:extLst>
                <a:ext uri="{FF2B5EF4-FFF2-40B4-BE49-F238E27FC236}">
                  <a16:creationId xmlns:a16="http://schemas.microsoft.com/office/drawing/2014/main" id="{75E2B8E4-21A3-482C-8296-EE8A80FD447F}"/>
                </a:ext>
              </a:extLst>
            </p:cNvPr>
            <p:cNvSpPr/>
            <p:nvPr/>
          </p:nvSpPr>
          <p:spPr>
            <a:xfrm>
              <a:off x="6864008" y="129641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0" name="Block Arc 49">
              <a:extLst>
                <a:ext uri="{FF2B5EF4-FFF2-40B4-BE49-F238E27FC236}">
                  <a16:creationId xmlns:a16="http://schemas.microsoft.com/office/drawing/2014/main" id="{82DF36AE-C1E0-4976-AFE3-9524754EC4D8}"/>
                </a:ext>
              </a:extLst>
            </p:cNvPr>
            <p:cNvSpPr/>
            <p:nvPr/>
          </p:nvSpPr>
          <p:spPr>
            <a:xfrm>
              <a:off x="6864008" y="136754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3DA9FB2-6595-48BE-9B73-224CC612364B}"/>
                </a:ext>
              </a:extLst>
            </p:cNvPr>
            <p:cNvSpPr/>
            <p:nvPr/>
          </p:nvSpPr>
          <p:spPr>
            <a:xfrm flipH="1">
              <a:off x="6822487" y="169728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3A384A6-1395-4EA4-AB74-D1A9FC05B014}"/>
                </a:ext>
              </a:extLst>
            </p:cNvPr>
            <p:cNvSpPr/>
            <p:nvPr/>
          </p:nvSpPr>
          <p:spPr>
            <a:xfrm>
              <a:off x="7143743" y="170389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3" name="Block Arc 52">
              <a:extLst>
                <a:ext uri="{FF2B5EF4-FFF2-40B4-BE49-F238E27FC236}">
                  <a16:creationId xmlns:a16="http://schemas.microsoft.com/office/drawing/2014/main" id="{15722BB4-E9C5-4ECC-8F81-697EE26126F6}"/>
                </a:ext>
              </a:extLst>
            </p:cNvPr>
            <p:cNvSpPr/>
            <p:nvPr/>
          </p:nvSpPr>
          <p:spPr>
            <a:xfrm>
              <a:off x="6864008" y="170399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4" name="Block Arc 53">
              <a:extLst>
                <a:ext uri="{FF2B5EF4-FFF2-40B4-BE49-F238E27FC236}">
                  <a16:creationId xmlns:a16="http://schemas.microsoft.com/office/drawing/2014/main" id="{63FF045C-AFA2-4648-965C-C3FA953FFBAB}"/>
                </a:ext>
              </a:extLst>
            </p:cNvPr>
            <p:cNvSpPr/>
            <p:nvPr/>
          </p:nvSpPr>
          <p:spPr>
            <a:xfrm>
              <a:off x="6864008" y="177511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8A6B299-2DD7-4863-BAE2-1107052EFBAA}"/>
                </a:ext>
              </a:extLst>
            </p:cNvPr>
            <p:cNvSpPr/>
            <p:nvPr/>
          </p:nvSpPr>
          <p:spPr>
            <a:xfrm flipH="1">
              <a:off x="6822487" y="210485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9765B9-71FE-45A4-A8AA-A51A315E8A8F}"/>
                </a:ext>
              </a:extLst>
            </p:cNvPr>
            <p:cNvSpPr/>
            <p:nvPr/>
          </p:nvSpPr>
          <p:spPr>
            <a:xfrm>
              <a:off x="7143743" y="211146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B736C78D-ADAE-4290-83CD-55F8CC0B2FAE}"/>
                </a:ext>
              </a:extLst>
            </p:cNvPr>
            <p:cNvSpPr/>
            <p:nvPr/>
          </p:nvSpPr>
          <p:spPr>
            <a:xfrm>
              <a:off x="6864008" y="211156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F5E472FE-F10B-4090-BD3A-84F1F9DBA407}"/>
                </a:ext>
              </a:extLst>
            </p:cNvPr>
            <p:cNvSpPr/>
            <p:nvPr/>
          </p:nvSpPr>
          <p:spPr>
            <a:xfrm>
              <a:off x="6864008" y="218268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7A87CA-5CB5-4E30-A67F-CDE684082695}"/>
                </a:ext>
              </a:extLst>
            </p:cNvPr>
            <p:cNvSpPr/>
            <p:nvPr/>
          </p:nvSpPr>
          <p:spPr>
            <a:xfrm flipH="1">
              <a:off x="6822487" y="251242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ADE688A-AA7B-4284-B399-1739FDA38D5E}"/>
                </a:ext>
              </a:extLst>
            </p:cNvPr>
            <p:cNvSpPr/>
            <p:nvPr/>
          </p:nvSpPr>
          <p:spPr>
            <a:xfrm>
              <a:off x="7143743" y="251903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1" name="Block Arc 60">
              <a:extLst>
                <a:ext uri="{FF2B5EF4-FFF2-40B4-BE49-F238E27FC236}">
                  <a16:creationId xmlns:a16="http://schemas.microsoft.com/office/drawing/2014/main" id="{821C81C3-A50D-453C-B0C1-7EF833125BE8}"/>
                </a:ext>
              </a:extLst>
            </p:cNvPr>
            <p:cNvSpPr/>
            <p:nvPr/>
          </p:nvSpPr>
          <p:spPr>
            <a:xfrm>
              <a:off x="6864008" y="2519132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2" name="Block Arc 61">
              <a:extLst>
                <a:ext uri="{FF2B5EF4-FFF2-40B4-BE49-F238E27FC236}">
                  <a16:creationId xmlns:a16="http://schemas.microsoft.com/office/drawing/2014/main" id="{18DDF75A-2869-4D43-8298-67712A82B0C0}"/>
                </a:ext>
              </a:extLst>
            </p:cNvPr>
            <p:cNvSpPr/>
            <p:nvPr/>
          </p:nvSpPr>
          <p:spPr>
            <a:xfrm>
              <a:off x="6864008" y="2590259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5D4F16E-1BCC-4CCF-9146-DEA5677CB4D2}"/>
                </a:ext>
              </a:extLst>
            </p:cNvPr>
            <p:cNvSpPr/>
            <p:nvPr/>
          </p:nvSpPr>
          <p:spPr>
            <a:xfrm flipH="1">
              <a:off x="6822487" y="291999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691A330-03D8-4A49-8706-1319BD9B97C0}"/>
                </a:ext>
              </a:extLst>
            </p:cNvPr>
            <p:cNvSpPr/>
            <p:nvPr/>
          </p:nvSpPr>
          <p:spPr>
            <a:xfrm>
              <a:off x="7143743" y="292660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Block Arc 64">
              <a:extLst>
                <a:ext uri="{FF2B5EF4-FFF2-40B4-BE49-F238E27FC236}">
                  <a16:creationId xmlns:a16="http://schemas.microsoft.com/office/drawing/2014/main" id="{88CEA7FC-A7A9-4634-8428-38B7104CA555}"/>
                </a:ext>
              </a:extLst>
            </p:cNvPr>
            <p:cNvSpPr/>
            <p:nvPr/>
          </p:nvSpPr>
          <p:spPr>
            <a:xfrm>
              <a:off x="6864008" y="2926703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6" name="Block Arc 65">
              <a:extLst>
                <a:ext uri="{FF2B5EF4-FFF2-40B4-BE49-F238E27FC236}">
                  <a16:creationId xmlns:a16="http://schemas.microsoft.com/office/drawing/2014/main" id="{7F06E1F1-293A-429F-AE92-AEB7FD5B6432}"/>
                </a:ext>
              </a:extLst>
            </p:cNvPr>
            <p:cNvSpPr/>
            <p:nvPr/>
          </p:nvSpPr>
          <p:spPr>
            <a:xfrm>
              <a:off x="6864008" y="2997830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0F04061-7052-4271-8614-C97DEF9EBADD}"/>
                </a:ext>
              </a:extLst>
            </p:cNvPr>
            <p:cNvSpPr/>
            <p:nvPr/>
          </p:nvSpPr>
          <p:spPr>
            <a:xfrm flipH="1">
              <a:off x="6822487" y="332756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F7705DE-3B84-42C6-A08D-6336705B703E}"/>
                </a:ext>
              </a:extLst>
            </p:cNvPr>
            <p:cNvSpPr/>
            <p:nvPr/>
          </p:nvSpPr>
          <p:spPr>
            <a:xfrm>
              <a:off x="7143743" y="333417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Block Arc 68">
              <a:extLst>
                <a:ext uri="{FF2B5EF4-FFF2-40B4-BE49-F238E27FC236}">
                  <a16:creationId xmlns:a16="http://schemas.microsoft.com/office/drawing/2014/main" id="{37287AEC-D1FF-4A86-933C-87DFB6ED37E8}"/>
                </a:ext>
              </a:extLst>
            </p:cNvPr>
            <p:cNvSpPr/>
            <p:nvPr/>
          </p:nvSpPr>
          <p:spPr>
            <a:xfrm>
              <a:off x="6864008" y="3334274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0" name="Block Arc 69">
              <a:extLst>
                <a:ext uri="{FF2B5EF4-FFF2-40B4-BE49-F238E27FC236}">
                  <a16:creationId xmlns:a16="http://schemas.microsoft.com/office/drawing/2014/main" id="{9262ED8B-3BA7-4BBB-8294-5C3B278C5BC3}"/>
                </a:ext>
              </a:extLst>
            </p:cNvPr>
            <p:cNvSpPr/>
            <p:nvPr/>
          </p:nvSpPr>
          <p:spPr>
            <a:xfrm>
              <a:off x="6864008" y="3405401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409F636-EB3C-4259-B7B3-03F337917CF8}"/>
                </a:ext>
              </a:extLst>
            </p:cNvPr>
            <p:cNvSpPr/>
            <p:nvPr/>
          </p:nvSpPr>
          <p:spPr>
            <a:xfrm flipH="1">
              <a:off x="6822487" y="373514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DCE182B-1134-4F82-B81F-81F59E954E28}"/>
                </a:ext>
              </a:extLst>
            </p:cNvPr>
            <p:cNvSpPr/>
            <p:nvPr/>
          </p:nvSpPr>
          <p:spPr>
            <a:xfrm>
              <a:off x="7143743" y="374174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Block Arc 72">
              <a:extLst>
                <a:ext uri="{FF2B5EF4-FFF2-40B4-BE49-F238E27FC236}">
                  <a16:creationId xmlns:a16="http://schemas.microsoft.com/office/drawing/2014/main" id="{05BA17DB-A9CE-4782-9CFA-CAC375698766}"/>
                </a:ext>
              </a:extLst>
            </p:cNvPr>
            <p:cNvSpPr/>
            <p:nvPr/>
          </p:nvSpPr>
          <p:spPr>
            <a:xfrm>
              <a:off x="6864008" y="3741845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4" name="Block Arc 73">
              <a:extLst>
                <a:ext uri="{FF2B5EF4-FFF2-40B4-BE49-F238E27FC236}">
                  <a16:creationId xmlns:a16="http://schemas.microsoft.com/office/drawing/2014/main" id="{6BC0CE8B-DB7A-4E5D-8B66-7F328CCD40A3}"/>
                </a:ext>
              </a:extLst>
            </p:cNvPr>
            <p:cNvSpPr/>
            <p:nvPr/>
          </p:nvSpPr>
          <p:spPr>
            <a:xfrm>
              <a:off x="6864008" y="3812972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360BAC7-881D-4593-A47E-2ABBAB41D0E9}"/>
                </a:ext>
              </a:extLst>
            </p:cNvPr>
            <p:cNvSpPr/>
            <p:nvPr/>
          </p:nvSpPr>
          <p:spPr>
            <a:xfrm flipH="1">
              <a:off x="6822487" y="414271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D902E57-9E86-453C-9D67-A42FF9FE15E4}"/>
                </a:ext>
              </a:extLst>
            </p:cNvPr>
            <p:cNvSpPr/>
            <p:nvPr/>
          </p:nvSpPr>
          <p:spPr>
            <a:xfrm>
              <a:off x="7143743" y="414931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Block Arc 76">
              <a:extLst>
                <a:ext uri="{FF2B5EF4-FFF2-40B4-BE49-F238E27FC236}">
                  <a16:creationId xmlns:a16="http://schemas.microsoft.com/office/drawing/2014/main" id="{EF801CF9-D4D5-4939-A3B6-9DACF3DEFE11}"/>
                </a:ext>
              </a:extLst>
            </p:cNvPr>
            <p:cNvSpPr/>
            <p:nvPr/>
          </p:nvSpPr>
          <p:spPr>
            <a:xfrm>
              <a:off x="6864008" y="4149416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8" name="Block Arc 77">
              <a:extLst>
                <a:ext uri="{FF2B5EF4-FFF2-40B4-BE49-F238E27FC236}">
                  <a16:creationId xmlns:a16="http://schemas.microsoft.com/office/drawing/2014/main" id="{CD4E1869-225F-42F1-8218-F632D207A226}"/>
                </a:ext>
              </a:extLst>
            </p:cNvPr>
            <p:cNvSpPr/>
            <p:nvPr/>
          </p:nvSpPr>
          <p:spPr>
            <a:xfrm>
              <a:off x="6864008" y="4220543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29AAABD-2492-4730-992A-50730D74E89B}"/>
                </a:ext>
              </a:extLst>
            </p:cNvPr>
            <p:cNvSpPr/>
            <p:nvPr/>
          </p:nvSpPr>
          <p:spPr>
            <a:xfrm flipH="1">
              <a:off x="6822487" y="455028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44C3868-F7AB-4359-8D94-03B50520A934}"/>
                </a:ext>
              </a:extLst>
            </p:cNvPr>
            <p:cNvSpPr/>
            <p:nvPr/>
          </p:nvSpPr>
          <p:spPr>
            <a:xfrm>
              <a:off x="7143743" y="455688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1" name="Block Arc 80">
              <a:extLst>
                <a:ext uri="{FF2B5EF4-FFF2-40B4-BE49-F238E27FC236}">
                  <a16:creationId xmlns:a16="http://schemas.microsoft.com/office/drawing/2014/main" id="{FB7F944A-4643-4C4F-AD04-2EB7C46AF484}"/>
                </a:ext>
              </a:extLst>
            </p:cNvPr>
            <p:cNvSpPr/>
            <p:nvPr/>
          </p:nvSpPr>
          <p:spPr>
            <a:xfrm>
              <a:off x="6864008" y="455698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2" name="Block Arc 81">
              <a:extLst>
                <a:ext uri="{FF2B5EF4-FFF2-40B4-BE49-F238E27FC236}">
                  <a16:creationId xmlns:a16="http://schemas.microsoft.com/office/drawing/2014/main" id="{D6BB8738-A26B-4AB3-B22C-AC7F3ECFE180}"/>
                </a:ext>
              </a:extLst>
            </p:cNvPr>
            <p:cNvSpPr/>
            <p:nvPr/>
          </p:nvSpPr>
          <p:spPr>
            <a:xfrm>
              <a:off x="6864008" y="462811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757CA70-AEB0-4502-80FC-6579713D715B}"/>
                </a:ext>
              </a:extLst>
            </p:cNvPr>
            <p:cNvSpPr/>
            <p:nvPr/>
          </p:nvSpPr>
          <p:spPr>
            <a:xfrm flipH="1">
              <a:off x="6822487" y="495785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06C4D62-B300-42ED-87AD-1D55F02C3460}"/>
                </a:ext>
              </a:extLst>
            </p:cNvPr>
            <p:cNvSpPr/>
            <p:nvPr/>
          </p:nvSpPr>
          <p:spPr>
            <a:xfrm>
              <a:off x="7143743" y="496446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5" name="Block Arc 84">
              <a:extLst>
                <a:ext uri="{FF2B5EF4-FFF2-40B4-BE49-F238E27FC236}">
                  <a16:creationId xmlns:a16="http://schemas.microsoft.com/office/drawing/2014/main" id="{CD431158-BB09-408E-A6BA-50668795A8A7}"/>
                </a:ext>
              </a:extLst>
            </p:cNvPr>
            <p:cNvSpPr/>
            <p:nvPr/>
          </p:nvSpPr>
          <p:spPr>
            <a:xfrm>
              <a:off x="6864008" y="496455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6" name="Block Arc 85">
              <a:extLst>
                <a:ext uri="{FF2B5EF4-FFF2-40B4-BE49-F238E27FC236}">
                  <a16:creationId xmlns:a16="http://schemas.microsoft.com/office/drawing/2014/main" id="{85ACC7D4-3396-4A7E-906D-2C28AE68EAA7}"/>
                </a:ext>
              </a:extLst>
            </p:cNvPr>
            <p:cNvSpPr/>
            <p:nvPr/>
          </p:nvSpPr>
          <p:spPr>
            <a:xfrm>
              <a:off x="6864008" y="503568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06E07DE-45A7-4C9D-8EAD-68CAA81F2E2C}"/>
                </a:ext>
              </a:extLst>
            </p:cNvPr>
            <p:cNvSpPr/>
            <p:nvPr/>
          </p:nvSpPr>
          <p:spPr>
            <a:xfrm flipH="1">
              <a:off x="6822487" y="536542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097CB52-63A1-4B0B-9537-4D5CD274A4D8}"/>
                </a:ext>
              </a:extLst>
            </p:cNvPr>
            <p:cNvSpPr/>
            <p:nvPr/>
          </p:nvSpPr>
          <p:spPr>
            <a:xfrm>
              <a:off x="7143743" y="537203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9" name="Block Arc 88">
              <a:extLst>
                <a:ext uri="{FF2B5EF4-FFF2-40B4-BE49-F238E27FC236}">
                  <a16:creationId xmlns:a16="http://schemas.microsoft.com/office/drawing/2014/main" id="{FD70A84E-205A-46FB-837B-2728368458D9}"/>
                </a:ext>
              </a:extLst>
            </p:cNvPr>
            <p:cNvSpPr/>
            <p:nvPr/>
          </p:nvSpPr>
          <p:spPr>
            <a:xfrm>
              <a:off x="6864008" y="537212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0" name="Block Arc 89">
              <a:extLst>
                <a:ext uri="{FF2B5EF4-FFF2-40B4-BE49-F238E27FC236}">
                  <a16:creationId xmlns:a16="http://schemas.microsoft.com/office/drawing/2014/main" id="{AF274CAE-3473-4F87-A7C2-995BF257B7E8}"/>
                </a:ext>
              </a:extLst>
            </p:cNvPr>
            <p:cNvSpPr/>
            <p:nvPr/>
          </p:nvSpPr>
          <p:spPr>
            <a:xfrm>
              <a:off x="6864008" y="544325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4C95442-3E54-4672-B119-BBA5DCE32B72}"/>
                </a:ext>
              </a:extLst>
            </p:cNvPr>
            <p:cNvSpPr/>
            <p:nvPr/>
          </p:nvSpPr>
          <p:spPr>
            <a:xfrm flipH="1">
              <a:off x="6822487" y="577299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AB5ABE7-B0CA-42AD-A284-643F6933C1EC}"/>
                </a:ext>
              </a:extLst>
            </p:cNvPr>
            <p:cNvSpPr/>
            <p:nvPr/>
          </p:nvSpPr>
          <p:spPr>
            <a:xfrm>
              <a:off x="7143743" y="577960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Block Arc 92">
              <a:extLst>
                <a:ext uri="{FF2B5EF4-FFF2-40B4-BE49-F238E27FC236}">
                  <a16:creationId xmlns:a16="http://schemas.microsoft.com/office/drawing/2014/main" id="{907AE984-E2A5-41F6-99E0-EFE0A424BB66}"/>
                </a:ext>
              </a:extLst>
            </p:cNvPr>
            <p:cNvSpPr/>
            <p:nvPr/>
          </p:nvSpPr>
          <p:spPr>
            <a:xfrm>
              <a:off x="6864008" y="577970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4" name="Block Arc 93">
              <a:extLst>
                <a:ext uri="{FF2B5EF4-FFF2-40B4-BE49-F238E27FC236}">
                  <a16:creationId xmlns:a16="http://schemas.microsoft.com/office/drawing/2014/main" id="{FBEBBE79-F855-41CB-AF4A-4A9AA83DC903}"/>
                </a:ext>
              </a:extLst>
            </p:cNvPr>
            <p:cNvSpPr/>
            <p:nvPr/>
          </p:nvSpPr>
          <p:spPr>
            <a:xfrm>
              <a:off x="6864008" y="585082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92F0BE4-63C2-4806-9FBD-C709615AC99F}"/>
                </a:ext>
              </a:extLst>
            </p:cNvPr>
            <p:cNvSpPr/>
            <p:nvPr/>
          </p:nvSpPr>
          <p:spPr>
            <a:xfrm flipH="1">
              <a:off x="6822487" y="618056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A3DBB91-0F87-45DB-8548-0BC27B90F389}"/>
                </a:ext>
              </a:extLst>
            </p:cNvPr>
            <p:cNvSpPr/>
            <p:nvPr/>
          </p:nvSpPr>
          <p:spPr>
            <a:xfrm>
              <a:off x="7143743" y="618717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Block Arc 96">
              <a:extLst>
                <a:ext uri="{FF2B5EF4-FFF2-40B4-BE49-F238E27FC236}">
                  <a16:creationId xmlns:a16="http://schemas.microsoft.com/office/drawing/2014/main" id="{DDE45D5F-D1AB-4DA8-B519-5B62439151D8}"/>
                </a:ext>
              </a:extLst>
            </p:cNvPr>
            <p:cNvSpPr/>
            <p:nvPr/>
          </p:nvSpPr>
          <p:spPr>
            <a:xfrm>
              <a:off x="6864008" y="618727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8" name="Block Arc 97">
              <a:extLst>
                <a:ext uri="{FF2B5EF4-FFF2-40B4-BE49-F238E27FC236}">
                  <a16:creationId xmlns:a16="http://schemas.microsoft.com/office/drawing/2014/main" id="{46C11122-DD45-4A00-BFA3-4E0CA0B464EB}"/>
                </a:ext>
              </a:extLst>
            </p:cNvPr>
            <p:cNvSpPr/>
            <p:nvPr/>
          </p:nvSpPr>
          <p:spPr>
            <a:xfrm>
              <a:off x="6864008" y="625839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EA271FD-DAAF-4DCA-8607-4A26AD4454F5}"/>
              </a:ext>
            </a:extLst>
          </p:cNvPr>
          <p:cNvSpPr/>
          <p:nvPr/>
        </p:nvSpPr>
        <p:spPr>
          <a:xfrm>
            <a:off x="2951221" y="4279474"/>
            <a:ext cx="3434510" cy="168051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5F320B-D6D3-4CF3-997C-587B5FC18481}"/>
              </a:ext>
            </a:extLst>
          </p:cNvPr>
          <p:cNvSpPr txBox="1"/>
          <p:nvPr/>
        </p:nvSpPr>
        <p:spPr>
          <a:xfrm>
            <a:off x="2748545" y="3030173"/>
            <a:ext cx="3745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200" dirty="0"/>
              <a:t>15% of Australian couples will have infertility problems.</a:t>
            </a:r>
          </a:p>
          <a:p>
            <a:pPr algn="ctr"/>
            <a:r>
              <a:rPr lang="en-US" sz="1600" spc="200" dirty="0"/>
              <a:t>(</a:t>
            </a:r>
            <a:r>
              <a:rPr lang="en-US" sz="1600" i="1" spc="200" dirty="0"/>
              <a:t>May 2018, Health Direct</a:t>
            </a:r>
            <a:r>
              <a:rPr lang="en-US" sz="1600" spc="200" dirty="0"/>
              <a:t>)</a:t>
            </a:r>
            <a:endParaRPr lang="en-AU" sz="1600" spc="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4D5DB-A778-4016-B65D-92E7D0FB269D}"/>
              </a:ext>
            </a:extLst>
          </p:cNvPr>
          <p:cNvSpPr txBox="1"/>
          <p:nvPr/>
        </p:nvSpPr>
        <p:spPr>
          <a:xfrm>
            <a:off x="3226574" y="4533653"/>
            <a:ext cx="3040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Infertility is the inability to conceive or sustain a pregnancy.</a:t>
            </a:r>
          </a:p>
        </p:txBody>
      </p:sp>
      <p:pic>
        <p:nvPicPr>
          <p:cNvPr id="18" name="Picture 17" descr="A group of people sitting posing for the camera&#10;&#10;Description automatically generated">
            <a:extLst>
              <a:ext uri="{FF2B5EF4-FFF2-40B4-BE49-F238E27FC236}">
                <a16:creationId xmlns:a16="http://schemas.microsoft.com/office/drawing/2014/main" id="{97129AE4-E5CD-4791-B32C-D24B715CB85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954" y="442016"/>
            <a:ext cx="2574800" cy="257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66435D-1978-4A44-950D-32ECF268A77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72288" y="3766514"/>
            <a:ext cx="2638556" cy="1289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1AC6F6-1584-499E-8887-00603B1E493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7729" y="189916"/>
            <a:ext cx="3791484" cy="899936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B98590BA-25E4-4D66-892D-8B36BF1BFA46}"/>
              </a:ext>
            </a:extLst>
          </p:cNvPr>
          <p:cNvSpPr txBox="1"/>
          <p:nvPr/>
        </p:nvSpPr>
        <p:spPr>
          <a:xfrm>
            <a:off x="7433935" y="591969"/>
            <a:ext cx="38251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b="1" dirty="0"/>
          </a:p>
          <a:p>
            <a:r>
              <a:rPr lang="en-AU" b="1" dirty="0"/>
              <a:t>Main factors affecting infertility for a woman…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Ovulatory</a:t>
            </a:r>
            <a:r>
              <a:rPr lang="en-AU" dirty="0"/>
              <a:t>   (</a:t>
            </a:r>
            <a:r>
              <a:rPr lang="en-AU" i="1" dirty="0" err="1"/>
              <a:t>eg</a:t>
            </a:r>
            <a:r>
              <a:rPr lang="en-AU" i="1" dirty="0"/>
              <a:t> when a woman does not release an egg every month; poor egg quality</a:t>
            </a:r>
            <a:r>
              <a:rPr lang="en-A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Tubal </a:t>
            </a:r>
            <a:r>
              <a:rPr lang="en-AU" dirty="0"/>
              <a:t> - </a:t>
            </a:r>
            <a:r>
              <a:rPr lang="en-AU" i="1" dirty="0"/>
              <a:t>tubal blockage (</a:t>
            </a:r>
            <a:r>
              <a:rPr lang="en-AU" i="1" dirty="0" err="1"/>
              <a:t>eg</a:t>
            </a:r>
            <a:r>
              <a:rPr lang="en-AU" i="1" dirty="0"/>
              <a:t> STI’s / Pelvic Endometriosis</a:t>
            </a:r>
            <a:r>
              <a:rPr lang="en-A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Age</a:t>
            </a:r>
          </a:p>
          <a:p>
            <a:endParaRPr lang="en-AU" b="1" i="1" dirty="0"/>
          </a:p>
          <a:p>
            <a:r>
              <a:rPr lang="en-AU" b="1" i="1" dirty="0"/>
              <a:t>Main factors affecting infertility for a male… </a:t>
            </a:r>
          </a:p>
          <a:p>
            <a:r>
              <a:rPr lang="en-AU" b="1" dirty="0"/>
              <a:t>Semen: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i="1" dirty="0"/>
              <a:t>volume concentration,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i="1" dirty="0"/>
              <a:t>motility,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i="1" dirty="0"/>
              <a:t>morphology</a:t>
            </a:r>
          </a:p>
          <a:p>
            <a:endParaRPr lang="en-AU" sz="2400" b="1" dirty="0"/>
          </a:p>
          <a:p>
            <a:endParaRPr lang="en-AU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D343F7-5558-48BA-B1CD-7FD06FA0B8D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1590" y="4855387"/>
            <a:ext cx="2487384" cy="150279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50095E-38DE-4109-AAF5-5E94A6CA5273}"/>
              </a:ext>
            </a:extLst>
          </p:cNvPr>
          <p:cNvSpPr/>
          <p:nvPr/>
        </p:nvSpPr>
        <p:spPr>
          <a:xfrm>
            <a:off x="-10534" y="-4387045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10" name="Graphic 9" descr="Open book">
            <a:hlinkClick r:id="rId23" action="ppaction://hlinksldjump"/>
            <a:extLst>
              <a:ext uri="{FF2B5EF4-FFF2-40B4-BE49-F238E27FC236}">
                <a16:creationId xmlns:a16="http://schemas.microsoft.com/office/drawing/2014/main" id="{2B4E2B03-BDA8-46DF-B10A-CC4A7EE4E3D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382" y="1381082"/>
            <a:ext cx="601560" cy="601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F03A33-BF98-44D8-84E2-585F5367C232}"/>
              </a:ext>
            </a:extLst>
          </p:cNvPr>
          <p:cNvSpPr txBox="1"/>
          <p:nvPr/>
        </p:nvSpPr>
        <p:spPr>
          <a:xfrm>
            <a:off x="180970" y="126636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12" name="Graphic 11" descr="Presentation with media">
            <a:hlinkClick r:id="rId11" action="ppaction://hlinksldjump"/>
            <a:extLst>
              <a:ext uri="{FF2B5EF4-FFF2-40B4-BE49-F238E27FC236}">
                <a16:creationId xmlns:a16="http://schemas.microsoft.com/office/drawing/2014/main" id="{50CC485D-121B-4C9D-B802-E211BFE6C0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4436" y="2610600"/>
            <a:ext cx="601560" cy="6015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1FAFF9-71D5-44FD-99B3-C8DB21D324FD}"/>
              </a:ext>
            </a:extLst>
          </p:cNvPr>
          <p:cNvSpPr txBox="1"/>
          <p:nvPr/>
        </p:nvSpPr>
        <p:spPr>
          <a:xfrm>
            <a:off x="132611" y="2472100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20" name="Graphic 19" descr="Postit Notes">
            <a:hlinkClick r:id="rId8" action="ppaction://hlinksldjump"/>
            <a:extLst>
              <a:ext uri="{FF2B5EF4-FFF2-40B4-BE49-F238E27FC236}">
                <a16:creationId xmlns:a16="http://schemas.microsoft.com/office/drawing/2014/main" id="{AE4FBDD2-3D54-4402-9C25-237218F36E7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869" y="3768552"/>
            <a:ext cx="601560" cy="60156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AB5E8855-3017-4770-A0EA-80C09D1A5318}"/>
              </a:ext>
            </a:extLst>
          </p:cNvPr>
          <p:cNvSpPr txBox="1"/>
          <p:nvPr/>
        </p:nvSpPr>
        <p:spPr>
          <a:xfrm>
            <a:off x="75029" y="364180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13" name="Graphic 112" descr="Aspiration">
            <a:hlinkClick r:id="rId16" action="ppaction://hlinksldjump"/>
            <a:extLst>
              <a:ext uri="{FF2B5EF4-FFF2-40B4-BE49-F238E27FC236}">
                <a16:creationId xmlns:a16="http://schemas.microsoft.com/office/drawing/2014/main" id="{04F05100-1286-4ED7-93FC-0A4C75A03A8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713" y="4884298"/>
            <a:ext cx="601560" cy="60156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B4EFD5D5-1A08-4F85-84DE-A05F85870515}"/>
              </a:ext>
            </a:extLst>
          </p:cNvPr>
          <p:cNvSpPr txBox="1"/>
          <p:nvPr/>
        </p:nvSpPr>
        <p:spPr>
          <a:xfrm>
            <a:off x="8713" y="4768497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EF9E75E-FD9C-4814-A4E1-F3CB224A46C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4042" y="1282756"/>
            <a:ext cx="877900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20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2D0FECE-595D-4821-B402-BD33CCF4F815}"/>
              </a:ext>
            </a:extLst>
          </p:cNvPr>
          <p:cNvSpPr/>
          <p:nvPr/>
        </p:nvSpPr>
        <p:spPr>
          <a:xfrm flipH="1">
            <a:off x="2042795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309A77-31D8-4D49-B2A9-E6C72A1F2079}"/>
              </a:ext>
            </a:extLst>
          </p:cNvPr>
          <p:cNvSpPr/>
          <p:nvPr/>
        </p:nvSpPr>
        <p:spPr>
          <a:xfrm>
            <a:off x="7085423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5CF1FC-D4CD-4A53-9886-1B40E5A00546}"/>
              </a:ext>
            </a:extLst>
          </p:cNvPr>
          <p:cNvSpPr/>
          <p:nvPr/>
        </p:nvSpPr>
        <p:spPr>
          <a:xfrm>
            <a:off x="2562443" y="29081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 descr="A picture containing drawing&#10;&#10;Description automatically generated">
            <a:hlinkClick r:id="rId3" action="ppaction://hlinksldjump"/>
            <a:extLst>
              <a:ext uri="{FF2B5EF4-FFF2-40B4-BE49-F238E27FC236}">
                <a16:creationId xmlns:a16="http://schemas.microsoft.com/office/drawing/2014/main" id="{765DA3E4-F29A-4B88-9313-91FE01B15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49" y="3385542"/>
            <a:ext cx="548688" cy="1140051"/>
          </a:xfrm>
          <a:prstGeom prst="rect">
            <a:avLst/>
          </a:prstGeom>
        </p:spPr>
      </p:pic>
      <p:pic>
        <p:nvPicPr>
          <p:cNvPr id="25" name="Picture 24" descr="A picture containing table, drawing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4A7F6776-6AA9-43CF-8FA2-B0D0A2F6C6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488" y="4835474"/>
            <a:ext cx="506012" cy="1158340"/>
          </a:xfrm>
          <a:prstGeom prst="rect">
            <a:avLst/>
          </a:prstGeom>
        </p:spPr>
      </p:pic>
      <p:sp>
        <p:nvSpPr>
          <p:cNvPr id="26" name="Rectangle: Rounded Corners 2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928BD35-527F-4E99-A24C-9BCC900260C5}"/>
              </a:ext>
            </a:extLst>
          </p:cNvPr>
          <p:cNvSpPr/>
          <p:nvPr/>
        </p:nvSpPr>
        <p:spPr>
          <a:xfrm>
            <a:off x="2267104" y="546024"/>
            <a:ext cx="487039" cy="1086577"/>
          </a:xfrm>
          <a:prstGeom prst="roundRect">
            <a:avLst/>
          </a:prstGeom>
          <a:solidFill>
            <a:srgbClr val="0F6FC6">
              <a:alpha val="6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1A0555-2096-4424-9DF7-B5D294E7E6EF}"/>
              </a:ext>
            </a:extLst>
          </p:cNvPr>
          <p:cNvSpPr/>
          <p:nvPr/>
        </p:nvSpPr>
        <p:spPr>
          <a:xfrm>
            <a:off x="7115335" y="29081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E851080-F4EB-4881-B805-99A6C46915B0}"/>
              </a:ext>
            </a:extLst>
          </p:cNvPr>
          <p:cNvGrpSpPr/>
          <p:nvPr/>
        </p:nvGrpSpPr>
        <p:grpSpPr>
          <a:xfrm>
            <a:off x="6833335" y="389943"/>
            <a:ext cx="478854" cy="6069018"/>
            <a:chOff x="6822487" y="474572"/>
            <a:chExt cx="478854" cy="606901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E0DBA6-00F5-4B64-A5A5-53199CBA3FED}"/>
                </a:ext>
              </a:extLst>
            </p:cNvPr>
            <p:cNvSpPr/>
            <p:nvPr/>
          </p:nvSpPr>
          <p:spPr>
            <a:xfrm flipH="1">
              <a:off x="6822487" y="47457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E26E128-7838-47C5-A778-67A26DEB8C54}"/>
                </a:ext>
              </a:extLst>
            </p:cNvPr>
            <p:cNvSpPr/>
            <p:nvPr/>
          </p:nvSpPr>
          <p:spPr>
            <a:xfrm>
              <a:off x="7143743" y="48117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2" name="Block Arc 31">
              <a:extLst>
                <a:ext uri="{FF2B5EF4-FFF2-40B4-BE49-F238E27FC236}">
                  <a16:creationId xmlns:a16="http://schemas.microsoft.com/office/drawing/2014/main" id="{25C362BB-7FAC-4F89-8A2F-149202E0C60A}"/>
                </a:ext>
              </a:extLst>
            </p:cNvPr>
            <p:cNvSpPr/>
            <p:nvPr/>
          </p:nvSpPr>
          <p:spPr>
            <a:xfrm>
              <a:off x="6864008" y="48127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BEF327F1-FFD9-4ECB-96AF-3409AC174072}"/>
                </a:ext>
              </a:extLst>
            </p:cNvPr>
            <p:cNvSpPr/>
            <p:nvPr/>
          </p:nvSpPr>
          <p:spPr>
            <a:xfrm>
              <a:off x="6864008" y="55240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A3E861-9EDA-4920-B405-B10677896B9C}"/>
                </a:ext>
              </a:extLst>
            </p:cNvPr>
            <p:cNvSpPr/>
            <p:nvPr/>
          </p:nvSpPr>
          <p:spPr>
            <a:xfrm flipH="1">
              <a:off x="6822487" y="88214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2BB35C0-6DB2-48E0-B374-766DD1D9F68F}"/>
                </a:ext>
              </a:extLst>
            </p:cNvPr>
            <p:cNvSpPr/>
            <p:nvPr/>
          </p:nvSpPr>
          <p:spPr>
            <a:xfrm>
              <a:off x="7143743" y="88875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2AA0F607-F66F-43AF-8433-C1A6064F488C}"/>
                </a:ext>
              </a:extLst>
            </p:cNvPr>
            <p:cNvSpPr/>
            <p:nvPr/>
          </p:nvSpPr>
          <p:spPr>
            <a:xfrm>
              <a:off x="6864008" y="88884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8" name="Block Arc 37">
              <a:extLst>
                <a:ext uri="{FF2B5EF4-FFF2-40B4-BE49-F238E27FC236}">
                  <a16:creationId xmlns:a16="http://schemas.microsoft.com/office/drawing/2014/main" id="{7478CF25-5B41-42ED-B698-78CEA8699635}"/>
                </a:ext>
              </a:extLst>
            </p:cNvPr>
            <p:cNvSpPr/>
            <p:nvPr/>
          </p:nvSpPr>
          <p:spPr>
            <a:xfrm>
              <a:off x="6864008" y="95997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F689DD-070B-4F8D-B7D7-9DA855B9B0E3}"/>
                </a:ext>
              </a:extLst>
            </p:cNvPr>
            <p:cNvSpPr/>
            <p:nvPr/>
          </p:nvSpPr>
          <p:spPr>
            <a:xfrm flipH="1">
              <a:off x="6822487" y="128971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92E10A0-1567-43A1-9B8D-2BE62C4B947C}"/>
                </a:ext>
              </a:extLst>
            </p:cNvPr>
            <p:cNvSpPr/>
            <p:nvPr/>
          </p:nvSpPr>
          <p:spPr>
            <a:xfrm>
              <a:off x="7143743" y="129632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7B34C7AC-5D17-414B-B94D-E91F9B0FA19F}"/>
                </a:ext>
              </a:extLst>
            </p:cNvPr>
            <p:cNvSpPr/>
            <p:nvPr/>
          </p:nvSpPr>
          <p:spPr>
            <a:xfrm>
              <a:off x="6864008" y="129641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6" name="Block Arc 45">
              <a:extLst>
                <a:ext uri="{FF2B5EF4-FFF2-40B4-BE49-F238E27FC236}">
                  <a16:creationId xmlns:a16="http://schemas.microsoft.com/office/drawing/2014/main" id="{FF7D6B55-577A-4DC8-877B-8E28708601AC}"/>
                </a:ext>
              </a:extLst>
            </p:cNvPr>
            <p:cNvSpPr/>
            <p:nvPr/>
          </p:nvSpPr>
          <p:spPr>
            <a:xfrm>
              <a:off x="6864008" y="136754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0086FEB-0ECE-4654-B77D-FD16A5B13B0B}"/>
                </a:ext>
              </a:extLst>
            </p:cNvPr>
            <p:cNvSpPr/>
            <p:nvPr/>
          </p:nvSpPr>
          <p:spPr>
            <a:xfrm flipH="1">
              <a:off x="6822487" y="169728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B0D1948-8F32-426C-B5B0-1A2CC84668BA}"/>
                </a:ext>
              </a:extLst>
            </p:cNvPr>
            <p:cNvSpPr/>
            <p:nvPr/>
          </p:nvSpPr>
          <p:spPr>
            <a:xfrm>
              <a:off x="7143743" y="170389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2" name="Block Arc 51">
              <a:extLst>
                <a:ext uri="{FF2B5EF4-FFF2-40B4-BE49-F238E27FC236}">
                  <a16:creationId xmlns:a16="http://schemas.microsoft.com/office/drawing/2014/main" id="{2DF21F03-37FE-4C78-AD13-2A861893C620}"/>
                </a:ext>
              </a:extLst>
            </p:cNvPr>
            <p:cNvSpPr/>
            <p:nvPr/>
          </p:nvSpPr>
          <p:spPr>
            <a:xfrm>
              <a:off x="6864008" y="170399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3" name="Block Arc 52">
              <a:extLst>
                <a:ext uri="{FF2B5EF4-FFF2-40B4-BE49-F238E27FC236}">
                  <a16:creationId xmlns:a16="http://schemas.microsoft.com/office/drawing/2014/main" id="{EA4168EA-DD8B-4C14-B5BE-746B066CF098}"/>
                </a:ext>
              </a:extLst>
            </p:cNvPr>
            <p:cNvSpPr/>
            <p:nvPr/>
          </p:nvSpPr>
          <p:spPr>
            <a:xfrm>
              <a:off x="6864008" y="177511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CDCF228-FDF6-49D4-A622-5B1DCC39EE48}"/>
                </a:ext>
              </a:extLst>
            </p:cNvPr>
            <p:cNvSpPr/>
            <p:nvPr/>
          </p:nvSpPr>
          <p:spPr>
            <a:xfrm flipH="1">
              <a:off x="6822487" y="210485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19109AD-80B2-41A5-B0FB-FC1E0CF63BE6}"/>
                </a:ext>
              </a:extLst>
            </p:cNvPr>
            <p:cNvSpPr/>
            <p:nvPr/>
          </p:nvSpPr>
          <p:spPr>
            <a:xfrm>
              <a:off x="7143743" y="211146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6" name="Block Arc 55">
              <a:extLst>
                <a:ext uri="{FF2B5EF4-FFF2-40B4-BE49-F238E27FC236}">
                  <a16:creationId xmlns:a16="http://schemas.microsoft.com/office/drawing/2014/main" id="{DD4181CD-7441-423A-BBDF-BB8EDC7FB81F}"/>
                </a:ext>
              </a:extLst>
            </p:cNvPr>
            <p:cNvSpPr/>
            <p:nvPr/>
          </p:nvSpPr>
          <p:spPr>
            <a:xfrm>
              <a:off x="6864008" y="211156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276E03A1-AA83-4B60-88E8-F407519B367C}"/>
                </a:ext>
              </a:extLst>
            </p:cNvPr>
            <p:cNvSpPr/>
            <p:nvPr/>
          </p:nvSpPr>
          <p:spPr>
            <a:xfrm>
              <a:off x="6864008" y="218268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83D1206-4BB6-49D9-BA3B-BBCBCB873CB7}"/>
                </a:ext>
              </a:extLst>
            </p:cNvPr>
            <p:cNvSpPr/>
            <p:nvPr/>
          </p:nvSpPr>
          <p:spPr>
            <a:xfrm flipH="1">
              <a:off x="6822487" y="251242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CD971D4-7E48-4BA8-87BE-EBE615C73D7C}"/>
                </a:ext>
              </a:extLst>
            </p:cNvPr>
            <p:cNvSpPr/>
            <p:nvPr/>
          </p:nvSpPr>
          <p:spPr>
            <a:xfrm>
              <a:off x="7143743" y="251903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1" name="Block Arc 60">
              <a:extLst>
                <a:ext uri="{FF2B5EF4-FFF2-40B4-BE49-F238E27FC236}">
                  <a16:creationId xmlns:a16="http://schemas.microsoft.com/office/drawing/2014/main" id="{1FC1F052-D736-4BDD-AF05-1811C85C5EA3}"/>
                </a:ext>
              </a:extLst>
            </p:cNvPr>
            <p:cNvSpPr/>
            <p:nvPr/>
          </p:nvSpPr>
          <p:spPr>
            <a:xfrm>
              <a:off x="6864008" y="2519132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2" name="Block Arc 61">
              <a:extLst>
                <a:ext uri="{FF2B5EF4-FFF2-40B4-BE49-F238E27FC236}">
                  <a16:creationId xmlns:a16="http://schemas.microsoft.com/office/drawing/2014/main" id="{B2F74A51-C0E9-49A6-98B6-F2AC9A3BEEC9}"/>
                </a:ext>
              </a:extLst>
            </p:cNvPr>
            <p:cNvSpPr/>
            <p:nvPr/>
          </p:nvSpPr>
          <p:spPr>
            <a:xfrm>
              <a:off x="6864008" y="2590259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E3130FE-5A32-49B1-A0CE-E26211B9F4B9}"/>
                </a:ext>
              </a:extLst>
            </p:cNvPr>
            <p:cNvSpPr/>
            <p:nvPr/>
          </p:nvSpPr>
          <p:spPr>
            <a:xfrm flipH="1">
              <a:off x="6822487" y="291999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1FBB817-D99B-4234-9424-D85D9F311376}"/>
                </a:ext>
              </a:extLst>
            </p:cNvPr>
            <p:cNvSpPr/>
            <p:nvPr/>
          </p:nvSpPr>
          <p:spPr>
            <a:xfrm>
              <a:off x="7143743" y="292660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6" name="Block Arc 65">
              <a:extLst>
                <a:ext uri="{FF2B5EF4-FFF2-40B4-BE49-F238E27FC236}">
                  <a16:creationId xmlns:a16="http://schemas.microsoft.com/office/drawing/2014/main" id="{ACCE2841-BD28-46D9-B61F-96B51711F04C}"/>
                </a:ext>
              </a:extLst>
            </p:cNvPr>
            <p:cNvSpPr/>
            <p:nvPr/>
          </p:nvSpPr>
          <p:spPr>
            <a:xfrm>
              <a:off x="6864008" y="2926703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7" name="Block Arc 66">
              <a:extLst>
                <a:ext uri="{FF2B5EF4-FFF2-40B4-BE49-F238E27FC236}">
                  <a16:creationId xmlns:a16="http://schemas.microsoft.com/office/drawing/2014/main" id="{7F90A378-24D8-476B-92FA-DB60FF0F3FC6}"/>
                </a:ext>
              </a:extLst>
            </p:cNvPr>
            <p:cNvSpPr/>
            <p:nvPr/>
          </p:nvSpPr>
          <p:spPr>
            <a:xfrm>
              <a:off x="6864008" y="2997830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F08BB11-88D6-4F76-9503-22FD216E9AE3}"/>
                </a:ext>
              </a:extLst>
            </p:cNvPr>
            <p:cNvSpPr/>
            <p:nvPr/>
          </p:nvSpPr>
          <p:spPr>
            <a:xfrm flipH="1">
              <a:off x="6822487" y="332756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9FEC434-56AE-4A44-A84C-715CB30FFE29}"/>
                </a:ext>
              </a:extLst>
            </p:cNvPr>
            <p:cNvSpPr/>
            <p:nvPr/>
          </p:nvSpPr>
          <p:spPr>
            <a:xfrm>
              <a:off x="7143743" y="333417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Block Arc 69">
              <a:extLst>
                <a:ext uri="{FF2B5EF4-FFF2-40B4-BE49-F238E27FC236}">
                  <a16:creationId xmlns:a16="http://schemas.microsoft.com/office/drawing/2014/main" id="{BA9D76BF-0841-409D-8DC6-153F8A742989}"/>
                </a:ext>
              </a:extLst>
            </p:cNvPr>
            <p:cNvSpPr/>
            <p:nvPr/>
          </p:nvSpPr>
          <p:spPr>
            <a:xfrm>
              <a:off x="6864008" y="3334274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1" name="Block Arc 70">
              <a:extLst>
                <a:ext uri="{FF2B5EF4-FFF2-40B4-BE49-F238E27FC236}">
                  <a16:creationId xmlns:a16="http://schemas.microsoft.com/office/drawing/2014/main" id="{F11F6EC8-5344-4D3E-A262-7595A21563F2}"/>
                </a:ext>
              </a:extLst>
            </p:cNvPr>
            <p:cNvSpPr/>
            <p:nvPr/>
          </p:nvSpPr>
          <p:spPr>
            <a:xfrm>
              <a:off x="6864008" y="3405401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1A7C056-612C-4A56-BAA8-3EDD6249A086}"/>
                </a:ext>
              </a:extLst>
            </p:cNvPr>
            <p:cNvSpPr/>
            <p:nvPr/>
          </p:nvSpPr>
          <p:spPr>
            <a:xfrm flipH="1">
              <a:off x="6822487" y="373514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25EC707-B29E-4A1D-AE7F-B82AE9E8B263}"/>
                </a:ext>
              </a:extLst>
            </p:cNvPr>
            <p:cNvSpPr/>
            <p:nvPr/>
          </p:nvSpPr>
          <p:spPr>
            <a:xfrm>
              <a:off x="7143743" y="374174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Block Arc 73">
              <a:extLst>
                <a:ext uri="{FF2B5EF4-FFF2-40B4-BE49-F238E27FC236}">
                  <a16:creationId xmlns:a16="http://schemas.microsoft.com/office/drawing/2014/main" id="{48D1515D-405B-47B1-9B81-5337E62760F1}"/>
                </a:ext>
              </a:extLst>
            </p:cNvPr>
            <p:cNvSpPr/>
            <p:nvPr/>
          </p:nvSpPr>
          <p:spPr>
            <a:xfrm>
              <a:off x="6864008" y="3741845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5" name="Block Arc 74">
              <a:extLst>
                <a:ext uri="{FF2B5EF4-FFF2-40B4-BE49-F238E27FC236}">
                  <a16:creationId xmlns:a16="http://schemas.microsoft.com/office/drawing/2014/main" id="{F9304C2B-752B-40BD-80E9-4CF47BAA3E18}"/>
                </a:ext>
              </a:extLst>
            </p:cNvPr>
            <p:cNvSpPr/>
            <p:nvPr/>
          </p:nvSpPr>
          <p:spPr>
            <a:xfrm>
              <a:off x="6864008" y="3812972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B88AA5A-F94C-4A03-99CE-E0A7857B917A}"/>
                </a:ext>
              </a:extLst>
            </p:cNvPr>
            <p:cNvSpPr/>
            <p:nvPr/>
          </p:nvSpPr>
          <p:spPr>
            <a:xfrm flipH="1">
              <a:off x="6822487" y="414271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BFD7301-89C6-42F3-AD1A-ED1B5FE8825F}"/>
                </a:ext>
              </a:extLst>
            </p:cNvPr>
            <p:cNvSpPr/>
            <p:nvPr/>
          </p:nvSpPr>
          <p:spPr>
            <a:xfrm>
              <a:off x="7143743" y="414931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8" name="Block Arc 77">
              <a:extLst>
                <a:ext uri="{FF2B5EF4-FFF2-40B4-BE49-F238E27FC236}">
                  <a16:creationId xmlns:a16="http://schemas.microsoft.com/office/drawing/2014/main" id="{F06CB3DB-3185-42C2-9FEE-7A78F0940EDE}"/>
                </a:ext>
              </a:extLst>
            </p:cNvPr>
            <p:cNvSpPr/>
            <p:nvPr/>
          </p:nvSpPr>
          <p:spPr>
            <a:xfrm>
              <a:off x="6864008" y="4149416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9" name="Block Arc 78">
              <a:extLst>
                <a:ext uri="{FF2B5EF4-FFF2-40B4-BE49-F238E27FC236}">
                  <a16:creationId xmlns:a16="http://schemas.microsoft.com/office/drawing/2014/main" id="{353AEA9F-8226-4234-A13A-FB3C99DCF1CA}"/>
                </a:ext>
              </a:extLst>
            </p:cNvPr>
            <p:cNvSpPr/>
            <p:nvPr/>
          </p:nvSpPr>
          <p:spPr>
            <a:xfrm>
              <a:off x="6864008" y="4220543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DEC2F0E-B71E-498C-9D59-780177527E05}"/>
                </a:ext>
              </a:extLst>
            </p:cNvPr>
            <p:cNvSpPr/>
            <p:nvPr/>
          </p:nvSpPr>
          <p:spPr>
            <a:xfrm flipH="1">
              <a:off x="6822487" y="455028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91E38D1-FC93-493B-A783-51B591F81A39}"/>
                </a:ext>
              </a:extLst>
            </p:cNvPr>
            <p:cNvSpPr/>
            <p:nvPr/>
          </p:nvSpPr>
          <p:spPr>
            <a:xfrm>
              <a:off x="7143743" y="455688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2" name="Block Arc 81">
              <a:extLst>
                <a:ext uri="{FF2B5EF4-FFF2-40B4-BE49-F238E27FC236}">
                  <a16:creationId xmlns:a16="http://schemas.microsoft.com/office/drawing/2014/main" id="{213AEEF4-F114-4F79-BDE5-414865B816D6}"/>
                </a:ext>
              </a:extLst>
            </p:cNvPr>
            <p:cNvSpPr/>
            <p:nvPr/>
          </p:nvSpPr>
          <p:spPr>
            <a:xfrm>
              <a:off x="6864008" y="455698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3" name="Block Arc 82">
              <a:extLst>
                <a:ext uri="{FF2B5EF4-FFF2-40B4-BE49-F238E27FC236}">
                  <a16:creationId xmlns:a16="http://schemas.microsoft.com/office/drawing/2014/main" id="{1DF8A1B2-662A-4FA3-99C7-43FAA913E96A}"/>
                </a:ext>
              </a:extLst>
            </p:cNvPr>
            <p:cNvSpPr/>
            <p:nvPr/>
          </p:nvSpPr>
          <p:spPr>
            <a:xfrm>
              <a:off x="6864008" y="462811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2946A02-9A20-4307-91F6-8A47265987B3}"/>
                </a:ext>
              </a:extLst>
            </p:cNvPr>
            <p:cNvSpPr/>
            <p:nvPr/>
          </p:nvSpPr>
          <p:spPr>
            <a:xfrm flipH="1">
              <a:off x="6822487" y="495785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6D16CC2-E102-425E-BAA1-8C0A9BF3C1D4}"/>
                </a:ext>
              </a:extLst>
            </p:cNvPr>
            <p:cNvSpPr/>
            <p:nvPr/>
          </p:nvSpPr>
          <p:spPr>
            <a:xfrm>
              <a:off x="7143743" y="496446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6" name="Block Arc 85">
              <a:extLst>
                <a:ext uri="{FF2B5EF4-FFF2-40B4-BE49-F238E27FC236}">
                  <a16:creationId xmlns:a16="http://schemas.microsoft.com/office/drawing/2014/main" id="{8C292DF6-C13A-4526-9BF5-51C33A2791D2}"/>
                </a:ext>
              </a:extLst>
            </p:cNvPr>
            <p:cNvSpPr/>
            <p:nvPr/>
          </p:nvSpPr>
          <p:spPr>
            <a:xfrm>
              <a:off x="6864008" y="496455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7" name="Block Arc 86">
              <a:extLst>
                <a:ext uri="{FF2B5EF4-FFF2-40B4-BE49-F238E27FC236}">
                  <a16:creationId xmlns:a16="http://schemas.microsoft.com/office/drawing/2014/main" id="{9177DCA2-DCFE-4FEF-97EB-5D0F7394D637}"/>
                </a:ext>
              </a:extLst>
            </p:cNvPr>
            <p:cNvSpPr/>
            <p:nvPr/>
          </p:nvSpPr>
          <p:spPr>
            <a:xfrm>
              <a:off x="6864008" y="503568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257964E-6224-4DEB-AFEE-996D329D9894}"/>
                </a:ext>
              </a:extLst>
            </p:cNvPr>
            <p:cNvSpPr/>
            <p:nvPr/>
          </p:nvSpPr>
          <p:spPr>
            <a:xfrm flipH="1">
              <a:off x="6822487" y="536542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F98B843-31CE-43F6-B11D-303A5289A26C}"/>
                </a:ext>
              </a:extLst>
            </p:cNvPr>
            <p:cNvSpPr/>
            <p:nvPr/>
          </p:nvSpPr>
          <p:spPr>
            <a:xfrm>
              <a:off x="7143743" y="537203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0" name="Block Arc 89">
              <a:extLst>
                <a:ext uri="{FF2B5EF4-FFF2-40B4-BE49-F238E27FC236}">
                  <a16:creationId xmlns:a16="http://schemas.microsoft.com/office/drawing/2014/main" id="{752AC3AA-7C1D-464F-A31B-1A2835B6AFC8}"/>
                </a:ext>
              </a:extLst>
            </p:cNvPr>
            <p:cNvSpPr/>
            <p:nvPr/>
          </p:nvSpPr>
          <p:spPr>
            <a:xfrm>
              <a:off x="6864008" y="537212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1" name="Block Arc 90">
              <a:extLst>
                <a:ext uri="{FF2B5EF4-FFF2-40B4-BE49-F238E27FC236}">
                  <a16:creationId xmlns:a16="http://schemas.microsoft.com/office/drawing/2014/main" id="{53504741-9C43-403E-8187-EF27D7BF666B}"/>
                </a:ext>
              </a:extLst>
            </p:cNvPr>
            <p:cNvSpPr/>
            <p:nvPr/>
          </p:nvSpPr>
          <p:spPr>
            <a:xfrm>
              <a:off x="6864008" y="544325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A430FDD-E13C-4355-B166-A8F28C4F3FA6}"/>
                </a:ext>
              </a:extLst>
            </p:cNvPr>
            <p:cNvSpPr/>
            <p:nvPr/>
          </p:nvSpPr>
          <p:spPr>
            <a:xfrm flipH="1">
              <a:off x="6822487" y="577299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BC61B75-D138-4E5E-8975-41E15C1E3B7D}"/>
                </a:ext>
              </a:extLst>
            </p:cNvPr>
            <p:cNvSpPr/>
            <p:nvPr/>
          </p:nvSpPr>
          <p:spPr>
            <a:xfrm>
              <a:off x="7143743" y="577960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4" name="Block Arc 93">
              <a:extLst>
                <a:ext uri="{FF2B5EF4-FFF2-40B4-BE49-F238E27FC236}">
                  <a16:creationId xmlns:a16="http://schemas.microsoft.com/office/drawing/2014/main" id="{CC84CE41-29B0-429F-BAB0-6F40892FEE27}"/>
                </a:ext>
              </a:extLst>
            </p:cNvPr>
            <p:cNvSpPr/>
            <p:nvPr/>
          </p:nvSpPr>
          <p:spPr>
            <a:xfrm>
              <a:off x="6864008" y="577970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5" name="Block Arc 94">
              <a:extLst>
                <a:ext uri="{FF2B5EF4-FFF2-40B4-BE49-F238E27FC236}">
                  <a16:creationId xmlns:a16="http://schemas.microsoft.com/office/drawing/2014/main" id="{6A5B7AD0-D1F4-4373-883E-5EF44F29E8E3}"/>
                </a:ext>
              </a:extLst>
            </p:cNvPr>
            <p:cNvSpPr/>
            <p:nvPr/>
          </p:nvSpPr>
          <p:spPr>
            <a:xfrm>
              <a:off x="6864008" y="585082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46ADD72-536B-4B85-9539-B8EC4B6FA7CC}"/>
                </a:ext>
              </a:extLst>
            </p:cNvPr>
            <p:cNvSpPr/>
            <p:nvPr/>
          </p:nvSpPr>
          <p:spPr>
            <a:xfrm flipH="1">
              <a:off x="6822487" y="618056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6F5BEA0-B821-45E2-AA16-C320EC7A21A9}"/>
                </a:ext>
              </a:extLst>
            </p:cNvPr>
            <p:cNvSpPr/>
            <p:nvPr/>
          </p:nvSpPr>
          <p:spPr>
            <a:xfrm>
              <a:off x="7143743" y="618717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8" name="Block Arc 97">
              <a:extLst>
                <a:ext uri="{FF2B5EF4-FFF2-40B4-BE49-F238E27FC236}">
                  <a16:creationId xmlns:a16="http://schemas.microsoft.com/office/drawing/2014/main" id="{71444B9E-75FC-45D1-9790-CD3F7BD25BFD}"/>
                </a:ext>
              </a:extLst>
            </p:cNvPr>
            <p:cNvSpPr/>
            <p:nvPr/>
          </p:nvSpPr>
          <p:spPr>
            <a:xfrm>
              <a:off x="6864008" y="618727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9" name="Block Arc 98">
              <a:extLst>
                <a:ext uri="{FF2B5EF4-FFF2-40B4-BE49-F238E27FC236}">
                  <a16:creationId xmlns:a16="http://schemas.microsoft.com/office/drawing/2014/main" id="{E005E8AA-414F-4153-90E5-A844EA770BCA}"/>
                </a:ext>
              </a:extLst>
            </p:cNvPr>
            <p:cNvSpPr/>
            <p:nvPr/>
          </p:nvSpPr>
          <p:spPr>
            <a:xfrm>
              <a:off x="6864008" y="625839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</p:grpSp>
      <p:pic>
        <p:nvPicPr>
          <p:cNvPr id="100" name="Picture 99" descr="A close up of a logo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C152607-6780-4233-85DE-153BCE860B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177" y="1989084"/>
            <a:ext cx="614059" cy="1109568"/>
          </a:xfrm>
          <a:prstGeom prst="rect">
            <a:avLst/>
          </a:prstGeom>
        </p:spPr>
      </p:pic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4CF6B62-F628-4B3B-8562-2FA13763AFA3}"/>
              </a:ext>
            </a:extLst>
          </p:cNvPr>
          <p:cNvSpPr/>
          <p:nvPr/>
        </p:nvSpPr>
        <p:spPr>
          <a:xfrm>
            <a:off x="-10534" y="-4387045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9" name="Graphic 38" descr="Open book">
            <a:hlinkClick r:id="rId8" action="ppaction://hlinksldjump"/>
            <a:extLst>
              <a:ext uri="{FF2B5EF4-FFF2-40B4-BE49-F238E27FC236}">
                <a16:creationId xmlns:a16="http://schemas.microsoft.com/office/drawing/2014/main" id="{554B0EE6-1AF8-414E-A59B-A96668D2FF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82" y="1381082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644A73D-FA51-4EEB-88B1-CFA1E14C933A}"/>
              </a:ext>
            </a:extLst>
          </p:cNvPr>
          <p:cNvSpPr txBox="1"/>
          <p:nvPr/>
        </p:nvSpPr>
        <p:spPr>
          <a:xfrm>
            <a:off x="180970" y="126636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Presentation with media">
            <a:hlinkClick r:id="rId11" action="ppaction://hlinksldjump"/>
            <a:extLst>
              <a:ext uri="{FF2B5EF4-FFF2-40B4-BE49-F238E27FC236}">
                <a16:creationId xmlns:a16="http://schemas.microsoft.com/office/drawing/2014/main" id="{0A33C7DA-0F58-43C4-AC59-58437A3840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436" y="2610600"/>
            <a:ext cx="601560" cy="60156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B0EC099-5F2A-416D-9A22-5F0439730451}"/>
              </a:ext>
            </a:extLst>
          </p:cNvPr>
          <p:cNvSpPr txBox="1"/>
          <p:nvPr/>
        </p:nvSpPr>
        <p:spPr>
          <a:xfrm>
            <a:off x="132611" y="2472100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1" name="Graphic 40" descr="Postit Notes">
            <a:hlinkClick r:id="rId14" action="ppaction://hlinksldjump"/>
            <a:extLst>
              <a:ext uri="{FF2B5EF4-FFF2-40B4-BE49-F238E27FC236}">
                <a16:creationId xmlns:a16="http://schemas.microsoft.com/office/drawing/2014/main" id="{3AE0E9DA-912C-4EBC-83FF-08B4A66A2B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869" y="3768552"/>
            <a:ext cx="601560" cy="60156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7F45DB2-337C-4F86-A4A7-5096A8AEF458}"/>
              </a:ext>
            </a:extLst>
          </p:cNvPr>
          <p:cNvSpPr txBox="1"/>
          <p:nvPr/>
        </p:nvSpPr>
        <p:spPr>
          <a:xfrm>
            <a:off x="75029" y="364180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7" name="Graphic 36" descr="Aspiration">
            <a:hlinkClick r:id="rId17" action="ppaction://hlinksldjump"/>
            <a:extLst>
              <a:ext uri="{FF2B5EF4-FFF2-40B4-BE49-F238E27FC236}">
                <a16:creationId xmlns:a16="http://schemas.microsoft.com/office/drawing/2014/main" id="{6C5ECD1A-A84A-4333-9928-594A40E6D3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713" y="4884298"/>
            <a:ext cx="601560" cy="60156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FECD1EE-6838-4EC5-BDC8-CE341EB725D7}"/>
              </a:ext>
            </a:extLst>
          </p:cNvPr>
          <p:cNvSpPr txBox="1"/>
          <p:nvPr/>
        </p:nvSpPr>
        <p:spPr>
          <a:xfrm>
            <a:off x="8713" y="4768497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D64D3-0E36-4C53-9304-81572AA593AE}"/>
              </a:ext>
            </a:extLst>
          </p:cNvPr>
          <p:cNvSpPr txBox="1"/>
          <p:nvPr/>
        </p:nvSpPr>
        <p:spPr>
          <a:xfrm>
            <a:off x="2736860" y="467775"/>
            <a:ext cx="408310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FEMALE AND MALE FERTILITY DECREASE WITH AGE. </a:t>
            </a:r>
            <a:endParaRPr lang="en-US" i="1" dirty="0"/>
          </a:p>
          <a:p>
            <a:r>
              <a:rPr lang="en-US" i="1" dirty="0"/>
              <a:t>For women fertility starts to slowly decline when they are in their early thirties. </a:t>
            </a:r>
            <a:r>
              <a:rPr lang="en-US" dirty="0"/>
              <a:t>Around age 35 the decline speeds up and </a:t>
            </a:r>
            <a:r>
              <a:rPr lang="en-US" b="1" dirty="0"/>
              <a:t>by age 40 the chance of conceiving has fallen by half. </a:t>
            </a:r>
            <a:r>
              <a:rPr lang="en-US" i="1" dirty="0"/>
              <a:t>The biological reason for this is…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women age, </a:t>
            </a:r>
            <a:r>
              <a:rPr lang="en-US" b="1" dirty="0"/>
              <a:t>the total number of eggs in their ovaries and their quality decline.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average age of menopause is about </a:t>
            </a:r>
            <a:r>
              <a:rPr lang="en-US" b="1" dirty="0"/>
              <a:t>51 years </a:t>
            </a:r>
            <a:r>
              <a:rPr lang="en-US" dirty="0"/>
              <a:t>(and this has not changed over the centuries) and this marks the </a:t>
            </a:r>
            <a:r>
              <a:rPr lang="en-US" b="1" dirty="0"/>
              <a:t>absolute end of fertility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rare for a woman to conceive in the 10 years leading up to menopause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 age </a:t>
            </a:r>
            <a:r>
              <a:rPr lang="en-US" b="1" dirty="0"/>
              <a:t>40 about 75% of eggs are chromosomally abnormal </a:t>
            </a:r>
            <a:r>
              <a:rPr lang="en-US" dirty="0"/>
              <a:t>which </a:t>
            </a:r>
            <a:r>
              <a:rPr lang="en-US" b="1" dirty="0"/>
              <a:t>reduces the chance of pregnancy </a:t>
            </a:r>
            <a:r>
              <a:rPr lang="en-US" dirty="0"/>
              <a:t>and </a:t>
            </a:r>
            <a:r>
              <a:rPr lang="en-US" b="1" dirty="0"/>
              <a:t>increases the risk of miscarriage</a:t>
            </a:r>
            <a:endParaRPr lang="en-AU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94243-0935-429C-ADB1-F6599506345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48706" y="1325123"/>
            <a:ext cx="1097484" cy="2875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E3B0C-D1A6-46AA-B092-20FEFF94613A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r="9281"/>
          <a:stretch/>
        </p:blipFill>
        <p:spPr>
          <a:xfrm rot="16200000">
            <a:off x="6388117" y="1543795"/>
            <a:ext cx="5992372" cy="3837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95B651-97C8-443A-A312-1E0DDB3EC54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12822" y="515822"/>
            <a:ext cx="2760279" cy="1123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1573AE-8E5B-4982-83F3-8150B14B6CAF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r="9281"/>
          <a:stretch/>
        </p:blipFill>
        <p:spPr>
          <a:xfrm>
            <a:off x="6155759" y="1695537"/>
            <a:ext cx="5992372" cy="3837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A4AE70-AF2D-4094-A00D-BF8E46F5BEF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4042" y="1282756"/>
            <a:ext cx="877900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06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8C89CAA-951A-4F9B-8D72-9AF80E8F0919}"/>
              </a:ext>
            </a:extLst>
          </p:cNvPr>
          <p:cNvSpPr/>
          <p:nvPr/>
        </p:nvSpPr>
        <p:spPr>
          <a:xfrm>
            <a:off x="-14025" y="-967473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1" name="Graphic 30" descr="Open book">
            <a:hlinkClick r:id="rId2" action="ppaction://hlinksldjump"/>
            <a:extLst>
              <a:ext uri="{FF2B5EF4-FFF2-40B4-BE49-F238E27FC236}">
                <a16:creationId xmlns:a16="http://schemas.microsoft.com/office/drawing/2014/main" id="{CB90F9E4-2EAC-498E-9A1F-0F0BAD171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579" y="1387657"/>
            <a:ext cx="601560" cy="601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5F1CCB3-D335-4245-A9CB-D04986ED3C81}"/>
              </a:ext>
            </a:extLst>
          </p:cNvPr>
          <p:cNvSpPr txBox="1"/>
          <p:nvPr/>
        </p:nvSpPr>
        <p:spPr>
          <a:xfrm>
            <a:off x="130579" y="124708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5" name="Graphic 34" descr="Presentation with media">
            <a:hlinkClick r:id="rId2" action="ppaction://hlinksldjump"/>
            <a:extLst>
              <a:ext uri="{FF2B5EF4-FFF2-40B4-BE49-F238E27FC236}">
                <a16:creationId xmlns:a16="http://schemas.microsoft.com/office/drawing/2014/main" id="{B43495EA-73C0-435C-A154-70C7FDAB7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54" y="2554049"/>
            <a:ext cx="601560" cy="601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A71876-AA72-4594-93DD-AF4D9DDD0DB9}"/>
              </a:ext>
            </a:extLst>
          </p:cNvPr>
          <p:cNvSpPr txBox="1"/>
          <p:nvPr/>
        </p:nvSpPr>
        <p:spPr>
          <a:xfrm>
            <a:off x="154729" y="2415549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9" name="Graphic 38" descr="Postit Notes">
            <a:hlinkClick r:id="rId7" action="ppaction://hlinksldjump"/>
            <a:extLst>
              <a:ext uri="{FF2B5EF4-FFF2-40B4-BE49-F238E27FC236}">
                <a16:creationId xmlns:a16="http://schemas.microsoft.com/office/drawing/2014/main" id="{64FA18B4-E419-4B5B-974B-7AB5D4190C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" y="3712001"/>
            <a:ext cx="601560" cy="6015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4D8267A-EB50-4034-BA86-83583DB6A0EF}"/>
              </a:ext>
            </a:extLst>
          </p:cNvPr>
          <p:cNvSpPr txBox="1"/>
          <p:nvPr/>
        </p:nvSpPr>
        <p:spPr>
          <a:xfrm>
            <a:off x="97147" y="358525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Aspiration">
            <a:hlinkClick r:id="rId10" action="ppaction://hlinksldjump"/>
            <a:extLst>
              <a:ext uri="{FF2B5EF4-FFF2-40B4-BE49-F238E27FC236}">
                <a16:creationId xmlns:a16="http://schemas.microsoft.com/office/drawing/2014/main" id="{15CA534F-2BAE-4A1C-846D-5A6AF4A109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31" y="4827747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C6C457F-BC60-483F-8047-6A0822A85D8A}"/>
              </a:ext>
            </a:extLst>
          </p:cNvPr>
          <p:cNvSpPr txBox="1"/>
          <p:nvPr/>
        </p:nvSpPr>
        <p:spPr>
          <a:xfrm>
            <a:off x="32321" y="473409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4906E0-2A28-4D2F-B806-E0C3B93E4C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0" y="1284582"/>
            <a:ext cx="9829800" cy="5573418"/>
          </a:xfrm>
          <a:prstGeom prst="rect">
            <a:avLst/>
          </a:prstGeom>
        </p:spPr>
      </p:pic>
      <p:sp>
        <p:nvSpPr>
          <p:cNvPr id="15" name="Cloud Callout 10">
            <a:extLst>
              <a:ext uri="{FF2B5EF4-FFF2-40B4-BE49-F238E27FC236}">
                <a16:creationId xmlns:a16="http://schemas.microsoft.com/office/drawing/2014/main" id="{60CE1324-6824-47F8-8A90-D2648948F3C3}"/>
              </a:ext>
            </a:extLst>
          </p:cNvPr>
          <p:cNvSpPr/>
          <p:nvPr/>
        </p:nvSpPr>
        <p:spPr>
          <a:xfrm>
            <a:off x="7223716" y="-134062"/>
            <a:ext cx="5660895" cy="2782367"/>
          </a:xfrm>
          <a:prstGeom prst="cloudCallout">
            <a:avLst>
              <a:gd name="adj1" fmla="val -32479"/>
              <a:gd name="adj2" fmla="val 661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Using the information in the graph, explain  how age affects the percentage of women who are able to fall pregnant within the first 6 months of trying.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7BC519-1A86-498A-B39D-F03AB3D0DC99}"/>
              </a:ext>
            </a:extLst>
          </p:cNvPr>
          <p:cNvSpPr txBox="1"/>
          <p:nvPr/>
        </p:nvSpPr>
        <p:spPr>
          <a:xfrm>
            <a:off x="2060326" y="1229661"/>
            <a:ext cx="4843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Fertility decreases with age.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56A74-1A5C-4EA7-829E-22C36FC22A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0712" y="-149813"/>
            <a:ext cx="4359018" cy="1774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710DD-9554-421E-8E39-DEFAF03E35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8908" y="4692625"/>
            <a:ext cx="871804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50E3F4D7-CE46-4D1A-8755-66A6E3FB0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236904"/>
              </p:ext>
            </p:extLst>
          </p:nvPr>
        </p:nvGraphicFramePr>
        <p:xfrm>
          <a:off x="5904666" y="413876"/>
          <a:ext cx="6096000" cy="4881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8830885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15074072"/>
                    </a:ext>
                  </a:extLst>
                </a:gridCol>
              </a:tblGrid>
              <a:tr h="9153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Risk of Chromosomal Abnormalities at Live Birth, According to Maternal Age.</a:t>
                      </a:r>
                      <a:endParaRPr lang="en-A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206483"/>
                  </a:ext>
                </a:extLst>
              </a:tr>
              <a:tr h="9153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Maternal Age at Delivery (year)</a:t>
                      </a:r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Risk of Chromosomal Abnormality</a:t>
                      </a:r>
                      <a:endParaRPr lang="en-A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62053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20</a:t>
                      </a:r>
                      <a:endParaRPr lang="en-A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1/256</a:t>
                      </a:r>
                      <a:endParaRPr lang="en-A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191869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25</a:t>
                      </a:r>
                      <a:endParaRPr lang="en-AU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1/476</a:t>
                      </a:r>
                      <a:endParaRPr lang="en-AU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43505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30</a:t>
                      </a:r>
                      <a:endParaRPr lang="en-A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1/385</a:t>
                      </a:r>
                      <a:endParaRPr lang="en-A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318424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35</a:t>
                      </a:r>
                      <a:endParaRPr lang="en-AU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1/192</a:t>
                      </a:r>
                      <a:endParaRPr lang="en-AU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79087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40</a:t>
                      </a:r>
                      <a:endParaRPr lang="en-AU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1/66</a:t>
                      </a:r>
                      <a:endParaRPr lang="en-AU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096066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45</a:t>
                      </a:r>
                      <a:endParaRPr lang="en-AU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1/21</a:t>
                      </a:r>
                      <a:endParaRPr lang="en-AU" sz="24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830057"/>
                  </a:ext>
                </a:extLst>
              </a:tr>
            </a:tbl>
          </a:graphicData>
        </a:graphic>
      </p:graphicFrame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8C89CAA-951A-4F9B-8D72-9AF80E8F0919}"/>
              </a:ext>
            </a:extLst>
          </p:cNvPr>
          <p:cNvSpPr/>
          <p:nvPr/>
        </p:nvSpPr>
        <p:spPr>
          <a:xfrm>
            <a:off x="-14025" y="-967473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1" name="Graphic 30" descr="Open book">
            <a:hlinkClick r:id="rId2" action="ppaction://hlinksldjump"/>
            <a:extLst>
              <a:ext uri="{FF2B5EF4-FFF2-40B4-BE49-F238E27FC236}">
                <a16:creationId xmlns:a16="http://schemas.microsoft.com/office/drawing/2014/main" id="{CB90F9E4-2EAC-498E-9A1F-0F0BAD171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579" y="1387657"/>
            <a:ext cx="601560" cy="601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5F1CCB3-D335-4245-A9CB-D04986ED3C81}"/>
              </a:ext>
            </a:extLst>
          </p:cNvPr>
          <p:cNvSpPr txBox="1"/>
          <p:nvPr/>
        </p:nvSpPr>
        <p:spPr>
          <a:xfrm>
            <a:off x="130579" y="124708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5" name="Graphic 34" descr="Presentation with media">
            <a:hlinkClick r:id="rId2" action="ppaction://hlinksldjump"/>
            <a:extLst>
              <a:ext uri="{FF2B5EF4-FFF2-40B4-BE49-F238E27FC236}">
                <a16:creationId xmlns:a16="http://schemas.microsoft.com/office/drawing/2014/main" id="{B43495EA-73C0-435C-A154-70C7FDAB7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54" y="2554049"/>
            <a:ext cx="601560" cy="601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A71876-AA72-4594-93DD-AF4D9DDD0DB9}"/>
              </a:ext>
            </a:extLst>
          </p:cNvPr>
          <p:cNvSpPr txBox="1"/>
          <p:nvPr/>
        </p:nvSpPr>
        <p:spPr>
          <a:xfrm>
            <a:off x="154729" y="2415549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9" name="Graphic 38" descr="Postit Notes">
            <a:hlinkClick r:id="rId7" action="ppaction://hlinksldjump"/>
            <a:extLst>
              <a:ext uri="{FF2B5EF4-FFF2-40B4-BE49-F238E27FC236}">
                <a16:creationId xmlns:a16="http://schemas.microsoft.com/office/drawing/2014/main" id="{64FA18B4-E419-4B5B-974B-7AB5D4190C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7" y="3712001"/>
            <a:ext cx="601560" cy="6015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4D8267A-EB50-4034-BA86-83583DB6A0EF}"/>
              </a:ext>
            </a:extLst>
          </p:cNvPr>
          <p:cNvSpPr txBox="1"/>
          <p:nvPr/>
        </p:nvSpPr>
        <p:spPr>
          <a:xfrm>
            <a:off x="97147" y="358525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Aspiration">
            <a:hlinkClick r:id="rId10" action="ppaction://hlinksldjump"/>
            <a:extLst>
              <a:ext uri="{FF2B5EF4-FFF2-40B4-BE49-F238E27FC236}">
                <a16:creationId xmlns:a16="http://schemas.microsoft.com/office/drawing/2014/main" id="{15CA534F-2BAE-4A1C-846D-5A6AF4A109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31" y="4827747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C6C457F-BC60-483F-8047-6A0822A85D8A}"/>
              </a:ext>
            </a:extLst>
          </p:cNvPr>
          <p:cNvSpPr txBox="1"/>
          <p:nvPr/>
        </p:nvSpPr>
        <p:spPr>
          <a:xfrm>
            <a:off x="32321" y="473409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5" name="Cloud Callout 8">
            <a:extLst>
              <a:ext uri="{FF2B5EF4-FFF2-40B4-BE49-F238E27FC236}">
                <a16:creationId xmlns:a16="http://schemas.microsoft.com/office/drawing/2014/main" id="{C081A803-2679-4D02-B197-28C3E5BE1ECE}"/>
              </a:ext>
            </a:extLst>
          </p:cNvPr>
          <p:cNvSpPr/>
          <p:nvPr/>
        </p:nvSpPr>
        <p:spPr>
          <a:xfrm>
            <a:off x="1476778" y="214084"/>
            <a:ext cx="3647671" cy="2478464"/>
          </a:xfrm>
          <a:prstGeom prst="cloudCallout">
            <a:avLst>
              <a:gd name="adj1" fmla="val 59149"/>
              <a:gd name="adj2" fmla="val 72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In a sentence or two, compare these numbers using your own words.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623C0-DB52-4D82-9D21-D28C5C935D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273" y="4669267"/>
            <a:ext cx="871804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3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A781D4D-E9CE-40EC-B968-21A2CE6CDBD7}"/>
              </a:ext>
            </a:extLst>
          </p:cNvPr>
          <p:cNvSpPr/>
          <p:nvPr/>
        </p:nvSpPr>
        <p:spPr>
          <a:xfrm>
            <a:off x="-38381" y="-3154706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1" name="Graphic 30" descr="Open book">
            <a:hlinkClick r:id="rId3" action="ppaction://hlinksldjump"/>
            <a:extLst>
              <a:ext uri="{FF2B5EF4-FFF2-40B4-BE49-F238E27FC236}">
                <a16:creationId xmlns:a16="http://schemas.microsoft.com/office/drawing/2014/main" id="{9F520BD5-F1CA-459F-A5B4-111F139E6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392" y="1460702"/>
            <a:ext cx="601560" cy="601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B684345-C9D5-4449-96E1-7934BB1AE030}"/>
              </a:ext>
            </a:extLst>
          </p:cNvPr>
          <p:cNvSpPr txBox="1"/>
          <p:nvPr/>
        </p:nvSpPr>
        <p:spPr>
          <a:xfrm>
            <a:off x="117392" y="1320129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5" name="Graphic 34" descr="Presentation with media">
            <a:hlinkClick r:id="rId6" action="ppaction://hlinksldjump"/>
            <a:extLst>
              <a:ext uri="{FF2B5EF4-FFF2-40B4-BE49-F238E27FC236}">
                <a16:creationId xmlns:a16="http://schemas.microsoft.com/office/drawing/2014/main" id="{4B6126A9-739B-452F-848A-702385E23C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367" y="2627094"/>
            <a:ext cx="601560" cy="601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033B9E5-444A-4F9A-8915-3B0ED00EA9DD}"/>
              </a:ext>
            </a:extLst>
          </p:cNvPr>
          <p:cNvSpPr txBox="1"/>
          <p:nvPr/>
        </p:nvSpPr>
        <p:spPr>
          <a:xfrm>
            <a:off x="141542" y="248859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39" name="Graphic 38" descr="Postit Notes">
            <a:hlinkClick r:id="rId9" action="ppaction://hlinksldjump"/>
            <a:extLst>
              <a:ext uri="{FF2B5EF4-FFF2-40B4-BE49-F238E27FC236}">
                <a16:creationId xmlns:a16="http://schemas.microsoft.com/office/drawing/2014/main" id="{C2158932-52F9-4332-86EC-0FF291107F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800" y="3785046"/>
            <a:ext cx="601560" cy="6015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F1C218-EEC4-4E90-897C-97EB82DE495B}"/>
              </a:ext>
            </a:extLst>
          </p:cNvPr>
          <p:cNvSpPr txBox="1"/>
          <p:nvPr/>
        </p:nvSpPr>
        <p:spPr>
          <a:xfrm>
            <a:off x="83960" y="3658298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Aspiration">
            <a:hlinkClick r:id="rId12" action="ppaction://hlinksldjump"/>
            <a:extLst>
              <a:ext uri="{FF2B5EF4-FFF2-40B4-BE49-F238E27FC236}">
                <a16:creationId xmlns:a16="http://schemas.microsoft.com/office/drawing/2014/main" id="{CDA983BE-9447-4F36-A5B6-F62AAF0352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644" y="4900792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C66D187-9FB5-4EEC-8896-D35CC926DD5A}"/>
              </a:ext>
            </a:extLst>
          </p:cNvPr>
          <p:cNvSpPr txBox="1"/>
          <p:nvPr/>
        </p:nvSpPr>
        <p:spPr>
          <a:xfrm>
            <a:off x="38775" y="4762930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4" name="Online Media 1" title="How in vitro fertilization (IVF) works - Nassim Assefi and Brian A. Levine">
            <a:hlinkClick r:id="" action="ppaction://media"/>
            <a:extLst>
              <a:ext uri="{FF2B5EF4-FFF2-40B4-BE49-F238E27FC236}">
                <a16:creationId xmlns:a16="http://schemas.microsoft.com/office/drawing/2014/main" id="{E708F1FF-4607-4CAF-B817-6C6D5CD2C5F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5"/>
          <a:stretch>
            <a:fillRect/>
          </a:stretch>
        </p:blipFill>
        <p:spPr>
          <a:xfrm>
            <a:off x="2263550" y="1030280"/>
            <a:ext cx="9344062" cy="52560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9428A6-A690-4F96-A590-354B8C5940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4969" y="2502344"/>
            <a:ext cx="877900" cy="877900"/>
          </a:xfrm>
          <a:prstGeom prst="rect">
            <a:avLst/>
          </a:prstGeom>
        </p:spPr>
      </p:pic>
      <p:pic>
        <p:nvPicPr>
          <p:cNvPr id="4" name="Pictur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109990-05B4-4185-9EE7-493DC607B9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77412" y="6175189"/>
            <a:ext cx="1207113" cy="6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87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575C2F8A-1237-46F7-BDBA-C6FC9CCA557B}"/>
              </a:ext>
            </a:extLst>
          </p:cNvPr>
          <p:cNvSpPr/>
          <p:nvPr/>
        </p:nvSpPr>
        <p:spPr>
          <a:xfrm flipH="1">
            <a:off x="2042795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5A747FE-E856-462B-A66D-F594FEC68A5B}"/>
              </a:ext>
            </a:extLst>
          </p:cNvPr>
          <p:cNvSpPr/>
          <p:nvPr/>
        </p:nvSpPr>
        <p:spPr>
          <a:xfrm>
            <a:off x="7085423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2" name="Rectangle: Rounded Corners 111">
            <a:hlinkClick r:id="rId3" action="ppaction://hlinksldjump"/>
            <a:extLst>
              <a:ext uri="{FF2B5EF4-FFF2-40B4-BE49-F238E27FC236}">
                <a16:creationId xmlns:a16="http://schemas.microsoft.com/office/drawing/2014/main" id="{0C74C4CB-B7A3-4EC4-BB5E-1D9C89118FD0}"/>
              </a:ext>
            </a:extLst>
          </p:cNvPr>
          <p:cNvSpPr/>
          <p:nvPr/>
        </p:nvSpPr>
        <p:spPr>
          <a:xfrm>
            <a:off x="2320885" y="564227"/>
            <a:ext cx="461096" cy="1100334"/>
          </a:xfrm>
          <a:prstGeom prst="roundRect">
            <a:avLst/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3" name="Picture 112" descr="A picture containing table, drawing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323E8DCD-57F3-4432-96F2-2D3F353FF9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488" y="4835474"/>
            <a:ext cx="506012" cy="1158340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4D475068-342E-40C4-89F9-BF2C478F2172}"/>
              </a:ext>
            </a:extLst>
          </p:cNvPr>
          <p:cNvSpPr/>
          <p:nvPr/>
        </p:nvSpPr>
        <p:spPr>
          <a:xfrm>
            <a:off x="2562443" y="29081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5" name="Rectangle: Rounded Corners 11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BB9736F-4882-4F58-A2DC-1D2FD9A4AEE8}"/>
              </a:ext>
            </a:extLst>
          </p:cNvPr>
          <p:cNvSpPr/>
          <p:nvPr/>
        </p:nvSpPr>
        <p:spPr>
          <a:xfrm>
            <a:off x="2327617" y="1989084"/>
            <a:ext cx="487039" cy="1086577"/>
          </a:xfrm>
          <a:prstGeom prst="roundRect">
            <a:avLst/>
          </a:prstGeom>
          <a:solidFill>
            <a:srgbClr val="0F6FC6">
              <a:alpha val="6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2FDA23E-A379-4E79-90EA-D4B4570D235F}"/>
              </a:ext>
            </a:extLst>
          </p:cNvPr>
          <p:cNvSpPr/>
          <p:nvPr/>
        </p:nvSpPr>
        <p:spPr>
          <a:xfrm>
            <a:off x="7110926" y="29081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8" name="Picture 117" descr="A picture containing drawing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60E81FA0-D59F-4304-ADEF-C8AD1098B2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49" y="3385542"/>
            <a:ext cx="548688" cy="1140051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9931EBA-7FB0-4822-839A-573B9299B5D3}"/>
              </a:ext>
            </a:extLst>
          </p:cNvPr>
          <p:cNvGrpSpPr/>
          <p:nvPr/>
        </p:nvGrpSpPr>
        <p:grpSpPr>
          <a:xfrm>
            <a:off x="6822487" y="474572"/>
            <a:ext cx="478854" cy="6069018"/>
            <a:chOff x="6822487" y="474572"/>
            <a:chExt cx="478854" cy="606901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9C57F97-55D8-48E4-8C90-937E69755537}"/>
                </a:ext>
              </a:extLst>
            </p:cNvPr>
            <p:cNvSpPr/>
            <p:nvPr/>
          </p:nvSpPr>
          <p:spPr>
            <a:xfrm flipH="1">
              <a:off x="6822487" y="47457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03CBED2-A53B-49ED-BDDD-C248A35F4D9B}"/>
                </a:ext>
              </a:extLst>
            </p:cNvPr>
            <p:cNvSpPr/>
            <p:nvPr/>
          </p:nvSpPr>
          <p:spPr>
            <a:xfrm>
              <a:off x="7143743" y="48117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2" name="Block Arc 121">
              <a:extLst>
                <a:ext uri="{FF2B5EF4-FFF2-40B4-BE49-F238E27FC236}">
                  <a16:creationId xmlns:a16="http://schemas.microsoft.com/office/drawing/2014/main" id="{494C2AE0-E967-49A1-A26A-B2A8CFB929A2}"/>
                </a:ext>
              </a:extLst>
            </p:cNvPr>
            <p:cNvSpPr/>
            <p:nvPr/>
          </p:nvSpPr>
          <p:spPr>
            <a:xfrm>
              <a:off x="6864008" y="48127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23" name="Block Arc 122">
              <a:extLst>
                <a:ext uri="{FF2B5EF4-FFF2-40B4-BE49-F238E27FC236}">
                  <a16:creationId xmlns:a16="http://schemas.microsoft.com/office/drawing/2014/main" id="{ED25C119-D48C-4303-8297-48D0117973BC}"/>
                </a:ext>
              </a:extLst>
            </p:cNvPr>
            <p:cNvSpPr/>
            <p:nvPr/>
          </p:nvSpPr>
          <p:spPr>
            <a:xfrm>
              <a:off x="6864008" y="55240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9ED6CFF-DF70-45BF-81EE-2601535E2A80}"/>
                </a:ext>
              </a:extLst>
            </p:cNvPr>
            <p:cNvSpPr/>
            <p:nvPr/>
          </p:nvSpPr>
          <p:spPr>
            <a:xfrm flipH="1">
              <a:off x="6822487" y="88214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5F4B911-B3C7-45AB-A917-40C68DE93341}"/>
                </a:ext>
              </a:extLst>
            </p:cNvPr>
            <p:cNvSpPr/>
            <p:nvPr/>
          </p:nvSpPr>
          <p:spPr>
            <a:xfrm>
              <a:off x="7143743" y="88875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6" name="Block Arc 125">
              <a:extLst>
                <a:ext uri="{FF2B5EF4-FFF2-40B4-BE49-F238E27FC236}">
                  <a16:creationId xmlns:a16="http://schemas.microsoft.com/office/drawing/2014/main" id="{B79BDE1F-D7A3-4D0D-8F9B-723D3D9A84EA}"/>
                </a:ext>
              </a:extLst>
            </p:cNvPr>
            <p:cNvSpPr/>
            <p:nvPr/>
          </p:nvSpPr>
          <p:spPr>
            <a:xfrm>
              <a:off x="6864008" y="88884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27" name="Block Arc 126">
              <a:extLst>
                <a:ext uri="{FF2B5EF4-FFF2-40B4-BE49-F238E27FC236}">
                  <a16:creationId xmlns:a16="http://schemas.microsoft.com/office/drawing/2014/main" id="{C44384B5-6660-483B-86DD-FA5CAE2B1EF2}"/>
                </a:ext>
              </a:extLst>
            </p:cNvPr>
            <p:cNvSpPr/>
            <p:nvPr/>
          </p:nvSpPr>
          <p:spPr>
            <a:xfrm>
              <a:off x="6864008" y="95997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B80070F-A2C5-4EAD-A768-74A19D059106}"/>
                </a:ext>
              </a:extLst>
            </p:cNvPr>
            <p:cNvSpPr/>
            <p:nvPr/>
          </p:nvSpPr>
          <p:spPr>
            <a:xfrm flipH="1">
              <a:off x="6822487" y="128971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FC8AD72-FB76-4717-B392-6390064BDA29}"/>
                </a:ext>
              </a:extLst>
            </p:cNvPr>
            <p:cNvSpPr/>
            <p:nvPr/>
          </p:nvSpPr>
          <p:spPr>
            <a:xfrm>
              <a:off x="7143743" y="129632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0" name="Block Arc 129">
              <a:extLst>
                <a:ext uri="{FF2B5EF4-FFF2-40B4-BE49-F238E27FC236}">
                  <a16:creationId xmlns:a16="http://schemas.microsoft.com/office/drawing/2014/main" id="{82F99E6F-5AC3-40B4-A6D9-F2D78AA7CA27}"/>
                </a:ext>
              </a:extLst>
            </p:cNvPr>
            <p:cNvSpPr/>
            <p:nvPr/>
          </p:nvSpPr>
          <p:spPr>
            <a:xfrm>
              <a:off x="6864008" y="129641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31" name="Block Arc 130">
              <a:extLst>
                <a:ext uri="{FF2B5EF4-FFF2-40B4-BE49-F238E27FC236}">
                  <a16:creationId xmlns:a16="http://schemas.microsoft.com/office/drawing/2014/main" id="{EEF88CDA-0336-451A-8F26-C3D76E7F3CC2}"/>
                </a:ext>
              </a:extLst>
            </p:cNvPr>
            <p:cNvSpPr/>
            <p:nvPr/>
          </p:nvSpPr>
          <p:spPr>
            <a:xfrm>
              <a:off x="6864008" y="136754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CD6B0E8-7DC8-45AB-BA8C-7B8C2DA84E1A}"/>
                </a:ext>
              </a:extLst>
            </p:cNvPr>
            <p:cNvSpPr/>
            <p:nvPr/>
          </p:nvSpPr>
          <p:spPr>
            <a:xfrm flipH="1">
              <a:off x="6822487" y="169728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BB3251E-84D0-4501-B4EB-A1EF93DBC184}"/>
                </a:ext>
              </a:extLst>
            </p:cNvPr>
            <p:cNvSpPr/>
            <p:nvPr/>
          </p:nvSpPr>
          <p:spPr>
            <a:xfrm>
              <a:off x="7143743" y="170389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4" name="Block Arc 133">
              <a:extLst>
                <a:ext uri="{FF2B5EF4-FFF2-40B4-BE49-F238E27FC236}">
                  <a16:creationId xmlns:a16="http://schemas.microsoft.com/office/drawing/2014/main" id="{BE972896-7099-409B-9979-182672AD634E}"/>
                </a:ext>
              </a:extLst>
            </p:cNvPr>
            <p:cNvSpPr/>
            <p:nvPr/>
          </p:nvSpPr>
          <p:spPr>
            <a:xfrm>
              <a:off x="6864008" y="170399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35" name="Block Arc 134">
              <a:extLst>
                <a:ext uri="{FF2B5EF4-FFF2-40B4-BE49-F238E27FC236}">
                  <a16:creationId xmlns:a16="http://schemas.microsoft.com/office/drawing/2014/main" id="{BE27F331-F419-47BA-B6BE-13BE73284603}"/>
                </a:ext>
              </a:extLst>
            </p:cNvPr>
            <p:cNvSpPr/>
            <p:nvPr/>
          </p:nvSpPr>
          <p:spPr>
            <a:xfrm>
              <a:off x="6864008" y="177511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DC72CE1-AA23-4673-A4D9-8C2399420BB2}"/>
                </a:ext>
              </a:extLst>
            </p:cNvPr>
            <p:cNvSpPr/>
            <p:nvPr/>
          </p:nvSpPr>
          <p:spPr>
            <a:xfrm flipH="1">
              <a:off x="6822487" y="210485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315FB8D-F86B-4D92-AF58-D910DD870E6F}"/>
                </a:ext>
              </a:extLst>
            </p:cNvPr>
            <p:cNvSpPr/>
            <p:nvPr/>
          </p:nvSpPr>
          <p:spPr>
            <a:xfrm>
              <a:off x="7143743" y="211146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Block Arc 137">
              <a:extLst>
                <a:ext uri="{FF2B5EF4-FFF2-40B4-BE49-F238E27FC236}">
                  <a16:creationId xmlns:a16="http://schemas.microsoft.com/office/drawing/2014/main" id="{8BD37431-DC21-4BDC-BFAB-58A2E4559B8A}"/>
                </a:ext>
              </a:extLst>
            </p:cNvPr>
            <p:cNvSpPr/>
            <p:nvPr/>
          </p:nvSpPr>
          <p:spPr>
            <a:xfrm>
              <a:off x="6864008" y="211156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39" name="Block Arc 138">
              <a:extLst>
                <a:ext uri="{FF2B5EF4-FFF2-40B4-BE49-F238E27FC236}">
                  <a16:creationId xmlns:a16="http://schemas.microsoft.com/office/drawing/2014/main" id="{720A0658-9507-4753-94F5-7652E17314A0}"/>
                </a:ext>
              </a:extLst>
            </p:cNvPr>
            <p:cNvSpPr/>
            <p:nvPr/>
          </p:nvSpPr>
          <p:spPr>
            <a:xfrm>
              <a:off x="6864008" y="218268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F6AA335-1E6B-4308-BBAB-504BF748DF56}"/>
                </a:ext>
              </a:extLst>
            </p:cNvPr>
            <p:cNvSpPr/>
            <p:nvPr/>
          </p:nvSpPr>
          <p:spPr>
            <a:xfrm flipH="1">
              <a:off x="6822487" y="251242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2187AB8-54E2-434B-83BF-5EC354BF9906}"/>
                </a:ext>
              </a:extLst>
            </p:cNvPr>
            <p:cNvSpPr/>
            <p:nvPr/>
          </p:nvSpPr>
          <p:spPr>
            <a:xfrm>
              <a:off x="7143743" y="251903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Block Arc 141">
              <a:extLst>
                <a:ext uri="{FF2B5EF4-FFF2-40B4-BE49-F238E27FC236}">
                  <a16:creationId xmlns:a16="http://schemas.microsoft.com/office/drawing/2014/main" id="{8E55153B-759D-49A6-BBA2-D6DF628127C5}"/>
                </a:ext>
              </a:extLst>
            </p:cNvPr>
            <p:cNvSpPr/>
            <p:nvPr/>
          </p:nvSpPr>
          <p:spPr>
            <a:xfrm>
              <a:off x="6864008" y="2519132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3" name="Block Arc 142">
              <a:extLst>
                <a:ext uri="{FF2B5EF4-FFF2-40B4-BE49-F238E27FC236}">
                  <a16:creationId xmlns:a16="http://schemas.microsoft.com/office/drawing/2014/main" id="{2DB378E8-BA42-464D-80E8-0BC83B17A273}"/>
                </a:ext>
              </a:extLst>
            </p:cNvPr>
            <p:cNvSpPr/>
            <p:nvPr/>
          </p:nvSpPr>
          <p:spPr>
            <a:xfrm>
              <a:off x="6864008" y="2590259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577865B-C4CE-4A78-91D3-C0EC7D343021}"/>
                </a:ext>
              </a:extLst>
            </p:cNvPr>
            <p:cNvSpPr/>
            <p:nvPr/>
          </p:nvSpPr>
          <p:spPr>
            <a:xfrm flipH="1">
              <a:off x="6822487" y="291999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E9B4E7D-C74B-436A-A25C-11EDD8153761}"/>
                </a:ext>
              </a:extLst>
            </p:cNvPr>
            <p:cNvSpPr/>
            <p:nvPr/>
          </p:nvSpPr>
          <p:spPr>
            <a:xfrm>
              <a:off x="7143743" y="292660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6" name="Block Arc 145">
              <a:extLst>
                <a:ext uri="{FF2B5EF4-FFF2-40B4-BE49-F238E27FC236}">
                  <a16:creationId xmlns:a16="http://schemas.microsoft.com/office/drawing/2014/main" id="{E6E95B49-65E9-47CC-BEEE-DB5BEC389B47}"/>
                </a:ext>
              </a:extLst>
            </p:cNvPr>
            <p:cNvSpPr/>
            <p:nvPr/>
          </p:nvSpPr>
          <p:spPr>
            <a:xfrm>
              <a:off x="6864008" y="2926703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7" name="Block Arc 146">
              <a:extLst>
                <a:ext uri="{FF2B5EF4-FFF2-40B4-BE49-F238E27FC236}">
                  <a16:creationId xmlns:a16="http://schemas.microsoft.com/office/drawing/2014/main" id="{CAE72A5B-F413-488C-81A4-19FA143DFBCF}"/>
                </a:ext>
              </a:extLst>
            </p:cNvPr>
            <p:cNvSpPr/>
            <p:nvPr/>
          </p:nvSpPr>
          <p:spPr>
            <a:xfrm>
              <a:off x="6864008" y="2997830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BABF3E47-7306-4F43-8D2B-E3561C7EE197}"/>
                </a:ext>
              </a:extLst>
            </p:cNvPr>
            <p:cNvSpPr/>
            <p:nvPr/>
          </p:nvSpPr>
          <p:spPr>
            <a:xfrm flipH="1">
              <a:off x="6822487" y="332756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EAA6EBB-7BB2-4D0F-86F9-A14718247C42}"/>
                </a:ext>
              </a:extLst>
            </p:cNvPr>
            <p:cNvSpPr/>
            <p:nvPr/>
          </p:nvSpPr>
          <p:spPr>
            <a:xfrm>
              <a:off x="7143743" y="333417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0" name="Block Arc 149">
              <a:extLst>
                <a:ext uri="{FF2B5EF4-FFF2-40B4-BE49-F238E27FC236}">
                  <a16:creationId xmlns:a16="http://schemas.microsoft.com/office/drawing/2014/main" id="{7DE1664E-CF16-43D7-BF61-A4FA233D2629}"/>
                </a:ext>
              </a:extLst>
            </p:cNvPr>
            <p:cNvSpPr/>
            <p:nvPr/>
          </p:nvSpPr>
          <p:spPr>
            <a:xfrm>
              <a:off x="6864008" y="3334274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51" name="Block Arc 150">
              <a:extLst>
                <a:ext uri="{FF2B5EF4-FFF2-40B4-BE49-F238E27FC236}">
                  <a16:creationId xmlns:a16="http://schemas.microsoft.com/office/drawing/2014/main" id="{E67948CB-D8D6-4D87-9D92-5B0C4FD1F990}"/>
                </a:ext>
              </a:extLst>
            </p:cNvPr>
            <p:cNvSpPr/>
            <p:nvPr/>
          </p:nvSpPr>
          <p:spPr>
            <a:xfrm>
              <a:off x="6864008" y="3405401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B6A257C-8213-4069-B225-EF56AF9CBB4A}"/>
                </a:ext>
              </a:extLst>
            </p:cNvPr>
            <p:cNvSpPr/>
            <p:nvPr/>
          </p:nvSpPr>
          <p:spPr>
            <a:xfrm flipH="1">
              <a:off x="6822487" y="373514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8FF39E0-0756-4DBE-92F9-9AE24DAA57E1}"/>
                </a:ext>
              </a:extLst>
            </p:cNvPr>
            <p:cNvSpPr/>
            <p:nvPr/>
          </p:nvSpPr>
          <p:spPr>
            <a:xfrm>
              <a:off x="7143743" y="374174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4" name="Block Arc 153">
              <a:extLst>
                <a:ext uri="{FF2B5EF4-FFF2-40B4-BE49-F238E27FC236}">
                  <a16:creationId xmlns:a16="http://schemas.microsoft.com/office/drawing/2014/main" id="{9853EE62-F5F0-41E1-8DE5-43F7BF93B0F1}"/>
                </a:ext>
              </a:extLst>
            </p:cNvPr>
            <p:cNvSpPr/>
            <p:nvPr/>
          </p:nvSpPr>
          <p:spPr>
            <a:xfrm>
              <a:off x="6864008" y="3741845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55" name="Block Arc 154">
              <a:extLst>
                <a:ext uri="{FF2B5EF4-FFF2-40B4-BE49-F238E27FC236}">
                  <a16:creationId xmlns:a16="http://schemas.microsoft.com/office/drawing/2014/main" id="{1056FE5B-B0B7-4378-AE62-4AA3AE5D390B}"/>
                </a:ext>
              </a:extLst>
            </p:cNvPr>
            <p:cNvSpPr/>
            <p:nvPr/>
          </p:nvSpPr>
          <p:spPr>
            <a:xfrm>
              <a:off x="6864008" y="3812972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F00AF54-BC93-4C61-89DE-441F60B03E2B}"/>
                </a:ext>
              </a:extLst>
            </p:cNvPr>
            <p:cNvSpPr/>
            <p:nvPr/>
          </p:nvSpPr>
          <p:spPr>
            <a:xfrm flipH="1">
              <a:off x="6822487" y="414271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6647E33C-388C-49AB-9DEA-6CE862DEFF36}"/>
                </a:ext>
              </a:extLst>
            </p:cNvPr>
            <p:cNvSpPr/>
            <p:nvPr/>
          </p:nvSpPr>
          <p:spPr>
            <a:xfrm>
              <a:off x="7143743" y="414931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8" name="Block Arc 157">
              <a:extLst>
                <a:ext uri="{FF2B5EF4-FFF2-40B4-BE49-F238E27FC236}">
                  <a16:creationId xmlns:a16="http://schemas.microsoft.com/office/drawing/2014/main" id="{E3F21EED-7421-4516-907C-6B9CF7D37A90}"/>
                </a:ext>
              </a:extLst>
            </p:cNvPr>
            <p:cNvSpPr/>
            <p:nvPr/>
          </p:nvSpPr>
          <p:spPr>
            <a:xfrm>
              <a:off x="6864008" y="4149416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59" name="Block Arc 158">
              <a:extLst>
                <a:ext uri="{FF2B5EF4-FFF2-40B4-BE49-F238E27FC236}">
                  <a16:creationId xmlns:a16="http://schemas.microsoft.com/office/drawing/2014/main" id="{6EA8C3B2-C42F-4516-ACD7-704AFBBDA6C9}"/>
                </a:ext>
              </a:extLst>
            </p:cNvPr>
            <p:cNvSpPr/>
            <p:nvPr/>
          </p:nvSpPr>
          <p:spPr>
            <a:xfrm>
              <a:off x="6864008" y="4220543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93F872E-5008-421F-B408-4ACF33506C02}"/>
                </a:ext>
              </a:extLst>
            </p:cNvPr>
            <p:cNvSpPr/>
            <p:nvPr/>
          </p:nvSpPr>
          <p:spPr>
            <a:xfrm flipH="1">
              <a:off x="6822487" y="455028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E71F9C17-5520-4860-9E1A-1B2EA4E37CE1}"/>
                </a:ext>
              </a:extLst>
            </p:cNvPr>
            <p:cNvSpPr/>
            <p:nvPr/>
          </p:nvSpPr>
          <p:spPr>
            <a:xfrm>
              <a:off x="7143743" y="455688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2" name="Block Arc 161">
              <a:extLst>
                <a:ext uri="{FF2B5EF4-FFF2-40B4-BE49-F238E27FC236}">
                  <a16:creationId xmlns:a16="http://schemas.microsoft.com/office/drawing/2014/main" id="{16491F93-B0FC-4AD1-B9BF-139CDC864577}"/>
                </a:ext>
              </a:extLst>
            </p:cNvPr>
            <p:cNvSpPr/>
            <p:nvPr/>
          </p:nvSpPr>
          <p:spPr>
            <a:xfrm>
              <a:off x="6864008" y="455698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3" name="Block Arc 162">
              <a:extLst>
                <a:ext uri="{FF2B5EF4-FFF2-40B4-BE49-F238E27FC236}">
                  <a16:creationId xmlns:a16="http://schemas.microsoft.com/office/drawing/2014/main" id="{952977D0-CF97-4E9D-B300-E31DC93A5516}"/>
                </a:ext>
              </a:extLst>
            </p:cNvPr>
            <p:cNvSpPr/>
            <p:nvPr/>
          </p:nvSpPr>
          <p:spPr>
            <a:xfrm>
              <a:off x="6864008" y="462811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85CC8EEB-3CA3-445D-8320-868437E28C9B}"/>
                </a:ext>
              </a:extLst>
            </p:cNvPr>
            <p:cNvSpPr/>
            <p:nvPr/>
          </p:nvSpPr>
          <p:spPr>
            <a:xfrm flipH="1">
              <a:off x="6822487" y="495785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5C2703E-96D5-4339-9E9B-BEAE62B7C4C9}"/>
                </a:ext>
              </a:extLst>
            </p:cNvPr>
            <p:cNvSpPr/>
            <p:nvPr/>
          </p:nvSpPr>
          <p:spPr>
            <a:xfrm>
              <a:off x="7143743" y="496446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6" name="Block Arc 165">
              <a:extLst>
                <a:ext uri="{FF2B5EF4-FFF2-40B4-BE49-F238E27FC236}">
                  <a16:creationId xmlns:a16="http://schemas.microsoft.com/office/drawing/2014/main" id="{8C228DB2-FFB6-433C-87E2-7FA39E98FEA5}"/>
                </a:ext>
              </a:extLst>
            </p:cNvPr>
            <p:cNvSpPr/>
            <p:nvPr/>
          </p:nvSpPr>
          <p:spPr>
            <a:xfrm>
              <a:off x="6864008" y="496455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7" name="Block Arc 166">
              <a:extLst>
                <a:ext uri="{FF2B5EF4-FFF2-40B4-BE49-F238E27FC236}">
                  <a16:creationId xmlns:a16="http://schemas.microsoft.com/office/drawing/2014/main" id="{86D31E50-0B3F-4F39-ABCA-BBCD5E10AF5D}"/>
                </a:ext>
              </a:extLst>
            </p:cNvPr>
            <p:cNvSpPr/>
            <p:nvPr/>
          </p:nvSpPr>
          <p:spPr>
            <a:xfrm>
              <a:off x="6864008" y="503568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E20CB082-224F-4FB3-AD0C-98BEB25FECC3}"/>
                </a:ext>
              </a:extLst>
            </p:cNvPr>
            <p:cNvSpPr/>
            <p:nvPr/>
          </p:nvSpPr>
          <p:spPr>
            <a:xfrm flipH="1">
              <a:off x="6822487" y="536542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F4EBAA20-AA27-4CF6-9E5D-76623D7A4127}"/>
                </a:ext>
              </a:extLst>
            </p:cNvPr>
            <p:cNvSpPr/>
            <p:nvPr/>
          </p:nvSpPr>
          <p:spPr>
            <a:xfrm>
              <a:off x="7143743" y="537203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0" name="Block Arc 169">
              <a:extLst>
                <a:ext uri="{FF2B5EF4-FFF2-40B4-BE49-F238E27FC236}">
                  <a16:creationId xmlns:a16="http://schemas.microsoft.com/office/drawing/2014/main" id="{BE5D7E9E-5242-4D86-94A2-6FF11CC11CCC}"/>
                </a:ext>
              </a:extLst>
            </p:cNvPr>
            <p:cNvSpPr/>
            <p:nvPr/>
          </p:nvSpPr>
          <p:spPr>
            <a:xfrm>
              <a:off x="6864008" y="537212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71" name="Block Arc 170">
              <a:extLst>
                <a:ext uri="{FF2B5EF4-FFF2-40B4-BE49-F238E27FC236}">
                  <a16:creationId xmlns:a16="http://schemas.microsoft.com/office/drawing/2014/main" id="{AD1D0C8D-2CE9-4695-8891-E406FDE9882E}"/>
                </a:ext>
              </a:extLst>
            </p:cNvPr>
            <p:cNvSpPr/>
            <p:nvPr/>
          </p:nvSpPr>
          <p:spPr>
            <a:xfrm>
              <a:off x="6864008" y="544325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8291C26-C358-4E7A-AA1C-C110CA97825B}"/>
                </a:ext>
              </a:extLst>
            </p:cNvPr>
            <p:cNvSpPr/>
            <p:nvPr/>
          </p:nvSpPr>
          <p:spPr>
            <a:xfrm flipH="1">
              <a:off x="6822487" y="577299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33A4518B-4C0A-438E-9AD9-FF8E4CEEC2B3}"/>
                </a:ext>
              </a:extLst>
            </p:cNvPr>
            <p:cNvSpPr/>
            <p:nvPr/>
          </p:nvSpPr>
          <p:spPr>
            <a:xfrm>
              <a:off x="7143743" y="577960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4" name="Block Arc 173">
              <a:extLst>
                <a:ext uri="{FF2B5EF4-FFF2-40B4-BE49-F238E27FC236}">
                  <a16:creationId xmlns:a16="http://schemas.microsoft.com/office/drawing/2014/main" id="{F205AF9B-1BAD-4A4A-8654-06EAE5A07E9E}"/>
                </a:ext>
              </a:extLst>
            </p:cNvPr>
            <p:cNvSpPr/>
            <p:nvPr/>
          </p:nvSpPr>
          <p:spPr>
            <a:xfrm>
              <a:off x="6864008" y="577970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75" name="Block Arc 174">
              <a:extLst>
                <a:ext uri="{FF2B5EF4-FFF2-40B4-BE49-F238E27FC236}">
                  <a16:creationId xmlns:a16="http://schemas.microsoft.com/office/drawing/2014/main" id="{63A7AD9E-2E7C-4927-B8A6-472F0D328FA0}"/>
                </a:ext>
              </a:extLst>
            </p:cNvPr>
            <p:cNvSpPr/>
            <p:nvPr/>
          </p:nvSpPr>
          <p:spPr>
            <a:xfrm>
              <a:off x="6864008" y="585082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6D207CCC-EB9F-4014-AA6A-6036751114AC}"/>
                </a:ext>
              </a:extLst>
            </p:cNvPr>
            <p:cNvSpPr/>
            <p:nvPr/>
          </p:nvSpPr>
          <p:spPr>
            <a:xfrm flipH="1">
              <a:off x="6822487" y="618056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0049243-BD98-4FD7-A528-05F2F81C5473}"/>
                </a:ext>
              </a:extLst>
            </p:cNvPr>
            <p:cNvSpPr/>
            <p:nvPr/>
          </p:nvSpPr>
          <p:spPr>
            <a:xfrm>
              <a:off x="7143743" y="618717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8" name="Block Arc 177">
              <a:extLst>
                <a:ext uri="{FF2B5EF4-FFF2-40B4-BE49-F238E27FC236}">
                  <a16:creationId xmlns:a16="http://schemas.microsoft.com/office/drawing/2014/main" id="{9C7E32E4-A369-4CF0-9426-2A3526F8FF9E}"/>
                </a:ext>
              </a:extLst>
            </p:cNvPr>
            <p:cNvSpPr/>
            <p:nvPr/>
          </p:nvSpPr>
          <p:spPr>
            <a:xfrm>
              <a:off x="6864008" y="618727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79" name="Block Arc 178">
              <a:extLst>
                <a:ext uri="{FF2B5EF4-FFF2-40B4-BE49-F238E27FC236}">
                  <a16:creationId xmlns:a16="http://schemas.microsoft.com/office/drawing/2014/main" id="{D0874D11-4A54-43BB-9DA5-AA62223F80D3}"/>
                </a:ext>
              </a:extLst>
            </p:cNvPr>
            <p:cNvSpPr/>
            <p:nvPr/>
          </p:nvSpPr>
          <p:spPr>
            <a:xfrm>
              <a:off x="6864008" y="625839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4CF6B62-F628-4B3B-8562-2FA13763AFA3}"/>
              </a:ext>
            </a:extLst>
          </p:cNvPr>
          <p:cNvSpPr/>
          <p:nvPr/>
        </p:nvSpPr>
        <p:spPr>
          <a:xfrm>
            <a:off x="-10534" y="-4387045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9" name="Graphic 38" descr="Open book">
            <a:hlinkClick r:id="rId8" action="ppaction://hlinksldjump"/>
            <a:extLst>
              <a:ext uri="{FF2B5EF4-FFF2-40B4-BE49-F238E27FC236}">
                <a16:creationId xmlns:a16="http://schemas.microsoft.com/office/drawing/2014/main" id="{554B0EE6-1AF8-414E-A59B-A96668D2FF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82" y="1381082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644A73D-FA51-4EEB-88B1-CFA1E14C933A}"/>
              </a:ext>
            </a:extLst>
          </p:cNvPr>
          <p:cNvSpPr txBox="1"/>
          <p:nvPr/>
        </p:nvSpPr>
        <p:spPr>
          <a:xfrm>
            <a:off x="180970" y="126636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Presentation with media">
            <a:hlinkClick r:id="rId11" action="ppaction://hlinksldjump"/>
            <a:extLst>
              <a:ext uri="{FF2B5EF4-FFF2-40B4-BE49-F238E27FC236}">
                <a16:creationId xmlns:a16="http://schemas.microsoft.com/office/drawing/2014/main" id="{0A33C7DA-0F58-43C4-AC59-58437A3840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436" y="2610600"/>
            <a:ext cx="601560" cy="60156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B0EC099-5F2A-416D-9A22-5F0439730451}"/>
              </a:ext>
            </a:extLst>
          </p:cNvPr>
          <p:cNvSpPr txBox="1"/>
          <p:nvPr/>
        </p:nvSpPr>
        <p:spPr>
          <a:xfrm>
            <a:off x="132611" y="2472100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1" name="Graphic 40" descr="Postit Notes">
            <a:hlinkClick r:id="rId3" action="ppaction://hlinksldjump"/>
            <a:extLst>
              <a:ext uri="{FF2B5EF4-FFF2-40B4-BE49-F238E27FC236}">
                <a16:creationId xmlns:a16="http://schemas.microsoft.com/office/drawing/2014/main" id="{3AE0E9DA-912C-4EBC-83FF-08B4A66A2BF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869" y="3768552"/>
            <a:ext cx="601560" cy="60156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7F45DB2-337C-4F86-A4A7-5096A8AEF458}"/>
              </a:ext>
            </a:extLst>
          </p:cNvPr>
          <p:cNvSpPr txBox="1"/>
          <p:nvPr/>
        </p:nvSpPr>
        <p:spPr>
          <a:xfrm>
            <a:off x="75029" y="364180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7" name="Graphic 36" descr="Aspiration">
            <a:hlinkClick r:id="rId16" action="ppaction://hlinksldjump"/>
            <a:extLst>
              <a:ext uri="{FF2B5EF4-FFF2-40B4-BE49-F238E27FC236}">
                <a16:creationId xmlns:a16="http://schemas.microsoft.com/office/drawing/2014/main" id="{6C5ECD1A-A84A-4333-9928-594A40E6D3B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13" y="4884298"/>
            <a:ext cx="601560" cy="60156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FECD1EE-6838-4EC5-BDC8-CE341EB725D7}"/>
              </a:ext>
            </a:extLst>
          </p:cNvPr>
          <p:cNvSpPr txBox="1"/>
          <p:nvPr/>
        </p:nvSpPr>
        <p:spPr>
          <a:xfrm>
            <a:off x="8713" y="4768497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2" name="Picture 1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8ADCF881-D013-461A-889B-9E65758F134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43253" y="2524281"/>
            <a:ext cx="3166024" cy="39548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F7ED47-3FEB-40D5-ABC8-94ACA417430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06172" y="349573"/>
            <a:ext cx="4588265" cy="1187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36337B-8AE3-49D3-B3AF-309DF95FF12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5143" y="1273053"/>
            <a:ext cx="877900" cy="8718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6C3A19-91ED-4A4F-B6A6-9D12CD51CFEA}"/>
              </a:ext>
            </a:extLst>
          </p:cNvPr>
          <p:cNvSpPr txBox="1"/>
          <p:nvPr/>
        </p:nvSpPr>
        <p:spPr>
          <a:xfrm>
            <a:off x="3064031" y="910958"/>
            <a:ext cx="3850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AU" dirty="0"/>
              <a:t>Surgery </a:t>
            </a:r>
            <a:r>
              <a:rPr lang="en-AU" i="1" dirty="0"/>
              <a:t>(not discussed)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AU" dirty="0"/>
              <a:t>Ovulation induction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AU" dirty="0"/>
              <a:t>Intra - uterine insemination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AU" dirty="0"/>
              <a:t>In-vitro fertilisation.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8DD7728-079F-4B97-AA93-F57AFE256FE0}"/>
              </a:ext>
            </a:extLst>
          </p:cNvPr>
          <p:cNvSpPr txBox="1"/>
          <p:nvPr/>
        </p:nvSpPr>
        <p:spPr>
          <a:xfrm>
            <a:off x="7367635" y="1323356"/>
            <a:ext cx="43393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goal is to stimulate egg production, and monitor in order to maximise success of a single pregnancy.</a:t>
            </a:r>
          </a:p>
          <a:p>
            <a:endParaRPr lang="en-AU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Injections of FSH given to increase </a:t>
            </a:r>
          </a:p>
          <a:p>
            <a:r>
              <a:rPr lang="en-AU" b="1" dirty="0"/>
              <a:t>       number of eggs produced.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Ovulation monitored.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Normal fertilisation occurs </a:t>
            </a:r>
            <a:r>
              <a:rPr lang="en-AU" i="1" dirty="0"/>
              <a:t>or </a:t>
            </a:r>
            <a:endParaRPr lang="en-AU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Intra-uterine insemination is used     </a:t>
            </a:r>
          </a:p>
          <a:p>
            <a:r>
              <a:rPr lang="en-AU" b="1" dirty="0"/>
              <a:t>       at time of ovulation.</a:t>
            </a:r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732C7458-939A-446B-9B34-1DD6FF8E4AC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35958" y="758743"/>
            <a:ext cx="4859738" cy="816163"/>
          </a:xfrm>
          <a:prstGeom prst="rect">
            <a:avLst/>
          </a:prstGeom>
        </p:spPr>
      </p:pic>
      <p:pic>
        <p:nvPicPr>
          <p:cNvPr id="182" name="Picture 181" descr="A picture containing indoor, sitting, table, holding&#10;&#10;Description automatically generated">
            <a:extLst>
              <a:ext uri="{FF2B5EF4-FFF2-40B4-BE49-F238E27FC236}">
                <a16:creationId xmlns:a16="http://schemas.microsoft.com/office/drawing/2014/main" id="{86BCE2CE-E06E-4740-BC12-2A9B99D23B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053" y="4280757"/>
            <a:ext cx="1763515" cy="1645694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76C5027F-5D36-4F75-A980-CBDFAF9D2C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95279" y="4617217"/>
            <a:ext cx="1867001" cy="176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84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80F1AF-1742-44BE-8477-E3686A85A0E1}"/>
              </a:ext>
            </a:extLst>
          </p:cNvPr>
          <p:cNvSpPr/>
          <p:nvPr/>
        </p:nvSpPr>
        <p:spPr>
          <a:xfrm flipH="1">
            <a:off x="2042795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A75243-66AA-42A5-B06B-877652A3C23E}"/>
              </a:ext>
            </a:extLst>
          </p:cNvPr>
          <p:cNvSpPr/>
          <p:nvPr/>
        </p:nvSpPr>
        <p:spPr>
          <a:xfrm>
            <a:off x="7085423" y="190268"/>
            <a:ext cx="4995610" cy="6477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65657FA4-8128-4616-9D57-DC1AB80BF0A6}"/>
              </a:ext>
            </a:extLst>
          </p:cNvPr>
          <p:cNvSpPr/>
          <p:nvPr/>
        </p:nvSpPr>
        <p:spPr>
          <a:xfrm>
            <a:off x="2331895" y="1992784"/>
            <a:ext cx="461096" cy="1100334"/>
          </a:xfrm>
          <a:prstGeom prst="roundRect">
            <a:avLst/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F6450F-5D9B-4E79-95E5-F7A9149DA813}"/>
              </a:ext>
            </a:extLst>
          </p:cNvPr>
          <p:cNvSpPr/>
          <p:nvPr/>
        </p:nvSpPr>
        <p:spPr>
          <a:xfrm>
            <a:off x="7126361" y="29081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A4ABC861-9DFB-4B28-A631-ED658BB915A5}"/>
              </a:ext>
            </a:extLst>
          </p:cNvPr>
          <p:cNvSpPr/>
          <p:nvPr/>
        </p:nvSpPr>
        <p:spPr>
          <a:xfrm>
            <a:off x="2320885" y="564227"/>
            <a:ext cx="461096" cy="1100334"/>
          </a:xfrm>
          <a:prstGeom prst="roundRect">
            <a:avLst/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" name="Picture 29" descr="A picture containing table, drawing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B790013E-272A-4750-BB89-C18160E11F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488" y="4835474"/>
            <a:ext cx="506012" cy="11583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DCF609D-9F7B-4487-862F-015D29BADF9D}"/>
              </a:ext>
            </a:extLst>
          </p:cNvPr>
          <p:cNvSpPr/>
          <p:nvPr/>
        </p:nvSpPr>
        <p:spPr>
          <a:xfrm>
            <a:off x="2562443" y="290811"/>
            <a:ext cx="4436550" cy="6229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74C083-9934-437D-9B22-330B4671885F}"/>
              </a:ext>
            </a:extLst>
          </p:cNvPr>
          <p:cNvGrpSpPr/>
          <p:nvPr/>
        </p:nvGrpSpPr>
        <p:grpSpPr>
          <a:xfrm>
            <a:off x="6822487" y="474572"/>
            <a:ext cx="478854" cy="6069018"/>
            <a:chOff x="6822487" y="474572"/>
            <a:chExt cx="478854" cy="606901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A179D17-6426-4BFF-9A95-5D5E1C18DBE6}"/>
                </a:ext>
              </a:extLst>
            </p:cNvPr>
            <p:cNvSpPr/>
            <p:nvPr/>
          </p:nvSpPr>
          <p:spPr>
            <a:xfrm flipH="1">
              <a:off x="6822487" y="47457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6908553-6290-4B0A-8539-C4CE68988E88}"/>
                </a:ext>
              </a:extLst>
            </p:cNvPr>
            <p:cNvSpPr/>
            <p:nvPr/>
          </p:nvSpPr>
          <p:spPr>
            <a:xfrm>
              <a:off x="7143743" y="48117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Block Arc 34">
              <a:extLst>
                <a:ext uri="{FF2B5EF4-FFF2-40B4-BE49-F238E27FC236}">
                  <a16:creationId xmlns:a16="http://schemas.microsoft.com/office/drawing/2014/main" id="{B59CC5E3-BA99-437E-9582-1569CD4999F8}"/>
                </a:ext>
              </a:extLst>
            </p:cNvPr>
            <p:cNvSpPr/>
            <p:nvPr/>
          </p:nvSpPr>
          <p:spPr>
            <a:xfrm>
              <a:off x="6864008" y="48127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56957992-FD09-4348-94C1-97EB48C2F1E7}"/>
                </a:ext>
              </a:extLst>
            </p:cNvPr>
            <p:cNvSpPr/>
            <p:nvPr/>
          </p:nvSpPr>
          <p:spPr>
            <a:xfrm>
              <a:off x="6864008" y="55240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9CDB039-D600-4529-A962-F2CEB704BBA1}"/>
                </a:ext>
              </a:extLst>
            </p:cNvPr>
            <p:cNvSpPr/>
            <p:nvPr/>
          </p:nvSpPr>
          <p:spPr>
            <a:xfrm flipH="1">
              <a:off x="6822487" y="88214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320FE93-3B2F-44E8-8832-4F560BA89B02}"/>
                </a:ext>
              </a:extLst>
            </p:cNvPr>
            <p:cNvSpPr/>
            <p:nvPr/>
          </p:nvSpPr>
          <p:spPr>
            <a:xfrm>
              <a:off x="7143743" y="88875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2" name="Block Arc 41">
              <a:extLst>
                <a:ext uri="{FF2B5EF4-FFF2-40B4-BE49-F238E27FC236}">
                  <a16:creationId xmlns:a16="http://schemas.microsoft.com/office/drawing/2014/main" id="{021F98FA-A99E-4A12-9053-7F2E3871997D}"/>
                </a:ext>
              </a:extLst>
            </p:cNvPr>
            <p:cNvSpPr/>
            <p:nvPr/>
          </p:nvSpPr>
          <p:spPr>
            <a:xfrm>
              <a:off x="6864008" y="88884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4BEB095A-9ADE-4CD7-8284-CA9DEA859C8F}"/>
                </a:ext>
              </a:extLst>
            </p:cNvPr>
            <p:cNvSpPr/>
            <p:nvPr/>
          </p:nvSpPr>
          <p:spPr>
            <a:xfrm>
              <a:off x="6864008" y="95997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4992830-439A-4AE0-8CC0-86D4CF49842D}"/>
                </a:ext>
              </a:extLst>
            </p:cNvPr>
            <p:cNvSpPr/>
            <p:nvPr/>
          </p:nvSpPr>
          <p:spPr>
            <a:xfrm flipH="1">
              <a:off x="6822487" y="128971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81DD35E-9099-4013-9912-518F30DE0555}"/>
                </a:ext>
              </a:extLst>
            </p:cNvPr>
            <p:cNvSpPr/>
            <p:nvPr/>
          </p:nvSpPr>
          <p:spPr>
            <a:xfrm>
              <a:off x="7143743" y="129632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Block Arc 49">
              <a:extLst>
                <a:ext uri="{FF2B5EF4-FFF2-40B4-BE49-F238E27FC236}">
                  <a16:creationId xmlns:a16="http://schemas.microsoft.com/office/drawing/2014/main" id="{9ADD3E18-FAAE-4A7E-AD24-C0198DC160BF}"/>
                </a:ext>
              </a:extLst>
            </p:cNvPr>
            <p:cNvSpPr/>
            <p:nvPr/>
          </p:nvSpPr>
          <p:spPr>
            <a:xfrm>
              <a:off x="6864008" y="129641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2" name="Block Arc 51">
              <a:extLst>
                <a:ext uri="{FF2B5EF4-FFF2-40B4-BE49-F238E27FC236}">
                  <a16:creationId xmlns:a16="http://schemas.microsoft.com/office/drawing/2014/main" id="{8403E22F-2BBA-4CB3-AB2D-1A56DDF3148B}"/>
                </a:ext>
              </a:extLst>
            </p:cNvPr>
            <p:cNvSpPr/>
            <p:nvPr/>
          </p:nvSpPr>
          <p:spPr>
            <a:xfrm>
              <a:off x="6864008" y="136754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1EC064C-04E4-4DAC-A09C-FE7E78451D1E}"/>
                </a:ext>
              </a:extLst>
            </p:cNvPr>
            <p:cNvSpPr/>
            <p:nvPr/>
          </p:nvSpPr>
          <p:spPr>
            <a:xfrm flipH="1">
              <a:off x="6822487" y="169728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9338C8B-5212-42A6-9ED9-DD67F9D6829F}"/>
                </a:ext>
              </a:extLst>
            </p:cNvPr>
            <p:cNvSpPr/>
            <p:nvPr/>
          </p:nvSpPr>
          <p:spPr>
            <a:xfrm>
              <a:off x="7143743" y="170389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5" name="Block Arc 54">
              <a:extLst>
                <a:ext uri="{FF2B5EF4-FFF2-40B4-BE49-F238E27FC236}">
                  <a16:creationId xmlns:a16="http://schemas.microsoft.com/office/drawing/2014/main" id="{AB20C5C2-799D-4DCD-828B-96A6B51F664E}"/>
                </a:ext>
              </a:extLst>
            </p:cNvPr>
            <p:cNvSpPr/>
            <p:nvPr/>
          </p:nvSpPr>
          <p:spPr>
            <a:xfrm>
              <a:off x="6864008" y="170399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6" name="Block Arc 55">
              <a:extLst>
                <a:ext uri="{FF2B5EF4-FFF2-40B4-BE49-F238E27FC236}">
                  <a16:creationId xmlns:a16="http://schemas.microsoft.com/office/drawing/2014/main" id="{6B89AA88-3FAD-4FDC-8576-0C69D240A876}"/>
                </a:ext>
              </a:extLst>
            </p:cNvPr>
            <p:cNvSpPr/>
            <p:nvPr/>
          </p:nvSpPr>
          <p:spPr>
            <a:xfrm>
              <a:off x="6864008" y="177511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AB8560C-7403-4E64-9CA7-92D40790B222}"/>
                </a:ext>
              </a:extLst>
            </p:cNvPr>
            <p:cNvSpPr/>
            <p:nvPr/>
          </p:nvSpPr>
          <p:spPr>
            <a:xfrm flipH="1">
              <a:off x="6822487" y="210485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F180C1D-2950-4E9C-A444-47640405431A}"/>
                </a:ext>
              </a:extLst>
            </p:cNvPr>
            <p:cNvSpPr/>
            <p:nvPr/>
          </p:nvSpPr>
          <p:spPr>
            <a:xfrm>
              <a:off x="7143743" y="211146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0" name="Block Arc 59">
              <a:extLst>
                <a:ext uri="{FF2B5EF4-FFF2-40B4-BE49-F238E27FC236}">
                  <a16:creationId xmlns:a16="http://schemas.microsoft.com/office/drawing/2014/main" id="{2D3090F4-9BA2-4609-8115-A814E3C44488}"/>
                </a:ext>
              </a:extLst>
            </p:cNvPr>
            <p:cNvSpPr/>
            <p:nvPr/>
          </p:nvSpPr>
          <p:spPr>
            <a:xfrm>
              <a:off x="6864008" y="211156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1" name="Block Arc 60">
              <a:extLst>
                <a:ext uri="{FF2B5EF4-FFF2-40B4-BE49-F238E27FC236}">
                  <a16:creationId xmlns:a16="http://schemas.microsoft.com/office/drawing/2014/main" id="{1102C546-1934-4447-9451-8BCF885C3862}"/>
                </a:ext>
              </a:extLst>
            </p:cNvPr>
            <p:cNvSpPr/>
            <p:nvPr/>
          </p:nvSpPr>
          <p:spPr>
            <a:xfrm>
              <a:off x="6864008" y="218268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060D68-B844-46F3-B942-382E330FDD9B}"/>
                </a:ext>
              </a:extLst>
            </p:cNvPr>
            <p:cNvSpPr/>
            <p:nvPr/>
          </p:nvSpPr>
          <p:spPr>
            <a:xfrm flipH="1">
              <a:off x="6822487" y="251242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E757DFB-D3B3-45BB-A28F-D8EA13FE3120}"/>
                </a:ext>
              </a:extLst>
            </p:cNvPr>
            <p:cNvSpPr/>
            <p:nvPr/>
          </p:nvSpPr>
          <p:spPr>
            <a:xfrm>
              <a:off x="7143743" y="251903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Block Arc 64">
              <a:extLst>
                <a:ext uri="{FF2B5EF4-FFF2-40B4-BE49-F238E27FC236}">
                  <a16:creationId xmlns:a16="http://schemas.microsoft.com/office/drawing/2014/main" id="{6B458B13-9E5B-4437-A905-644C81E3F17B}"/>
                </a:ext>
              </a:extLst>
            </p:cNvPr>
            <p:cNvSpPr/>
            <p:nvPr/>
          </p:nvSpPr>
          <p:spPr>
            <a:xfrm>
              <a:off x="6864008" y="2519132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6" name="Block Arc 65">
              <a:extLst>
                <a:ext uri="{FF2B5EF4-FFF2-40B4-BE49-F238E27FC236}">
                  <a16:creationId xmlns:a16="http://schemas.microsoft.com/office/drawing/2014/main" id="{D24BE0F8-ACF6-4FCF-ADFC-7A79EF6576EB}"/>
                </a:ext>
              </a:extLst>
            </p:cNvPr>
            <p:cNvSpPr/>
            <p:nvPr/>
          </p:nvSpPr>
          <p:spPr>
            <a:xfrm>
              <a:off x="6864008" y="2590259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956AEAE-92CC-49F7-9986-B2C8E7F909A6}"/>
                </a:ext>
              </a:extLst>
            </p:cNvPr>
            <p:cNvSpPr/>
            <p:nvPr/>
          </p:nvSpPr>
          <p:spPr>
            <a:xfrm flipH="1">
              <a:off x="6822487" y="291999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F6F0D87-1B2F-4714-B33A-C5269A7A9976}"/>
                </a:ext>
              </a:extLst>
            </p:cNvPr>
            <p:cNvSpPr/>
            <p:nvPr/>
          </p:nvSpPr>
          <p:spPr>
            <a:xfrm>
              <a:off x="7143743" y="292660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Block Arc 68">
              <a:extLst>
                <a:ext uri="{FF2B5EF4-FFF2-40B4-BE49-F238E27FC236}">
                  <a16:creationId xmlns:a16="http://schemas.microsoft.com/office/drawing/2014/main" id="{0D9F70B1-62D0-4E50-A8B3-93F420E9F446}"/>
                </a:ext>
              </a:extLst>
            </p:cNvPr>
            <p:cNvSpPr/>
            <p:nvPr/>
          </p:nvSpPr>
          <p:spPr>
            <a:xfrm>
              <a:off x="6864008" y="2926703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0" name="Block Arc 69">
              <a:extLst>
                <a:ext uri="{FF2B5EF4-FFF2-40B4-BE49-F238E27FC236}">
                  <a16:creationId xmlns:a16="http://schemas.microsoft.com/office/drawing/2014/main" id="{27FD80B9-383D-4C39-82EA-D9AA6C08D29C}"/>
                </a:ext>
              </a:extLst>
            </p:cNvPr>
            <p:cNvSpPr/>
            <p:nvPr/>
          </p:nvSpPr>
          <p:spPr>
            <a:xfrm>
              <a:off x="6864008" y="2997830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7DB6750-15C5-4648-A897-8D6703275F63}"/>
                </a:ext>
              </a:extLst>
            </p:cNvPr>
            <p:cNvSpPr/>
            <p:nvPr/>
          </p:nvSpPr>
          <p:spPr>
            <a:xfrm flipH="1">
              <a:off x="6822487" y="332756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9D7B497-B29C-4DE6-985A-C8B44E01FC7C}"/>
                </a:ext>
              </a:extLst>
            </p:cNvPr>
            <p:cNvSpPr/>
            <p:nvPr/>
          </p:nvSpPr>
          <p:spPr>
            <a:xfrm>
              <a:off x="7143743" y="333417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Block Arc 72">
              <a:extLst>
                <a:ext uri="{FF2B5EF4-FFF2-40B4-BE49-F238E27FC236}">
                  <a16:creationId xmlns:a16="http://schemas.microsoft.com/office/drawing/2014/main" id="{21231787-5E18-4D2F-87BB-CC08743F8F1C}"/>
                </a:ext>
              </a:extLst>
            </p:cNvPr>
            <p:cNvSpPr/>
            <p:nvPr/>
          </p:nvSpPr>
          <p:spPr>
            <a:xfrm>
              <a:off x="6864008" y="3334274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4" name="Block Arc 73">
              <a:extLst>
                <a:ext uri="{FF2B5EF4-FFF2-40B4-BE49-F238E27FC236}">
                  <a16:creationId xmlns:a16="http://schemas.microsoft.com/office/drawing/2014/main" id="{03C42005-5127-42E6-8DCA-B571E0AD1228}"/>
                </a:ext>
              </a:extLst>
            </p:cNvPr>
            <p:cNvSpPr/>
            <p:nvPr/>
          </p:nvSpPr>
          <p:spPr>
            <a:xfrm>
              <a:off x="6864008" y="3405401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6BD2C18-A0DC-4630-A9C3-D909AE33C60E}"/>
                </a:ext>
              </a:extLst>
            </p:cNvPr>
            <p:cNvSpPr/>
            <p:nvPr/>
          </p:nvSpPr>
          <p:spPr>
            <a:xfrm flipH="1">
              <a:off x="6822487" y="373514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2A28CC5-1BDD-42D3-9D03-F313A69B3850}"/>
                </a:ext>
              </a:extLst>
            </p:cNvPr>
            <p:cNvSpPr/>
            <p:nvPr/>
          </p:nvSpPr>
          <p:spPr>
            <a:xfrm>
              <a:off x="7143743" y="3741747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Block Arc 76">
              <a:extLst>
                <a:ext uri="{FF2B5EF4-FFF2-40B4-BE49-F238E27FC236}">
                  <a16:creationId xmlns:a16="http://schemas.microsoft.com/office/drawing/2014/main" id="{DE8D7A81-D8D0-4E71-986D-0F9311DB5DE2}"/>
                </a:ext>
              </a:extLst>
            </p:cNvPr>
            <p:cNvSpPr/>
            <p:nvPr/>
          </p:nvSpPr>
          <p:spPr>
            <a:xfrm>
              <a:off x="6864008" y="3741845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8" name="Block Arc 77">
              <a:extLst>
                <a:ext uri="{FF2B5EF4-FFF2-40B4-BE49-F238E27FC236}">
                  <a16:creationId xmlns:a16="http://schemas.microsoft.com/office/drawing/2014/main" id="{F684C70C-CC57-481A-8868-8A38F4F0B981}"/>
                </a:ext>
              </a:extLst>
            </p:cNvPr>
            <p:cNvSpPr/>
            <p:nvPr/>
          </p:nvSpPr>
          <p:spPr>
            <a:xfrm>
              <a:off x="6864008" y="3812972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D7B0119-F40F-4835-915F-0B5C3617FBA0}"/>
                </a:ext>
              </a:extLst>
            </p:cNvPr>
            <p:cNvSpPr/>
            <p:nvPr/>
          </p:nvSpPr>
          <p:spPr>
            <a:xfrm flipH="1">
              <a:off x="6822487" y="414271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48DF9D2-5484-4154-87E0-C74E7EABE47D}"/>
                </a:ext>
              </a:extLst>
            </p:cNvPr>
            <p:cNvSpPr/>
            <p:nvPr/>
          </p:nvSpPr>
          <p:spPr>
            <a:xfrm>
              <a:off x="7143743" y="4149318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1" name="Block Arc 80">
              <a:extLst>
                <a:ext uri="{FF2B5EF4-FFF2-40B4-BE49-F238E27FC236}">
                  <a16:creationId xmlns:a16="http://schemas.microsoft.com/office/drawing/2014/main" id="{414555DB-17DA-4CF5-A681-D8D461A0D417}"/>
                </a:ext>
              </a:extLst>
            </p:cNvPr>
            <p:cNvSpPr/>
            <p:nvPr/>
          </p:nvSpPr>
          <p:spPr>
            <a:xfrm>
              <a:off x="6864008" y="4149416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2" name="Block Arc 81">
              <a:extLst>
                <a:ext uri="{FF2B5EF4-FFF2-40B4-BE49-F238E27FC236}">
                  <a16:creationId xmlns:a16="http://schemas.microsoft.com/office/drawing/2014/main" id="{244AF4D0-761E-402E-9B43-B59E897721F1}"/>
                </a:ext>
              </a:extLst>
            </p:cNvPr>
            <p:cNvSpPr/>
            <p:nvPr/>
          </p:nvSpPr>
          <p:spPr>
            <a:xfrm>
              <a:off x="6864008" y="4220543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2ADA7A8-FCA6-4AD5-A8DF-089EF57B57AF}"/>
                </a:ext>
              </a:extLst>
            </p:cNvPr>
            <p:cNvSpPr/>
            <p:nvPr/>
          </p:nvSpPr>
          <p:spPr>
            <a:xfrm flipH="1">
              <a:off x="6822487" y="455028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38408FC-FA55-4DF4-8DD8-13A2533AC95B}"/>
                </a:ext>
              </a:extLst>
            </p:cNvPr>
            <p:cNvSpPr/>
            <p:nvPr/>
          </p:nvSpPr>
          <p:spPr>
            <a:xfrm>
              <a:off x="7143743" y="4556889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5" name="Block Arc 84">
              <a:extLst>
                <a:ext uri="{FF2B5EF4-FFF2-40B4-BE49-F238E27FC236}">
                  <a16:creationId xmlns:a16="http://schemas.microsoft.com/office/drawing/2014/main" id="{72701099-874F-4802-BC1D-17B52494A8AA}"/>
                </a:ext>
              </a:extLst>
            </p:cNvPr>
            <p:cNvSpPr/>
            <p:nvPr/>
          </p:nvSpPr>
          <p:spPr>
            <a:xfrm>
              <a:off x="6864008" y="4556987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6" name="Block Arc 85">
              <a:extLst>
                <a:ext uri="{FF2B5EF4-FFF2-40B4-BE49-F238E27FC236}">
                  <a16:creationId xmlns:a16="http://schemas.microsoft.com/office/drawing/2014/main" id="{31D40EBE-E5D8-4444-9A14-63BADC3CD360}"/>
                </a:ext>
              </a:extLst>
            </p:cNvPr>
            <p:cNvSpPr/>
            <p:nvPr/>
          </p:nvSpPr>
          <p:spPr>
            <a:xfrm>
              <a:off x="6864008" y="4628114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CB6A172-8E9F-486B-B38E-4D3E747023E3}"/>
                </a:ext>
              </a:extLst>
            </p:cNvPr>
            <p:cNvSpPr/>
            <p:nvPr/>
          </p:nvSpPr>
          <p:spPr>
            <a:xfrm flipH="1">
              <a:off x="6822487" y="495785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63CD3E7-4143-4EEE-A568-51F613F33CFE}"/>
                </a:ext>
              </a:extLst>
            </p:cNvPr>
            <p:cNvSpPr/>
            <p:nvPr/>
          </p:nvSpPr>
          <p:spPr>
            <a:xfrm>
              <a:off x="7143743" y="4964460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9" name="Block Arc 88">
              <a:extLst>
                <a:ext uri="{FF2B5EF4-FFF2-40B4-BE49-F238E27FC236}">
                  <a16:creationId xmlns:a16="http://schemas.microsoft.com/office/drawing/2014/main" id="{5042B646-9E48-4B72-83DF-E5D24B96E7C4}"/>
                </a:ext>
              </a:extLst>
            </p:cNvPr>
            <p:cNvSpPr/>
            <p:nvPr/>
          </p:nvSpPr>
          <p:spPr>
            <a:xfrm>
              <a:off x="6864008" y="4964558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0" name="Block Arc 89">
              <a:extLst>
                <a:ext uri="{FF2B5EF4-FFF2-40B4-BE49-F238E27FC236}">
                  <a16:creationId xmlns:a16="http://schemas.microsoft.com/office/drawing/2014/main" id="{C84F11C7-FCFF-44F4-8D31-7D1BBFFE0964}"/>
                </a:ext>
              </a:extLst>
            </p:cNvPr>
            <p:cNvSpPr/>
            <p:nvPr/>
          </p:nvSpPr>
          <p:spPr>
            <a:xfrm>
              <a:off x="6864008" y="5035685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7C31682-CBCE-4B9C-B494-A45F46233A48}"/>
                </a:ext>
              </a:extLst>
            </p:cNvPr>
            <p:cNvSpPr/>
            <p:nvPr/>
          </p:nvSpPr>
          <p:spPr>
            <a:xfrm flipH="1">
              <a:off x="6822487" y="5365424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DAB0909-20B6-4C3A-9E01-6B5202034989}"/>
                </a:ext>
              </a:extLst>
            </p:cNvPr>
            <p:cNvSpPr/>
            <p:nvPr/>
          </p:nvSpPr>
          <p:spPr>
            <a:xfrm>
              <a:off x="7143743" y="5372031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Block Arc 92">
              <a:extLst>
                <a:ext uri="{FF2B5EF4-FFF2-40B4-BE49-F238E27FC236}">
                  <a16:creationId xmlns:a16="http://schemas.microsoft.com/office/drawing/2014/main" id="{11F25147-4C50-4096-83E4-825FACC80B19}"/>
                </a:ext>
              </a:extLst>
            </p:cNvPr>
            <p:cNvSpPr/>
            <p:nvPr/>
          </p:nvSpPr>
          <p:spPr>
            <a:xfrm>
              <a:off x="6864008" y="5372129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4" name="Block Arc 93">
              <a:extLst>
                <a:ext uri="{FF2B5EF4-FFF2-40B4-BE49-F238E27FC236}">
                  <a16:creationId xmlns:a16="http://schemas.microsoft.com/office/drawing/2014/main" id="{89566667-213C-487E-815A-C33BB1DA6198}"/>
                </a:ext>
              </a:extLst>
            </p:cNvPr>
            <p:cNvSpPr/>
            <p:nvPr/>
          </p:nvSpPr>
          <p:spPr>
            <a:xfrm>
              <a:off x="6864008" y="5443256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D3F4B45-0D78-44AB-904B-F3D04DACA83D}"/>
                </a:ext>
              </a:extLst>
            </p:cNvPr>
            <p:cNvSpPr/>
            <p:nvPr/>
          </p:nvSpPr>
          <p:spPr>
            <a:xfrm flipH="1">
              <a:off x="6822487" y="5772995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7769E43-9D12-41BF-88DE-811485FF1BAA}"/>
                </a:ext>
              </a:extLst>
            </p:cNvPr>
            <p:cNvSpPr/>
            <p:nvPr/>
          </p:nvSpPr>
          <p:spPr>
            <a:xfrm>
              <a:off x="7143743" y="5779602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Block Arc 96">
              <a:extLst>
                <a:ext uri="{FF2B5EF4-FFF2-40B4-BE49-F238E27FC236}">
                  <a16:creationId xmlns:a16="http://schemas.microsoft.com/office/drawing/2014/main" id="{D1B09218-87DD-49A7-A7DC-91CCA58EF34A}"/>
                </a:ext>
              </a:extLst>
            </p:cNvPr>
            <p:cNvSpPr/>
            <p:nvPr/>
          </p:nvSpPr>
          <p:spPr>
            <a:xfrm>
              <a:off x="6864008" y="5779700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8" name="Block Arc 97">
              <a:extLst>
                <a:ext uri="{FF2B5EF4-FFF2-40B4-BE49-F238E27FC236}">
                  <a16:creationId xmlns:a16="http://schemas.microsoft.com/office/drawing/2014/main" id="{4D70FE3A-F33C-4FDB-879C-09A4A3641AB2}"/>
                </a:ext>
              </a:extLst>
            </p:cNvPr>
            <p:cNvSpPr/>
            <p:nvPr/>
          </p:nvSpPr>
          <p:spPr>
            <a:xfrm>
              <a:off x="6864008" y="5850827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A2548CF-7074-4EEC-9305-73D0E9A7741F}"/>
                </a:ext>
              </a:extLst>
            </p:cNvPr>
            <p:cNvSpPr/>
            <p:nvPr/>
          </p:nvSpPr>
          <p:spPr>
            <a:xfrm flipH="1">
              <a:off x="6822487" y="6180566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FE3A556-6BF6-4F96-A75E-79221652ABAA}"/>
                </a:ext>
              </a:extLst>
            </p:cNvPr>
            <p:cNvSpPr/>
            <p:nvPr/>
          </p:nvSpPr>
          <p:spPr>
            <a:xfrm>
              <a:off x="7143743" y="6187173"/>
              <a:ext cx="157598" cy="285192"/>
            </a:xfrm>
            <a:prstGeom prst="rect">
              <a:avLst/>
            </a:prstGeom>
            <a:solidFill>
              <a:srgbClr val="CDC5B8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3356D049-50BB-4054-8D99-0AB08F92E8E3}"/>
                </a:ext>
              </a:extLst>
            </p:cNvPr>
            <p:cNvSpPr/>
            <p:nvPr/>
          </p:nvSpPr>
          <p:spPr>
            <a:xfrm>
              <a:off x="6864008" y="6187271"/>
              <a:ext cx="370978" cy="285192"/>
            </a:xfrm>
            <a:prstGeom prst="blockArc">
              <a:avLst>
                <a:gd name="adj1" fmla="val 10342672"/>
                <a:gd name="adj2" fmla="val 0"/>
                <a:gd name="adj3" fmla="val 2500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02" name="Block Arc 101">
              <a:extLst>
                <a:ext uri="{FF2B5EF4-FFF2-40B4-BE49-F238E27FC236}">
                  <a16:creationId xmlns:a16="http://schemas.microsoft.com/office/drawing/2014/main" id="{FEB9E264-01BF-42C3-8079-3C9AC76EA240}"/>
                </a:ext>
              </a:extLst>
            </p:cNvPr>
            <p:cNvSpPr/>
            <p:nvPr/>
          </p:nvSpPr>
          <p:spPr>
            <a:xfrm>
              <a:off x="6864008" y="6258398"/>
              <a:ext cx="370978" cy="285192"/>
            </a:xfrm>
            <a:prstGeom prst="blockArc">
              <a:avLst>
                <a:gd name="adj1" fmla="val 10342672"/>
                <a:gd name="adj2" fmla="val 351692"/>
                <a:gd name="adj3" fmla="val 24790"/>
              </a:avLst>
            </a:prstGeom>
            <a:gradFill>
              <a:gsLst>
                <a:gs pos="0">
                  <a:schemeClr val="bg1">
                    <a:lumMod val="50000"/>
                  </a:schemeClr>
                </a:gs>
                <a:gs pos="92000">
                  <a:schemeClr val="bg1">
                    <a:lumMod val="50000"/>
                  </a:schemeClr>
                </a:gs>
                <a:gs pos="50000">
                  <a:schemeClr val="bg1"/>
                </a:gs>
              </a:gsLst>
              <a:lin ang="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tangle: Rounded Corners 10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247BA14-25E0-47E1-8DE8-39FAC8218A9F}"/>
              </a:ext>
            </a:extLst>
          </p:cNvPr>
          <p:cNvSpPr/>
          <p:nvPr/>
        </p:nvSpPr>
        <p:spPr>
          <a:xfrm>
            <a:off x="2295415" y="3450958"/>
            <a:ext cx="487039" cy="1086577"/>
          </a:xfrm>
          <a:prstGeom prst="roundRect">
            <a:avLst/>
          </a:prstGeom>
          <a:solidFill>
            <a:srgbClr val="0F6FC6">
              <a:alpha val="6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D0C1F5-778A-4B73-82A8-10C80AA8D97E}"/>
              </a:ext>
            </a:extLst>
          </p:cNvPr>
          <p:cNvSpPr/>
          <p:nvPr/>
        </p:nvSpPr>
        <p:spPr>
          <a:xfrm>
            <a:off x="885143" y="1266363"/>
            <a:ext cx="875071" cy="8750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E52466D-DB60-4C81-B8AF-4336AB03EF26}"/>
              </a:ext>
            </a:extLst>
          </p:cNvPr>
          <p:cNvGrpSpPr/>
          <p:nvPr/>
        </p:nvGrpSpPr>
        <p:grpSpPr>
          <a:xfrm>
            <a:off x="1037782" y="1325123"/>
            <a:ext cx="616916" cy="783580"/>
            <a:chOff x="-745822" y="650607"/>
            <a:chExt cx="616916" cy="783580"/>
          </a:xfrm>
        </p:grpSpPr>
        <p:pic>
          <p:nvPicPr>
            <p:cNvPr id="7" name="Graphic 6" descr="Open book">
              <a:extLst>
                <a:ext uri="{FF2B5EF4-FFF2-40B4-BE49-F238E27FC236}">
                  <a16:creationId xmlns:a16="http://schemas.microsoft.com/office/drawing/2014/main" id="{88DE1926-221A-4B42-A86D-7C428BE91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45822" y="832627"/>
              <a:ext cx="601560" cy="60156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3B2807-30BB-4682-8D0B-0211062FB343}"/>
                </a:ext>
              </a:extLst>
            </p:cNvPr>
            <p:cNvSpPr txBox="1"/>
            <p:nvPr/>
          </p:nvSpPr>
          <p:spPr>
            <a:xfrm>
              <a:off x="-744491" y="650607"/>
              <a:ext cx="6155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Ink Free" panose="03080402000500000000" pitchFamily="66" charset="0"/>
                </a:rPr>
                <a:t>Read</a:t>
              </a:r>
              <a:endParaRPr lang="en-AU" sz="1200" b="1" dirty="0">
                <a:latin typeface="Ink Free" panose="03080402000500000000" pitchFamily="66" charset="0"/>
              </a:endParaRPr>
            </a:p>
          </p:txBody>
        </p: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4CF6B62-F628-4B3B-8562-2FA13763AFA3}"/>
              </a:ext>
            </a:extLst>
          </p:cNvPr>
          <p:cNvSpPr/>
          <p:nvPr/>
        </p:nvSpPr>
        <p:spPr>
          <a:xfrm>
            <a:off x="-10534" y="-4387045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39" name="Graphic 38" descr="Open book">
            <a:hlinkClick r:id="rId9" action="ppaction://hlinksldjump"/>
            <a:extLst>
              <a:ext uri="{FF2B5EF4-FFF2-40B4-BE49-F238E27FC236}">
                <a16:creationId xmlns:a16="http://schemas.microsoft.com/office/drawing/2014/main" id="{554B0EE6-1AF8-414E-A59B-A96668D2FF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382" y="1381082"/>
            <a:ext cx="601560" cy="6015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644A73D-FA51-4EEB-88B1-CFA1E14C933A}"/>
              </a:ext>
            </a:extLst>
          </p:cNvPr>
          <p:cNvSpPr txBox="1"/>
          <p:nvPr/>
        </p:nvSpPr>
        <p:spPr>
          <a:xfrm>
            <a:off x="180970" y="1266363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Ink Free" panose="03080402000500000000" pitchFamily="66" charset="0"/>
              </a:rPr>
              <a:t>Read</a:t>
            </a:r>
            <a:endParaRPr lang="en-AU" sz="1200" b="1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43" name="Graphic 42" descr="Presentation with media">
            <a:hlinkClick r:id="rId12" action="ppaction://hlinksldjump"/>
            <a:extLst>
              <a:ext uri="{FF2B5EF4-FFF2-40B4-BE49-F238E27FC236}">
                <a16:creationId xmlns:a16="http://schemas.microsoft.com/office/drawing/2014/main" id="{0A33C7DA-0F58-43C4-AC59-58437A3840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36" y="2610600"/>
            <a:ext cx="601560" cy="60156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B0EC099-5F2A-416D-9A22-5F0439730451}"/>
              </a:ext>
            </a:extLst>
          </p:cNvPr>
          <p:cNvSpPr txBox="1"/>
          <p:nvPr/>
        </p:nvSpPr>
        <p:spPr>
          <a:xfrm>
            <a:off x="132611" y="2472100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View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41" name="Graphic 40" descr="Postit Notes">
            <a:hlinkClick r:id="rId4" action="ppaction://hlinksldjump"/>
            <a:extLst>
              <a:ext uri="{FF2B5EF4-FFF2-40B4-BE49-F238E27FC236}">
                <a16:creationId xmlns:a16="http://schemas.microsoft.com/office/drawing/2014/main" id="{3AE0E9DA-912C-4EBC-83FF-08B4A66A2B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869" y="3768552"/>
            <a:ext cx="601560" cy="60156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7F45DB2-337C-4F86-A4A7-5096A8AEF458}"/>
              </a:ext>
            </a:extLst>
          </p:cNvPr>
          <p:cNvSpPr txBox="1"/>
          <p:nvPr/>
        </p:nvSpPr>
        <p:spPr>
          <a:xfrm>
            <a:off x="75029" y="3641804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Notes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37" name="Graphic 36" descr="Aspiration">
            <a:hlinkClick r:id="rId17" action="ppaction://hlinksldjump"/>
            <a:extLst>
              <a:ext uri="{FF2B5EF4-FFF2-40B4-BE49-F238E27FC236}">
                <a16:creationId xmlns:a16="http://schemas.microsoft.com/office/drawing/2014/main" id="{6C5ECD1A-A84A-4333-9928-594A40E6D3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713" y="4884298"/>
            <a:ext cx="601560" cy="60156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FECD1EE-6838-4EC5-BDC8-CE341EB725D7}"/>
              </a:ext>
            </a:extLst>
          </p:cNvPr>
          <p:cNvSpPr txBox="1"/>
          <p:nvPr/>
        </p:nvSpPr>
        <p:spPr>
          <a:xfrm>
            <a:off x="8713" y="4768497"/>
            <a:ext cx="615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  <a:latin typeface="Ink Free" panose="03080402000500000000" pitchFamily="66" charset="0"/>
              </a:rPr>
              <a:t>To Do</a:t>
            </a:r>
            <a:endParaRPr lang="en-AU" sz="1200" b="1" dirty="0">
              <a:solidFill>
                <a:schemeClr val="bg1">
                  <a:lumMod val="85000"/>
                </a:schemeClr>
              </a:solidFill>
              <a:latin typeface="Ink Free" panose="03080402000500000000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5C6F9-E5AB-46BC-BEA0-819811CF78F5}"/>
              </a:ext>
            </a:extLst>
          </p:cNvPr>
          <p:cNvSpPr txBox="1"/>
          <p:nvPr/>
        </p:nvSpPr>
        <p:spPr>
          <a:xfrm>
            <a:off x="7469040" y="1922881"/>
            <a:ext cx="41205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Goal is to find the single best embryo in order to maximise success of a single pregnancy.</a:t>
            </a:r>
          </a:p>
          <a:p>
            <a:endParaRPr lang="en-AU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Egg production is stimulated.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Eggs are collected.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External fertilisation occurs.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Embryo is screened.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b="1" dirty="0"/>
              <a:t>Embryo is transferred back into uterus.</a:t>
            </a:r>
          </a:p>
        </p:txBody>
      </p:sp>
      <p:pic>
        <p:nvPicPr>
          <p:cNvPr id="19" name="Picture 18" descr="A picture containing table, sitting, pink, holding&#10;&#10;Description automatically generated">
            <a:extLst>
              <a:ext uri="{FF2B5EF4-FFF2-40B4-BE49-F238E27FC236}">
                <a16:creationId xmlns:a16="http://schemas.microsoft.com/office/drawing/2014/main" id="{BE553FD6-7C73-4EA5-8481-3D844C74EF8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381" y="1308247"/>
            <a:ext cx="3767379" cy="3540038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20" name="Picture 19" descr="A picture containing pink, table, sitting, food&#10;&#10;Description automatically generated">
            <a:extLst>
              <a:ext uri="{FF2B5EF4-FFF2-40B4-BE49-F238E27FC236}">
                <a16:creationId xmlns:a16="http://schemas.microsoft.com/office/drawing/2014/main" id="{F109F9C9-F3A3-4402-92A3-CB1AE1EC26D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243" y="1308452"/>
            <a:ext cx="3743020" cy="353981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21" name="Picture 20" descr="A picture containing sitting, table, remote, painted&#10;&#10;Description automatically generated">
            <a:extLst>
              <a:ext uri="{FF2B5EF4-FFF2-40B4-BE49-F238E27FC236}">
                <a16:creationId xmlns:a16="http://schemas.microsoft.com/office/drawing/2014/main" id="{544CCA66-8165-4BF6-A3DC-899227027E6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380" y="1306927"/>
            <a:ext cx="3734901" cy="353981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22" name="Picture 21" descr="A picture containing device&#10;&#10;Description automatically generated">
            <a:extLst>
              <a:ext uri="{FF2B5EF4-FFF2-40B4-BE49-F238E27FC236}">
                <a16:creationId xmlns:a16="http://schemas.microsoft.com/office/drawing/2014/main" id="{271F9CDC-A42F-418A-BC8F-8E3862F7612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72" y="1305403"/>
            <a:ext cx="3743020" cy="353981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23" name="Picture 22" descr="A picture containing device&#10;&#10;Description automatically generated">
            <a:extLst>
              <a:ext uri="{FF2B5EF4-FFF2-40B4-BE49-F238E27FC236}">
                <a16:creationId xmlns:a16="http://schemas.microsoft.com/office/drawing/2014/main" id="{D2841B19-8539-4122-BE1C-45FBEDD514A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004" y="1302351"/>
            <a:ext cx="3743019" cy="353981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24" name="Picture 23" descr="A picture containing clothing, snow, sitting, person&#10;&#10;Description automatically generated">
            <a:extLst>
              <a:ext uri="{FF2B5EF4-FFF2-40B4-BE49-F238E27FC236}">
                <a16:creationId xmlns:a16="http://schemas.microsoft.com/office/drawing/2014/main" id="{D01EBD80-D985-47F8-8499-B806BEA252D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106" y="1303669"/>
            <a:ext cx="3743019" cy="3538412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71EDE6-89BE-4B81-8996-2A2A08A5BAB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39660" y="1218007"/>
            <a:ext cx="3262002" cy="95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75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772FD5BD-8976-41B3-BD48-354AD1AA7A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4" y="1487606"/>
            <a:ext cx="4299276" cy="5370394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94DF0EB-A684-466A-904B-1EAEA65E0A68}"/>
              </a:ext>
            </a:extLst>
          </p:cNvPr>
          <p:cNvSpPr/>
          <p:nvPr/>
        </p:nvSpPr>
        <p:spPr>
          <a:xfrm>
            <a:off x="-14025" y="-967473"/>
            <a:ext cx="1346200" cy="12192000"/>
          </a:xfrm>
          <a:custGeom>
            <a:avLst/>
            <a:gdLst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64485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5153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  <a:gd name="connsiteX0" fmla="*/ 1346200 w 1346200"/>
              <a:gd name="connsiteY0" fmla="*/ 0 h 12192000"/>
              <a:gd name="connsiteX1" fmla="*/ 1346200 w 1346200"/>
              <a:gd name="connsiteY1" fmla="*/ 5120642 h 12192000"/>
              <a:gd name="connsiteX2" fmla="*/ 774397 w 1346200"/>
              <a:gd name="connsiteY2" fmla="*/ 6090849 h 12192000"/>
              <a:gd name="connsiteX3" fmla="*/ 1346200 w 1346200"/>
              <a:gd name="connsiteY3" fmla="*/ 7117076 h 12192000"/>
              <a:gd name="connsiteX4" fmla="*/ 1346200 w 1346200"/>
              <a:gd name="connsiteY4" fmla="*/ 12192000 h 12192000"/>
              <a:gd name="connsiteX5" fmla="*/ 0 w 1346200"/>
              <a:gd name="connsiteY5" fmla="*/ 12192000 h 12192000"/>
              <a:gd name="connsiteX6" fmla="*/ 0 w 1346200"/>
              <a:gd name="connsiteY6" fmla="*/ 0 h 12192000"/>
              <a:gd name="connsiteX7" fmla="*/ 1346200 w 1346200"/>
              <a:gd name="connsiteY7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6200" h="12192000">
                <a:moveTo>
                  <a:pt x="1346200" y="0"/>
                </a:moveTo>
                <a:lnTo>
                  <a:pt x="1346200" y="5120642"/>
                </a:lnTo>
                <a:cubicBezTo>
                  <a:pt x="1333399" y="5710744"/>
                  <a:pt x="787198" y="5554087"/>
                  <a:pt x="774397" y="6090849"/>
                </a:cubicBezTo>
                <a:cubicBezTo>
                  <a:pt x="782118" y="6684385"/>
                  <a:pt x="1341019" y="6470200"/>
                  <a:pt x="1346200" y="7117076"/>
                </a:cubicBezTo>
                <a:lnTo>
                  <a:pt x="1346200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13462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19C8F1-3CBA-40C8-AFA2-B3824C68F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73" y="4692625"/>
            <a:ext cx="871804" cy="8718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9A4C0E-3165-4E77-BD10-C135A043522D}"/>
              </a:ext>
            </a:extLst>
          </p:cNvPr>
          <p:cNvSpPr txBox="1"/>
          <p:nvPr/>
        </p:nvSpPr>
        <p:spPr>
          <a:xfrm>
            <a:off x="1805619" y="-57076"/>
            <a:ext cx="874303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dirty="0"/>
          </a:p>
          <a:p>
            <a:r>
              <a:rPr lang="en-AU" sz="2800" dirty="0"/>
              <a:t>Infertility problems happen on an average to 1 in 8 couples. How would the following affect the ability to conceive a child, and which ART would you recommend?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D84DFB-BE93-4317-94EF-920661F95410}"/>
              </a:ext>
            </a:extLst>
          </p:cNvPr>
          <p:cNvSpPr/>
          <p:nvPr/>
        </p:nvSpPr>
        <p:spPr>
          <a:xfrm>
            <a:off x="1438582" y="1850681"/>
            <a:ext cx="3061047" cy="2645148"/>
          </a:xfrm>
          <a:prstGeom prst="ellipse">
            <a:avLst/>
          </a:prstGeom>
          <a:solidFill>
            <a:srgbClr val="094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1. A 39 year old female is trying to conceive and cannot fall pregnant.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A32B46-BBD6-48DE-BFA8-F06FFE133402}"/>
              </a:ext>
            </a:extLst>
          </p:cNvPr>
          <p:cNvSpPr/>
          <p:nvPr/>
        </p:nvSpPr>
        <p:spPr>
          <a:xfrm>
            <a:off x="4291264" y="3617804"/>
            <a:ext cx="2294022" cy="214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R"/>
            </a:pPr>
            <a:endParaRPr lang="en-AU" dirty="0"/>
          </a:p>
          <a:p>
            <a:pPr algn="ctr"/>
            <a:r>
              <a:rPr lang="en-AU" sz="2400" b="1" dirty="0"/>
              <a:t>2. A male has a low sperm count.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EF87D3-F36E-412D-9AA8-BE69504A5633}"/>
              </a:ext>
            </a:extLst>
          </p:cNvPr>
          <p:cNvSpPr/>
          <p:nvPr/>
        </p:nvSpPr>
        <p:spPr>
          <a:xfrm>
            <a:off x="6253375" y="1713636"/>
            <a:ext cx="2919664" cy="25346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3. A 28 year old female has blocked fallopian tubes. </a:t>
            </a:r>
          </a:p>
        </p:txBody>
      </p:sp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A4EAD8D6-9CCB-423B-913A-41C6D1707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01" y="1116923"/>
            <a:ext cx="1454483" cy="149130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CC839C6-7D03-42FA-BCFA-3F6830B92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80" y="2591517"/>
            <a:ext cx="1072989" cy="13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0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949FF"/>
      </a:accent1>
      <a:accent2>
        <a:srgbClr val="00B0F0"/>
      </a:accent2>
      <a:accent3>
        <a:srgbClr val="A5A5A5"/>
      </a:accent3>
      <a:accent4>
        <a:srgbClr val="EC029E"/>
      </a:accent4>
      <a:accent5>
        <a:srgbClr val="FF9FDF"/>
      </a:accent5>
      <a:accent6>
        <a:srgbClr val="C490AA"/>
      </a:accent6>
      <a:hlink>
        <a:srgbClr val="0563C1"/>
      </a:hlink>
      <a:folHlink>
        <a:srgbClr val="6F3B55"/>
      </a:folHlink>
    </a:clrScheme>
    <a:fontScheme name="Custom 13">
      <a:majorFont>
        <a:latin typeface="KAElementary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701</Words>
  <Application>Microsoft Office PowerPoint</Application>
  <PresentationFormat>Widescreen</PresentationFormat>
  <Paragraphs>131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KAElementary</vt:lpstr>
      <vt:lpstr>Arial</vt:lpstr>
      <vt:lpstr>Ink Free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Aitken</dc:creator>
  <cp:lastModifiedBy>Jennifer Aitken</cp:lastModifiedBy>
  <cp:revision>53</cp:revision>
  <dcterms:created xsi:type="dcterms:W3CDTF">2020-09-21T01:41:48Z</dcterms:created>
  <dcterms:modified xsi:type="dcterms:W3CDTF">2020-09-24T01:06:59Z</dcterms:modified>
</cp:coreProperties>
</file>