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92" r:id="rId1"/>
  </p:sldMasterIdLst>
  <p:notesMasterIdLst>
    <p:notesMasterId r:id="rId37"/>
  </p:notesMasterIdLst>
  <p:sldIdLst>
    <p:sldId id="256" r:id="rId2"/>
    <p:sldId id="296" r:id="rId3"/>
    <p:sldId id="306" r:id="rId4"/>
    <p:sldId id="297" r:id="rId5"/>
    <p:sldId id="300" r:id="rId6"/>
    <p:sldId id="257" r:id="rId7"/>
    <p:sldId id="286" r:id="rId8"/>
    <p:sldId id="259" r:id="rId9"/>
    <p:sldId id="261" r:id="rId10"/>
    <p:sldId id="263" r:id="rId11"/>
    <p:sldId id="262" r:id="rId12"/>
    <p:sldId id="264" r:id="rId13"/>
    <p:sldId id="308" r:id="rId14"/>
    <p:sldId id="288" r:id="rId15"/>
    <p:sldId id="287" r:id="rId16"/>
    <p:sldId id="267" r:id="rId17"/>
    <p:sldId id="268" r:id="rId18"/>
    <p:sldId id="269" r:id="rId19"/>
    <p:sldId id="283" r:id="rId20"/>
    <p:sldId id="284" r:id="rId21"/>
    <p:sldId id="295" r:id="rId22"/>
    <p:sldId id="309" r:id="rId23"/>
    <p:sldId id="310" r:id="rId24"/>
    <p:sldId id="311" r:id="rId25"/>
    <p:sldId id="312" r:id="rId26"/>
    <p:sldId id="299" r:id="rId27"/>
    <p:sldId id="301" r:id="rId28"/>
    <p:sldId id="302" r:id="rId29"/>
    <p:sldId id="303" r:id="rId30"/>
    <p:sldId id="304" r:id="rId31"/>
    <p:sldId id="290" r:id="rId32"/>
    <p:sldId id="307" r:id="rId33"/>
    <p:sldId id="292" r:id="rId34"/>
    <p:sldId id="305" r:id="rId35"/>
    <p:sldId id="298" r:id="rId3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1991" autoAdjust="0"/>
  </p:normalViewPr>
  <p:slideViewPr>
    <p:cSldViewPr>
      <p:cViewPr varScale="1">
        <p:scale>
          <a:sx n="114" d="100"/>
          <a:sy n="114" d="100"/>
        </p:scale>
        <p:origin x="178" y="8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032A1B0-99C8-4BDE-875E-6E43A179185A}" type="datetimeFigureOut">
              <a:rPr lang="en-AU" smtClean="0"/>
              <a:t>14/08/2023</a:t>
            </a:fld>
            <a:endParaRPr lang="en-AU"/>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960D156-B3A8-4BFF-8EDF-8EC8BD7A649C}" type="slidenum">
              <a:rPr lang="en-AU" smtClean="0"/>
              <a:t>‹#›</a:t>
            </a:fld>
            <a:endParaRPr lang="en-AU"/>
          </a:p>
        </p:txBody>
      </p:sp>
    </p:spTree>
    <p:extLst>
      <p:ext uri="{BB962C8B-B14F-4D97-AF65-F5344CB8AC3E}">
        <p14:creationId xmlns:p14="http://schemas.microsoft.com/office/powerpoint/2010/main" val="6338038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https://www.youtube.com/watch?v=sQK3Yr4Sc_k</a:t>
            </a:r>
          </a:p>
        </p:txBody>
      </p:sp>
      <p:sp>
        <p:nvSpPr>
          <p:cNvPr id="4" name="Slide Number Placeholder 3"/>
          <p:cNvSpPr>
            <a:spLocks noGrp="1"/>
          </p:cNvSpPr>
          <p:nvPr>
            <p:ph type="sldNum" sz="quarter" idx="10"/>
          </p:nvPr>
        </p:nvSpPr>
        <p:spPr/>
        <p:txBody>
          <a:bodyPr/>
          <a:lstStyle/>
          <a:p>
            <a:fld id="{F960D156-B3A8-4BFF-8EDF-8EC8BD7A649C}" type="slidenum">
              <a:rPr lang="en-AU" smtClean="0"/>
              <a:t>3</a:t>
            </a:fld>
            <a:endParaRPr lang="en-AU"/>
          </a:p>
        </p:txBody>
      </p:sp>
    </p:spTree>
    <p:extLst>
      <p:ext uri="{BB962C8B-B14F-4D97-AF65-F5344CB8AC3E}">
        <p14:creationId xmlns:p14="http://schemas.microsoft.com/office/powerpoint/2010/main" val="251220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6CO</a:t>
            </a:r>
            <a:r>
              <a:rPr lang="pt-BR" baseline="-25000" dirty="0"/>
              <a:t>2</a:t>
            </a:r>
            <a:r>
              <a:rPr lang="pt-BR" dirty="0"/>
              <a:t> + 12H</a:t>
            </a:r>
            <a:r>
              <a:rPr lang="pt-BR" baseline="-25000" dirty="0"/>
              <a:t>2</a:t>
            </a:r>
            <a:r>
              <a:rPr lang="pt-BR" dirty="0"/>
              <a:t>O → C</a:t>
            </a:r>
            <a:r>
              <a:rPr lang="pt-BR" baseline="-25000" dirty="0"/>
              <a:t>6</a:t>
            </a:r>
            <a:r>
              <a:rPr lang="pt-BR" dirty="0"/>
              <a:t>H</a:t>
            </a:r>
            <a:r>
              <a:rPr lang="pt-BR" baseline="-25000" dirty="0"/>
              <a:t>12</a:t>
            </a:r>
            <a:r>
              <a:rPr lang="pt-BR" dirty="0"/>
              <a:t>O</a:t>
            </a:r>
            <a:r>
              <a:rPr lang="pt-BR" baseline="-25000" dirty="0"/>
              <a:t>6</a:t>
            </a:r>
            <a:r>
              <a:rPr lang="pt-BR" dirty="0"/>
              <a:t> + 6O</a:t>
            </a:r>
            <a:r>
              <a:rPr lang="pt-BR" baseline="-25000" dirty="0"/>
              <a:t>2</a:t>
            </a:r>
            <a:r>
              <a:rPr lang="pt-BR" dirty="0"/>
              <a:t> + 6H</a:t>
            </a:r>
            <a:r>
              <a:rPr lang="pt-BR" baseline="-25000" dirty="0"/>
              <a:t>2</a:t>
            </a:r>
            <a:r>
              <a:rPr lang="pt-BR" dirty="0"/>
              <a:t>O</a:t>
            </a:r>
            <a:endParaRPr lang="en-US" dirty="0"/>
          </a:p>
          <a:p>
            <a:endParaRPr lang="en-AU" dirty="0"/>
          </a:p>
        </p:txBody>
      </p:sp>
      <p:sp>
        <p:nvSpPr>
          <p:cNvPr id="4" name="Slide Number Placeholder 3"/>
          <p:cNvSpPr>
            <a:spLocks noGrp="1"/>
          </p:cNvSpPr>
          <p:nvPr>
            <p:ph type="sldNum" sz="quarter" idx="5"/>
          </p:nvPr>
        </p:nvSpPr>
        <p:spPr/>
        <p:txBody>
          <a:bodyPr/>
          <a:lstStyle/>
          <a:p>
            <a:fld id="{F960D156-B3A8-4BFF-8EDF-8EC8BD7A649C}" type="slidenum">
              <a:rPr lang="en-AU" smtClean="0"/>
              <a:t>5</a:t>
            </a:fld>
            <a:endParaRPr lang="en-AU"/>
          </a:p>
        </p:txBody>
      </p:sp>
    </p:spTree>
    <p:extLst>
      <p:ext uri="{BB962C8B-B14F-4D97-AF65-F5344CB8AC3E}">
        <p14:creationId xmlns:p14="http://schemas.microsoft.com/office/powerpoint/2010/main" val="29041208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p:cNvSpPr>
          <p:nvPr>
            <p:ph type="sldNum" sz="quarter" idx="5"/>
          </p:nvPr>
        </p:nvSpPr>
        <p:spPr>
          <a:ln/>
        </p:spPr>
        <p:txBody>
          <a:bodyPr/>
          <a:lstStyle/>
          <a:p>
            <a:fld id="{B5F1134C-75C7-4BED-96E4-9E1B5E54AB68}" type="slidenum">
              <a:rPr lang="en-US"/>
              <a:pPr/>
              <a:t>6</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p:cNvSpPr>
          <p:nvPr>
            <p:ph type="body" idx="1"/>
          </p:nvPr>
        </p:nvSpPr>
        <p:spPr/>
        <p:txBody>
          <a:bodyP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p:cNvSpPr>
          <p:nvPr>
            <p:ph type="sldNum" sz="quarter" idx="5"/>
          </p:nvPr>
        </p:nvSpPr>
        <p:spPr>
          <a:ln/>
        </p:spPr>
        <p:txBody>
          <a:bodyPr/>
          <a:lstStyle/>
          <a:p>
            <a:fld id="{4E966205-FECA-4146-B1AC-5FA2E66A8E52}" type="slidenum">
              <a:rPr lang="en-US"/>
              <a:pPr/>
              <a:t>8</a:t>
            </a:fld>
            <a:endParaRPr lang="en-US"/>
          </a:p>
        </p:txBody>
      </p:sp>
      <p:sp>
        <p:nvSpPr>
          <p:cNvPr id="245762" name="Rectangle 2"/>
          <p:cNvSpPr>
            <a:spLocks noGrp="1" noRot="1" noChangeAspect="1" noChangeArrowheads="1" noTextEdit="1"/>
          </p:cNvSpPr>
          <p:nvPr>
            <p:ph type="sldImg"/>
          </p:nvPr>
        </p:nvSpPr>
        <p:spPr>
          <a:ln/>
        </p:spPr>
      </p:sp>
      <p:sp>
        <p:nvSpPr>
          <p:cNvPr id="245763" name="Rectangle 3"/>
          <p:cNvSpPr>
            <a:spLocks noGrp="1"/>
          </p:cNvSpPr>
          <p:nvPr>
            <p:ph type="body" idx="1"/>
          </p:nvPr>
        </p:nvSpPr>
        <p:spPr/>
        <p:txBody>
          <a:bodyP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p:cNvSpPr>
          <p:nvPr>
            <p:ph type="sldNum" sz="quarter" idx="5"/>
          </p:nvPr>
        </p:nvSpPr>
        <p:spPr>
          <a:ln/>
        </p:spPr>
        <p:txBody>
          <a:bodyPr/>
          <a:lstStyle/>
          <a:p>
            <a:fld id="{CC3F8591-160D-4C85-B0F3-F8C19E06103C}" type="slidenum">
              <a:rPr lang="en-US"/>
              <a:pPr/>
              <a:t>9</a:t>
            </a:fld>
            <a:endParaRPr lang="en-US"/>
          </a:p>
        </p:txBody>
      </p:sp>
      <p:sp>
        <p:nvSpPr>
          <p:cNvPr id="247810" name="Rectangle 2"/>
          <p:cNvSpPr>
            <a:spLocks noGrp="1" noRot="1" noChangeAspect="1" noChangeArrowheads="1" noTextEdit="1"/>
          </p:cNvSpPr>
          <p:nvPr>
            <p:ph type="sldImg"/>
          </p:nvPr>
        </p:nvSpPr>
        <p:spPr>
          <a:ln/>
        </p:spPr>
      </p:sp>
      <p:sp>
        <p:nvSpPr>
          <p:cNvPr id="247811" name="Rectangle 3"/>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light absorption vs the wavelength is called the absorption spectrum of that pigment. </a:t>
            </a:r>
          </a:p>
          <a:p>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p:cNvSpPr>
          <p:nvPr>
            <p:ph type="sldNum" sz="quarter" idx="5"/>
          </p:nvPr>
        </p:nvSpPr>
        <p:spPr>
          <a:ln/>
        </p:spPr>
        <p:txBody>
          <a:bodyPr/>
          <a:lstStyle/>
          <a:p>
            <a:fld id="{0AB2B8E9-A3FA-4776-8928-BBE5E48F8BCE}" type="slidenum">
              <a:rPr lang="en-US"/>
              <a:pPr/>
              <a:t>10</a:t>
            </a:fld>
            <a:endParaRPr lang="en-US"/>
          </a:p>
        </p:txBody>
      </p:sp>
      <p:sp>
        <p:nvSpPr>
          <p:cNvPr id="249858" name="Rectangle 2"/>
          <p:cNvSpPr>
            <a:spLocks noGrp="1" noRot="1" noChangeAspect="1" noChangeArrowheads="1" noTextEdit="1"/>
          </p:cNvSpPr>
          <p:nvPr>
            <p:ph type="sldImg"/>
          </p:nvPr>
        </p:nvSpPr>
        <p:spPr>
          <a:ln/>
        </p:spPr>
      </p:sp>
      <p:sp>
        <p:nvSpPr>
          <p:cNvPr id="249859" name="Rectangle 3"/>
          <p:cNvSpPr>
            <a:spLocks noGrp="1"/>
          </p:cNvSpPr>
          <p:nvPr>
            <p:ph type="body" idx="1"/>
          </p:nvPr>
        </p:nvSpPr>
        <p:spPr/>
        <p:txBody>
          <a:bodyPr/>
          <a:lstStyle/>
          <a:p>
            <a:r>
              <a:rPr lang="en-US" dirty="0"/>
              <a:t>Leaves therefore appear green as this part of the visible spectrum is reflected.</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p:cNvSpPr>
          <p:nvPr>
            <p:ph type="sldNum" sz="quarter" idx="5"/>
          </p:nvPr>
        </p:nvSpPr>
        <p:spPr>
          <a:ln/>
        </p:spPr>
        <p:txBody>
          <a:bodyPr/>
          <a:lstStyle/>
          <a:p>
            <a:fld id="{00DAE6E8-44B4-43AA-99FA-51ED86BA602F}" type="slidenum">
              <a:rPr lang="en-US"/>
              <a:pPr/>
              <a:t>11</a:t>
            </a:fld>
            <a:endParaRPr lang="en-US"/>
          </a:p>
        </p:txBody>
      </p:sp>
      <p:sp>
        <p:nvSpPr>
          <p:cNvPr id="248834" name="Rectangle 2"/>
          <p:cNvSpPr>
            <a:spLocks noGrp="1" noRot="1" noChangeAspect="1" noChangeArrowheads="1" noTextEdit="1"/>
          </p:cNvSpPr>
          <p:nvPr>
            <p:ph type="sldImg"/>
          </p:nvPr>
        </p:nvSpPr>
        <p:spPr>
          <a:ln/>
        </p:spPr>
      </p:sp>
      <p:sp>
        <p:nvSpPr>
          <p:cNvPr id="248835" name="Rectangle 3"/>
          <p:cNvSpPr>
            <a:spLocks noGrp="1"/>
          </p:cNvSpPr>
          <p:nvPr>
            <p:ph type="body" idx="1"/>
          </p:nvPr>
        </p:nvSpPr>
        <p:spPr/>
        <p:txBody>
          <a:bodyPr/>
          <a:lstStyle/>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p:cNvSpPr>
          <p:nvPr>
            <p:ph type="sldNum" sz="quarter" idx="5"/>
          </p:nvPr>
        </p:nvSpPr>
        <p:spPr>
          <a:ln/>
        </p:spPr>
        <p:txBody>
          <a:bodyPr/>
          <a:lstStyle/>
          <a:p>
            <a:fld id="{C9656AED-AC82-4F80-AC16-B954FFC5D20D}" type="slidenum">
              <a:rPr lang="en-US"/>
              <a:pPr/>
              <a:t>12</a:t>
            </a:fld>
            <a:endParaRPr lang="en-US"/>
          </a:p>
        </p:txBody>
      </p:sp>
      <p:sp>
        <p:nvSpPr>
          <p:cNvPr id="250882" name="Rectangle 2"/>
          <p:cNvSpPr>
            <a:spLocks noGrp="1" noRot="1" noChangeAspect="1" noChangeArrowheads="1" noTextEdit="1"/>
          </p:cNvSpPr>
          <p:nvPr>
            <p:ph type="sldImg"/>
          </p:nvPr>
        </p:nvSpPr>
        <p:spPr>
          <a:ln/>
        </p:spPr>
      </p:sp>
      <p:sp>
        <p:nvSpPr>
          <p:cNvPr id="250883" name="Rectangle 3"/>
          <p:cNvSpPr>
            <a:spLocks noGrp="1"/>
          </p:cNvSpPr>
          <p:nvPr>
            <p:ph type="body" idx="1"/>
          </p:nvPr>
        </p:nvSpPr>
        <p:spPr/>
        <p:txBody>
          <a:bodyPr/>
          <a:lstStyle/>
          <a:p>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1" i="0" dirty="0">
                <a:solidFill>
                  <a:srgbClr val="21242C"/>
                </a:solidFill>
                <a:effectLst/>
                <a:latin typeface="Lato" panose="020F0502020204030203" pitchFamily="34" charset="0"/>
              </a:rPr>
              <a:t>Carotenoids</a:t>
            </a:r>
            <a:r>
              <a:rPr lang="en-AU" b="0" i="0" dirty="0">
                <a:solidFill>
                  <a:srgbClr val="21242C"/>
                </a:solidFill>
                <a:effectLst/>
                <a:latin typeface="Lato" panose="020F0502020204030203" pitchFamily="34" charset="0"/>
              </a:rPr>
              <a:t> are another key group of pigments that absorb violet and blue-green light.</a:t>
            </a:r>
          </a:p>
          <a:p>
            <a:r>
              <a:rPr lang="en-AU" b="0" i="0" dirty="0">
                <a:solidFill>
                  <a:srgbClr val="21242C"/>
                </a:solidFill>
                <a:effectLst/>
                <a:latin typeface="Lato" panose="020F0502020204030203" pitchFamily="34" charset="0"/>
              </a:rPr>
              <a:t>In photosynthesis, carotenoids help capture light, but they also have an important role in getting rid of excess light energy. When a leaf is exposed to full sun, it receives a huge amount of energy; if that energy is not handled properly, it can damage the photosynthetic machinery. Carotenoids in chloroplasts help absorb the excess energy and dissipate it as heat.</a:t>
            </a:r>
            <a:endParaRPr lang="en-AU" dirty="0"/>
          </a:p>
        </p:txBody>
      </p:sp>
      <p:sp>
        <p:nvSpPr>
          <p:cNvPr id="4" name="Slide Number Placeholder 3"/>
          <p:cNvSpPr>
            <a:spLocks noGrp="1"/>
          </p:cNvSpPr>
          <p:nvPr>
            <p:ph type="sldNum" sz="quarter" idx="5"/>
          </p:nvPr>
        </p:nvSpPr>
        <p:spPr/>
        <p:txBody>
          <a:bodyPr/>
          <a:lstStyle/>
          <a:p>
            <a:fld id="{F960D156-B3A8-4BFF-8EDF-8EC8BD7A649C}" type="slidenum">
              <a:rPr lang="en-AU" smtClean="0"/>
              <a:t>13</a:t>
            </a:fld>
            <a:endParaRPr lang="en-AU"/>
          </a:p>
        </p:txBody>
      </p:sp>
    </p:spTree>
    <p:extLst>
      <p:ext uri="{BB962C8B-B14F-4D97-AF65-F5344CB8AC3E}">
        <p14:creationId xmlns:p14="http://schemas.microsoft.com/office/powerpoint/2010/main" val="1113487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Rot="1" noChangeAspect="1" noChangeArrowheads="1" noTextEdit="1"/>
          </p:cNvSpPr>
          <p:nvPr>
            <p:ph type="sldImg"/>
          </p:nvPr>
        </p:nvSpPr>
        <p:spPr>
          <a:ln/>
        </p:spPr>
      </p:sp>
      <p:sp>
        <p:nvSpPr>
          <p:cNvPr id="67587"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atin typeface="Times New Roman"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p:cNvSpPr>
          <p:nvPr>
            <p:ph type="sldNum" sz="quarter" idx="5"/>
          </p:nvPr>
        </p:nvSpPr>
        <p:spPr>
          <a:ln/>
        </p:spPr>
        <p:txBody>
          <a:bodyPr/>
          <a:lstStyle/>
          <a:p>
            <a:fld id="{E7F64594-73FC-4012-8FF9-4EEDFC628165}" type="slidenum">
              <a:rPr lang="en-US"/>
              <a:pPr/>
              <a:t>16</a:t>
            </a:fld>
            <a:endParaRPr lang="en-US"/>
          </a:p>
        </p:txBody>
      </p:sp>
      <p:sp>
        <p:nvSpPr>
          <p:cNvPr id="253954" name="Rectangle 2"/>
          <p:cNvSpPr>
            <a:spLocks noGrp="1" noRot="1" noChangeAspect="1" noChangeArrowheads="1" noTextEdit="1"/>
          </p:cNvSpPr>
          <p:nvPr>
            <p:ph type="sldImg"/>
          </p:nvPr>
        </p:nvSpPr>
        <p:spPr>
          <a:ln/>
        </p:spPr>
      </p:sp>
      <p:sp>
        <p:nvSpPr>
          <p:cNvPr id="253955" name="Rectangle 3"/>
          <p:cNvSpPr>
            <a:spLocks noGrp="1"/>
          </p:cNvSpPr>
          <p:nvPr>
            <p:ph type="body" idx="1"/>
          </p:nvPr>
        </p:nvSpPr>
        <p:spPr/>
        <p:txBody>
          <a:bodyPr/>
          <a:lstStyle/>
          <a:p>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p:cNvSpPr>
          <p:nvPr>
            <p:ph type="sldNum" sz="quarter" idx="5"/>
          </p:nvPr>
        </p:nvSpPr>
        <p:spPr>
          <a:ln/>
        </p:spPr>
        <p:txBody>
          <a:bodyPr/>
          <a:lstStyle/>
          <a:p>
            <a:fld id="{4D0EA23D-7B0B-41E3-98DB-9843200FB683}" type="slidenum">
              <a:rPr lang="en-US"/>
              <a:pPr/>
              <a:t>17</a:t>
            </a:fld>
            <a:endParaRPr lang="en-US"/>
          </a:p>
        </p:txBody>
      </p:sp>
      <p:sp>
        <p:nvSpPr>
          <p:cNvPr id="254978" name="Rectangle 2"/>
          <p:cNvSpPr>
            <a:spLocks noGrp="1" noRot="1" noChangeAspect="1" noChangeArrowheads="1" noTextEdit="1"/>
          </p:cNvSpPr>
          <p:nvPr>
            <p:ph type="sldImg"/>
          </p:nvPr>
        </p:nvSpPr>
        <p:spPr>
          <a:ln/>
        </p:spPr>
      </p:sp>
      <p:sp>
        <p:nvSpPr>
          <p:cNvPr id="254979" name="Rectangle 3"/>
          <p:cNvSpPr>
            <a:spLocks noGrp="1"/>
          </p:cNvSpPr>
          <p:nvPr>
            <p:ph type="body" idx="1"/>
          </p:nvPr>
        </p:nvSpPr>
        <p:spPr/>
        <p:txBody>
          <a:bodyPr/>
          <a:lstStyle/>
          <a:p>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p:cNvSpPr>
          <p:nvPr>
            <p:ph type="sldNum" sz="quarter" idx="5"/>
          </p:nvPr>
        </p:nvSpPr>
        <p:spPr>
          <a:ln/>
        </p:spPr>
        <p:txBody>
          <a:bodyPr/>
          <a:lstStyle/>
          <a:p>
            <a:fld id="{27DA1ED3-D73C-40AA-A81B-07FA3F021202}" type="slidenum">
              <a:rPr lang="en-US"/>
              <a:pPr/>
              <a:t>18</a:t>
            </a:fld>
            <a:endParaRPr lang="en-US"/>
          </a:p>
        </p:txBody>
      </p:sp>
      <p:sp>
        <p:nvSpPr>
          <p:cNvPr id="256002" name="Rectangle 2"/>
          <p:cNvSpPr>
            <a:spLocks noGrp="1" noRot="1" noChangeAspect="1" noChangeArrowheads="1" noTextEdit="1"/>
          </p:cNvSpPr>
          <p:nvPr>
            <p:ph type="sldImg"/>
          </p:nvPr>
        </p:nvSpPr>
        <p:spPr>
          <a:ln/>
        </p:spPr>
      </p:sp>
      <p:sp>
        <p:nvSpPr>
          <p:cNvPr id="256003" name="Rectangle 3"/>
          <p:cNvSpPr>
            <a:spLocks noGrp="1"/>
          </p:cNvSpPr>
          <p:nvPr>
            <p:ph type="body" idx="1"/>
          </p:nvPr>
        </p:nvSpPr>
        <p:spPr/>
        <p:txBody>
          <a:bodyPr/>
          <a:lstStyle/>
          <a:p>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F960D156-B3A8-4BFF-8EDF-8EC8BD7A649C}" type="slidenum">
              <a:rPr lang="en-AU" smtClean="0"/>
              <a:t>24</a:t>
            </a:fld>
            <a:endParaRPr lang="en-AU"/>
          </a:p>
        </p:txBody>
      </p:sp>
    </p:spTree>
    <p:extLst>
      <p:ext uri="{BB962C8B-B14F-4D97-AF65-F5344CB8AC3E}">
        <p14:creationId xmlns:p14="http://schemas.microsoft.com/office/powerpoint/2010/main" val="197900207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Light Energy + water </a:t>
            </a:r>
            <a:r>
              <a:rPr lang="en-AU" dirty="0">
                <a:sym typeface="Wingdings" panose="05000000000000000000" pitchFamily="2" charset="2"/>
              </a:rPr>
              <a:t> oxygen + Hydrogen ions</a:t>
            </a:r>
            <a:endParaRPr lang="en-AU" baseline="30000" dirty="0">
              <a:sym typeface="Wingdings" panose="05000000000000000000" pitchFamily="2" charset="2"/>
            </a:endParaRPr>
          </a:p>
          <a:p>
            <a:endParaRPr lang="en-AU" baseline="30000" dirty="0">
              <a:sym typeface="Wingdings" panose="05000000000000000000" pitchFamily="2" charset="2"/>
            </a:endParaRPr>
          </a:p>
          <a:p>
            <a:r>
              <a:rPr lang="en-AU" baseline="0" dirty="0">
                <a:sym typeface="Wingdings" panose="05000000000000000000" pitchFamily="2" charset="2"/>
              </a:rPr>
              <a:t>Labelled oxygen in water ends up as labelled oxygen in the air space.</a:t>
            </a:r>
          </a:p>
        </p:txBody>
      </p:sp>
      <p:sp>
        <p:nvSpPr>
          <p:cNvPr id="4" name="Slide Number Placeholder 3"/>
          <p:cNvSpPr>
            <a:spLocks noGrp="1"/>
          </p:cNvSpPr>
          <p:nvPr>
            <p:ph type="sldNum" sz="quarter" idx="5"/>
          </p:nvPr>
        </p:nvSpPr>
        <p:spPr/>
        <p:txBody>
          <a:bodyPr/>
          <a:lstStyle/>
          <a:p>
            <a:fld id="{F960D156-B3A8-4BFF-8EDF-8EC8BD7A649C}" type="slidenum">
              <a:rPr lang="en-AU" smtClean="0"/>
              <a:t>26</a:t>
            </a:fld>
            <a:endParaRPr lang="en-AU"/>
          </a:p>
        </p:txBody>
      </p:sp>
    </p:spTree>
    <p:extLst>
      <p:ext uri="{BB962C8B-B14F-4D97-AF65-F5344CB8AC3E}">
        <p14:creationId xmlns:p14="http://schemas.microsoft.com/office/powerpoint/2010/main" val="150776660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p:cNvSpPr>
          <p:nvPr>
            <p:ph type="sldNum" sz="quarter" idx="5"/>
          </p:nvPr>
        </p:nvSpPr>
        <p:spPr>
          <a:ln/>
        </p:spPr>
        <p:txBody>
          <a:bodyPr/>
          <a:lstStyle/>
          <a:p>
            <a:fld id="{1CA32F2B-192E-4B92-9C81-C773DCE8C971}" type="slidenum">
              <a:rPr lang="en-US"/>
              <a:pPr/>
              <a:t>27</a:t>
            </a:fld>
            <a:endParaRPr lang="en-US"/>
          </a:p>
        </p:txBody>
      </p:sp>
      <p:sp>
        <p:nvSpPr>
          <p:cNvPr id="263170" name="Rectangle 2"/>
          <p:cNvSpPr>
            <a:spLocks noGrp="1" noRot="1" noChangeAspect="1" noChangeArrowheads="1" noTextEdit="1"/>
          </p:cNvSpPr>
          <p:nvPr>
            <p:ph type="sldImg"/>
          </p:nvPr>
        </p:nvSpPr>
        <p:spPr>
          <a:ln/>
        </p:spPr>
      </p:sp>
      <p:sp>
        <p:nvSpPr>
          <p:cNvPr id="263171" name="Rectangle 3"/>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64104905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p:cNvSpPr>
          <p:nvPr>
            <p:ph type="sldNum" sz="quarter" idx="5"/>
          </p:nvPr>
        </p:nvSpPr>
        <p:spPr>
          <a:ln/>
        </p:spPr>
        <p:txBody>
          <a:bodyPr/>
          <a:lstStyle/>
          <a:p>
            <a:fld id="{988E3F4F-3523-4C6A-B508-F76D22BD8724}" type="slidenum">
              <a:rPr lang="en-US"/>
              <a:pPr/>
              <a:t>28</a:t>
            </a:fld>
            <a:endParaRPr lang="en-US"/>
          </a:p>
        </p:txBody>
      </p:sp>
      <p:sp>
        <p:nvSpPr>
          <p:cNvPr id="264194" name="Rectangle 2"/>
          <p:cNvSpPr>
            <a:spLocks noGrp="1" noRot="1" noChangeAspect="1" noChangeArrowheads="1" noTextEdit="1"/>
          </p:cNvSpPr>
          <p:nvPr>
            <p:ph type="sldImg"/>
          </p:nvPr>
        </p:nvSpPr>
        <p:spPr>
          <a:ln/>
        </p:spPr>
      </p:sp>
      <p:sp>
        <p:nvSpPr>
          <p:cNvPr id="264195" name="Rectangle 3"/>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experiment was carried out at a constant temperature and constant carbon dioxide level.</a:t>
            </a:r>
          </a:p>
          <a:p>
            <a:endParaRPr lang="en-US" dirty="0"/>
          </a:p>
        </p:txBody>
      </p:sp>
    </p:spTree>
    <p:extLst>
      <p:ext uri="{BB962C8B-B14F-4D97-AF65-F5344CB8AC3E}">
        <p14:creationId xmlns:p14="http://schemas.microsoft.com/office/powerpoint/2010/main" val="204040192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p:cNvSpPr>
          <p:nvPr>
            <p:ph type="sldNum" sz="quarter" idx="5"/>
          </p:nvPr>
        </p:nvSpPr>
        <p:spPr>
          <a:ln/>
        </p:spPr>
        <p:txBody>
          <a:bodyPr/>
          <a:lstStyle/>
          <a:p>
            <a:fld id="{E3EA981E-4653-4787-9332-996BE0C81AE8}" type="slidenum">
              <a:rPr lang="en-US"/>
              <a:pPr/>
              <a:t>29</a:t>
            </a:fld>
            <a:endParaRPr lang="en-US"/>
          </a:p>
        </p:txBody>
      </p:sp>
      <p:sp>
        <p:nvSpPr>
          <p:cNvPr id="265218" name="Rectangle 2"/>
          <p:cNvSpPr>
            <a:spLocks noGrp="1" noRot="1" noChangeAspect="1" noChangeArrowheads="1" noTextEdit="1"/>
          </p:cNvSpPr>
          <p:nvPr>
            <p:ph type="sldImg"/>
          </p:nvPr>
        </p:nvSpPr>
        <p:spPr>
          <a:ln/>
        </p:spPr>
      </p:sp>
      <p:sp>
        <p:nvSpPr>
          <p:cNvPr id="265219" name="Rectangle 3"/>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001BFF"/>
                </a:solidFill>
                <a:latin typeface="Arial" charset="0"/>
                <a:cs typeface="Arial" charset="0"/>
                <a:sym typeface="Arial" charset="0"/>
              </a:rPr>
              <a:t>Increasing the temperature when CO</a:t>
            </a:r>
            <a:r>
              <a:rPr lang="en-US" sz="1200" baseline="-6000" dirty="0">
                <a:solidFill>
                  <a:srgbClr val="001BFF"/>
                </a:solidFill>
                <a:latin typeface="Arial" charset="0"/>
                <a:cs typeface="Arial" charset="0"/>
                <a:sym typeface="Arial" charset="0"/>
              </a:rPr>
              <a:t>2</a:t>
            </a:r>
            <a:r>
              <a:rPr lang="en-US" sz="1200" dirty="0">
                <a:solidFill>
                  <a:srgbClr val="001BFF"/>
                </a:solidFill>
                <a:latin typeface="Arial" charset="0"/>
                <a:cs typeface="Arial" charset="0"/>
                <a:sym typeface="Arial" charset="0"/>
              </a:rPr>
              <a:t> is limiting has little effect on photosynthetic rate.</a:t>
            </a:r>
          </a:p>
          <a:p>
            <a:endParaRPr lang="en-US" dirty="0"/>
          </a:p>
        </p:txBody>
      </p:sp>
    </p:spTree>
    <p:extLst>
      <p:ext uri="{BB962C8B-B14F-4D97-AF65-F5344CB8AC3E}">
        <p14:creationId xmlns:p14="http://schemas.microsoft.com/office/powerpoint/2010/main" val="7189823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A – Grana        B - Stroma</a:t>
            </a:r>
          </a:p>
          <a:p>
            <a:r>
              <a:rPr lang="en-AU" dirty="0" err="1"/>
              <a:t>Thykaloid</a:t>
            </a:r>
            <a:r>
              <a:rPr lang="en-AU" baseline="0" dirty="0"/>
              <a:t> membranes –&gt; oxygen</a:t>
            </a:r>
          </a:p>
          <a:p>
            <a:r>
              <a:rPr lang="en-AU" dirty="0"/>
              <a:t>Stroma –&gt; glucose</a:t>
            </a:r>
          </a:p>
          <a:p>
            <a:r>
              <a:rPr lang="en-AU" dirty="0"/>
              <a:t>(d) Factor is temperature</a:t>
            </a:r>
          </a:p>
        </p:txBody>
      </p:sp>
      <p:sp>
        <p:nvSpPr>
          <p:cNvPr id="4" name="Slide Number Placeholder 3"/>
          <p:cNvSpPr>
            <a:spLocks noGrp="1"/>
          </p:cNvSpPr>
          <p:nvPr>
            <p:ph type="sldNum" sz="quarter" idx="10"/>
          </p:nvPr>
        </p:nvSpPr>
        <p:spPr/>
        <p:txBody>
          <a:bodyPr/>
          <a:lstStyle/>
          <a:p>
            <a:fld id="{F960D156-B3A8-4BFF-8EDF-8EC8BD7A649C}" type="slidenum">
              <a:rPr lang="en-AU" smtClean="0"/>
              <a:t>33</a:t>
            </a:fld>
            <a:endParaRPr lang="en-AU"/>
          </a:p>
        </p:txBody>
      </p:sp>
    </p:spTree>
    <p:extLst>
      <p:ext uri="{BB962C8B-B14F-4D97-AF65-F5344CB8AC3E}">
        <p14:creationId xmlns:p14="http://schemas.microsoft.com/office/powerpoint/2010/main" val="50548949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F960D156-B3A8-4BFF-8EDF-8EC8BD7A649C}" type="slidenum">
              <a:rPr lang="en-AU" smtClean="0"/>
              <a:t>34</a:t>
            </a:fld>
            <a:endParaRPr lang="en-AU"/>
          </a:p>
        </p:txBody>
      </p:sp>
    </p:spTree>
    <p:extLst>
      <p:ext uri="{BB962C8B-B14F-4D97-AF65-F5344CB8AC3E}">
        <p14:creationId xmlns:p14="http://schemas.microsoft.com/office/powerpoint/2010/main" val="34492919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3" name="Group 42"/>
          <p:cNvGrpSpPr/>
          <p:nvPr/>
        </p:nvGrpSpPr>
        <p:grpSpPr>
          <a:xfrm>
            <a:off x="-382404" y="0"/>
            <a:ext cx="9932332" cy="6858000"/>
            <a:chOff x="-382404" y="0"/>
            <a:chExt cx="9932332" cy="6858000"/>
          </a:xfrm>
        </p:grpSpPr>
        <p:grpSp>
          <p:nvGrpSpPr>
            <p:cNvPr id="44" name="Group 44"/>
            <p:cNvGrpSpPr/>
            <p:nvPr/>
          </p:nvGrpSpPr>
          <p:grpSpPr>
            <a:xfrm>
              <a:off x="0" y="0"/>
              <a:ext cx="9144000" cy="6858000"/>
              <a:chOff x="0" y="0"/>
              <a:chExt cx="9144000" cy="6858000"/>
            </a:xfrm>
          </p:grpSpPr>
          <p:grpSp>
            <p:nvGrpSpPr>
              <p:cNvPr id="70" name="Group 4"/>
              <p:cNvGrpSpPr/>
              <p:nvPr/>
            </p:nvGrpSpPr>
            <p:grpSpPr>
              <a:xfrm>
                <a:off x="0" y="0"/>
                <a:ext cx="2514600" cy="6858000"/>
                <a:chOff x="0" y="0"/>
                <a:chExt cx="2514600" cy="6858000"/>
              </a:xfrm>
            </p:grpSpPr>
            <p:sp>
              <p:nvSpPr>
                <p:cNvPr id="115" name="Rectangle 114"/>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1" name="Group 5"/>
              <p:cNvGrpSpPr/>
              <p:nvPr/>
            </p:nvGrpSpPr>
            <p:grpSpPr>
              <a:xfrm>
                <a:off x="422910" y="0"/>
                <a:ext cx="2514600" cy="6858000"/>
                <a:chOff x="0" y="0"/>
                <a:chExt cx="2514600" cy="6858000"/>
              </a:xfrm>
            </p:grpSpPr>
            <p:sp>
              <p:nvSpPr>
                <p:cNvPr id="85" name="Rectangle 84"/>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5"/>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Rectangle 11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3" name="Group 9"/>
              <p:cNvGrpSpPr/>
              <p:nvPr/>
            </p:nvGrpSpPr>
            <p:grpSpPr>
              <a:xfrm rot="10800000">
                <a:off x="6629400" y="0"/>
                <a:ext cx="2514600" cy="6858000"/>
                <a:chOff x="0" y="0"/>
                <a:chExt cx="2514600" cy="6858000"/>
              </a:xfrm>
            </p:grpSpPr>
            <p:sp>
              <p:nvSpPr>
                <p:cNvPr id="78" name="Rectangle 77"/>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5" name="Rectangle 74"/>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5" name="Freeform 44"/>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8" name="Freeform 47"/>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Freeform 48"/>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1" name="Freeform 50"/>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2" name="Freeform 51"/>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3" name="Hexagon 52"/>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Hexagon 53"/>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Hexagon 54"/>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Hexagon 55"/>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Hexagon 56"/>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Freeform 57"/>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Hexagon 58"/>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Hexagon 59"/>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Hexagon 60"/>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Hexagon 61"/>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Hexagon 62"/>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Hexagon 63"/>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Hexagon 64"/>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Hexagon 65"/>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Hexagon 66"/>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Freeform 67"/>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Freeform 68"/>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6" name="Rectangle 45"/>
          <p:cNvSpPr/>
          <p:nvPr/>
        </p:nvSpPr>
        <p:spPr>
          <a:xfrm>
            <a:off x="4561242" y="-21511"/>
            <a:ext cx="3679116" cy="6271840"/>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p:cNvSpPr/>
          <p:nvPr/>
        </p:nvSpPr>
        <p:spPr>
          <a:xfrm>
            <a:off x="4649096" y="-21511"/>
            <a:ext cx="3505200" cy="231288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4733365" y="2708476"/>
            <a:ext cx="3313355" cy="1702160"/>
          </a:xfrm>
        </p:spPr>
        <p:txBody>
          <a:bodyPr>
            <a:normAutofit/>
          </a:bodyPr>
          <a:lstStyle>
            <a:lvl1pPr>
              <a:defRPr sz="3600"/>
            </a:lvl1pPr>
          </a:lstStyle>
          <a:p>
            <a:r>
              <a:rPr lang="en-US"/>
              <a:t>Click to edit Master title style</a:t>
            </a:r>
            <a:endParaRPr lang="en-US" dirty="0"/>
          </a:p>
        </p:txBody>
      </p:sp>
      <p:sp>
        <p:nvSpPr>
          <p:cNvPr id="3" name="Subtitle 2"/>
          <p:cNvSpPr>
            <a:spLocks noGrp="1"/>
          </p:cNvSpPr>
          <p:nvPr>
            <p:ph type="subTitle" idx="1"/>
          </p:nvPr>
        </p:nvSpPr>
        <p:spPr>
          <a:xfrm>
            <a:off x="4733365" y="4421080"/>
            <a:ext cx="3309803" cy="1260629"/>
          </a:xfrm>
        </p:spPr>
        <p:txBody>
          <a:bodyPr>
            <a:normAutofit/>
          </a:bodyPr>
          <a:lstStyle>
            <a:lvl1pPr marL="0" indent="0" algn="l">
              <a:buNone/>
              <a:defRPr sz="1800">
                <a:solidFill>
                  <a:srgbClr val="42424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4738744" y="1516828"/>
            <a:ext cx="2133600" cy="750981"/>
          </a:xfrm>
        </p:spPr>
        <p:txBody>
          <a:bodyPr anchor="b"/>
          <a:lstStyle>
            <a:lvl1pPr algn="l">
              <a:defRPr sz="2400"/>
            </a:lvl1pPr>
          </a:lstStyle>
          <a:p>
            <a:fld id="{0A98AF03-7270-45C2-A683-C5E353EF01A5}" type="datetime4">
              <a:rPr lang="en-US" smtClean="0"/>
              <a:pPr/>
              <a:t>August 14, 2023</a:t>
            </a:fld>
            <a:endParaRPr lang="en-US" dirty="0"/>
          </a:p>
        </p:txBody>
      </p:sp>
      <p:sp>
        <p:nvSpPr>
          <p:cNvPr id="50" name="Rectangle 49"/>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ooter Placeholder 4"/>
          <p:cNvSpPr>
            <a:spLocks noGrp="1"/>
          </p:cNvSpPr>
          <p:nvPr>
            <p:ph type="ftr" sz="quarter" idx="11"/>
          </p:nvPr>
        </p:nvSpPr>
        <p:spPr>
          <a:xfrm>
            <a:off x="5303520" y="5719966"/>
            <a:ext cx="2831592" cy="365125"/>
          </a:xfrm>
        </p:spPr>
        <p:txBody>
          <a:bodyPr>
            <a:normAutofit/>
          </a:bodyPr>
          <a:lstStyle>
            <a:lvl1pPr>
              <a:defRPr>
                <a:solidFill>
                  <a:schemeClr val="accent1"/>
                </a:solidFill>
              </a:defRPr>
            </a:lvl1pPr>
          </a:lstStyle>
          <a:p>
            <a:endParaRPr lang="en-US" dirty="0"/>
          </a:p>
        </p:txBody>
      </p:sp>
      <p:sp>
        <p:nvSpPr>
          <p:cNvPr id="6" name="Slide Number Placeholder 5"/>
          <p:cNvSpPr>
            <a:spLocks noGrp="1"/>
          </p:cNvSpPr>
          <p:nvPr>
            <p:ph type="sldNum" sz="quarter" idx="12"/>
          </p:nvPr>
        </p:nvSpPr>
        <p:spPr>
          <a:xfrm>
            <a:off x="4649096" y="5719966"/>
            <a:ext cx="643666" cy="365125"/>
          </a:xfrm>
        </p:spPr>
        <p:txBody>
          <a:bodyPr/>
          <a:lstStyle>
            <a:lvl1pPr>
              <a:defRPr>
                <a:solidFill>
                  <a:schemeClr val="accent1"/>
                </a:solidFill>
              </a:defRPr>
            </a:lvl1pPr>
          </a:lstStyle>
          <a:p>
            <a:fld id="{8B37D5FE-740C-46F5-801A-FA5477D9711F}" type="slidenum">
              <a:rPr lang="en-US" smtClean="0"/>
              <a:pPr/>
              <a:t>‹#›</a:t>
            </a:fld>
            <a:endParaRPr lang="en-US" dirty="0"/>
          </a:p>
        </p:txBody>
      </p:sp>
      <p:sp>
        <p:nvSpPr>
          <p:cNvPr id="89" name="Rectangle 88"/>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5A93482-8E69-40F7-BCAD-5662A6CADB27}" type="datetime4">
              <a:rPr lang="en-US" smtClean="0"/>
              <a:pPr/>
              <a:t>August 14, 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B37D5FE-740C-46F5-801A-FA5477D9711F}"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58645" y="2900829"/>
            <a:ext cx="6637468" cy="1362075"/>
          </a:xfrm>
        </p:spPr>
        <p:txBody>
          <a:bodyPr anchor="b"/>
          <a:lstStyle>
            <a:lvl1pPr algn="l">
              <a:defRPr sz="4000" b="0" cap="none" baseline="0"/>
            </a:lvl1pPr>
          </a:lstStyle>
          <a:p>
            <a:r>
              <a:rPr lang="en-US"/>
              <a:t>Click to edit Master title style</a:t>
            </a:r>
            <a:endParaRPr lang="en-US" dirty="0"/>
          </a:p>
        </p:txBody>
      </p:sp>
      <p:sp>
        <p:nvSpPr>
          <p:cNvPr id="3" name="Text Placeholder 2"/>
          <p:cNvSpPr>
            <a:spLocks noGrp="1"/>
          </p:cNvSpPr>
          <p:nvPr>
            <p:ph type="body" idx="1"/>
          </p:nvPr>
        </p:nvSpPr>
        <p:spPr>
          <a:xfrm>
            <a:off x="1258645" y="4267200"/>
            <a:ext cx="6637467" cy="1520413"/>
          </a:xfrm>
        </p:spPr>
        <p:txBody>
          <a:bodyPr anchor="t"/>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BB7EAE1-CAAC-4AEF-919E-158692B1E55E}" type="datetime4">
              <a:rPr lang="en-US" smtClean="0"/>
              <a:pPr/>
              <a:t>August 14, 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B37D5FE-740C-46F5-801A-FA5477D9711F}"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Date Placeholder 4"/>
          <p:cNvSpPr>
            <a:spLocks noGrp="1"/>
          </p:cNvSpPr>
          <p:nvPr>
            <p:ph type="dt" sz="half" idx="10"/>
          </p:nvPr>
        </p:nvSpPr>
        <p:spPr/>
        <p:txBody>
          <a:bodyPr/>
          <a:lstStyle/>
          <a:p>
            <a:fld id="{9525A706-D8F2-4D1A-855A-CADC92600C26}" type="datetime4">
              <a:rPr lang="en-US" smtClean="0"/>
              <a:pPr/>
              <a:t>August 14, 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B37D5FE-740C-46F5-801A-FA5477D9711F}" type="slidenum">
              <a:rPr lang="en-US" smtClean="0"/>
              <a:pPr/>
              <a:t>‹#›</a:t>
            </a:fld>
            <a:endParaRPr lang="en-US"/>
          </a:p>
        </p:txBody>
      </p:sp>
      <p:sp>
        <p:nvSpPr>
          <p:cNvPr id="9" name="Content Placeholder 8"/>
          <p:cNvSpPr>
            <a:spLocks noGrp="1"/>
          </p:cNvSpPr>
          <p:nvPr>
            <p:ph sz="quarter" idx="13"/>
          </p:nvPr>
        </p:nvSpPr>
        <p:spPr>
          <a:xfrm>
            <a:off x="1042416" y="2313432"/>
            <a:ext cx="3419856" cy="34930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10"/>
          <p:cNvSpPr>
            <a:spLocks noGrp="1"/>
          </p:cNvSpPr>
          <p:nvPr>
            <p:ph sz="quarter" idx="14"/>
          </p:nvPr>
        </p:nvSpPr>
        <p:spPr>
          <a:xfrm>
            <a:off x="4645152" y="2313431"/>
            <a:ext cx="3419856" cy="34930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1412111" y="2316009"/>
            <a:ext cx="3057148" cy="63976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41721" y="2974694"/>
            <a:ext cx="3419856" cy="283579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11837" y="2316010"/>
            <a:ext cx="3055717" cy="63976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152" y="2974694"/>
            <a:ext cx="3419856" cy="283579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9B4F123-1704-49AC-9D15-C4B1462B8014}" type="datetime4">
              <a:rPr lang="en-US" smtClean="0"/>
              <a:pPr/>
              <a:t>August 14, 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B37D5FE-740C-46F5-801A-FA5477D9711F}"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3127EC2-47FB-48A1-8644-C8A81DDAA119}" type="datetime4">
              <a:rPr lang="en-US" smtClean="0"/>
              <a:pPr/>
              <a:t>August 14, 2023</a:t>
            </a:fld>
            <a:endParaRPr lang="en-US"/>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8B37D5FE-740C-46F5-801A-FA5477D9711F}"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E3EC3ED-7435-49F9-84C8-03CCA2F8DEDB}" type="datetime4">
              <a:rPr lang="en-US" smtClean="0"/>
              <a:pPr/>
              <a:t>August 14, 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B37D5FE-740C-46F5-801A-FA5477D9711F}"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44" name="Group 43"/>
          <p:cNvGrpSpPr/>
          <p:nvPr/>
        </p:nvGrpSpPr>
        <p:grpSpPr>
          <a:xfrm>
            <a:off x="-382404" y="0"/>
            <a:ext cx="9932332" cy="6858000"/>
            <a:chOff x="-382404" y="0"/>
            <a:chExt cx="9932332" cy="6858000"/>
          </a:xfrm>
        </p:grpSpPr>
        <p:grpSp>
          <p:nvGrpSpPr>
            <p:cNvPr id="45" name="Group 44"/>
            <p:cNvGrpSpPr/>
            <p:nvPr/>
          </p:nvGrpSpPr>
          <p:grpSpPr>
            <a:xfrm>
              <a:off x="0" y="0"/>
              <a:ext cx="9144000" cy="6858000"/>
              <a:chOff x="0" y="0"/>
              <a:chExt cx="9144000" cy="6858000"/>
            </a:xfrm>
          </p:grpSpPr>
          <p:grpSp>
            <p:nvGrpSpPr>
              <p:cNvPr id="72" name="Group 4"/>
              <p:cNvGrpSpPr/>
              <p:nvPr/>
            </p:nvGrpSpPr>
            <p:grpSpPr>
              <a:xfrm>
                <a:off x="0" y="0"/>
                <a:ext cx="2514600" cy="6858000"/>
                <a:chOff x="0" y="0"/>
                <a:chExt cx="2514600" cy="6858000"/>
              </a:xfrm>
            </p:grpSpPr>
            <p:sp>
              <p:nvSpPr>
                <p:cNvPr id="84" name="Rectangle 83"/>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3" name="Group 5"/>
              <p:cNvGrpSpPr/>
              <p:nvPr/>
            </p:nvGrpSpPr>
            <p:grpSpPr>
              <a:xfrm>
                <a:off x="422910" y="0"/>
                <a:ext cx="2514600" cy="6858000"/>
                <a:chOff x="0" y="0"/>
                <a:chExt cx="2514600" cy="6858000"/>
              </a:xfrm>
            </p:grpSpPr>
            <p:sp>
              <p:nvSpPr>
                <p:cNvPr id="81" name="Rectangle 80"/>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ectangle 82"/>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4" name="Group 9"/>
              <p:cNvGrpSpPr/>
              <p:nvPr/>
            </p:nvGrpSpPr>
            <p:grpSpPr>
              <a:xfrm rot="10800000">
                <a:off x="6629400" y="0"/>
                <a:ext cx="2514600" cy="6858000"/>
                <a:chOff x="0" y="0"/>
                <a:chExt cx="2514600" cy="6858000"/>
              </a:xfrm>
            </p:grpSpPr>
            <p:sp>
              <p:nvSpPr>
                <p:cNvPr id="78" name="Rectangle 77"/>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5" name="Rectangle 74"/>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7" name="Freeform 46"/>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8" name="Freeform 47"/>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Freeform 48"/>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0" name="Freeform 49"/>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1" name="Freeform 50"/>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2" name="Hexagon 51"/>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Hexagon 52"/>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Hexagon 53"/>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Hexagon 54"/>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Hexagon 55"/>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Freeform 58"/>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Hexagon 59"/>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Hexagon 61"/>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Hexagon 62"/>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Hexagon 63"/>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Hexagon 64"/>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Hexagon 65"/>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Hexagon 66"/>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Hexagon 67"/>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Hexagon 68"/>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Freeform 69"/>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Freeform 70"/>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6" name="Rectangle 45"/>
          <p:cNvSpPr/>
          <p:nvPr/>
        </p:nvSpPr>
        <p:spPr>
          <a:xfrm>
            <a:off x="4561242" y="-21511"/>
            <a:ext cx="3679116" cy="6271840"/>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p:cNvSpPr/>
          <p:nvPr/>
        </p:nvSpPr>
        <p:spPr>
          <a:xfrm>
            <a:off x="4649096" y="-21510"/>
            <a:ext cx="3505200" cy="6239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fld id="{3FC49BF1-FCD3-4395-8FF6-0047AF66228E}" type="datetime4">
              <a:rPr lang="en-US" smtClean="0"/>
              <a:pPr/>
              <a:t>August 14, 2023</a:t>
            </a:fld>
            <a:endParaRPr lang="en-US"/>
          </a:p>
        </p:txBody>
      </p:sp>
      <p:sp>
        <p:nvSpPr>
          <p:cNvPr id="7" name="Slide Number Placeholder 6"/>
          <p:cNvSpPr>
            <a:spLocks noGrp="1"/>
          </p:cNvSpPr>
          <p:nvPr>
            <p:ph type="sldNum" sz="quarter" idx="12"/>
          </p:nvPr>
        </p:nvSpPr>
        <p:spPr/>
        <p:txBody>
          <a:bodyPr/>
          <a:lstStyle/>
          <a:p>
            <a:fld id="{8B37D5FE-740C-46F5-801A-FA5477D9711F}" type="slidenum">
              <a:rPr lang="en-US" smtClean="0"/>
              <a:pPr/>
              <a:t>‹#›</a:t>
            </a:fld>
            <a:endParaRPr lang="en-US"/>
          </a:p>
        </p:txBody>
      </p:sp>
      <p:sp>
        <p:nvSpPr>
          <p:cNvPr id="58" name="Rectangle 57"/>
          <p:cNvSpPr/>
          <p:nvPr/>
        </p:nvSpPr>
        <p:spPr>
          <a:xfrm>
            <a:off x="905571" y="601883"/>
            <a:ext cx="3562257" cy="5648445"/>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1145894" y="856527"/>
            <a:ext cx="3090440" cy="5150734"/>
          </a:xfrm>
        </p:spPr>
        <p:txBody>
          <a:bodyPr/>
          <a:lstStyle>
            <a:lvl1pPr>
              <a:defRPr sz="2400"/>
            </a:lvl1pPr>
            <a:lvl2pPr>
              <a:defRPr sz="2200"/>
            </a:lvl2pPr>
            <a:lvl3pPr>
              <a:defRPr sz="2000"/>
            </a:lvl3pPr>
            <a:lvl4pPr>
              <a:defRPr sz="1800"/>
            </a:lvl4pPr>
            <a:lvl5pPr>
              <a:defRPr sz="16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1" name="Rectangle 60"/>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ooter Placeholder 5"/>
          <p:cNvSpPr>
            <a:spLocks noGrp="1"/>
          </p:cNvSpPr>
          <p:nvPr>
            <p:ph type="ftr" sz="quarter" idx="11"/>
          </p:nvPr>
        </p:nvSpPr>
        <p:spPr>
          <a:xfrm>
            <a:off x="4641448" y="5724835"/>
            <a:ext cx="3493664" cy="365125"/>
          </a:xfrm>
        </p:spPr>
        <p:txBody>
          <a:bodyPr>
            <a:normAutofit/>
          </a:bodyPr>
          <a:lstStyle/>
          <a:p>
            <a:endParaRPr lang="en-US" dirty="0"/>
          </a:p>
        </p:txBody>
      </p:sp>
      <p:sp>
        <p:nvSpPr>
          <p:cNvPr id="2" name="Title 1"/>
          <p:cNvSpPr>
            <a:spLocks noGrp="1"/>
          </p:cNvSpPr>
          <p:nvPr>
            <p:ph type="title"/>
          </p:nvPr>
        </p:nvSpPr>
        <p:spPr>
          <a:xfrm>
            <a:off x="4739833" y="2657434"/>
            <a:ext cx="3304572" cy="1463153"/>
          </a:xfrm>
        </p:spPr>
        <p:txBody>
          <a:bodyPr anchor="b">
            <a:normAutofit/>
          </a:bodyPr>
          <a:lstStyle>
            <a:lvl1pPr algn="l">
              <a:defRPr sz="2800" b="0"/>
            </a:lvl1pPr>
          </a:lstStyle>
          <a:p>
            <a:r>
              <a:rPr lang="en-US"/>
              <a:t>Click to edit Master title style</a:t>
            </a:r>
          </a:p>
        </p:txBody>
      </p:sp>
      <p:sp>
        <p:nvSpPr>
          <p:cNvPr id="4" name="Text Placeholder 3"/>
          <p:cNvSpPr>
            <a:spLocks noGrp="1"/>
          </p:cNvSpPr>
          <p:nvPr>
            <p:ph type="body" sz="half" idx="2"/>
          </p:nvPr>
        </p:nvSpPr>
        <p:spPr>
          <a:xfrm>
            <a:off x="4736592" y="4136994"/>
            <a:ext cx="3298784" cy="1517904"/>
          </a:xfrm>
        </p:spPr>
        <p:txBody>
          <a:bodyPr>
            <a:normAutofit/>
          </a:bodyPr>
          <a:lstStyle>
            <a:lvl1pPr marL="0" indent="0">
              <a:buNone/>
              <a:defRPr sz="1600">
                <a:solidFill>
                  <a:srgbClr val="42424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44" name="Group 43"/>
          <p:cNvGrpSpPr/>
          <p:nvPr/>
        </p:nvGrpSpPr>
        <p:grpSpPr>
          <a:xfrm>
            <a:off x="-382404" y="0"/>
            <a:ext cx="9932332" cy="6858000"/>
            <a:chOff x="-382404" y="0"/>
            <a:chExt cx="9932332" cy="6858000"/>
          </a:xfrm>
        </p:grpSpPr>
        <p:grpSp>
          <p:nvGrpSpPr>
            <p:cNvPr id="45" name="Group 44"/>
            <p:cNvGrpSpPr/>
            <p:nvPr/>
          </p:nvGrpSpPr>
          <p:grpSpPr>
            <a:xfrm>
              <a:off x="0" y="0"/>
              <a:ext cx="9144000" cy="6858000"/>
              <a:chOff x="0" y="0"/>
              <a:chExt cx="9144000" cy="6858000"/>
            </a:xfrm>
          </p:grpSpPr>
          <p:grpSp>
            <p:nvGrpSpPr>
              <p:cNvPr id="75" name="Group 4"/>
              <p:cNvGrpSpPr/>
              <p:nvPr/>
            </p:nvGrpSpPr>
            <p:grpSpPr>
              <a:xfrm>
                <a:off x="0" y="0"/>
                <a:ext cx="2514600" cy="6858000"/>
                <a:chOff x="0" y="0"/>
                <a:chExt cx="2514600" cy="6858000"/>
              </a:xfrm>
            </p:grpSpPr>
            <p:sp>
              <p:nvSpPr>
                <p:cNvPr id="87" name="Rectangle 86"/>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6" name="Group 5"/>
              <p:cNvGrpSpPr/>
              <p:nvPr/>
            </p:nvGrpSpPr>
            <p:grpSpPr>
              <a:xfrm>
                <a:off x="422910" y="0"/>
                <a:ext cx="2514600" cy="6858000"/>
                <a:chOff x="0" y="0"/>
                <a:chExt cx="2514600" cy="6858000"/>
              </a:xfrm>
            </p:grpSpPr>
            <p:sp>
              <p:nvSpPr>
                <p:cNvPr id="84" name="Rectangle 83"/>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84"/>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5"/>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7" name="Group 9"/>
              <p:cNvGrpSpPr/>
              <p:nvPr/>
            </p:nvGrpSpPr>
            <p:grpSpPr>
              <a:xfrm rot="10800000">
                <a:off x="6629400" y="0"/>
                <a:ext cx="2514600" cy="6858000"/>
                <a:chOff x="0" y="0"/>
                <a:chExt cx="2514600" cy="6858000"/>
              </a:xfrm>
            </p:grpSpPr>
            <p:sp>
              <p:nvSpPr>
                <p:cNvPr id="81" name="Rectangle 80"/>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ectangle 82"/>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8" name="Rectangle 77"/>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6" name="Freeform 45"/>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7" name="Freeform 46"/>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8" name="Freeform 47"/>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Freeform 48"/>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0" name="Freeform 49"/>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1" name="Hexagon 50"/>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Hexagon 51"/>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Hexagon 59"/>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Hexagon 60"/>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Hexagon 61"/>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Freeform 62"/>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Hexagon 63"/>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Hexagon 64"/>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Hexagon 65"/>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Hexagon 66"/>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Hexagon 67"/>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Hexagon 68"/>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Hexagon 69"/>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Hexagon 70"/>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Hexagon 71"/>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Freeform 72"/>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Freeform 73"/>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4" name="Rectangle 93"/>
          <p:cNvSpPr/>
          <p:nvPr/>
        </p:nvSpPr>
        <p:spPr>
          <a:xfrm>
            <a:off x="4561242" y="-21511"/>
            <a:ext cx="3679116" cy="6271840"/>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Rectangle 100"/>
          <p:cNvSpPr/>
          <p:nvPr/>
        </p:nvSpPr>
        <p:spPr>
          <a:xfrm>
            <a:off x="4649096" y="-21510"/>
            <a:ext cx="3505200" cy="6239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Rectangle 101"/>
          <p:cNvSpPr/>
          <p:nvPr/>
        </p:nvSpPr>
        <p:spPr>
          <a:xfrm>
            <a:off x="905571" y="601883"/>
            <a:ext cx="3562257" cy="5648445"/>
          </a:xfrm>
          <a:prstGeom prst="rect">
            <a:avLst/>
          </a:prstGeom>
          <a:solidFill>
            <a:srgbClr val="FFFFFF"/>
          </a:solidFill>
          <a:ln w="3175">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Rectangle 104"/>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734424" y="2660904"/>
            <a:ext cx="3300984" cy="1463040"/>
          </a:xfrm>
        </p:spPr>
        <p:txBody>
          <a:bodyPr anchor="b">
            <a:normAutofit/>
          </a:bodyPr>
          <a:lstStyle>
            <a:lvl1pPr algn="l">
              <a:defRPr sz="2800" b="0"/>
            </a:lvl1pPr>
          </a:lstStyle>
          <a:p>
            <a:r>
              <a:rPr lang="en-US"/>
              <a:t>Click to edit Master title style</a:t>
            </a:r>
          </a:p>
        </p:txBody>
      </p:sp>
      <p:sp>
        <p:nvSpPr>
          <p:cNvPr id="3" name="Picture Placeholder 2"/>
          <p:cNvSpPr>
            <a:spLocks noGrp="1"/>
          </p:cNvSpPr>
          <p:nvPr>
            <p:ph type="pic" idx="1"/>
          </p:nvPr>
        </p:nvSpPr>
        <p:spPr>
          <a:xfrm>
            <a:off x="1005208" y="693795"/>
            <a:ext cx="3359623" cy="5468112"/>
          </a:xfrm>
        </p:spPr>
        <p:txBody>
          <a:bodyPr/>
          <a:lstStyle>
            <a:lvl1pPr marL="0" indent="0">
              <a:buNone/>
              <a:defRPr sz="3200">
                <a:solidFill>
                  <a:schemeClr val="accent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4734630" y="4133088"/>
            <a:ext cx="3300573" cy="1519561"/>
          </a:xfrm>
        </p:spPr>
        <p:txBody>
          <a:bodyPr>
            <a:normAutofit/>
          </a:bodyPr>
          <a:lstStyle>
            <a:lvl1pPr marL="0" indent="0">
              <a:buNone/>
              <a:defRPr sz="1600">
                <a:solidFill>
                  <a:srgbClr val="42424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A861222-2C8B-4501-BE87-6797EC025925}" type="datetime4">
              <a:rPr lang="en-US" smtClean="0"/>
              <a:pPr/>
              <a:t>August 14, 2023</a:t>
            </a:fld>
            <a:endParaRPr lang="en-US"/>
          </a:p>
        </p:txBody>
      </p:sp>
      <p:sp>
        <p:nvSpPr>
          <p:cNvPr id="6" name="Footer Placeholder 5"/>
          <p:cNvSpPr>
            <a:spLocks noGrp="1"/>
          </p:cNvSpPr>
          <p:nvPr>
            <p:ph type="ftr" sz="quarter" idx="11"/>
          </p:nvPr>
        </p:nvSpPr>
        <p:spPr>
          <a:xfrm>
            <a:off x="4641448" y="5724835"/>
            <a:ext cx="3493664" cy="365125"/>
          </a:xfrm>
        </p:spPr>
        <p:txBody>
          <a:bodyPr>
            <a:normAutofit/>
          </a:bodyPr>
          <a:lstStyle/>
          <a:p>
            <a:endParaRPr lang="en-US" dirty="0"/>
          </a:p>
        </p:txBody>
      </p:sp>
      <p:sp>
        <p:nvSpPr>
          <p:cNvPr id="7" name="Slide Number Placeholder 6"/>
          <p:cNvSpPr>
            <a:spLocks noGrp="1"/>
          </p:cNvSpPr>
          <p:nvPr>
            <p:ph type="sldNum" sz="quarter" idx="12"/>
          </p:nvPr>
        </p:nvSpPr>
        <p:spPr/>
        <p:txBody>
          <a:bodyPr/>
          <a:lstStyle/>
          <a:p>
            <a:fld id="{8B37D5FE-740C-46F5-801A-FA5477D9711F}"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2FB5AFD-D735-4504-A039-ADEBB6448D55}" type="datetime4">
              <a:rPr lang="en-US" smtClean="0"/>
              <a:pPr/>
              <a:t>August 14, 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B37D5FE-740C-46F5-801A-FA5477D9711F}"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030147"/>
            <a:ext cx="1484453" cy="4780344"/>
          </a:xfrm>
        </p:spPr>
        <p:txBody>
          <a:bodyPr vert="eaVert" anchor="ctr"/>
          <a:lstStyle/>
          <a:p>
            <a:r>
              <a:rPr lang="en-US"/>
              <a:t>Click to edit Master title style</a:t>
            </a:r>
          </a:p>
        </p:txBody>
      </p:sp>
      <p:sp>
        <p:nvSpPr>
          <p:cNvPr id="3" name="Vertical Text Placeholder 2"/>
          <p:cNvSpPr>
            <a:spLocks noGrp="1"/>
          </p:cNvSpPr>
          <p:nvPr>
            <p:ph type="body" orient="vert" idx="1"/>
          </p:nvPr>
        </p:nvSpPr>
        <p:spPr>
          <a:xfrm>
            <a:off x="1053296" y="1030147"/>
            <a:ext cx="5423704" cy="47803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B5C8118-FB93-4E87-B380-0175F2FE2167}" type="datetime4">
              <a:rPr lang="en-US" smtClean="0"/>
              <a:pPr/>
              <a:t>August 14, 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B37D5FE-740C-46F5-801A-FA5477D9711F}"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42" name="Group 41"/>
          <p:cNvGrpSpPr/>
          <p:nvPr/>
        </p:nvGrpSpPr>
        <p:grpSpPr>
          <a:xfrm>
            <a:off x="-304800" y="0"/>
            <a:ext cx="9932332" cy="6858000"/>
            <a:chOff x="-382404" y="0"/>
            <a:chExt cx="9932332" cy="6858000"/>
          </a:xfrm>
        </p:grpSpPr>
        <p:grpSp>
          <p:nvGrpSpPr>
            <p:cNvPr id="43" name="Group 44"/>
            <p:cNvGrpSpPr/>
            <p:nvPr/>
          </p:nvGrpSpPr>
          <p:grpSpPr>
            <a:xfrm>
              <a:off x="0" y="0"/>
              <a:ext cx="9144000" cy="6858000"/>
              <a:chOff x="0" y="0"/>
              <a:chExt cx="9144000" cy="6858000"/>
            </a:xfrm>
          </p:grpSpPr>
          <p:grpSp>
            <p:nvGrpSpPr>
              <p:cNvPr id="101" name="Group 4"/>
              <p:cNvGrpSpPr/>
              <p:nvPr/>
            </p:nvGrpSpPr>
            <p:grpSpPr>
              <a:xfrm>
                <a:off x="0" y="0"/>
                <a:ext cx="2514600" cy="6858000"/>
                <a:chOff x="0" y="0"/>
                <a:chExt cx="2514600" cy="6858000"/>
              </a:xfrm>
            </p:grpSpPr>
            <p:sp>
              <p:nvSpPr>
                <p:cNvPr id="113" name="Rectangle 112"/>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2" name="Group 5"/>
              <p:cNvGrpSpPr/>
              <p:nvPr/>
            </p:nvGrpSpPr>
            <p:grpSpPr>
              <a:xfrm>
                <a:off x="422910" y="0"/>
                <a:ext cx="2514600" cy="6858000"/>
                <a:chOff x="0" y="0"/>
                <a:chExt cx="2514600" cy="6858000"/>
              </a:xfrm>
            </p:grpSpPr>
            <p:sp>
              <p:nvSpPr>
                <p:cNvPr id="110" name="Rectangle 109"/>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Rectangle 110"/>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Rectangle 111"/>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3" name="Group 9"/>
              <p:cNvGrpSpPr/>
              <p:nvPr/>
            </p:nvGrpSpPr>
            <p:grpSpPr>
              <a:xfrm rot="10800000">
                <a:off x="6629400" y="0"/>
                <a:ext cx="2514600" cy="6858000"/>
                <a:chOff x="0" y="0"/>
                <a:chExt cx="2514600" cy="6858000"/>
              </a:xfrm>
            </p:grpSpPr>
            <p:sp>
              <p:nvSpPr>
                <p:cNvPr id="107" name="Rectangle 106"/>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Rectangle 107"/>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Rectangle 108"/>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4" name="Rectangle 103"/>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Rectangle 104"/>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Rectangle 105"/>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4" name="Freeform 43"/>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5" name="Freeform 44"/>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6" name="Freeform 45"/>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7" name="Freeform 46"/>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Freeform 48"/>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0" name="Hexagon 49"/>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Hexagon 50"/>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Hexagon 51"/>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Hexagon 52"/>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Hexagon 53"/>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Freeform 54"/>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Hexagon 55"/>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Hexagon 56"/>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Hexagon 57"/>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Hexagon 58"/>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Hexagon 59"/>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Hexagon 94"/>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Hexagon 95"/>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Hexagon 96"/>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Hexagon 97"/>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Freeform 98"/>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Freeform 99"/>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6" name="Rectangle 65"/>
          <p:cNvSpPr/>
          <p:nvPr/>
        </p:nvSpPr>
        <p:spPr>
          <a:xfrm>
            <a:off x="457200" y="333487"/>
            <a:ext cx="8229600" cy="6185647"/>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69"/>
          <p:cNvSpPr/>
          <p:nvPr/>
        </p:nvSpPr>
        <p:spPr>
          <a:xfrm>
            <a:off x="4561242" y="-21511"/>
            <a:ext cx="3679116" cy="699244"/>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p:cNvSpPr/>
          <p:nvPr/>
        </p:nvSpPr>
        <p:spPr>
          <a:xfrm>
            <a:off x="4649096" y="-21510"/>
            <a:ext cx="3505200" cy="6239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1043490" y="1027664"/>
            <a:ext cx="7024744" cy="1143000"/>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43492" y="2323652"/>
            <a:ext cx="6777317" cy="350897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997388" y="224492"/>
            <a:ext cx="2133600" cy="365125"/>
          </a:xfrm>
          <a:prstGeom prst="rect">
            <a:avLst/>
          </a:prstGeom>
        </p:spPr>
        <p:txBody>
          <a:bodyPr vert="horz" lIns="91440" tIns="45720" rIns="91440" bIns="45720" rtlCol="0" anchor="ctr"/>
          <a:lstStyle>
            <a:lvl1pPr algn="r">
              <a:defRPr sz="1200">
                <a:solidFill>
                  <a:srgbClr val="FEFEFE"/>
                </a:solidFill>
              </a:defRPr>
            </a:lvl1pPr>
          </a:lstStyle>
          <a:p>
            <a:fld id="{16C01193-8287-4834-A286-6B880643E934}" type="datetime4">
              <a:rPr lang="en-US" smtClean="0"/>
              <a:pPr/>
              <a:t>August 14, 2023</a:t>
            </a:fld>
            <a:endParaRPr lang="en-US"/>
          </a:p>
        </p:txBody>
      </p:sp>
      <p:sp>
        <p:nvSpPr>
          <p:cNvPr id="5" name="Footer Placeholder 4"/>
          <p:cNvSpPr>
            <a:spLocks noGrp="1"/>
          </p:cNvSpPr>
          <p:nvPr>
            <p:ph type="ftr" sz="quarter" idx="3"/>
          </p:nvPr>
        </p:nvSpPr>
        <p:spPr>
          <a:xfrm>
            <a:off x="4641448" y="5852160"/>
            <a:ext cx="3502152" cy="365125"/>
          </a:xfrm>
          <a:prstGeom prst="rect">
            <a:avLst/>
          </a:prstGeom>
        </p:spPr>
        <p:txBody>
          <a:bodyPr vert="horz" lIns="91440" tIns="45720" rIns="91440" bIns="45720" rtlCol="0" anchor="ctr"/>
          <a:lstStyle>
            <a:lvl1pPr algn="r">
              <a:defRPr sz="1200">
                <a:solidFill>
                  <a:schemeClr val="accent1"/>
                </a:solidFill>
              </a:defRPr>
            </a:lvl1pPr>
          </a:lstStyle>
          <a:p>
            <a:endParaRPr lang="en-US" dirty="0"/>
          </a:p>
        </p:txBody>
      </p:sp>
      <p:sp>
        <p:nvSpPr>
          <p:cNvPr id="6" name="Slide Number Placeholder 5"/>
          <p:cNvSpPr>
            <a:spLocks noGrp="1"/>
          </p:cNvSpPr>
          <p:nvPr>
            <p:ph type="sldNum" sz="quarter" idx="4"/>
          </p:nvPr>
        </p:nvSpPr>
        <p:spPr>
          <a:xfrm>
            <a:off x="4649096" y="224491"/>
            <a:ext cx="1332156" cy="365125"/>
          </a:xfrm>
          <a:prstGeom prst="rect">
            <a:avLst/>
          </a:prstGeom>
        </p:spPr>
        <p:txBody>
          <a:bodyPr vert="horz" lIns="91440" tIns="45720" rIns="91440" bIns="45720" rtlCol="0" anchor="ctr"/>
          <a:lstStyle>
            <a:lvl1pPr algn="l">
              <a:defRPr sz="1200">
                <a:solidFill>
                  <a:srgbClr val="FEFEFE"/>
                </a:solidFill>
              </a:defRPr>
            </a:lvl1pPr>
          </a:lstStyle>
          <a:p>
            <a:fld id="{8B37D5FE-740C-46F5-801A-FA5477D9711F}"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793" r:id="rId1"/>
    <p:sldLayoutId id="2147483794" r:id="rId2"/>
    <p:sldLayoutId id="2147483795" r:id="rId3"/>
    <p:sldLayoutId id="2147483796" r:id="rId4"/>
    <p:sldLayoutId id="2147483797" r:id="rId5"/>
    <p:sldLayoutId id="2147483798" r:id="rId6"/>
    <p:sldLayoutId id="2147483799" r:id="rId7"/>
    <p:sldLayoutId id="2147483800" r:id="rId8"/>
    <p:sldLayoutId id="2147483801" r:id="rId9"/>
    <p:sldLayoutId id="2147483802" r:id="rId10"/>
    <p:sldLayoutId id="2147483803" r:id="rId11"/>
  </p:sldLayoutIdLst>
  <p:hf hdr="0"/>
  <p:txStyles>
    <p:titleStyle>
      <a:lvl1pPr algn="l" defTabSz="914400" rtl="0" eaLnBrk="1" latinLnBrk="0" hangingPunct="1">
        <a:spcBef>
          <a:spcPct val="0"/>
        </a:spcBef>
        <a:buNone/>
        <a:defRPr sz="40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274320" algn="l" defTabSz="914400" rtl="0" eaLnBrk="1" latinLnBrk="0" hangingPunct="1">
        <a:spcBef>
          <a:spcPct val="20000"/>
        </a:spcBef>
        <a:buClr>
          <a:schemeClr val="accent1"/>
        </a:buClr>
        <a:buSzPct val="76000"/>
        <a:buFont typeface="Wingdings 2" pitchFamily="18" charset="2"/>
        <a:buChar char=""/>
        <a:defRPr sz="2400" kern="1200">
          <a:solidFill>
            <a:schemeClr val="tx2"/>
          </a:solidFill>
          <a:latin typeface="+mn-lt"/>
          <a:ea typeface="+mn-ea"/>
          <a:cs typeface="+mn-cs"/>
        </a:defRPr>
      </a:lvl1pPr>
      <a:lvl2pPr marL="640080" indent="-274320" algn="l" defTabSz="914400" rtl="0" eaLnBrk="1" latinLnBrk="0" hangingPunct="1">
        <a:spcBef>
          <a:spcPct val="20000"/>
        </a:spcBef>
        <a:buClr>
          <a:schemeClr val="accent1"/>
        </a:buClr>
        <a:buSzPct val="76000"/>
        <a:buFont typeface="Wingdings 2" pitchFamily="18" charset="2"/>
        <a:buChar char=""/>
        <a:defRPr sz="2200" kern="1200">
          <a:solidFill>
            <a:schemeClr val="tx2"/>
          </a:solidFill>
          <a:latin typeface="+mn-lt"/>
          <a:ea typeface="+mn-ea"/>
          <a:cs typeface="+mn-cs"/>
        </a:defRPr>
      </a:lvl2pPr>
      <a:lvl3pPr marL="914400" indent="-228600" algn="l" defTabSz="914400" rtl="0" eaLnBrk="1" latinLnBrk="0" hangingPunct="1">
        <a:spcBef>
          <a:spcPct val="20000"/>
        </a:spcBef>
        <a:buClr>
          <a:schemeClr val="accent1"/>
        </a:buClr>
        <a:buSzPct val="76000"/>
        <a:buFont typeface="Wingdings 2" pitchFamily="18" charset="2"/>
        <a:buChar char=""/>
        <a:defRPr sz="2000" kern="1200">
          <a:solidFill>
            <a:schemeClr val="tx2"/>
          </a:solidFill>
          <a:latin typeface="+mn-lt"/>
          <a:ea typeface="+mn-ea"/>
          <a:cs typeface="+mn-cs"/>
        </a:defRPr>
      </a:lvl3pPr>
      <a:lvl4pPr marL="1124712" indent="-228600" algn="l" defTabSz="914400" rtl="0" eaLnBrk="1" latinLnBrk="0" hangingPunct="1">
        <a:spcBef>
          <a:spcPct val="20000"/>
        </a:spcBef>
        <a:buClr>
          <a:schemeClr val="accent1"/>
        </a:buClr>
        <a:buSzPct val="76000"/>
        <a:buFont typeface="Wingdings 2" pitchFamily="18" charset="2"/>
        <a:buChar char=""/>
        <a:defRPr sz="1800" kern="1200">
          <a:solidFill>
            <a:schemeClr val="tx2"/>
          </a:solidFill>
          <a:latin typeface="+mn-lt"/>
          <a:ea typeface="+mn-ea"/>
          <a:cs typeface="+mn-cs"/>
        </a:defRPr>
      </a:lvl4pPr>
      <a:lvl5pPr marL="1325880" indent="-228600" algn="l" defTabSz="914400" rtl="0" eaLnBrk="1" latinLnBrk="0" hangingPunct="1">
        <a:spcBef>
          <a:spcPct val="20000"/>
        </a:spcBef>
        <a:buClr>
          <a:schemeClr val="accent1"/>
        </a:buClr>
        <a:buSzPct val="76000"/>
        <a:buFont typeface="Wingdings 2" pitchFamily="18" charset="2"/>
        <a:buChar char=""/>
        <a:defRPr sz="1600" kern="1200" baseline="0">
          <a:solidFill>
            <a:schemeClr val="tx2"/>
          </a:solidFill>
          <a:latin typeface="+mn-lt"/>
          <a:ea typeface="+mn-ea"/>
          <a:cs typeface="+mn-cs"/>
        </a:defRPr>
      </a:lvl5pPr>
      <a:lvl6pPr marL="1517904"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6pPr>
      <a:lvl7pPr marL="1719072"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7pPr>
      <a:lvl8pPr marL="1920240"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8pPr>
      <a:lvl9pPr marL="2121408"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8.jpeg"/></Relationships>
</file>

<file path=ppt/slides/_rels/slide1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2.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31.xml.rels><?xml version="1.0" encoding="UTF-8" standalone="yes"?>
<Relationships xmlns="http://schemas.openxmlformats.org/package/2006/relationships"><Relationship Id="rId2" Type="http://schemas.openxmlformats.org/officeDocument/2006/relationships/hyperlink" Target="https://www.youtube.com/watch?v=PlEzyZadA90" TargetMode="Externa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34.jpg"/><Relationship Id="rId4" Type="http://schemas.openxmlformats.org/officeDocument/2006/relationships/image" Target="../media/image33.jpg"/></Relationships>
</file>

<file path=ppt/slides/_rels/slide34.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649096" y="2348880"/>
            <a:ext cx="3707334" cy="2376264"/>
          </a:xfrm>
        </p:spPr>
        <p:txBody>
          <a:bodyPr>
            <a:normAutofit fontScale="90000"/>
          </a:bodyPr>
          <a:lstStyle/>
          <a:p>
            <a:r>
              <a:rPr lang="en-AU" sz="4000" dirty="0"/>
              <a:t>11ATAR Biology</a:t>
            </a:r>
            <a:br>
              <a:rPr lang="en-AU" dirty="0"/>
            </a:br>
            <a:br>
              <a:rPr lang="en-AU" dirty="0"/>
            </a:br>
            <a:r>
              <a:rPr lang="en-AU" dirty="0"/>
              <a:t>Week 25 -</a:t>
            </a:r>
            <a:br>
              <a:rPr lang="en-AU" dirty="0"/>
            </a:br>
            <a:r>
              <a:rPr lang="en-AU" dirty="0"/>
              <a:t>Photosynthesis</a:t>
            </a:r>
          </a:p>
        </p:txBody>
      </p:sp>
      <p:sp>
        <p:nvSpPr>
          <p:cNvPr id="6" name="Slide Number Placeholder 5"/>
          <p:cNvSpPr>
            <a:spLocks noGrp="1"/>
          </p:cNvSpPr>
          <p:nvPr>
            <p:ph type="sldNum" sz="quarter" idx="12"/>
          </p:nvPr>
        </p:nvSpPr>
        <p:spPr/>
        <p:txBody>
          <a:bodyPr/>
          <a:lstStyle/>
          <a:p>
            <a:fld id="{8B37D5FE-740C-46F5-801A-FA5477D9711F}" type="slidenum">
              <a:rPr lang="en-US" smtClean="0"/>
              <a:pPr/>
              <a:t>1</a:t>
            </a:fld>
            <a:endParaRPr lang="en-US" dirty="0"/>
          </a:p>
        </p:txBody>
      </p:sp>
      <p:pic>
        <p:nvPicPr>
          <p:cNvPr id="40962" name="Picture 2" descr="http://www.hasdk12.org/cms/lib3/PA01001366/Centricity/Domain/484/photosynthesis.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9166" y="1196752"/>
            <a:ext cx="3485836" cy="4353795"/>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3CA4D844-4A9F-4F01-8D25-F719A595EAC6}"/>
              </a:ext>
            </a:extLst>
          </p:cNvPr>
          <p:cNvSpPr/>
          <p:nvPr/>
        </p:nvSpPr>
        <p:spPr>
          <a:xfrm>
            <a:off x="2267744" y="1196752"/>
            <a:ext cx="1368152" cy="2880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2219893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1620" y="548680"/>
            <a:ext cx="7024744" cy="889225"/>
          </a:xfrm>
        </p:spPr>
        <p:txBody>
          <a:bodyPr>
            <a:normAutofit fontScale="90000"/>
          </a:bodyPr>
          <a:lstStyle/>
          <a:p>
            <a:r>
              <a:rPr lang="en-AU" dirty="0"/>
              <a:t>Year 11 Biology Work Schedule</a:t>
            </a:r>
          </a:p>
        </p:txBody>
      </p:sp>
      <p:sp>
        <p:nvSpPr>
          <p:cNvPr id="3" name="Content Placeholder 2"/>
          <p:cNvSpPr>
            <a:spLocks noGrp="1"/>
          </p:cNvSpPr>
          <p:nvPr>
            <p:ph sz="quarter" idx="1"/>
          </p:nvPr>
        </p:nvSpPr>
        <p:spPr>
          <a:xfrm>
            <a:off x="1163039" y="1628000"/>
            <a:ext cx="6777317" cy="2508539"/>
          </a:xfrm>
        </p:spPr>
        <p:txBody>
          <a:bodyPr>
            <a:normAutofit fontScale="85000" lnSpcReduction="10000"/>
          </a:bodyPr>
          <a:lstStyle/>
          <a:p>
            <a:r>
              <a:rPr lang="en-AU" altLang="en-US" dirty="0"/>
              <a:t>It is important to remain on schedule during this Semester.</a:t>
            </a:r>
          </a:p>
          <a:p>
            <a:pPr marL="68580" indent="0">
              <a:buNone/>
            </a:pPr>
            <a:r>
              <a:rPr lang="en-AU" altLang="en-US" dirty="0"/>
              <a:t>Moodle</a:t>
            </a:r>
          </a:p>
          <a:p>
            <a:r>
              <a:rPr lang="en-AU" altLang="en-US" dirty="0"/>
              <a:t>Have you visited Moodle this week?        Yes / No</a:t>
            </a:r>
          </a:p>
          <a:p>
            <a:pPr marL="68580" indent="0">
              <a:buNone/>
            </a:pPr>
            <a:r>
              <a:rPr lang="en-AU" altLang="en-US" dirty="0"/>
              <a:t>Tasks</a:t>
            </a:r>
          </a:p>
          <a:p>
            <a:r>
              <a:rPr lang="en-AU" altLang="en-US" dirty="0"/>
              <a:t>Are you on schedule?     	        	Yes / No</a:t>
            </a:r>
          </a:p>
          <a:p>
            <a:r>
              <a:rPr lang="en-AU" altLang="en-US" dirty="0"/>
              <a:t>When is your next task due?</a:t>
            </a:r>
          </a:p>
          <a:p>
            <a:endParaRPr lang="en-AU" dirty="0"/>
          </a:p>
        </p:txBody>
      </p:sp>
      <p:pic>
        <p:nvPicPr>
          <p:cNvPr id="5" name="Picture 4"/>
          <p:cNvPicPr>
            <a:picLocks noChangeAspect="1"/>
          </p:cNvPicPr>
          <p:nvPr/>
        </p:nvPicPr>
        <p:blipFill>
          <a:blip r:embed="rId2"/>
          <a:stretch>
            <a:fillRect/>
          </a:stretch>
        </p:blipFill>
        <p:spPr>
          <a:xfrm>
            <a:off x="179512" y="4279755"/>
            <a:ext cx="8777751" cy="2448272"/>
          </a:xfrm>
          <a:prstGeom prst="rect">
            <a:avLst/>
          </a:prstGeom>
        </p:spPr>
      </p:pic>
    </p:spTree>
    <p:extLst>
      <p:ext uri="{BB962C8B-B14F-4D97-AF65-F5344CB8AC3E}">
        <p14:creationId xmlns:p14="http://schemas.microsoft.com/office/powerpoint/2010/main" val="29813395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3490" y="1027664"/>
            <a:ext cx="7024744" cy="889168"/>
          </a:xfrm>
        </p:spPr>
        <p:txBody>
          <a:bodyPr/>
          <a:lstStyle/>
          <a:p>
            <a:r>
              <a:rPr lang="en-AU" dirty="0"/>
              <a:t>Crash Course Biology</a:t>
            </a:r>
          </a:p>
        </p:txBody>
      </p:sp>
      <p:sp>
        <p:nvSpPr>
          <p:cNvPr id="3" name="Content Placeholder 2"/>
          <p:cNvSpPr>
            <a:spLocks noGrp="1"/>
          </p:cNvSpPr>
          <p:nvPr>
            <p:ph idx="1"/>
          </p:nvPr>
        </p:nvSpPr>
        <p:spPr>
          <a:xfrm>
            <a:off x="1043492" y="2323652"/>
            <a:ext cx="7200916" cy="3508977"/>
          </a:xfrm>
        </p:spPr>
        <p:txBody>
          <a:bodyPr/>
          <a:lstStyle/>
          <a:p>
            <a:pPr marL="68580" indent="0">
              <a:buNone/>
            </a:pPr>
            <a:r>
              <a:rPr lang="en-AU" dirty="0">
                <a:sym typeface="Wingdings" panose="05000000000000000000" pitchFamily="2" charset="2"/>
              </a:rPr>
              <a:t>Good resource for this topic  </a:t>
            </a:r>
            <a:r>
              <a:rPr lang="en-AU" sz="2000" dirty="0">
                <a:sym typeface="Wingdings" panose="05000000000000000000" pitchFamily="2" charset="2"/>
              </a:rPr>
              <a:t>(13 min video):</a:t>
            </a:r>
          </a:p>
          <a:p>
            <a:endParaRPr lang="en-AU" sz="2000" dirty="0">
              <a:solidFill>
                <a:srgbClr val="0070C0"/>
              </a:solidFill>
            </a:endParaRPr>
          </a:p>
          <a:p>
            <a:pPr marL="68580" indent="0">
              <a:buNone/>
            </a:pPr>
            <a:r>
              <a:rPr lang="en-AU" sz="2000" dirty="0">
                <a:solidFill>
                  <a:srgbClr val="0070C0"/>
                </a:solidFill>
              </a:rPr>
              <a:t>https://www.youtube.com/watch?v=sQK3Yr4Sc_k</a:t>
            </a:r>
          </a:p>
        </p:txBody>
      </p:sp>
      <p:pic>
        <p:nvPicPr>
          <p:cNvPr id="5" name="Picture 4">
            <a:extLst>
              <a:ext uri="{FF2B5EF4-FFF2-40B4-BE49-F238E27FC236}">
                <a16:creationId xmlns:a16="http://schemas.microsoft.com/office/drawing/2014/main" id="{5D482AA8-A7EF-092E-9D06-E496212726A3}"/>
              </a:ext>
            </a:extLst>
          </p:cNvPr>
          <p:cNvPicPr>
            <a:picLocks noChangeAspect="1"/>
          </p:cNvPicPr>
          <p:nvPr/>
        </p:nvPicPr>
        <p:blipFill>
          <a:blip r:embed="rId3"/>
          <a:stretch>
            <a:fillRect/>
          </a:stretch>
        </p:blipFill>
        <p:spPr>
          <a:xfrm>
            <a:off x="2771800" y="3645024"/>
            <a:ext cx="3317354" cy="2375225"/>
          </a:xfrm>
          <a:prstGeom prst="rect">
            <a:avLst/>
          </a:prstGeom>
        </p:spPr>
      </p:pic>
    </p:spTree>
    <p:extLst>
      <p:ext uri="{BB962C8B-B14F-4D97-AF65-F5344CB8AC3E}">
        <p14:creationId xmlns:p14="http://schemas.microsoft.com/office/powerpoint/2010/main" val="8988011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3492" y="836712"/>
            <a:ext cx="7024744" cy="745152"/>
          </a:xfrm>
        </p:spPr>
        <p:txBody>
          <a:bodyPr/>
          <a:lstStyle/>
          <a:p>
            <a:r>
              <a:rPr lang="en-AU" dirty="0"/>
              <a:t>Learning Intentions</a:t>
            </a:r>
          </a:p>
        </p:txBody>
      </p:sp>
      <p:sp>
        <p:nvSpPr>
          <p:cNvPr id="3" name="Content Placeholder 2"/>
          <p:cNvSpPr>
            <a:spLocks noGrp="1"/>
          </p:cNvSpPr>
          <p:nvPr>
            <p:ph idx="1"/>
          </p:nvPr>
        </p:nvSpPr>
        <p:spPr>
          <a:xfrm>
            <a:off x="1046907" y="1700809"/>
            <a:ext cx="6777317" cy="1872208"/>
          </a:xfrm>
        </p:spPr>
        <p:txBody>
          <a:bodyPr>
            <a:normAutofit/>
          </a:bodyPr>
          <a:lstStyle/>
          <a:p>
            <a:pPr marL="68580" lvl="0" indent="0">
              <a:spcBef>
                <a:spcPts val="0"/>
              </a:spcBef>
              <a:buNone/>
            </a:pPr>
            <a:r>
              <a:rPr lang="en-AU" sz="1800" dirty="0"/>
              <a:t>Understand:</a:t>
            </a:r>
          </a:p>
          <a:p>
            <a:pPr lvl="0">
              <a:spcBef>
                <a:spcPts val="0"/>
              </a:spcBef>
            </a:pPr>
            <a:r>
              <a:rPr lang="en-AU" sz="1800" dirty="0"/>
              <a:t>photosynthesis is a biochemical process that uses light energy to synthesise organic compounds</a:t>
            </a:r>
          </a:p>
          <a:p>
            <a:pPr lvl="0">
              <a:spcBef>
                <a:spcPts val="0"/>
              </a:spcBef>
            </a:pPr>
            <a:r>
              <a:rPr lang="en-AU" sz="1800" dirty="0"/>
              <a:t>the rate of photosynthesis can be affected by the availability of light and carbon dioxide, and temperature</a:t>
            </a:r>
            <a:r>
              <a:rPr lang="en-AU" dirty="0"/>
              <a:t>.</a:t>
            </a:r>
            <a:endParaRPr lang="en-AU" sz="1800" dirty="0"/>
          </a:p>
        </p:txBody>
      </p:sp>
      <p:sp>
        <p:nvSpPr>
          <p:cNvPr id="4" name="Title 1"/>
          <p:cNvSpPr txBox="1">
            <a:spLocks/>
          </p:cNvSpPr>
          <p:nvPr/>
        </p:nvSpPr>
        <p:spPr>
          <a:xfrm>
            <a:off x="1043492" y="3429000"/>
            <a:ext cx="7024744" cy="745152"/>
          </a:xfrm>
          <a:prstGeom prst="rect">
            <a:avLst/>
          </a:prstGeom>
        </p:spPr>
        <p:txBody>
          <a:bodyPr vert="horz" lIns="91440" tIns="45720" rIns="91440" bIns="45720" rtlCol="0" anchor="b">
            <a:normAutofit/>
          </a:bodyPr>
          <a:lstStyle>
            <a:lvl1pPr algn="l" defTabSz="914400" rtl="0" eaLnBrk="1" latinLnBrk="0" hangingPunct="1">
              <a:spcBef>
                <a:spcPct val="0"/>
              </a:spcBef>
              <a:buNone/>
              <a:defRPr sz="40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dirty="0"/>
              <a:t>Success Criteria</a:t>
            </a:r>
          </a:p>
        </p:txBody>
      </p:sp>
      <p:sp>
        <p:nvSpPr>
          <p:cNvPr id="5" name="Content Placeholder 2"/>
          <p:cNvSpPr txBox="1">
            <a:spLocks/>
          </p:cNvSpPr>
          <p:nvPr/>
        </p:nvSpPr>
        <p:spPr>
          <a:xfrm>
            <a:off x="1043492" y="4190176"/>
            <a:ext cx="6777317" cy="3843789"/>
          </a:xfrm>
          <a:prstGeom prst="rect">
            <a:avLst/>
          </a:prstGeom>
        </p:spPr>
        <p:txBody>
          <a:bodyPr vert="horz" lIns="91440" tIns="45720" rIns="91440" bIns="45720" rtlCol="0">
            <a:normAutofit/>
          </a:bodyPr>
          <a:lstStyle>
            <a:lvl1pPr marL="342900" indent="-274320" algn="l" defTabSz="914400" rtl="0" eaLnBrk="1" latinLnBrk="0" hangingPunct="1">
              <a:spcBef>
                <a:spcPct val="20000"/>
              </a:spcBef>
              <a:buClr>
                <a:schemeClr val="accent1"/>
              </a:buClr>
              <a:buSzPct val="76000"/>
              <a:buFont typeface="Wingdings 2" pitchFamily="18" charset="2"/>
              <a:buChar char=""/>
              <a:defRPr sz="2400" kern="1200">
                <a:solidFill>
                  <a:schemeClr val="tx2"/>
                </a:solidFill>
                <a:latin typeface="+mn-lt"/>
                <a:ea typeface="+mn-ea"/>
                <a:cs typeface="+mn-cs"/>
              </a:defRPr>
            </a:lvl1pPr>
            <a:lvl2pPr marL="640080" indent="-274320" algn="l" defTabSz="914400" rtl="0" eaLnBrk="1" latinLnBrk="0" hangingPunct="1">
              <a:spcBef>
                <a:spcPct val="20000"/>
              </a:spcBef>
              <a:buClr>
                <a:schemeClr val="accent1"/>
              </a:buClr>
              <a:buSzPct val="76000"/>
              <a:buFont typeface="Wingdings 2" pitchFamily="18" charset="2"/>
              <a:buChar char=""/>
              <a:defRPr sz="2200" kern="1200">
                <a:solidFill>
                  <a:schemeClr val="tx2"/>
                </a:solidFill>
                <a:latin typeface="+mn-lt"/>
                <a:ea typeface="+mn-ea"/>
                <a:cs typeface="+mn-cs"/>
              </a:defRPr>
            </a:lvl2pPr>
            <a:lvl3pPr marL="914400" indent="-228600" algn="l" defTabSz="914400" rtl="0" eaLnBrk="1" latinLnBrk="0" hangingPunct="1">
              <a:spcBef>
                <a:spcPct val="20000"/>
              </a:spcBef>
              <a:buClr>
                <a:schemeClr val="accent1"/>
              </a:buClr>
              <a:buSzPct val="76000"/>
              <a:buFont typeface="Wingdings 2" pitchFamily="18" charset="2"/>
              <a:buChar char=""/>
              <a:defRPr sz="2000" kern="1200">
                <a:solidFill>
                  <a:schemeClr val="tx2"/>
                </a:solidFill>
                <a:latin typeface="+mn-lt"/>
                <a:ea typeface="+mn-ea"/>
                <a:cs typeface="+mn-cs"/>
              </a:defRPr>
            </a:lvl3pPr>
            <a:lvl4pPr marL="1124712" indent="-228600" algn="l" defTabSz="914400" rtl="0" eaLnBrk="1" latinLnBrk="0" hangingPunct="1">
              <a:spcBef>
                <a:spcPct val="20000"/>
              </a:spcBef>
              <a:buClr>
                <a:schemeClr val="accent1"/>
              </a:buClr>
              <a:buSzPct val="76000"/>
              <a:buFont typeface="Wingdings 2" pitchFamily="18" charset="2"/>
              <a:buChar char=""/>
              <a:defRPr sz="1800" kern="1200">
                <a:solidFill>
                  <a:schemeClr val="tx2"/>
                </a:solidFill>
                <a:latin typeface="+mn-lt"/>
                <a:ea typeface="+mn-ea"/>
                <a:cs typeface="+mn-cs"/>
              </a:defRPr>
            </a:lvl4pPr>
            <a:lvl5pPr marL="1325880" indent="-228600" algn="l" defTabSz="914400" rtl="0" eaLnBrk="1" latinLnBrk="0" hangingPunct="1">
              <a:spcBef>
                <a:spcPct val="20000"/>
              </a:spcBef>
              <a:buClr>
                <a:schemeClr val="accent1"/>
              </a:buClr>
              <a:buSzPct val="76000"/>
              <a:buFont typeface="Wingdings 2" pitchFamily="18" charset="2"/>
              <a:buChar char=""/>
              <a:defRPr sz="1600" kern="1200" baseline="0">
                <a:solidFill>
                  <a:schemeClr val="tx2"/>
                </a:solidFill>
                <a:latin typeface="+mn-lt"/>
                <a:ea typeface="+mn-ea"/>
                <a:cs typeface="+mn-cs"/>
              </a:defRPr>
            </a:lvl5pPr>
            <a:lvl6pPr marL="1517904"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6pPr>
            <a:lvl7pPr marL="1719072"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7pPr>
            <a:lvl8pPr marL="1920240"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8pPr>
            <a:lvl9pPr marL="2121408"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9pPr>
          </a:lstStyle>
          <a:p>
            <a:pPr marL="68580" indent="0">
              <a:spcBef>
                <a:spcPts val="0"/>
              </a:spcBef>
              <a:buFont typeface="Wingdings 2" pitchFamily="18" charset="2"/>
              <a:buNone/>
            </a:pPr>
            <a:r>
              <a:rPr lang="en-AU" sz="1800" dirty="0"/>
              <a:t>Students will be able to :</a:t>
            </a:r>
          </a:p>
          <a:p>
            <a:pPr>
              <a:spcBef>
                <a:spcPts val="0"/>
              </a:spcBef>
            </a:pPr>
            <a:r>
              <a:rPr lang="en-AU" sz="1800" dirty="0"/>
              <a:t>State the balanced equation for photosynthesis.</a:t>
            </a:r>
          </a:p>
          <a:p>
            <a:pPr>
              <a:spcBef>
                <a:spcPts val="0"/>
              </a:spcBef>
            </a:pPr>
            <a:r>
              <a:rPr lang="en-AU" sz="1800" dirty="0"/>
              <a:t>Identify the sites of light dependent and light independent reactions within the chloroplast, stating the inputs and outputs of each.</a:t>
            </a:r>
          </a:p>
          <a:p>
            <a:pPr>
              <a:spcBef>
                <a:spcPts val="0"/>
              </a:spcBef>
            </a:pPr>
            <a:r>
              <a:rPr lang="en-AU" sz="1800" dirty="0"/>
              <a:t>Explain the effects of the availability of light and carbon dioxide, and temperature on the rate of photosynthesis.</a:t>
            </a:r>
          </a:p>
          <a:p>
            <a:pPr>
              <a:spcBef>
                <a:spcPts val="0"/>
              </a:spcBef>
            </a:pPr>
            <a:endParaRPr lang="en-AU" sz="1800" dirty="0"/>
          </a:p>
        </p:txBody>
      </p:sp>
    </p:spTree>
    <p:extLst>
      <p:ext uri="{BB962C8B-B14F-4D97-AF65-F5344CB8AC3E}">
        <p14:creationId xmlns:p14="http://schemas.microsoft.com/office/powerpoint/2010/main" val="40594404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3490" y="1027664"/>
            <a:ext cx="7024744" cy="817160"/>
          </a:xfrm>
        </p:spPr>
        <p:txBody>
          <a:bodyPr>
            <a:normAutofit fontScale="90000"/>
          </a:bodyPr>
          <a:lstStyle/>
          <a:p>
            <a:r>
              <a:rPr lang="en-AU" dirty="0"/>
              <a:t>Previous Knowledge Check in</a:t>
            </a:r>
          </a:p>
        </p:txBody>
      </p:sp>
      <p:sp>
        <p:nvSpPr>
          <p:cNvPr id="3" name="Content Placeholder 2"/>
          <p:cNvSpPr>
            <a:spLocks noGrp="1"/>
          </p:cNvSpPr>
          <p:nvPr>
            <p:ph idx="1"/>
          </p:nvPr>
        </p:nvSpPr>
        <p:spPr>
          <a:xfrm>
            <a:off x="971600" y="2204864"/>
            <a:ext cx="6777317" cy="3508977"/>
          </a:xfrm>
        </p:spPr>
        <p:txBody>
          <a:bodyPr/>
          <a:lstStyle/>
          <a:p>
            <a:r>
              <a:rPr lang="en-AU" dirty="0"/>
              <a:t>What do you already know about photosynthesis?  </a:t>
            </a:r>
          </a:p>
        </p:txBody>
      </p:sp>
    </p:spTree>
    <p:extLst>
      <p:ext uri="{BB962C8B-B14F-4D97-AF65-F5344CB8AC3E}">
        <p14:creationId xmlns:p14="http://schemas.microsoft.com/office/powerpoint/2010/main" val="18371874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85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642787">
            <a:off x="1783705" y="2332881"/>
            <a:ext cx="5143500" cy="433089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pic>
      <p:sp>
        <p:nvSpPr>
          <p:cNvPr id="108547" name="Rectangle 3"/>
          <p:cNvSpPr>
            <a:spLocks noGrp="1" noChangeArrowheads="1"/>
          </p:cNvSpPr>
          <p:nvPr>
            <p:ph type="title"/>
          </p:nvPr>
        </p:nvSpPr>
        <p:spPr>
          <a:xfrm>
            <a:off x="909534" y="116632"/>
            <a:ext cx="7024744" cy="1143000"/>
          </a:xfrm>
        </p:spPr>
        <p:txBody>
          <a:bodyPr/>
          <a:lstStyle/>
          <a:p>
            <a:r>
              <a:rPr lang="en-US" dirty="0"/>
              <a:t>Photosynthesis</a:t>
            </a:r>
          </a:p>
        </p:txBody>
      </p:sp>
      <p:sp>
        <p:nvSpPr>
          <p:cNvPr id="108548" name="Rectangle 4"/>
          <p:cNvSpPr>
            <a:spLocks noGrp="1" noChangeArrowheads="1"/>
          </p:cNvSpPr>
          <p:nvPr>
            <p:ph type="body" idx="1"/>
          </p:nvPr>
        </p:nvSpPr>
        <p:spPr>
          <a:xfrm>
            <a:off x="539553" y="1340768"/>
            <a:ext cx="8064896" cy="1405111"/>
          </a:xfrm>
        </p:spPr>
        <p:txBody>
          <a:bodyPr>
            <a:normAutofit fontScale="85000" lnSpcReduction="20000"/>
          </a:bodyPr>
          <a:lstStyle/>
          <a:p>
            <a:r>
              <a:rPr lang="en-US" dirty="0"/>
              <a:t>Photosynthesis is the action of transforming sunlight energy into chemical energy. Photosynthesis produces:</a:t>
            </a:r>
          </a:p>
          <a:p>
            <a:pPr lvl="1"/>
            <a:r>
              <a:rPr lang="en-US" b="1" dirty="0"/>
              <a:t>Energy</a:t>
            </a:r>
            <a:r>
              <a:rPr lang="en-US" dirty="0"/>
              <a:t> for use by the autotroph and for use later down the food chain. </a:t>
            </a:r>
          </a:p>
          <a:p>
            <a:pPr lvl="1"/>
            <a:r>
              <a:rPr lang="en-US" b="1" dirty="0"/>
              <a:t>Oxygen</a:t>
            </a:r>
            <a:r>
              <a:rPr lang="en-US" dirty="0"/>
              <a:t> gas, essential for the survival of advanced life forms. </a:t>
            </a:r>
          </a:p>
        </p:txBody>
      </p:sp>
      <p:grpSp>
        <p:nvGrpSpPr>
          <p:cNvPr id="108549" name="Group 5"/>
          <p:cNvGrpSpPr>
            <a:grpSpLocks/>
          </p:cNvGrpSpPr>
          <p:nvPr/>
        </p:nvGrpSpPr>
        <p:grpSpPr bwMode="auto">
          <a:xfrm>
            <a:off x="1086074" y="3225850"/>
            <a:ext cx="1831702" cy="449833"/>
            <a:chOff x="0" y="0"/>
            <a:chExt cx="1641" cy="403"/>
          </a:xfrm>
        </p:grpSpPr>
        <p:sp>
          <p:nvSpPr>
            <p:cNvPr id="108550" name="AutoShape 6"/>
            <p:cNvSpPr>
              <a:spLocks/>
            </p:cNvSpPr>
            <p:nvPr/>
          </p:nvSpPr>
          <p:spPr bwMode="auto">
            <a:xfrm>
              <a:off x="0" y="0"/>
              <a:ext cx="1641" cy="403"/>
            </a:xfrm>
            <a:custGeom>
              <a:avLst/>
              <a:gdLst/>
              <a:ahLst/>
              <a:cxnLst/>
              <a:rect l="0" t="0" r="r" b="b"/>
              <a:pathLst>
                <a:path w="21600" h="20280">
                  <a:moveTo>
                    <a:pt x="21600" y="14377"/>
                  </a:moveTo>
                  <a:cubicBezTo>
                    <a:pt x="18230" y="8742"/>
                    <a:pt x="15724" y="1900"/>
                    <a:pt x="11828" y="290"/>
                  </a:cubicBezTo>
                  <a:cubicBezTo>
                    <a:pt x="7932" y="-1320"/>
                    <a:pt x="1390" y="3537"/>
                    <a:pt x="0" y="20280"/>
                  </a:cubicBezTo>
                </a:path>
              </a:pathLst>
            </a:custGeom>
            <a:noFill/>
            <a:ln w="50800">
              <a:solidFill>
                <a:srgbClr val="001BFF"/>
              </a:solidFill>
              <a:miter lim="800000"/>
              <a:headEnd/>
              <a:tailEnd type="stealth"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AU"/>
            </a:p>
          </p:txBody>
        </p:sp>
        <p:sp>
          <p:nvSpPr>
            <p:cNvPr id="108551" name="Rectangle 7"/>
            <p:cNvSpPr>
              <a:spLocks/>
            </p:cNvSpPr>
            <p:nvPr/>
          </p:nvSpPr>
          <p:spPr bwMode="auto">
            <a:xfrm>
              <a:off x="10" y="45"/>
              <a:ext cx="1416" cy="3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0364" algn="ctr">
                <a:tabLst>
                  <a:tab pos="366104" algn="l"/>
                </a:tabLst>
              </a:pPr>
              <a:r>
                <a:rPr lang="en-US" sz="1300" b="1">
                  <a:solidFill>
                    <a:srgbClr val="001BFF"/>
                  </a:solidFill>
                  <a:latin typeface="Arial" charset="0"/>
                  <a:cs typeface="Arial" charset="0"/>
                  <a:sym typeface="Arial" charset="0"/>
                </a:rPr>
                <a:t>Sugar</a:t>
              </a:r>
              <a:br>
                <a:rPr lang="en-US" sz="1300">
                  <a:solidFill>
                    <a:srgbClr val="001BFF"/>
                  </a:solidFill>
                  <a:latin typeface="Arial" charset="0"/>
                  <a:ea typeface="ヒラギノ角ゴ Pro W3" pitchFamily="1" charset="-128"/>
                  <a:sym typeface="Arial" charset="0"/>
                </a:rPr>
              </a:br>
              <a:r>
                <a:rPr lang="en-US" sz="1300">
                  <a:solidFill>
                    <a:srgbClr val="001BFF"/>
                  </a:solidFill>
                  <a:latin typeface="Arial" charset="0"/>
                  <a:ea typeface="ヒラギノ角ゴ Pro W3" pitchFamily="1" charset="-128"/>
                  <a:sym typeface="Arial" charset="0"/>
                </a:rPr>
                <a:t>(to rest of the plant)</a:t>
              </a:r>
            </a:p>
          </p:txBody>
        </p:sp>
      </p:grpSp>
      <p:grpSp>
        <p:nvGrpSpPr>
          <p:cNvPr id="108552" name="Group 8"/>
          <p:cNvGrpSpPr>
            <a:grpSpLocks/>
          </p:cNvGrpSpPr>
          <p:nvPr/>
        </p:nvGrpSpPr>
        <p:grpSpPr bwMode="auto">
          <a:xfrm>
            <a:off x="1830586" y="4500562"/>
            <a:ext cx="2590726" cy="1812727"/>
            <a:chOff x="0" y="0"/>
            <a:chExt cx="2321" cy="1623"/>
          </a:xfrm>
        </p:grpSpPr>
        <p:sp>
          <p:nvSpPr>
            <p:cNvPr id="108553" name="AutoShape 9"/>
            <p:cNvSpPr>
              <a:spLocks/>
            </p:cNvSpPr>
            <p:nvPr/>
          </p:nvSpPr>
          <p:spPr bwMode="auto">
            <a:xfrm rot="1262250">
              <a:off x="1667" y="25"/>
              <a:ext cx="409" cy="1443"/>
            </a:xfrm>
            <a:custGeom>
              <a:avLst/>
              <a:gdLst/>
              <a:ahLst/>
              <a:cxnLst/>
              <a:rect l="0" t="0" r="r" b="b"/>
              <a:pathLst>
                <a:path w="17215" h="21600">
                  <a:moveTo>
                    <a:pt x="13877" y="0"/>
                  </a:moveTo>
                  <a:cubicBezTo>
                    <a:pt x="21600" y="10336"/>
                    <a:pt x="15561" y="15163"/>
                    <a:pt x="0" y="21600"/>
                  </a:cubicBezTo>
                </a:path>
              </a:pathLst>
            </a:custGeom>
            <a:noFill/>
            <a:ln w="50800">
              <a:solidFill>
                <a:srgbClr val="001BFF"/>
              </a:solidFill>
              <a:miter lim="800000"/>
              <a:headEnd/>
              <a:tailEnd type="stealth"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AU"/>
            </a:p>
          </p:txBody>
        </p:sp>
        <p:sp>
          <p:nvSpPr>
            <p:cNvPr id="108554" name="Rectangle 10"/>
            <p:cNvSpPr>
              <a:spLocks/>
            </p:cNvSpPr>
            <p:nvPr/>
          </p:nvSpPr>
          <p:spPr bwMode="auto">
            <a:xfrm>
              <a:off x="0" y="1295"/>
              <a:ext cx="1416" cy="3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0364" algn="ctr">
                <a:tabLst>
                  <a:tab pos="366104" algn="l"/>
                </a:tabLst>
              </a:pPr>
              <a:r>
                <a:rPr lang="en-US" sz="1300" b="1">
                  <a:solidFill>
                    <a:srgbClr val="001BFF"/>
                  </a:solidFill>
                  <a:latin typeface="Arial" charset="0"/>
                  <a:cs typeface="Arial" charset="0"/>
                  <a:sym typeface="Arial" charset="0"/>
                </a:rPr>
                <a:t>Oxygen</a:t>
              </a:r>
              <a:r>
                <a:rPr lang="en-US" sz="1300">
                  <a:solidFill>
                    <a:srgbClr val="001BFF"/>
                  </a:solidFill>
                  <a:latin typeface="Arial" charset="0"/>
                  <a:cs typeface="Arial" charset="0"/>
                  <a:sym typeface="Arial" charset="0"/>
                </a:rPr>
                <a:t> gas</a:t>
              </a:r>
              <a:br>
                <a:rPr lang="en-US" sz="1300">
                  <a:solidFill>
                    <a:srgbClr val="001BFF"/>
                  </a:solidFill>
                  <a:latin typeface="Arial" charset="0"/>
                  <a:cs typeface="Arial" charset="0"/>
                  <a:sym typeface="Arial" charset="0"/>
                </a:rPr>
              </a:br>
              <a:r>
                <a:rPr lang="en-US" sz="1300">
                  <a:solidFill>
                    <a:srgbClr val="001BFF"/>
                  </a:solidFill>
                  <a:latin typeface="Arial" charset="0"/>
                  <a:cs typeface="Arial" charset="0"/>
                  <a:sym typeface="Arial" charset="0"/>
                </a:rPr>
                <a:t>(through stomata)</a:t>
              </a:r>
            </a:p>
          </p:txBody>
        </p:sp>
      </p:grpSp>
      <p:grpSp>
        <p:nvGrpSpPr>
          <p:cNvPr id="108555" name="Group 11"/>
          <p:cNvGrpSpPr>
            <a:grpSpLocks/>
          </p:cNvGrpSpPr>
          <p:nvPr/>
        </p:nvGrpSpPr>
        <p:grpSpPr bwMode="auto">
          <a:xfrm>
            <a:off x="892969" y="2801689"/>
            <a:ext cx="3090789" cy="2937867"/>
            <a:chOff x="0" y="214"/>
            <a:chExt cx="2769" cy="2632"/>
          </a:xfrm>
        </p:grpSpPr>
        <p:sp>
          <p:nvSpPr>
            <p:cNvPr id="108556" name="AutoShape 12"/>
            <p:cNvSpPr>
              <a:spLocks/>
            </p:cNvSpPr>
            <p:nvPr/>
          </p:nvSpPr>
          <p:spPr bwMode="auto">
            <a:xfrm rot="-9522158">
              <a:off x="1131" y="400"/>
              <a:ext cx="1097" cy="383"/>
            </a:xfrm>
            <a:custGeom>
              <a:avLst/>
              <a:gdLst/>
              <a:ahLst/>
              <a:cxnLst/>
              <a:rect l="0" t="0" r="r" b="b"/>
              <a:pathLst>
                <a:path w="21600" h="21192">
                  <a:moveTo>
                    <a:pt x="21600" y="21192"/>
                  </a:moveTo>
                  <a:cubicBezTo>
                    <a:pt x="19042" y="7756"/>
                    <a:pt x="11513" y="-408"/>
                    <a:pt x="0" y="0"/>
                  </a:cubicBezTo>
                </a:path>
              </a:pathLst>
            </a:custGeom>
            <a:noFill/>
            <a:ln w="50800">
              <a:solidFill>
                <a:srgbClr val="FD1C00"/>
              </a:solidFill>
              <a:miter lim="800000"/>
              <a:headEnd/>
              <a:tailEnd type="stealth"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AU"/>
            </a:p>
          </p:txBody>
        </p:sp>
        <p:sp>
          <p:nvSpPr>
            <p:cNvPr id="108557" name="AutoShape 13"/>
            <p:cNvSpPr>
              <a:spLocks/>
            </p:cNvSpPr>
            <p:nvPr/>
          </p:nvSpPr>
          <p:spPr bwMode="auto">
            <a:xfrm rot="-9522158">
              <a:off x="1075" y="1525"/>
              <a:ext cx="1694" cy="1321"/>
            </a:xfrm>
            <a:custGeom>
              <a:avLst/>
              <a:gdLst/>
              <a:ahLst/>
              <a:cxnLst/>
              <a:rect l="0" t="0" r="r" b="b"/>
              <a:pathLst>
                <a:path w="21600" h="20714">
                  <a:moveTo>
                    <a:pt x="21600" y="98"/>
                  </a:moveTo>
                  <a:cubicBezTo>
                    <a:pt x="9049" y="-886"/>
                    <a:pt x="1991" y="5514"/>
                    <a:pt x="0" y="20714"/>
                  </a:cubicBezTo>
                </a:path>
              </a:pathLst>
            </a:custGeom>
            <a:noFill/>
            <a:ln w="50800">
              <a:solidFill>
                <a:srgbClr val="FD1C00"/>
              </a:solidFill>
              <a:miter lim="800000"/>
              <a:headEnd/>
              <a:tailEnd type="stealth"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AU"/>
            </a:p>
          </p:txBody>
        </p:sp>
        <p:sp>
          <p:nvSpPr>
            <p:cNvPr id="108558" name="Rectangle 14"/>
            <p:cNvSpPr>
              <a:spLocks/>
            </p:cNvSpPr>
            <p:nvPr/>
          </p:nvSpPr>
          <p:spPr bwMode="auto">
            <a:xfrm>
              <a:off x="1223" y="214"/>
              <a:ext cx="1488" cy="3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0364" algn="ctr">
                <a:tabLst>
                  <a:tab pos="366104" algn="l"/>
                </a:tabLst>
              </a:pPr>
              <a:r>
                <a:rPr lang="en-US" sz="1300" b="1" dirty="0">
                  <a:solidFill>
                    <a:srgbClr val="FD1C00"/>
                  </a:solidFill>
                  <a:latin typeface="Arial" charset="0"/>
                  <a:cs typeface="Arial" charset="0"/>
                  <a:sym typeface="Arial" charset="0"/>
                </a:rPr>
                <a:t>Water</a:t>
              </a:r>
              <a:r>
                <a:rPr lang="en-US" sz="1300" dirty="0">
                  <a:solidFill>
                    <a:srgbClr val="FD1C00"/>
                  </a:solidFill>
                  <a:latin typeface="Arial" charset="0"/>
                  <a:cs typeface="Arial" charset="0"/>
                  <a:sym typeface="Arial" charset="0"/>
                </a:rPr>
                <a:t> and </a:t>
              </a:r>
              <a:r>
                <a:rPr lang="en-US" sz="1300" b="1" dirty="0">
                  <a:solidFill>
                    <a:srgbClr val="FD1C00"/>
                  </a:solidFill>
                  <a:latin typeface="Arial" charset="0"/>
                  <a:cs typeface="Arial" charset="0"/>
                  <a:sym typeface="Arial" charset="0"/>
                </a:rPr>
                <a:t>nutrients</a:t>
              </a:r>
              <a:br>
                <a:rPr lang="en-US" sz="1300" dirty="0">
                  <a:solidFill>
                    <a:srgbClr val="FD1C00"/>
                  </a:solidFill>
                  <a:latin typeface="Arial" charset="0"/>
                  <a:ea typeface="ヒラギノ角ゴ Pro W3" pitchFamily="1" charset="-128"/>
                  <a:sym typeface="Arial" charset="0"/>
                </a:rPr>
              </a:br>
              <a:r>
                <a:rPr lang="en-US" sz="1300" dirty="0">
                  <a:solidFill>
                    <a:srgbClr val="FD1C00"/>
                  </a:solidFill>
                  <a:latin typeface="Arial" charset="0"/>
                  <a:ea typeface="ヒラギノ角ゴ Pro W3" pitchFamily="1" charset="-128"/>
                  <a:sym typeface="Arial" charset="0"/>
                </a:rPr>
                <a:t>(via the roots)</a:t>
              </a:r>
            </a:p>
          </p:txBody>
        </p:sp>
        <p:sp>
          <p:nvSpPr>
            <p:cNvPr id="108559" name="Rectangle 15"/>
            <p:cNvSpPr>
              <a:spLocks/>
            </p:cNvSpPr>
            <p:nvPr/>
          </p:nvSpPr>
          <p:spPr bwMode="auto">
            <a:xfrm>
              <a:off x="0" y="2088"/>
              <a:ext cx="1496" cy="3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0364" algn="ctr">
                <a:tabLst>
                  <a:tab pos="366104" algn="l"/>
                </a:tabLst>
              </a:pPr>
              <a:r>
                <a:rPr lang="en-US" sz="1300" b="1">
                  <a:solidFill>
                    <a:srgbClr val="FD1C00"/>
                  </a:solidFill>
                  <a:latin typeface="Arial" charset="0"/>
                  <a:cs typeface="Arial" charset="0"/>
                  <a:sym typeface="Arial" charset="0"/>
                </a:rPr>
                <a:t>Carbon dioxide</a:t>
              </a:r>
              <a:r>
                <a:rPr lang="en-US" sz="1300">
                  <a:solidFill>
                    <a:srgbClr val="FD1C00"/>
                  </a:solidFill>
                  <a:latin typeface="Arial" charset="0"/>
                  <a:cs typeface="Arial" charset="0"/>
                  <a:sym typeface="Arial" charset="0"/>
                </a:rPr>
                <a:t> gas</a:t>
              </a:r>
              <a:br>
                <a:rPr lang="en-US" sz="1300">
                  <a:solidFill>
                    <a:srgbClr val="FD1C00"/>
                  </a:solidFill>
                  <a:latin typeface="Arial" charset="0"/>
                  <a:cs typeface="Arial" charset="0"/>
                  <a:sym typeface="Arial" charset="0"/>
                </a:rPr>
              </a:br>
              <a:r>
                <a:rPr lang="en-US" sz="1300">
                  <a:solidFill>
                    <a:srgbClr val="FD1C00"/>
                  </a:solidFill>
                  <a:latin typeface="Arial" charset="0"/>
                  <a:cs typeface="Arial" charset="0"/>
                  <a:sym typeface="Arial" charset="0"/>
                </a:rPr>
                <a:t>(through stomata)</a:t>
              </a:r>
            </a:p>
          </p:txBody>
        </p:sp>
      </p:grpSp>
      <p:grpSp>
        <p:nvGrpSpPr>
          <p:cNvPr id="108560" name="Group 16"/>
          <p:cNvGrpSpPr>
            <a:grpSpLocks/>
          </p:cNvGrpSpPr>
          <p:nvPr/>
        </p:nvGrpSpPr>
        <p:grpSpPr bwMode="auto">
          <a:xfrm>
            <a:off x="3667851" y="6042800"/>
            <a:ext cx="5313164" cy="457647"/>
            <a:chOff x="0" y="0"/>
            <a:chExt cx="4760" cy="410"/>
          </a:xfrm>
        </p:grpSpPr>
        <p:sp>
          <p:nvSpPr>
            <p:cNvPr id="108561" name="Rectangle 17"/>
            <p:cNvSpPr>
              <a:spLocks/>
            </p:cNvSpPr>
            <p:nvPr/>
          </p:nvSpPr>
          <p:spPr bwMode="auto">
            <a:xfrm>
              <a:off x="0" y="120"/>
              <a:ext cx="1440" cy="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0364" algn="ctr">
                <a:tabLst>
                  <a:tab pos="366104" algn="l"/>
                </a:tabLst>
              </a:pPr>
              <a:r>
                <a:rPr lang="en-US" sz="1500">
                  <a:solidFill>
                    <a:srgbClr val="FD1C00"/>
                  </a:solidFill>
                  <a:latin typeface="Arial" charset="0"/>
                  <a:cs typeface="Arial" charset="0"/>
                  <a:sym typeface="Arial" charset="0"/>
                </a:rPr>
                <a:t>6</a:t>
              </a:r>
              <a:r>
                <a:rPr lang="en-US" sz="1500" b="1">
                  <a:solidFill>
                    <a:srgbClr val="FD1C00"/>
                  </a:solidFill>
                  <a:latin typeface="Arial" charset="0"/>
                  <a:cs typeface="Arial" charset="0"/>
                  <a:sym typeface="Arial" charset="0"/>
                </a:rPr>
                <a:t>CO</a:t>
              </a:r>
              <a:r>
                <a:rPr lang="en-US" sz="1500" b="1" baseline="-6000">
                  <a:solidFill>
                    <a:srgbClr val="FD1C00"/>
                  </a:solidFill>
                  <a:latin typeface="Arial" charset="0"/>
                  <a:cs typeface="Arial" charset="0"/>
                  <a:sym typeface="Arial" charset="0"/>
                </a:rPr>
                <a:t>2</a:t>
              </a:r>
              <a:r>
                <a:rPr lang="en-US" sz="1500">
                  <a:solidFill>
                    <a:srgbClr val="FD1C00"/>
                  </a:solidFill>
                  <a:latin typeface="Arial" charset="0"/>
                  <a:cs typeface="Arial" charset="0"/>
                  <a:sym typeface="Arial" charset="0"/>
                </a:rPr>
                <a:t> + 12</a:t>
              </a:r>
              <a:r>
                <a:rPr lang="en-US" sz="1500" b="1">
                  <a:solidFill>
                    <a:srgbClr val="FD1C00"/>
                  </a:solidFill>
                  <a:latin typeface="Arial" charset="0"/>
                  <a:cs typeface="Arial" charset="0"/>
                  <a:sym typeface="Arial" charset="0"/>
                </a:rPr>
                <a:t>H</a:t>
              </a:r>
              <a:r>
                <a:rPr lang="en-US" sz="1500" b="1" baseline="-6000">
                  <a:solidFill>
                    <a:srgbClr val="FD1C00"/>
                  </a:solidFill>
                  <a:latin typeface="Arial" charset="0"/>
                  <a:cs typeface="Arial" charset="0"/>
                  <a:sym typeface="Arial" charset="0"/>
                </a:rPr>
                <a:t>2</a:t>
              </a:r>
              <a:r>
                <a:rPr lang="en-US" sz="1500" b="1">
                  <a:solidFill>
                    <a:srgbClr val="FD1C00"/>
                  </a:solidFill>
                  <a:latin typeface="Arial" charset="0"/>
                  <a:cs typeface="Arial" charset="0"/>
                  <a:sym typeface="Arial" charset="0"/>
                </a:rPr>
                <a:t>O</a:t>
              </a:r>
            </a:p>
          </p:txBody>
        </p:sp>
        <p:sp>
          <p:nvSpPr>
            <p:cNvPr id="108562" name="Rectangle 18"/>
            <p:cNvSpPr>
              <a:spLocks/>
            </p:cNvSpPr>
            <p:nvPr/>
          </p:nvSpPr>
          <p:spPr bwMode="auto">
            <a:xfrm>
              <a:off x="2680" y="120"/>
              <a:ext cx="2080" cy="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0364" algn="ctr">
                <a:tabLst>
                  <a:tab pos="366104" algn="l"/>
                </a:tabLst>
              </a:pPr>
              <a:r>
                <a:rPr lang="en-US" sz="1500" b="1" dirty="0">
                  <a:solidFill>
                    <a:srgbClr val="001BFF"/>
                  </a:solidFill>
                  <a:latin typeface="Arial" charset="0"/>
                  <a:cs typeface="Arial" charset="0"/>
                  <a:sym typeface="Arial" charset="0"/>
                </a:rPr>
                <a:t>C</a:t>
              </a:r>
              <a:r>
                <a:rPr lang="en-US" sz="1500" b="1" baseline="-6000" dirty="0">
                  <a:solidFill>
                    <a:srgbClr val="001BFF"/>
                  </a:solidFill>
                  <a:latin typeface="Arial" charset="0"/>
                  <a:cs typeface="Arial" charset="0"/>
                  <a:sym typeface="Arial" charset="0"/>
                </a:rPr>
                <a:t>6</a:t>
              </a:r>
              <a:r>
                <a:rPr lang="en-US" sz="1500" b="1" dirty="0">
                  <a:solidFill>
                    <a:srgbClr val="001BFF"/>
                  </a:solidFill>
                  <a:latin typeface="Arial" charset="0"/>
                  <a:cs typeface="Arial" charset="0"/>
                  <a:sym typeface="Arial" charset="0"/>
                </a:rPr>
                <a:t>H</a:t>
              </a:r>
              <a:r>
                <a:rPr lang="en-US" sz="1500" b="1" baseline="-6000" dirty="0">
                  <a:solidFill>
                    <a:srgbClr val="001BFF"/>
                  </a:solidFill>
                  <a:latin typeface="Arial" charset="0"/>
                  <a:cs typeface="Arial" charset="0"/>
                  <a:sym typeface="Arial" charset="0"/>
                </a:rPr>
                <a:t>12</a:t>
              </a:r>
              <a:r>
                <a:rPr lang="en-US" sz="1500" b="1" dirty="0">
                  <a:solidFill>
                    <a:srgbClr val="001BFF"/>
                  </a:solidFill>
                  <a:latin typeface="Arial" charset="0"/>
                  <a:cs typeface="Arial" charset="0"/>
                  <a:sym typeface="Arial" charset="0"/>
                </a:rPr>
                <a:t>O</a:t>
              </a:r>
              <a:r>
                <a:rPr lang="en-US" sz="1500" b="1" baseline="-6000" dirty="0">
                  <a:solidFill>
                    <a:srgbClr val="001BFF"/>
                  </a:solidFill>
                  <a:latin typeface="Arial" charset="0"/>
                  <a:cs typeface="Arial" charset="0"/>
                  <a:sym typeface="Arial" charset="0"/>
                </a:rPr>
                <a:t>6</a:t>
              </a:r>
              <a:r>
                <a:rPr lang="en-US" sz="1500" dirty="0">
                  <a:solidFill>
                    <a:srgbClr val="001BFF"/>
                  </a:solidFill>
                  <a:latin typeface="Arial" charset="0"/>
                  <a:cs typeface="Arial" charset="0"/>
                  <a:sym typeface="Arial" charset="0"/>
                </a:rPr>
                <a:t> + 6</a:t>
              </a:r>
              <a:r>
                <a:rPr lang="en-US" sz="1500" b="1" dirty="0">
                  <a:solidFill>
                    <a:srgbClr val="001BFF"/>
                  </a:solidFill>
                  <a:latin typeface="Arial" charset="0"/>
                  <a:cs typeface="Arial" charset="0"/>
                  <a:sym typeface="Arial" charset="0"/>
                </a:rPr>
                <a:t>O</a:t>
              </a:r>
              <a:r>
                <a:rPr lang="en-US" sz="1500" b="1" baseline="-6000" dirty="0">
                  <a:solidFill>
                    <a:srgbClr val="001BFF"/>
                  </a:solidFill>
                  <a:latin typeface="Arial" charset="0"/>
                  <a:cs typeface="Arial" charset="0"/>
                  <a:sym typeface="Arial" charset="0"/>
                </a:rPr>
                <a:t>2</a:t>
              </a:r>
              <a:r>
                <a:rPr lang="en-US" sz="1500" dirty="0">
                  <a:solidFill>
                    <a:srgbClr val="001BFF"/>
                  </a:solidFill>
                  <a:latin typeface="Arial" charset="0"/>
                  <a:cs typeface="Arial" charset="0"/>
                  <a:sym typeface="Arial" charset="0"/>
                </a:rPr>
                <a:t> + 6</a:t>
              </a:r>
              <a:r>
                <a:rPr lang="en-US" sz="1500" b="1" dirty="0">
                  <a:solidFill>
                    <a:srgbClr val="001BFF"/>
                  </a:solidFill>
                  <a:latin typeface="Arial" charset="0"/>
                  <a:cs typeface="Arial" charset="0"/>
                  <a:sym typeface="Arial" charset="0"/>
                </a:rPr>
                <a:t>H</a:t>
              </a:r>
              <a:r>
                <a:rPr lang="en-US" sz="1500" b="1" baseline="-6000" dirty="0">
                  <a:solidFill>
                    <a:srgbClr val="001BFF"/>
                  </a:solidFill>
                  <a:latin typeface="Arial" charset="0"/>
                  <a:cs typeface="Arial" charset="0"/>
                  <a:sym typeface="Arial" charset="0"/>
                </a:rPr>
                <a:t>2</a:t>
              </a:r>
              <a:r>
                <a:rPr lang="en-US" sz="1500" b="1" dirty="0">
                  <a:solidFill>
                    <a:srgbClr val="001BFF"/>
                  </a:solidFill>
                  <a:latin typeface="Arial" charset="0"/>
                  <a:cs typeface="Arial" charset="0"/>
                  <a:sym typeface="Arial" charset="0"/>
                </a:rPr>
                <a:t>O</a:t>
              </a:r>
            </a:p>
          </p:txBody>
        </p:sp>
        <p:sp>
          <p:nvSpPr>
            <p:cNvPr id="108563" name="Line 19"/>
            <p:cNvSpPr>
              <a:spLocks noChangeShapeType="1"/>
            </p:cNvSpPr>
            <p:nvPr/>
          </p:nvSpPr>
          <p:spPr bwMode="auto">
            <a:xfrm flipH="1">
              <a:off x="1506" y="216"/>
              <a:ext cx="1184" cy="0"/>
            </a:xfrm>
            <a:prstGeom prst="line">
              <a:avLst/>
            </a:prstGeom>
            <a:noFill/>
            <a:ln w="25400">
              <a:solidFill>
                <a:srgbClr val="000000"/>
              </a:solidFill>
              <a:round/>
              <a:headEnd type="stealth"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25400" dist="12699" dir="5400000" algn="ctr" rotWithShape="0">
                      <a:schemeClr val="bg2">
                        <a:alpha val="20000"/>
                      </a:schemeClr>
                    </a:outerShdw>
                  </a:effectLst>
                </a14:hiddenEffects>
              </a:ext>
            </a:extLst>
          </p:spPr>
          <p:txBody>
            <a:bodyPr/>
            <a:lstStyle/>
            <a:p>
              <a:endParaRPr lang="en-AU"/>
            </a:p>
          </p:txBody>
        </p:sp>
        <p:sp>
          <p:nvSpPr>
            <p:cNvPr id="108564" name="Rectangle 20"/>
            <p:cNvSpPr>
              <a:spLocks/>
            </p:cNvSpPr>
            <p:nvPr/>
          </p:nvSpPr>
          <p:spPr bwMode="auto">
            <a:xfrm>
              <a:off x="1560" y="250"/>
              <a:ext cx="1080" cy="1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0364" algn="ctr">
                <a:tabLst>
                  <a:tab pos="366104" algn="l"/>
                </a:tabLst>
              </a:pPr>
              <a:r>
                <a:rPr lang="en-US" sz="1300" b="1" i="1" dirty="0">
                  <a:solidFill>
                    <a:srgbClr val="0B7D00"/>
                  </a:solidFill>
                  <a:latin typeface="Arial" charset="0"/>
                  <a:cs typeface="Arial" charset="0"/>
                  <a:sym typeface="Arial" charset="0"/>
                </a:rPr>
                <a:t>Chlorophyll</a:t>
              </a:r>
            </a:p>
          </p:txBody>
        </p:sp>
        <p:sp>
          <p:nvSpPr>
            <p:cNvPr id="108565" name="Rectangle 21"/>
            <p:cNvSpPr>
              <a:spLocks/>
            </p:cNvSpPr>
            <p:nvPr/>
          </p:nvSpPr>
          <p:spPr bwMode="auto">
            <a:xfrm>
              <a:off x="1776" y="0"/>
              <a:ext cx="632" cy="1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0364" algn="ctr">
                <a:tabLst>
                  <a:tab pos="366104" algn="l"/>
                </a:tabLst>
              </a:pPr>
              <a:r>
                <a:rPr lang="en-US" sz="1300" b="1" dirty="0">
                  <a:solidFill>
                    <a:srgbClr val="FD1C00"/>
                  </a:solidFill>
                  <a:latin typeface="Arial" charset="0"/>
                  <a:cs typeface="Arial" charset="0"/>
                  <a:sym typeface="Arial" charset="0"/>
                </a:rPr>
                <a:t>Light</a:t>
              </a:r>
            </a:p>
          </p:txBody>
        </p:sp>
      </p:grpSp>
      <p:grpSp>
        <p:nvGrpSpPr>
          <p:cNvPr id="108566" name="Group 22"/>
          <p:cNvGrpSpPr>
            <a:grpSpLocks/>
          </p:cNvGrpSpPr>
          <p:nvPr/>
        </p:nvGrpSpPr>
        <p:grpSpPr bwMode="auto">
          <a:xfrm>
            <a:off x="5420320" y="2902149"/>
            <a:ext cx="1866305" cy="1967880"/>
            <a:chOff x="0" y="0"/>
            <a:chExt cx="1671" cy="1763"/>
          </a:xfrm>
        </p:grpSpPr>
        <p:sp>
          <p:nvSpPr>
            <p:cNvPr id="108567" name="Oval 23"/>
            <p:cNvSpPr>
              <a:spLocks/>
            </p:cNvSpPr>
            <p:nvPr/>
          </p:nvSpPr>
          <p:spPr bwMode="auto">
            <a:xfrm>
              <a:off x="727" y="0"/>
              <a:ext cx="944" cy="944"/>
            </a:xfrm>
            <a:prstGeom prst="ellipse">
              <a:avLst/>
            </a:prstGeom>
            <a:solidFill>
              <a:srgbClr val="FFFC00"/>
            </a:solidFill>
            <a:ln w="88900">
              <a:solidFill>
                <a:srgbClr val="FFFFFF"/>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AU"/>
            </a:p>
          </p:txBody>
        </p:sp>
        <p:grpSp>
          <p:nvGrpSpPr>
            <p:cNvPr id="108568" name="Group 24"/>
            <p:cNvGrpSpPr>
              <a:grpSpLocks/>
            </p:cNvGrpSpPr>
            <p:nvPr/>
          </p:nvGrpSpPr>
          <p:grpSpPr bwMode="auto">
            <a:xfrm>
              <a:off x="0" y="635"/>
              <a:ext cx="1432" cy="1128"/>
              <a:chOff x="0" y="0"/>
              <a:chExt cx="1432" cy="1127"/>
            </a:xfrm>
          </p:grpSpPr>
          <p:sp>
            <p:nvSpPr>
              <p:cNvPr id="108569" name="Line 25"/>
              <p:cNvSpPr>
                <a:spLocks noChangeShapeType="1"/>
              </p:cNvSpPr>
              <p:nvPr/>
            </p:nvSpPr>
            <p:spPr bwMode="auto">
              <a:xfrm rot="10800000" flipH="1">
                <a:off x="150" y="0"/>
                <a:ext cx="749" cy="1188"/>
              </a:xfrm>
              <a:prstGeom prst="line">
                <a:avLst/>
              </a:prstGeom>
              <a:noFill/>
              <a:ln w="50800">
                <a:solidFill>
                  <a:srgbClr val="FFFC00"/>
                </a:solidFill>
                <a:prstDash val="sysDot"/>
                <a:round/>
                <a:headEnd type="stealth"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AU"/>
              </a:p>
            </p:txBody>
          </p:sp>
          <p:sp>
            <p:nvSpPr>
              <p:cNvPr id="108570" name="Line 26"/>
              <p:cNvSpPr>
                <a:spLocks noChangeShapeType="1"/>
              </p:cNvSpPr>
              <p:nvPr/>
            </p:nvSpPr>
            <p:spPr bwMode="auto">
              <a:xfrm rot="10800000" flipH="1">
                <a:off x="293" y="0"/>
                <a:ext cx="748" cy="1188"/>
              </a:xfrm>
              <a:prstGeom prst="line">
                <a:avLst/>
              </a:prstGeom>
              <a:noFill/>
              <a:ln w="50800">
                <a:solidFill>
                  <a:srgbClr val="FFFC00"/>
                </a:solidFill>
                <a:prstDash val="sysDot"/>
                <a:round/>
                <a:headEnd type="stealth"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AU"/>
              </a:p>
            </p:txBody>
          </p:sp>
          <p:sp>
            <p:nvSpPr>
              <p:cNvPr id="108571" name="Line 27"/>
              <p:cNvSpPr>
                <a:spLocks noChangeShapeType="1"/>
              </p:cNvSpPr>
              <p:nvPr/>
            </p:nvSpPr>
            <p:spPr bwMode="auto">
              <a:xfrm rot="10800000" flipH="1">
                <a:off x="435" y="0"/>
                <a:ext cx="749" cy="1188"/>
              </a:xfrm>
              <a:prstGeom prst="line">
                <a:avLst/>
              </a:prstGeom>
              <a:noFill/>
              <a:ln w="50800">
                <a:solidFill>
                  <a:srgbClr val="FFFC00"/>
                </a:solidFill>
                <a:prstDash val="sysDot"/>
                <a:round/>
                <a:headEnd type="stealth"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AU"/>
              </a:p>
            </p:txBody>
          </p:sp>
          <p:sp>
            <p:nvSpPr>
              <p:cNvPr id="108572" name="Line 28"/>
              <p:cNvSpPr>
                <a:spLocks noChangeShapeType="1"/>
              </p:cNvSpPr>
              <p:nvPr/>
            </p:nvSpPr>
            <p:spPr bwMode="auto">
              <a:xfrm rot="10800000" flipH="1">
                <a:off x="586" y="0"/>
                <a:ext cx="749" cy="1188"/>
              </a:xfrm>
              <a:prstGeom prst="line">
                <a:avLst/>
              </a:prstGeom>
              <a:noFill/>
              <a:ln w="50800">
                <a:solidFill>
                  <a:srgbClr val="FFFC00"/>
                </a:solidFill>
                <a:prstDash val="sysDot"/>
                <a:round/>
                <a:headEnd type="stealth"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AU"/>
              </a:p>
            </p:txBody>
          </p:sp>
          <p:sp>
            <p:nvSpPr>
              <p:cNvPr id="108573" name="Line 29"/>
              <p:cNvSpPr>
                <a:spLocks noChangeShapeType="1"/>
              </p:cNvSpPr>
              <p:nvPr/>
            </p:nvSpPr>
            <p:spPr bwMode="auto">
              <a:xfrm rot="10800000" flipH="1">
                <a:off x="0" y="0"/>
                <a:ext cx="748" cy="1188"/>
              </a:xfrm>
              <a:prstGeom prst="line">
                <a:avLst/>
              </a:prstGeom>
              <a:noFill/>
              <a:ln w="50800">
                <a:solidFill>
                  <a:srgbClr val="FFFC00"/>
                </a:solidFill>
                <a:prstDash val="sysDot"/>
                <a:round/>
                <a:headEnd type="stealth"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AU"/>
              </a:p>
            </p:txBody>
          </p:sp>
        </p:grpSp>
        <p:sp>
          <p:nvSpPr>
            <p:cNvPr id="108574" name="Rectangle 30"/>
            <p:cNvSpPr>
              <a:spLocks/>
            </p:cNvSpPr>
            <p:nvPr/>
          </p:nvSpPr>
          <p:spPr bwMode="auto">
            <a:xfrm>
              <a:off x="711" y="400"/>
              <a:ext cx="880" cy="1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0364" algn="ctr">
                <a:tabLst>
                  <a:tab pos="366104" algn="l"/>
                </a:tabLst>
              </a:pPr>
              <a:r>
                <a:rPr lang="en-US" sz="1300" b="1">
                  <a:solidFill>
                    <a:srgbClr val="FD1C00"/>
                  </a:solidFill>
                  <a:latin typeface="Arial" charset="0"/>
                  <a:cs typeface="Arial" charset="0"/>
                  <a:sym typeface="Arial" charset="0"/>
                </a:rPr>
                <a:t>Sunlight</a:t>
              </a:r>
            </a:p>
          </p:txBody>
        </p:sp>
      </p:grpSp>
    </p:spTree>
    <p:extLst>
      <p:ext uri="{BB962C8B-B14F-4D97-AF65-F5344CB8AC3E}">
        <p14:creationId xmlns:p14="http://schemas.microsoft.com/office/powerpoint/2010/main" val="765531903"/>
      </p:ext>
    </p:extLst>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1043608" y="404664"/>
            <a:ext cx="7024744" cy="1143000"/>
          </a:xfrm>
        </p:spPr>
        <p:txBody>
          <a:bodyPr/>
          <a:lstStyle/>
          <a:p>
            <a:r>
              <a:rPr lang="en-AU" dirty="0"/>
              <a:t>Photosynthesis</a:t>
            </a:r>
          </a:p>
        </p:txBody>
      </p:sp>
      <p:sp>
        <p:nvSpPr>
          <p:cNvPr id="3" name="Content Placeholder 2"/>
          <p:cNvSpPr>
            <a:spLocks noGrp="1"/>
          </p:cNvSpPr>
          <p:nvPr>
            <p:ph idx="1"/>
          </p:nvPr>
        </p:nvSpPr>
        <p:spPr>
          <a:xfrm>
            <a:off x="4211960" y="1772816"/>
            <a:ext cx="4320480" cy="4059813"/>
          </a:xfrm>
        </p:spPr>
        <p:txBody>
          <a:bodyPr>
            <a:normAutofit fontScale="92500"/>
          </a:bodyPr>
          <a:lstStyle/>
          <a:p>
            <a:r>
              <a:rPr lang="en-US" b="1" dirty="0"/>
              <a:t>Anabolic</a:t>
            </a:r>
            <a:r>
              <a:rPr lang="en-US" dirty="0"/>
              <a:t> reaction - small molecules combined to form large ones.</a:t>
            </a:r>
          </a:p>
          <a:p>
            <a:r>
              <a:rPr lang="en-US" b="1" dirty="0"/>
              <a:t>Endergonic</a:t>
            </a:r>
            <a:r>
              <a:rPr lang="en-US" dirty="0"/>
              <a:t> – uses and stores energy.</a:t>
            </a:r>
          </a:p>
          <a:p>
            <a:r>
              <a:rPr lang="en-US" dirty="0"/>
              <a:t>Carbon dioxide (CO</a:t>
            </a:r>
            <a:r>
              <a:rPr lang="en-US" baseline="-25000" dirty="0"/>
              <a:t>2</a:t>
            </a:r>
            <a:r>
              <a:rPr lang="en-US" dirty="0"/>
              <a:t>) requiring process that uses light energy (photons) and water (H</a:t>
            </a:r>
            <a:r>
              <a:rPr lang="en-US" baseline="-25000" dirty="0"/>
              <a:t>2</a:t>
            </a:r>
            <a:r>
              <a:rPr lang="en-US" dirty="0"/>
              <a:t>O) to produce organic macromolecules (glucose).</a:t>
            </a:r>
          </a:p>
          <a:p>
            <a:endParaRPr lang="en-AU" dirty="0"/>
          </a:p>
        </p:txBody>
      </p:sp>
      <p:pic>
        <p:nvPicPr>
          <p:cNvPr id="37890" name="Picture 2" descr="http://www.co2crc.com.au/images/imagelibrary/gen_diag/Photosynthesis_media.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71600" y="1916832"/>
            <a:ext cx="3016001" cy="37444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947929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p:cNvSpPr>
            <a:spLocks noGrp="1" noChangeArrowheads="1"/>
          </p:cNvSpPr>
          <p:nvPr>
            <p:ph type="title"/>
          </p:nvPr>
        </p:nvSpPr>
        <p:spPr>
          <a:xfrm>
            <a:off x="916843" y="360076"/>
            <a:ext cx="7024744" cy="1143000"/>
          </a:xfrm>
        </p:spPr>
        <p:txBody>
          <a:bodyPr/>
          <a:lstStyle/>
          <a:p>
            <a:r>
              <a:rPr lang="en-US" dirty="0"/>
              <a:t>Photosynthesis</a:t>
            </a:r>
          </a:p>
        </p:txBody>
      </p:sp>
      <p:sp>
        <p:nvSpPr>
          <p:cNvPr id="110595" name="Rectangle 3"/>
          <p:cNvSpPr>
            <a:spLocks noGrp="1" noChangeArrowheads="1"/>
          </p:cNvSpPr>
          <p:nvPr>
            <p:ph type="body" idx="1"/>
          </p:nvPr>
        </p:nvSpPr>
        <p:spPr>
          <a:xfrm>
            <a:off x="539552" y="1740893"/>
            <a:ext cx="4824537" cy="4608512"/>
          </a:xfrm>
        </p:spPr>
        <p:txBody>
          <a:bodyPr>
            <a:normAutofit fontScale="92500" lnSpcReduction="20000"/>
          </a:bodyPr>
          <a:lstStyle/>
          <a:p>
            <a:r>
              <a:rPr lang="en-US" dirty="0"/>
              <a:t>Photosynthesis is carried out by plants, algae, some bacteria and some protists.</a:t>
            </a:r>
          </a:p>
          <a:p>
            <a:r>
              <a:rPr lang="en-US" dirty="0"/>
              <a:t>In plants and photosynthetic protists, photosynthesis takes place in membrane-bound organelles called </a:t>
            </a:r>
            <a:r>
              <a:rPr lang="en-US" b="1" dirty="0"/>
              <a:t>chloroplasts</a:t>
            </a:r>
            <a:r>
              <a:rPr lang="en-US" dirty="0"/>
              <a:t>. </a:t>
            </a:r>
          </a:p>
          <a:p>
            <a:pPr lvl="1"/>
            <a:r>
              <a:rPr lang="en-US" dirty="0"/>
              <a:t>Chloroplasts are filled with a green pigment called </a:t>
            </a:r>
            <a:r>
              <a:rPr lang="en-US" b="1" dirty="0"/>
              <a:t>chlorophyll</a:t>
            </a:r>
            <a:r>
              <a:rPr lang="en-US" dirty="0"/>
              <a:t>. This is what gives plants their green colouring.</a:t>
            </a:r>
          </a:p>
          <a:p>
            <a:r>
              <a:rPr lang="en-US" dirty="0"/>
              <a:t>In photosynthetic bacteria, the reactions of photosynthesis take place within the cell itself, not within a discrete organelle.</a:t>
            </a:r>
          </a:p>
        </p:txBody>
      </p:sp>
      <p:grpSp>
        <p:nvGrpSpPr>
          <p:cNvPr id="110596" name="Group 4"/>
          <p:cNvGrpSpPr>
            <a:grpSpLocks/>
          </p:cNvGrpSpPr>
          <p:nvPr/>
        </p:nvGrpSpPr>
        <p:grpSpPr bwMode="auto">
          <a:xfrm>
            <a:off x="4749478" y="3444627"/>
            <a:ext cx="4497214" cy="3518297"/>
            <a:chOff x="0" y="0"/>
            <a:chExt cx="4028" cy="3152"/>
          </a:xfrm>
        </p:grpSpPr>
        <p:pic>
          <p:nvPicPr>
            <p:cNvPr id="110597"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0088820">
              <a:off x="214" y="343"/>
              <a:ext cx="3600" cy="24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pic>
        <p:sp>
          <p:nvSpPr>
            <p:cNvPr id="110598" name="Rectangle 6"/>
            <p:cNvSpPr>
              <a:spLocks/>
            </p:cNvSpPr>
            <p:nvPr/>
          </p:nvSpPr>
          <p:spPr bwMode="auto">
            <a:xfrm>
              <a:off x="819" y="1970"/>
              <a:ext cx="1189" cy="32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0364">
                <a:tabLst>
                  <a:tab pos="366104" algn="l"/>
                </a:tabLst>
              </a:pPr>
              <a:r>
                <a:rPr lang="en-US" sz="1300">
                  <a:solidFill>
                    <a:srgbClr val="001BFF"/>
                  </a:solidFill>
                  <a:latin typeface="Arial" charset="0"/>
                  <a:cs typeface="Arial" charset="0"/>
                  <a:sym typeface="Arial" charset="0"/>
                </a:rPr>
                <a:t>Plant chloroplast.</a:t>
              </a:r>
            </a:p>
            <a:p>
              <a:pPr marL="80364">
                <a:tabLst>
                  <a:tab pos="366104" algn="l"/>
                </a:tabLst>
              </a:pPr>
              <a:r>
                <a:rPr lang="en-US" sz="1300">
                  <a:solidFill>
                    <a:srgbClr val="001BFF"/>
                  </a:solidFill>
                  <a:latin typeface="Arial" charset="0"/>
                  <a:cs typeface="Arial" charset="0"/>
                  <a:sym typeface="Arial" charset="0"/>
                </a:rPr>
                <a:t>TEM X37,000</a:t>
              </a:r>
            </a:p>
          </p:txBody>
        </p:sp>
      </p:grpSp>
      <p:grpSp>
        <p:nvGrpSpPr>
          <p:cNvPr id="110599" name="Group 7"/>
          <p:cNvGrpSpPr>
            <a:grpSpLocks/>
          </p:cNvGrpSpPr>
          <p:nvPr/>
        </p:nvGrpSpPr>
        <p:grpSpPr bwMode="auto">
          <a:xfrm>
            <a:off x="4614162" y="-553812"/>
            <a:ext cx="4834310" cy="4839891"/>
            <a:chOff x="0" y="0"/>
            <a:chExt cx="4331" cy="4337"/>
          </a:xfrm>
        </p:grpSpPr>
        <p:grpSp>
          <p:nvGrpSpPr>
            <p:cNvPr id="110600" name="Group 8"/>
            <p:cNvGrpSpPr>
              <a:grpSpLocks/>
            </p:cNvGrpSpPr>
            <p:nvPr/>
          </p:nvGrpSpPr>
          <p:grpSpPr bwMode="auto">
            <a:xfrm>
              <a:off x="0" y="0"/>
              <a:ext cx="4331" cy="4337"/>
              <a:chOff x="0" y="0"/>
              <a:chExt cx="4331" cy="4337"/>
            </a:xfrm>
          </p:grpSpPr>
          <p:pic>
            <p:nvPicPr>
              <p:cNvPr id="110601" name="Picture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6272067">
                <a:off x="385" y="392"/>
                <a:ext cx="3560" cy="35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pic>
          <p:sp>
            <p:nvSpPr>
              <p:cNvPr id="110602" name="Rectangle 10"/>
              <p:cNvSpPr>
                <a:spLocks/>
              </p:cNvSpPr>
              <p:nvPr/>
            </p:nvSpPr>
            <p:spPr bwMode="auto">
              <a:xfrm>
                <a:off x="2089" y="3592"/>
                <a:ext cx="1784" cy="3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0364">
                  <a:tabLst>
                    <a:tab pos="366104" algn="l"/>
                  </a:tabLst>
                </a:pPr>
                <a:r>
                  <a:rPr lang="en-US" sz="1300">
                    <a:solidFill>
                      <a:srgbClr val="001BFF"/>
                    </a:solidFill>
                    <a:latin typeface="Arial" charset="0"/>
                    <a:cs typeface="Arial" charset="0"/>
                    <a:sym typeface="Arial" charset="0"/>
                  </a:rPr>
                  <a:t>A plant mesophyll cell with a chloroplast highlighted.</a:t>
                </a:r>
              </a:p>
            </p:txBody>
          </p:sp>
        </p:grpSp>
        <p:sp>
          <p:nvSpPr>
            <p:cNvPr id="110603" name="AutoShape 11"/>
            <p:cNvSpPr>
              <a:spLocks/>
            </p:cNvSpPr>
            <p:nvPr/>
          </p:nvSpPr>
          <p:spPr bwMode="auto">
            <a:xfrm>
              <a:off x="1231" y="2484"/>
              <a:ext cx="1584" cy="866"/>
            </a:xfrm>
            <a:custGeom>
              <a:avLst/>
              <a:gdLst/>
              <a:ahLst/>
              <a:cxnLst/>
              <a:rect l="0" t="0" r="r" b="b"/>
              <a:pathLst>
                <a:path w="20835" h="20804">
                  <a:moveTo>
                    <a:pt x="7184" y="96"/>
                  </a:moveTo>
                  <a:cubicBezTo>
                    <a:pt x="5185" y="457"/>
                    <a:pt x="1914" y="1979"/>
                    <a:pt x="659" y="3747"/>
                  </a:cubicBezTo>
                  <a:cubicBezTo>
                    <a:pt x="-595" y="5515"/>
                    <a:pt x="145" y="7089"/>
                    <a:pt x="1185" y="8551"/>
                  </a:cubicBezTo>
                  <a:cubicBezTo>
                    <a:pt x="2226" y="10012"/>
                    <a:pt x="4413" y="10472"/>
                    <a:pt x="6131" y="11433"/>
                  </a:cubicBezTo>
                  <a:cubicBezTo>
                    <a:pt x="7850" y="12394"/>
                    <a:pt x="9843" y="13125"/>
                    <a:pt x="11498" y="14316"/>
                  </a:cubicBezTo>
                  <a:cubicBezTo>
                    <a:pt x="13154" y="15506"/>
                    <a:pt x="14615" y="17482"/>
                    <a:pt x="16024" y="18543"/>
                  </a:cubicBezTo>
                  <a:cubicBezTo>
                    <a:pt x="17433" y="19604"/>
                    <a:pt x="18829" y="21334"/>
                    <a:pt x="19917" y="20657"/>
                  </a:cubicBezTo>
                  <a:cubicBezTo>
                    <a:pt x="21005" y="19980"/>
                    <a:pt x="20995" y="17979"/>
                    <a:pt x="20654" y="15661"/>
                  </a:cubicBezTo>
                  <a:cubicBezTo>
                    <a:pt x="20313" y="13343"/>
                    <a:pt x="19450" y="10190"/>
                    <a:pt x="18023" y="7782"/>
                  </a:cubicBezTo>
                  <a:cubicBezTo>
                    <a:pt x="16596" y="5374"/>
                    <a:pt x="14178" y="2936"/>
                    <a:pt x="12340" y="1633"/>
                  </a:cubicBezTo>
                  <a:cubicBezTo>
                    <a:pt x="10502" y="330"/>
                    <a:pt x="9182" y="-266"/>
                    <a:pt x="7184" y="96"/>
                  </a:cubicBezTo>
                  <a:close/>
                  <a:moveTo>
                    <a:pt x="7184" y="96"/>
                  </a:moveTo>
                </a:path>
              </a:pathLst>
            </a:custGeom>
            <a:noFill/>
            <a:ln w="38100">
              <a:solidFill>
                <a:srgbClr val="FD1C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AU"/>
            </a:p>
          </p:txBody>
        </p:sp>
      </p:grpSp>
      <p:sp>
        <p:nvSpPr>
          <p:cNvPr id="110604" name="AutoShape 12"/>
          <p:cNvSpPr>
            <a:spLocks/>
          </p:cNvSpPr>
          <p:nvPr/>
        </p:nvSpPr>
        <p:spPr bwMode="auto">
          <a:xfrm>
            <a:off x="5796484" y="2812852"/>
            <a:ext cx="972219" cy="1232297"/>
          </a:xfrm>
          <a:custGeom>
            <a:avLst/>
            <a:gdLst/>
            <a:ahLst/>
            <a:cxnLst/>
            <a:rect l="0" t="0" r="r" b="b"/>
            <a:pathLst>
              <a:path w="20014" h="21600">
                <a:moveTo>
                  <a:pt x="20014" y="0"/>
                </a:moveTo>
                <a:cubicBezTo>
                  <a:pt x="20014" y="0"/>
                  <a:pt x="4109" y="4366"/>
                  <a:pt x="1262" y="9078"/>
                </a:cubicBezTo>
                <a:cubicBezTo>
                  <a:pt x="-1586" y="13790"/>
                  <a:pt x="1262" y="21600"/>
                  <a:pt x="1262" y="21600"/>
                </a:cubicBezTo>
              </a:path>
            </a:pathLst>
          </a:custGeom>
          <a:noFill/>
          <a:ln w="63500">
            <a:solidFill>
              <a:srgbClr val="FD1C00"/>
            </a:solidFill>
            <a:miter lim="800000"/>
            <a:headEnd/>
            <a:tailEnd type="stealth"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4291" tIns="32146" rIns="64291" bIns="32146"/>
          <a:lstStyle/>
          <a:p>
            <a:endParaRPr lang="en-AU"/>
          </a:p>
        </p:txBody>
      </p:sp>
    </p:spTree>
    <p:extLst>
      <p:ext uri="{BB962C8B-B14F-4D97-AF65-F5344CB8AC3E}">
        <p14:creationId xmlns:p14="http://schemas.microsoft.com/office/powerpoint/2010/main" val="73674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p:cNvSpPr>
            <a:spLocks noGrp="1" noChangeArrowheads="1"/>
          </p:cNvSpPr>
          <p:nvPr>
            <p:ph type="title"/>
          </p:nvPr>
        </p:nvSpPr>
        <p:spPr>
          <a:xfrm>
            <a:off x="971600" y="188640"/>
            <a:ext cx="7024744" cy="1143000"/>
          </a:xfrm>
        </p:spPr>
        <p:txBody>
          <a:bodyPr>
            <a:normAutofit fontScale="90000"/>
          </a:bodyPr>
          <a:lstStyle/>
          <a:p>
            <a:r>
              <a:rPr lang="en-US" dirty="0"/>
              <a:t>Pigments &amp; Light Absorption</a:t>
            </a:r>
          </a:p>
        </p:txBody>
      </p:sp>
      <p:sp>
        <p:nvSpPr>
          <p:cNvPr id="112643" name="Rectangle 3"/>
          <p:cNvSpPr>
            <a:spLocks noGrp="1" noChangeArrowheads="1"/>
          </p:cNvSpPr>
          <p:nvPr>
            <p:ph type="body" idx="1"/>
          </p:nvPr>
        </p:nvSpPr>
        <p:spPr>
          <a:xfrm>
            <a:off x="821854" y="1442852"/>
            <a:ext cx="7848872" cy="2376264"/>
          </a:xfrm>
        </p:spPr>
        <p:txBody>
          <a:bodyPr>
            <a:normAutofit fontScale="92500" lnSpcReduction="10000"/>
          </a:bodyPr>
          <a:lstStyle/>
          <a:p>
            <a:r>
              <a:rPr lang="en-US" dirty="0"/>
              <a:t>Light striking an object is either reflected, transmitted or absorbed.</a:t>
            </a:r>
          </a:p>
          <a:p>
            <a:r>
              <a:rPr lang="en-US" dirty="0"/>
              <a:t>Substances that absorb visible light are called pigments.</a:t>
            </a:r>
          </a:p>
          <a:p>
            <a:r>
              <a:rPr lang="en-US" dirty="0"/>
              <a:t>The ability of a pigment to absorb particular wavelengths of light can be measured with a spectrophotometer.</a:t>
            </a:r>
          </a:p>
        </p:txBody>
      </p:sp>
      <p:pic>
        <p:nvPicPr>
          <p:cNvPr id="11264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79031" y="3872981"/>
            <a:ext cx="4637385" cy="25385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pic>
      <p:pic>
        <p:nvPicPr>
          <p:cNvPr id="112645"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455" y="1133757"/>
            <a:ext cx="6786563" cy="570941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pic>
    </p:spTree>
    <p:extLst>
      <p:ext uri="{BB962C8B-B14F-4D97-AF65-F5344CB8AC3E}">
        <p14:creationId xmlns:p14="http://schemas.microsoft.com/office/powerpoint/2010/main" val="594265321"/>
      </p:ext>
    </p:extLst>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p:cNvSpPr>
            <a:spLocks noGrp="1" noChangeArrowheads="1"/>
          </p:cNvSpPr>
          <p:nvPr>
            <p:ph type="title"/>
          </p:nvPr>
        </p:nvSpPr>
        <p:spPr>
          <a:xfrm>
            <a:off x="676554" y="332656"/>
            <a:ext cx="7024744" cy="1143000"/>
          </a:xfrm>
        </p:spPr>
        <p:txBody>
          <a:bodyPr/>
          <a:lstStyle/>
          <a:p>
            <a:r>
              <a:rPr lang="en-US" dirty="0"/>
              <a:t>Photosynthetic Pigments</a:t>
            </a:r>
          </a:p>
        </p:txBody>
      </p:sp>
      <p:sp>
        <p:nvSpPr>
          <p:cNvPr id="114691" name="Rectangle 3"/>
          <p:cNvSpPr>
            <a:spLocks noGrp="1" noChangeArrowheads="1"/>
          </p:cNvSpPr>
          <p:nvPr>
            <p:ph type="body" idx="1"/>
          </p:nvPr>
        </p:nvSpPr>
        <p:spPr>
          <a:xfrm>
            <a:off x="755576" y="1628801"/>
            <a:ext cx="7704856" cy="1523379"/>
          </a:xfrm>
        </p:spPr>
        <p:txBody>
          <a:bodyPr>
            <a:normAutofit fontScale="85000" lnSpcReduction="20000"/>
          </a:bodyPr>
          <a:lstStyle/>
          <a:p>
            <a:r>
              <a:rPr lang="en-US" dirty="0"/>
              <a:t>The photosynthetic pigments of the chloroplasts in higher plants absorb blue and red light.</a:t>
            </a:r>
          </a:p>
          <a:p>
            <a:r>
              <a:rPr lang="en-US" dirty="0"/>
              <a:t>Plant leaves also contain accessory pigments, which capture light outside the wavelengths captured by chlorophyll.</a:t>
            </a:r>
          </a:p>
        </p:txBody>
      </p:sp>
      <p:pic>
        <p:nvPicPr>
          <p:cNvPr id="11469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04248" y="4278557"/>
            <a:ext cx="1714499" cy="21865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pic>
      <p:grpSp>
        <p:nvGrpSpPr>
          <p:cNvPr id="114693" name="Group 5"/>
          <p:cNvGrpSpPr>
            <a:grpSpLocks/>
          </p:cNvGrpSpPr>
          <p:nvPr/>
        </p:nvGrpSpPr>
        <p:grpSpPr bwMode="auto">
          <a:xfrm>
            <a:off x="589359" y="3152180"/>
            <a:ext cx="5792019" cy="3684613"/>
            <a:chOff x="0" y="0"/>
            <a:chExt cx="5189" cy="3301"/>
          </a:xfrm>
        </p:grpSpPr>
        <p:pic>
          <p:nvPicPr>
            <p:cNvPr id="114694"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7" y="213"/>
              <a:ext cx="4632" cy="3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pic>
        <p:grpSp>
          <p:nvGrpSpPr>
            <p:cNvPr id="114695" name="Group 7"/>
            <p:cNvGrpSpPr>
              <a:grpSpLocks/>
            </p:cNvGrpSpPr>
            <p:nvPr/>
          </p:nvGrpSpPr>
          <p:grpSpPr bwMode="auto">
            <a:xfrm>
              <a:off x="232" y="288"/>
              <a:ext cx="1409" cy="1366"/>
              <a:chOff x="0" y="0"/>
              <a:chExt cx="1409" cy="1366"/>
            </a:xfrm>
          </p:grpSpPr>
          <p:sp>
            <p:nvSpPr>
              <p:cNvPr id="114696" name="Line 8"/>
              <p:cNvSpPr>
                <a:spLocks noChangeShapeType="1"/>
              </p:cNvSpPr>
              <p:nvPr/>
            </p:nvSpPr>
            <p:spPr bwMode="auto">
              <a:xfrm rot="10800000">
                <a:off x="0" y="8"/>
                <a:ext cx="1014" cy="1358"/>
              </a:xfrm>
              <a:prstGeom prst="line">
                <a:avLst/>
              </a:prstGeom>
              <a:noFill/>
              <a:ln w="50800">
                <a:solidFill>
                  <a:srgbClr val="FFFC00"/>
                </a:solidFill>
                <a:prstDash val="sysDot"/>
                <a:round/>
                <a:headEnd type="stealth"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AU"/>
              </a:p>
            </p:txBody>
          </p:sp>
          <p:sp>
            <p:nvSpPr>
              <p:cNvPr id="114697" name="Line 9"/>
              <p:cNvSpPr>
                <a:spLocks noChangeShapeType="1"/>
              </p:cNvSpPr>
              <p:nvPr/>
            </p:nvSpPr>
            <p:spPr bwMode="auto">
              <a:xfrm rot="10800000">
                <a:off x="327" y="8"/>
                <a:ext cx="920" cy="1209"/>
              </a:xfrm>
              <a:prstGeom prst="line">
                <a:avLst/>
              </a:prstGeom>
              <a:noFill/>
              <a:ln w="50800">
                <a:solidFill>
                  <a:srgbClr val="FFFC00"/>
                </a:solidFill>
                <a:prstDash val="sysDot"/>
                <a:round/>
                <a:headEnd type="stealth"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AU"/>
              </a:p>
            </p:txBody>
          </p:sp>
          <p:sp>
            <p:nvSpPr>
              <p:cNvPr id="114698" name="Line 10"/>
              <p:cNvSpPr>
                <a:spLocks noChangeShapeType="1"/>
              </p:cNvSpPr>
              <p:nvPr/>
            </p:nvSpPr>
            <p:spPr bwMode="auto">
              <a:xfrm rot="10800000">
                <a:off x="599" y="0"/>
                <a:ext cx="810" cy="1034"/>
              </a:xfrm>
              <a:prstGeom prst="line">
                <a:avLst/>
              </a:prstGeom>
              <a:noFill/>
              <a:ln w="50800">
                <a:solidFill>
                  <a:srgbClr val="FFFC00"/>
                </a:solidFill>
                <a:prstDash val="sysDot"/>
                <a:round/>
                <a:headEnd type="stealth"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AU"/>
              </a:p>
            </p:txBody>
          </p:sp>
        </p:grpSp>
        <p:sp>
          <p:nvSpPr>
            <p:cNvPr id="114699" name="Line 11"/>
            <p:cNvSpPr>
              <a:spLocks noChangeShapeType="1"/>
            </p:cNvSpPr>
            <p:nvPr/>
          </p:nvSpPr>
          <p:spPr bwMode="auto">
            <a:xfrm>
              <a:off x="3968" y="2071"/>
              <a:ext cx="0" cy="401"/>
            </a:xfrm>
            <a:prstGeom prst="line">
              <a:avLst/>
            </a:prstGeom>
            <a:noFill/>
            <a:ln w="25400">
              <a:solidFill>
                <a:srgbClr val="FD1C00"/>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AU"/>
            </a:p>
          </p:txBody>
        </p:sp>
        <p:sp>
          <p:nvSpPr>
            <p:cNvPr id="114700" name="AutoShape 12"/>
            <p:cNvSpPr>
              <a:spLocks/>
            </p:cNvSpPr>
            <p:nvPr/>
          </p:nvSpPr>
          <p:spPr bwMode="auto">
            <a:xfrm rot="-5400000">
              <a:off x="1360" y="618"/>
              <a:ext cx="1144" cy="320"/>
            </a:xfrm>
            <a:custGeom>
              <a:avLst/>
              <a:gdLst/>
              <a:ahLst/>
              <a:cxnLst/>
              <a:rect l="0" t="0" r="r" b="b"/>
              <a:pathLst>
                <a:path w="21600" h="21600">
                  <a:moveTo>
                    <a:pt x="17604" y="16404"/>
                  </a:moveTo>
                  <a:lnTo>
                    <a:pt x="17604" y="21600"/>
                  </a:lnTo>
                  <a:lnTo>
                    <a:pt x="21600" y="11819"/>
                  </a:lnTo>
                  <a:lnTo>
                    <a:pt x="17604" y="0"/>
                  </a:lnTo>
                  <a:lnTo>
                    <a:pt x="17604" y="6623"/>
                  </a:lnTo>
                  <a:lnTo>
                    <a:pt x="0" y="11819"/>
                  </a:lnTo>
                  <a:lnTo>
                    <a:pt x="17604" y="16404"/>
                  </a:lnTo>
                  <a:close/>
                  <a:moveTo>
                    <a:pt x="17604" y="16404"/>
                  </a:moveTo>
                </a:path>
              </a:pathLst>
            </a:custGeom>
            <a:solidFill>
              <a:srgbClr val="16F900"/>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AU"/>
            </a:p>
          </p:txBody>
        </p:sp>
        <p:sp>
          <p:nvSpPr>
            <p:cNvPr id="114701" name="AutoShape 13"/>
            <p:cNvSpPr>
              <a:spLocks/>
            </p:cNvSpPr>
            <p:nvPr/>
          </p:nvSpPr>
          <p:spPr bwMode="auto">
            <a:xfrm rot="-8100000">
              <a:off x="1297" y="2132"/>
              <a:ext cx="840" cy="256"/>
            </a:xfrm>
            <a:custGeom>
              <a:avLst/>
              <a:gdLst/>
              <a:ahLst/>
              <a:cxnLst/>
              <a:rect l="0" t="0" r="r" b="b"/>
              <a:pathLst>
                <a:path w="21600" h="21600">
                  <a:moveTo>
                    <a:pt x="17604" y="16404"/>
                  </a:moveTo>
                  <a:lnTo>
                    <a:pt x="17604" y="21600"/>
                  </a:lnTo>
                  <a:lnTo>
                    <a:pt x="21600" y="11819"/>
                  </a:lnTo>
                  <a:lnTo>
                    <a:pt x="17604" y="0"/>
                  </a:lnTo>
                  <a:lnTo>
                    <a:pt x="17604" y="6623"/>
                  </a:lnTo>
                  <a:lnTo>
                    <a:pt x="0" y="11819"/>
                  </a:lnTo>
                  <a:lnTo>
                    <a:pt x="17604" y="16404"/>
                  </a:lnTo>
                  <a:close/>
                  <a:moveTo>
                    <a:pt x="17604" y="16404"/>
                  </a:moveTo>
                </a:path>
              </a:pathLst>
            </a:custGeom>
            <a:solidFill>
              <a:srgbClr val="FD1C00"/>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AU"/>
            </a:p>
          </p:txBody>
        </p:sp>
        <p:sp>
          <p:nvSpPr>
            <p:cNvPr id="114702" name="AutoShape 14"/>
            <p:cNvSpPr>
              <a:spLocks/>
            </p:cNvSpPr>
            <p:nvPr/>
          </p:nvSpPr>
          <p:spPr bwMode="auto">
            <a:xfrm rot="-3155678">
              <a:off x="2717" y="2143"/>
              <a:ext cx="848" cy="232"/>
            </a:xfrm>
            <a:custGeom>
              <a:avLst/>
              <a:gdLst/>
              <a:ahLst/>
              <a:cxnLst/>
              <a:rect l="0" t="0" r="r" b="b"/>
              <a:pathLst>
                <a:path w="21600" h="21600">
                  <a:moveTo>
                    <a:pt x="17604" y="16404"/>
                  </a:moveTo>
                  <a:lnTo>
                    <a:pt x="17604" y="21600"/>
                  </a:lnTo>
                  <a:lnTo>
                    <a:pt x="21600" y="11819"/>
                  </a:lnTo>
                  <a:lnTo>
                    <a:pt x="17604" y="0"/>
                  </a:lnTo>
                  <a:lnTo>
                    <a:pt x="17604" y="6623"/>
                  </a:lnTo>
                  <a:lnTo>
                    <a:pt x="0" y="11819"/>
                  </a:lnTo>
                  <a:lnTo>
                    <a:pt x="17604" y="16404"/>
                  </a:lnTo>
                  <a:close/>
                  <a:moveTo>
                    <a:pt x="17604" y="16404"/>
                  </a:moveTo>
                </a:path>
              </a:pathLst>
            </a:custGeom>
            <a:solidFill>
              <a:srgbClr val="001BFF"/>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AU"/>
            </a:p>
          </p:txBody>
        </p:sp>
        <p:sp>
          <p:nvSpPr>
            <p:cNvPr id="114703" name="Rectangle 15"/>
            <p:cNvSpPr>
              <a:spLocks/>
            </p:cNvSpPr>
            <p:nvPr/>
          </p:nvSpPr>
          <p:spPr bwMode="auto">
            <a:xfrm>
              <a:off x="2104" y="152"/>
              <a:ext cx="952" cy="3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0364">
                <a:tabLst>
                  <a:tab pos="366104" algn="l"/>
                </a:tabLst>
              </a:pPr>
              <a:r>
                <a:rPr lang="en-US" sz="1300">
                  <a:solidFill>
                    <a:srgbClr val="000000"/>
                  </a:solidFill>
                  <a:latin typeface="Arial" charset="0"/>
                  <a:cs typeface="Arial" charset="0"/>
                  <a:sym typeface="Arial" charset="0"/>
                </a:rPr>
                <a:t>Green light is reflected</a:t>
              </a:r>
            </a:p>
          </p:txBody>
        </p:sp>
        <p:sp>
          <p:nvSpPr>
            <p:cNvPr id="114704" name="Rectangle 16"/>
            <p:cNvSpPr>
              <a:spLocks/>
            </p:cNvSpPr>
            <p:nvPr/>
          </p:nvSpPr>
          <p:spPr bwMode="auto">
            <a:xfrm>
              <a:off x="0" y="0"/>
              <a:ext cx="1376" cy="22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0364">
                <a:tabLst>
                  <a:tab pos="366104" algn="l"/>
                </a:tabLst>
              </a:pPr>
              <a:r>
                <a:rPr lang="en-US" sz="1300" dirty="0">
                  <a:solidFill>
                    <a:srgbClr val="000000"/>
                  </a:solidFill>
                  <a:latin typeface="Arial" charset="0"/>
                  <a:cs typeface="Arial" charset="0"/>
                  <a:sym typeface="Arial" charset="0"/>
                </a:rPr>
                <a:t>Sunlight energy</a:t>
              </a:r>
            </a:p>
          </p:txBody>
        </p:sp>
        <p:sp>
          <p:nvSpPr>
            <p:cNvPr id="114705" name="Rectangle 17"/>
            <p:cNvSpPr>
              <a:spLocks/>
            </p:cNvSpPr>
            <p:nvPr/>
          </p:nvSpPr>
          <p:spPr bwMode="auto">
            <a:xfrm>
              <a:off x="1832" y="2576"/>
              <a:ext cx="1376" cy="3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0364" algn="ctr">
                <a:tabLst>
                  <a:tab pos="366104" algn="l"/>
                </a:tabLst>
              </a:pPr>
              <a:r>
                <a:rPr lang="en-US" sz="1300">
                  <a:solidFill>
                    <a:srgbClr val="000000"/>
                  </a:solidFill>
                  <a:latin typeface="Arial" charset="0"/>
                  <a:cs typeface="Arial" charset="0"/>
                  <a:sym typeface="Arial" charset="0"/>
                </a:rPr>
                <a:t>Red and blue light is absorbed</a:t>
              </a:r>
            </a:p>
          </p:txBody>
        </p:sp>
        <p:sp>
          <p:nvSpPr>
            <p:cNvPr id="114706" name="Rectangle 18"/>
            <p:cNvSpPr>
              <a:spLocks/>
            </p:cNvSpPr>
            <p:nvPr/>
          </p:nvSpPr>
          <p:spPr bwMode="auto">
            <a:xfrm>
              <a:off x="3472" y="2512"/>
              <a:ext cx="776" cy="3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0364" algn="ctr">
                <a:tabLst>
                  <a:tab pos="366104" algn="l"/>
                </a:tabLst>
              </a:pPr>
              <a:r>
                <a:rPr lang="en-US" sz="1300">
                  <a:solidFill>
                    <a:srgbClr val="000000"/>
                  </a:solidFill>
                  <a:latin typeface="Arial" charset="0"/>
                  <a:cs typeface="Arial" charset="0"/>
                  <a:sym typeface="Arial" charset="0"/>
                </a:rPr>
                <a:t>Thylakoid discs</a:t>
              </a:r>
            </a:p>
          </p:txBody>
        </p:sp>
      </p:grpSp>
    </p:spTree>
    <p:extLst>
      <p:ext uri="{BB962C8B-B14F-4D97-AF65-F5344CB8AC3E}">
        <p14:creationId xmlns:p14="http://schemas.microsoft.com/office/powerpoint/2010/main" val="3621863663"/>
      </p:ext>
    </p:extLst>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3666" name="Rectangle 2"/>
          <p:cNvSpPr>
            <a:spLocks noGrp="1" noChangeArrowheads="1"/>
          </p:cNvSpPr>
          <p:nvPr>
            <p:ph type="title"/>
          </p:nvPr>
        </p:nvSpPr>
        <p:spPr>
          <a:xfrm>
            <a:off x="551538" y="404664"/>
            <a:ext cx="7024744" cy="1143000"/>
          </a:xfrm>
        </p:spPr>
        <p:txBody>
          <a:bodyPr/>
          <a:lstStyle/>
          <a:p>
            <a:r>
              <a:rPr lang="en-US" dirty="0"/>
              <a:t>Photosynthetic Pigments</a:t>
            </a:r>
          </a:p>
        </p:txBody>
      </p:sp>
      <p:sp>
        <p:nvSpPr>
          <p:cNvPr id="113667" name="Rectangle 3"/>
          <p:cNvSpPr>
            <a:spLocks noGrp="1" noChangeArrowheads="1"/>
          </p:cNvSpPr>
          <p:nvPr>
            <p:ph type="body" idx="1"/>
          </p:nvPr>
        </p:nvSpPr>
        <p:spPr>
          <a:xfrm>
            <a:off x="683568" y="1556792"/>
            <a:ext cx="5544616" cy="4680520"/>
          </a:xfrm>
        </p:spPr>
        <p:txBody>
          <a:bodyPr>
            <a:normAutofit/>
          </a:bodyPr>
          <a:lstStyle/>
          <a:p>
            <a:r>
              <a:rPr lang="en-US" dirty="0"/>
              <a:t>The photosynthetic pigments of plants fall into two categories: </a:t>
            </a:r>
          </a:p>
          <a:p>
            <a:pPr lvl="1"/>
            <a:r>
              <a:rPr lang="en-US" b="1" dirty="0"/>
              <a:t>Chlorophylls</a:t>
            </a:r>
            <a:r>
              <a:rPr lang="en-US" dirty="0"/>
              <a:t>, which absorb red and blue-violet light. They are the main photosynthetic pigment in plants and give leaves their green colour.</a:t>
            </a:r>
          </a:p>
          <a:p>
            <a:pPr lvl="1"/>
            <a:r>
              <a:rPr lang="en-US" b="1" dirty="0"/>
              <a:t>Carotenoids</a:t>
            </a:r>
            <a:r>
              <a:rPr lang="en-US" dirty="0"/>
              <a:t>, which absorb strongly in the blue-violet and appear orange, yellow, or red. They are considered to be associate pigments. Carotenoids give carrots their orange colour. </a:t>
            </a:r>
          </a:p>
        </p:txBody>
      </p:sp>
      <p:pic>
        <p:nvPicPr>
          <p:cNvPr id="11366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67113" y="4653136"/>
            <a:ext cx="2327027" cy="14920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pic>
      <p:pic>
        <p:nvPicPr>
          <p:cNvPr id="113669"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4346383">
            <a:off x="5776678" y="1542336"/>
            <a:ext cx="3374053" cy="217322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pic>
    </p:spTree>
    <p:extLst>
      <p:ext uri="{BB962C8B-B14F-4D97-AF65-F5344CB8AC3E}">
        <p14:creationId xmlns:p14="http://schemas.microsoft.com/office/powerpoint/2010/main" val="3205346170"/>
      </p:ext>
    </p:extLst>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p:cNvSpPr>
            <a:spLocks noGrp="1" noChangeArrowheads="1"/>
          </p:cNvSpPr>
          <p:nvPr>
            <p:ph type="title"/>
          </p:nvPr>
        </p:nvSpPr>
        <p:spPr>
          <a:xfrm>
            <a:off x="683568" y="359570"/>
            <a:ext cx="7024744" cy="1143000"/>
          </a:xfrm>
        </p:spPr>
        <p:txBody>
          <a:bodyPr/>
          <a:lstStyle/>
          <a:p>
            <a:r>
              <a:rPr lang="en-US" dirty="0"/>
              <a:t>Photosynthetic Pigments</a:t>
            </a:r>
          </a:p>
        </p:txBody>
      </p:sp>
      <p:sp>
        <p:nvSpPr>
          <p:cNvPr id="115715" name="Rectangle 3"/>
          <p:cNvSpPr>
            <a:spLocks noGrp="1" noChangeArrowheads="1"/>
          </p:cNvSpPr>
          <p:nvPr>
            <p:ph type="body" idx="1"/>
          </p:nvPr>
        </p:nvSpPr>
        <p:spPr>
          <a:xfrm>
            <a:off x="755576" y="1628800"/>
            <a:ext cx="5472608" cy="4248472"/>
          </a:xfrm>
        </p:spPr>
        <p:txBody>
          <a:bodyPr>
            <a:normAutofit fontScale="92500" lnSpcReduction="20000"/>
          </a:bodyPr>
          <a:lstStyle/>
          <a:p>
            <a:r>
              <a:rPr lang="en-US" dirty="0"/>
              <a:t>Each photosynthetic pigment has its own characteristic absorption spectrum.</a:t>
            </a:r>
          </a:p>
          <a:p>
            <a:r>
              <a:rPr lang="en-US" dirty="0"/>
              <a:t>Although only </a:t>
            </a:r>
            <a:r>
              <a:rPr lang="en-US" i="1" dirty="0"/>
              <a:t>chlorophyll a </a:t>
            </a:r>
            <a:r>
              <a:rPr lang="en-US" dirty="0"/>
              <a:t>can participate directly in the light reactions of photosynthesis, the accessory pigments (</a:t>
            </a:r>
            <a:r>
              <a:rPr lang="en-US" i="1" dirty="0"/>
              <a:t>chlorophyll b </a:t>
            </a:r>
            <a:r>
              <a:rPr lang="en-US" dirty="0"/>
              <a:t>and </a:t>
            </a:r>
            <a:r>
              <a:rPr lang="en-US" i="1" dirty="0"/>
              <a:t>carotenoids</a:t>
            </a:r>
            <a:r>
              <a:rPr lang="en-US" dirty="0"/>
              <a:t>) can absorb wavelengths of light that </a:t>
            </a:r>
            <a:r>
              <a:rPr lang="en-US" i="1" dirty="0"/>
              <a:t>chlorophyll a</a:t>
            </a:r>
            <a:r>
              <a:rPr lang="en-US" dirty="0"/>
              <a:t> cannot.</a:t>
            </a:r>
          </a:p>
          <a:p>
            <a:r>
              <a:rPr lang="en-US" dirty="0"/>
              <a:t>The accessory pigments pass the energy (photons) to </a:t>
            </a:r>
            <a:r>
              <a:rPr lang="en-US" i="1" dirty="0"/>
              <a:t>chlorophyll a</a:t>
            </a:r>
            <a:r>
              <a:rPr lang="en-US" dirty="0"/>
              <a:t>, thus broadening the spectrum that can effectively drive photosynthesis. </a:t>
            </a:r>
          </a:p>
        </p:txBody>
      </p:sp>
      <p:pic>
        <p:nvPicPr>
          <p:cNvPr id="115724" name="Picture 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3211846">
            <a:off x="5779006" y="2828447"/>
            <a:ext cx="3288355" cy="184917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pic>
    </p:spTree>
    <p:extLst>
      <p:ext uri="{BB962C8B-B14F-4D97-AF65-F5344CB8AC3E}">
        <p14:creationId xmlns:p14="http://schemas.microsoft.com/office/powerpoint/2010/main" val="180644109"/>
      </p:ext>
    </p:extLst>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EF8889-1D83-42DB-A66B-EC192D8D7E7B}"/>
              </a:ext>
            </a:extLst>
          </p:cNvPr>
          <p:cNvSpPr>
            <a:spLocks noGrp="1"/>
          </p:cNvSpPr>
          <p:nvPr>
            <p:ph type="title"/>
          </p:nvPr>
        </p:nvSpPr>
        <p:spPr>
          <a:xfrm>
            <a:off x="755576" y="260648"/>
            <a:ext cx="6735308" cy="1143000"/>
          </a:xfrm>
        </p:spPr>
        <p:txBody>
          <a:bodyPr>
            <a:normAutofit/>
          </a:bodyPr>
          <a:lstStyle/>
          <a:p>
            <a:r>
              <a:rPr lang="en-AU" dirty="0"/>
              <a:t>Photosynthetic Pigments</a:t>
            </a:r>
          </a:p>
        </p:txBody>
      </p:sp>
      <p:sp>
        <p:nvSpPr>
          <p:cNvPr id="3" name="Content Placeholder 2">
            <a:extLst>
              <a:ext uri="{FF2B5EF4-FFF2-40B4-BE49-F238E27FC236}">
                <a16:creationId xmlns:a16="http://schemas.microsoft.com/office/drawing/2014/main" id="{84B1C39B-B6AC-43A5-9B67-FB6308896002}"/>
              </a:ext>
            </a:extLst>
          </p:cNvPr>
          <p:cNvSpPr>
            <a:spLocks noGrp="1"/>
          </p:cNvSpPr>
          <p:nvPr>
            <p:ph idx="1"/>
          </p:nvPr>
        </p:nvSpPr>
        <p:spPr>
          <a:xfrm>
            <a:off x="678330" y="1556791"/>
            <a:ext cx="3173590" cy="4601545"/>
          </a:xfrm>
        </p:spPr>
        <p:txBody>
          <a:bodyPr>
            <a:normAutofit/>
          </a:bodyPr>
          <a:lstStyle/>
          <a:p>
            <a:pPr marL="68580" indent="0">
              <a:buNone/>
            </a:pPr>
            <a:r>
              <a:rPr lang="en-AU" sz="1800" dirty="0">
                <a:solidFill>
                  <a:srgbClr val="21242C"/>
                </a:solidFill>
              </a:rPr>
              <a:t>Photosynthetic p</a:t>
            </a:r>
            <a:r>
              <a:rPr lang="en-AU" sz="1800" i="0" dirty="0">
                <a:solidFill>
                  <a:srgbClr val="21242C"/>
                </a:solidFill>
                <a:effectLst/>
              </a:rPr>
              <a:t>igments</a:t>
            </a:r>
            <a:r>
              <a:rPr lang="en-AU" sz="1800" b="0" i="0" dirty="0">
                <a:solidFill>
                  <a:srgbClr val="21242C"/>
                </a:solidFill>
                <a:effectLst/>
              </a:rPr>
              <a:t> absorb only specific wavelengths of visible light, while reflecting others. </a:t>
            </a:r>
          </a:p>
          <a:p>
            <a:pPr marL="68580" indent="0">
              <a:buNone/>
            </a:pPr>
            <a:r>
              <a:rPr lang="en-AU" sz="1800" b="0" i="0" dirty="0">
                <a:solidFill>
                  <a:srgbClr val="21242C"/>
                </a:solidFill>
                <a:effectLst/>
              </a:rPr>
              <a:t>The set of wavelengths absorbed by a pigment is its </a:t>
            </a:r>
            <a:r>
              <a:rPr lang="en-AU" sz="1800" b="1" i="0" dirty="0">
                <a:solidFill>
                  <a:srgbClr val="21242C"/>
                </a:solidFill>
                <a:effectLst/>
              </a:rPr>
              <a:t>absorption spectrum</a:t>
            </a:r>
            <a:r>
              <a:rPr lang="en-AU" sz="1800" b="0" i="0" dirty="0">
                <a:solidFill>
                  <a:srgbClr val="21242C"/>
                </a:solidFill>
                <a:effectLst/>
              </a:rPr>
              <a:t>.</a:t>
            </a:r>
          </a:p>
          <a:p>
            <a:pPr marL="68580" indent="0">
              <a:buNone/>
            </a:pPr>
            <a:r>
              <a:rPr lang="en-AU" sz="1800" b="0" i="0" dirty="0">
                <a:solidFill>
                  <a:srgbClr val="21242C"/>
                </a:solidFill>
                <a:effectLst/>
              </a:rPr>
              <a:t>In plants, </a:t>
            </a:r>
            <a:r>
              <a:rPr lang="en-AU" sz="1800" b="0" i="1" dirty="0">
                <a:solidFill>
                  <a:srgbClr val="21242C"/>
                </a:solidFill>
                <a:effectLst/>
              </a:rPr>
              <a:t>chlorophyll a</a:t>
            </a:r>
            <a:r>
              <a:rPr lang="en-AU" sz="1800" b="0" i="0" dirty="0">
                <a:solidFill>
                  <a:srgbClr val="21242C"/>
                </a:solidFill>
                <a:effectLst/>
              </a:rPr>
              <a:t> and </a:t>
            </a:r>
            <a:r>
              <a:rPr lang="en-AU" sz="1800" b="0" i="1" dirty="0">
                <a:solidFill>
                  <a:srgbClr val="21242C"/>
                </a:solidFill>
                <a:effectLst/>
              </a:rPr>
              <a:t>b</a:t>
            </a:r>
            <a:r>
              <a:rPr lang="en-AU" sz="1800" b="0" i="0" dirty="0">
                <a:solidFill>
                  <a:srgbClr val="21242C"/>
                </a:solidFill>
                <a:effectLst/>
              </a:rPr>
              <a:t> are the main  photosynthetic pigments.</a:t>
            </a:r>
          </a:p>
          <a:p>
            <a:pPr marL="68580" indent="0">
              <a:buNone/>
            </a:pPr>
            <a:r>
              <a:rPr lang="en-AU" sz="1800" b="0" i="0" dirty="0">
                <a:solidFill>
                  <a:srgbClr val="21242C"/>
                </a:solidFill>
                <a:effectLst/>
              </a:rPr>
              <a:t>Chlorophyll molecules absorb blue and red wavelengths.</a:t>
            </a:r>
            <a:endParaRPr lang="en-AU" sz="1800" dirty="0"/>
          </a:p>
        </p:txBody>
      </p:sp>
      <p:pic>
        <p:nvPicPr>
          <p:cNvPr id="8" name="Picture 7">
            <a:extLst>
              <a:ext uri="{FF2B5EF4-FFF2-40B4-BE49-F238E27FC236}">
                <a16:creationId xmlns:a16="http://schemas.microsoft.com/office/drawing/2014/main" id="{7053EBCB-D7A0-4733-901B-6588C8C35BAF}"/>
              </a:ext>
            </a:extLst>
          </p:cNvPr>
          <p:cNvPicPr>
            <a:picLocks noChangeAspect="1"/>
          </p:cNvPicPr>
          <p:nvPr/>
        </p:nvPicPr>
        <p:blipFill>
          <a:blip r:embed="rId3"/>
          <a:stretch>
            <a:fillRect/>
          </a:stretch>
        </p:blipFill>
        <p:spPr>
          <a:xfrm>
            <a:off x="4067944" y="1556791"/>
            <a:ext cx="4397726" cy="4802779"/>
          </a:xfrm>
          <a:prstGeom prst="rect">
            <a:avLst/>
          </a:prstGeom>
        </p:spPr>
      </p:pic>
    </p:spTree>
    <p:extLst>
      <p:ext uri="{BB962C8B-B14F-4D97-AF65-F5344CB8AC3E}">
        <p14:creationId xmlns:p14="http://schemas.microsoft.com/office/powerpoint/2010/main" val="23881480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903231" y="313881"/>
            <a:ext cx="7024744" cy="1143000"/>
          </a:xfrm>
        </p:spPr>
        <p:txBody>
          <a:bodyPr/>
          <a:lstStyle/>
          <a:p>
            <a:r>
              <a:rPr lang="en-US" dirty="0"/>
              <a:t>Autumn Leaves</a:t>
            </a:r>
          </a:p>
        </p:txBody>
      </p:sp>
      <p:sp>
        <p:nvSpPr>
          <p:cNvPr id="16387" name="Rectangle 3"/>
          <p:cNvSpPr>
            <a:spLocks noGrp="1" noChangeArrowheads="1"/>
          </p:cNvSpPr>
          <p:nvPr>
            <p:ph type="body" idx="1"/>
          </p:nvPr>
        </p:nvSpPr>
        <p:spPr>
          <a:xfrm>
            <a:off x="4139952" y="1700808"/>
            <a:ext cx="4536504" cy="4131821"/>
          </a:xfrm>
        </p:spPr>
        <p:txBody>
          <a:bodyPr>
            <a:normAutofit fontScale="92500"/>
          </a:bodyPr>
          <a:lstStyle/>
          <a:p>
            <a:r>
              <a:rPr lang="en-US" dirty="0"/>
              <a:t>During the autumn, the green chlorophyll pigments are greatly reduced revealing the other pigments.</a:t>
            </a:r>
          </a:p>
          <a:p>
            <a:r>
              <a:rPr lang="en-US" dirty="0"/>
              <a:t>Deciduous trees do this to slow down for winter, eventually losing the leaves altogether until spring.</a:t>
            </a:r>
          </a:p>
          <a:p>
            <a:r>
              <a:rPr lang="en-US" dirty="0"/>
              <a:t>Evergreen plants do not, as they continue to </a:t>
            </a:r>
            <a:r>
              <a:rPr lang="en-US" dirty="0" err="1"/>
              <a:t>photosynthesise</a:t>
            </a:r>
            <a:r>
              <a:rPr lang="en-US" dirty="0"/>
              <a:t> all year.  </a:t>
            </a:r>
          </a:p>
        </p:txBody>
      </p:sp>
      <p:sp>
        <p:nvSpPr>
          <p:cNvPr id="6" name="AutoShape 2" descr="data:image/jpeg;base64,/9j/4AAQSkZJRgABAQAAAQABAAD/2wCEAAkGBxQTEhUTExQWFhQXGRwbGBgYGR0aHhsgHxscHBwgHh0fHSggGBslGxodIjEiJikrLi4uGB8zODMsNygtLisBCgoKDg0OGxAQGzAmICY0LDQ0LDQsLDQ0LCwsNCwtNCwvNCwsNCwsLDIsLS8sNCw0LC8vLC80LywsLCwsLCwsLP/AABEIAJ8BPgMBIgACEQEDEQH/xAAbAAADAQEBAQEAAAAAAAAAAAAEBQYDAgEHAP/EAD8QAAECAwYDBgUCBAUEAwAAAAECEQADIQQFEjFBUWFxgQYTIpGh8DJCscHRUuEUI2LxBzNykqIVFkOCY8Ly/8QAGgEAAwEBAQEAAAAAAAAAAAAAAgMEBQEABv/EADERAAICAQQBAgMIAgIDAAAAAAECAAMRBBIhMUETUSJhcQUygZGhsfDxFMEj4TNC0f/aAAwDAQACEQMRAD8AXXMhBCCR4F8TR9ehijl2RNnUSl2+YO7jlk45RJ9lZhQkJWcSKeGa7hT6HJKW0yy4xcmcmYnNJfjXyj437QLK+Bnb+k+wSwMBMv45MrGtz4kgADWrge94jbxv+0iZjCsCRUIBcHgf1O/4aKeYtNEgFWEN4dOZNOmcKLxsHe1wh05U+5ofKB0YVGywjHpyOODHNkvOXaJQVkWGJJoUnUP7eEd8X+uzrARMs8xDlwoMQOJQa/7d4Ds1naYkqDvmDVPMDeAbTYzMJUouVVPvQDJuEXp6YbJnnTC4EuLn/moTMSrEhQxIIFRvmRUZP9IYCUjJRV/7eEeTAH1hB2WtX8PZ5gWXTKdQAz8Wg0cq9TG92dskKLTpfd64knEH1ozgNrWJmXcxKiJbefEfBgKAAbJDRP8AaK1kjBlUa6QKf8QLIS2CYDww59FOfKFHaPtHKUlISF94FOHAYhmIJembuxqBBjT2bxkTtWO5lai4hfZBLnTR3hCZSaly2IjQbDcwrt14Km0IwpFWz84HlUII+J9Nq+bGNCvTEIcnB/advf4TgT6HMt0pQwibLAyACgOWv4hldtiCJXy+IkqUKkvkAeERlhu02gvQIB8SxRuFdYpbGSECWg+FJKUcAM9OfnGRfUFG1T9Y2pnccjAmdosIdRRRNAeLnOtaGArJcwWVAZh1ZvQksWeghle99ypMopSUlbYQCaJIYjFtnzMR9zWmbLtKZwK1H4VKbw4TpswzptDqEtetmzj2z5nWf2EdTrmR8/8Alp6YtFV5084cXXKalQnYEkZb1PWFVoUuYsCY6AKBP7684oLtSgEMKDUnUa9IequFw5jCayNy8n9o2s8liCXrucv3jm1WiUj/ADVISFKwjGQASRQDjCTtJ2pTZkY8JWQcIAoCoh822BOUfOp14qtc0qmKIBOviShzQCjgcQNHipKcrkdTPa1d23PM+wTJIUnDRj8rQrv2VKMhKmSFIUACTWpYgPwq2rRn2RvcTpR8JExDJVqC2RB2OfnCD/Ea9pip0qTISDg8Zo/iIoP9tevCAqrIfBnnfBys0vWYlEoqIJ2AFSWAAHGOuz/ZSXPQVzAoTBTCVOU7F9X/ADGVhC7QmSDLwMtapmJ3yAQBWupflFlc9lUhZKQMnVTMD+8I12pI/wCKo/F8v2nTlwXP6xF2eu2ZZ5y5aiSlSfCrKqSCARyJy4w2tKXGICH1oSHCmqB9YXYfEUg55Rg2alrX3t3G02eYNKk4iNmekHyUVoHbSM5SGJYNQfeCZQyAid2zPWPmezz4ekYS5hScIbCSDyYvTmWj8uZiHhzIr+YznKIBq4jteV6gKvievhqEjVqZOdNngVUoTUELFDokqT6pIMbT3IaNrMkDPygtxUZ8xnCrnzFH/ayVAS5eGTKL95hBK1bDEolhmS76UiJt81MudMTLQyELKEipokkVOpNSebZR9esgJWABu/8AeJDtd2YMubMnOEylqcHEHxGrNmS7s1I1/svVMzFbD9Pr/uc0949Tax+kiygL8SSyh8v4jexyWcqBrXyxb8RWNk2dCSXc6ZtWmfDlCu2WyaC6WJG4KqZM5L655xudzQssUKRjP88RlYg5xEUGbn3WAL0WO8IlilKu9dYW/wAdPUQk+EUoHGfF+XnDGXJwj60yggu1skzJv1AJwBBhLIU3Un7cIYWGylbhIyzJLfbOOLDZwTiOROgzh2u8LPZ0p71eEGgABJ8hXrAlsniJrIX4iZvKmKSKgFP6vrSNV4pc497NSaBkoxFLGrKUBRRFatnluvRaVBRlqyyByfhxLR5NyJQtaCRodq5GlIz3QAke8sTc4Fi8gePIP+/lLux2eWpCVJbCoOGyaOlWJJJAOVSAfJ4+XLu1E5YKrakuQFJU6MixDMA/1jxV3zrI5ROKCfACnwFTl2BzJxbecK/wU63c/Qxe5z8WeJSdpZyJDgqJUXKBTEo8P0h9T0eFNy3mlz36MCSaLBcNxH3hLItSe/mrXiUU4khROJyCEINdc1muhiyu2ySiEkISUkZ1URw1Bh9tK014Iz846qwuM5gfai8EGUkWWZKIBJUn4nG6iKOA5L0GnGNtE5ag2PE+iQw884qbyutUyZVIShzhSmnVW5+kGWfs4kB2APv0jiaiqlQD3BNZkt2euAEYyQa+RGbwJeMwKmKwl0ggDp+8eqnLQqYEqICiXANDUj2Yzly8+Yi0Bi5djn2jKaQq7VEzwQfZEpSAokF/l1P4gbC8EWezPpWGsAw5hsuDgeYwFrWtAQ+FCX8Ip57mG8sqmS/CopVk4oSTx2GdK0hWmV3aXUNKDfjygtd7SpZDhS/0BAD11qabRFeBjCLHHYi4buezZcmypJmJUty1A6lPU565+kfrulIUDOdZTMOEgk+HIYQMnBjCfZ5loKZ2mEhCa035Ky9ICue1KlrmSDTH40PotP7D/iIFK8oTn4vMie4eoB48R5a1grImKwkPXIZlq8A1OMTt53nhGGXMKiR4lgkMX09YpLxt8jFhOJRUXKgCUpByc8tnaBV3AlU1Ki2Grji9B5P5Quq0Lg2A/wBR5rBB2H6yXvSbOtfimTCZicOFKiEhQNKJDVYO7aF4eXbdyZaEo6k7k6/jhBBu5CZi1pY4j8RFWpkc2Bp0EHIlMcoqa7coA6k1enCuXPcBsd2zEKUqVNKFcKv7211gieVpU8xR72aQ7ULBh0FAGhtZGQHV7/aA/wCISpap8wkIQQhmc5mtBv8AaJrHOMn+5QoCyhukJYAqClceWUFIvfCAJaFEmhKgUtVqvXT0gKzWuWukrxkMzgjPiRBFkkqUouz0YDJs2f7xiEKCWeLswTz1G0xRUmsDgksRmIIBDejRwmWxcdREIOIkHE9kIck8A/rnBApU9I4ktiNdAW845mqzJ8oA8mAfiOJgSQ4FEk/WMZpcpf3Qx6VOUn3UQVIsRWQW8OddTDcgcmOJCcmDolP9hDGy2RWgA6RphRLSVLIAFSdoT3lfXenBIJwaqDh+ubQSIX58RQ33HCjj38Rta7zlWZK1rVRPxMHbYZ/ETRs4+c3xf8y2zMSkFEtNEJBdgdSaOo+kGdq7LNUJSEIV3aXUpQDgrOVBkwdnzxHaFVmlzwCmiRxT4g3PKNvQLVUm89/tG00Krb+zOFWVqJHE8IBvhUqUEBQWsqUzJYEin3p1jSfcClkrmLWVaEmo/Bjm32UpAmLW5AYUyNDjP+nOuuHeNNbq3OAY9rLGBAGIBOS01SZaMSXFCCqjnEBWqiA78Yz/AOrTZZWhWBYQooKikg0LMSC2WrGMzY1AonAAE1ZlAoSzV1TSj1yO0F2aQpSkKWoBMwAOf1Jol/8AUnD15Q4lQsgvWxjuxnHPyxB7PbJgmS0JYJU+J6kMCc6MaR1eMwKIKkpJ3YGDrxspQApIrqkU6HaAZiQpIUmo2q4p/eopSBVwcMJoaeqsoV9+Rn6eJcXndAWg1YglQUWYftrAMmUklSXBYVbQaGn1hR27nLMuX/MUE4ikoBLGj1GrN6whuxOBJViKS1GJD6aZvtCfR3IDmLRzTayqPbPMcdopC8QEgJYipLFzwJo8C3Hcs7vpS1l8Cgpip/h8QAFaUhtY0KwBJLg5vVtTnUaw2sMwpdYS4SlTf7SH5COC5kG0fnFmgMcn8vEn7ruwHClRFTWueEkHnWKVKpSQUkMkFiAHJO43PDmIQ2e3goSEpqCrx7pdqdUk8XEGS6jgPZ9847cWbg8f7jfTUtu/KHTlGWcB+IVBTkQagjgRWM7PblBxiJBNauOUCKSol6s2efJuEdSbOSQNHyAaFemoGSIwH3kxa3VMJIY4iGFANg2jR33NW84ZW26zLVkSCaPnvXeCJF3qOhikWDAMtVRsyIul2d23hxY7sy06PB9kulWrCHFmsJyAhFmpAEnOB8WeYmVcIX4i61/KhRoebVI4PHsvsrhUmZMZwpJwpAAFfSLm7rtwhy5J1ygO/wBBQh24Rlvq7GbanAPmS/5IZ9okxaJPduEB8zh15h9WhWbnmd+mZMYJBcDM5Nm3GsNrztEzvZJEsLQSMRGYL+gbOHlvsDig6P8ASKKHZVGfM66JuBbuTE+wg0IbYikBXfYChSgl0nZJLEHdOWh5RUS5L+Et+PxSPP4U94KUKfp/+ocLDgidYDOYv/6biocqdPZjqTZnLgGhI/PPKHCpTDCAx3+8E2ayYWSBoB7aF+pOF8QOy3ekjxVPvyjKbdyJaVpV4kq+WoY11eu+WcOJvh4q+kTN6XuQvDLLs4VzNGhDWbztT+p6sFz8ozu2dLlIcCuw06mO7stwWtQPhVmNXHHcxHy7xUZ2EfCHBBdyRmW50hpMsM8jGlkNUFVC/wBusKbRE5z58+0JwmTzK6cpvG4fZs9uscCcAMRML5dqJwj4plArCKO1TwBgS97XMQtAYYVKyz2YecQppmbiKWrPEeSJzzC4Y4SAdDUeusdWgsdwYys2Y1Ye/tDCy2UzFVoBmftzhDfeiWIQ5Myu+y46KokGvHYQznLAG44ZR1NWlIwpyECTVniekJJyZKWNhyeoNbimcnCzjV9G+7xnZrKlIAQkDjm/nDCXZThapJNeDnLg0Fizto0MG4jA6hG8KNoi5MklLPzMKbbJBUoCW3/yEkCm2kUVqTSjU1JLD2HhQjtCky8Kkgu4L6sdvvWNDSUBwQDzCpZycqMydtd1KmlPdrUhKXKl0L8hr7zhH2kT3apclKThC0qmLNSqoJHHOu5LUAiwTajiAoJblRL1pk/WvQRN9qrylrWoORhYAtmopfXKjGv9O8W6UWrZsYcD+DnzLSTu+LgRNI/mTFYv/JR8wWYmmeHRtXhupMpiMIP6nyVnm2tc84AsyCwVRyzfn7wVaVDMHPPyh7sGbAlyKDxE9/WFIOLGWb5qjgP3pCW6ZYKl0LMMqmjtplWK5SEzUGVMdjsWObg5dKwruqzJs+JROJSmBBDMz5efpFNdwFRHn295K9Nnrqqj4ff2gXaeYJiErQlWEKpSmTORmkmjRjYrEpSQAjEXSSRmAK5RxItc5YYr8IDYQEtxBpWGd3HC5UoJchn32Az/ALRSQypiCAHcs3n+ozskkrD5JFQ5Z9n4VgPtBaynBIQoklSVTMOg0BOj0LcK5w0M4mqSPC/iKSnEXokDPi5H3jCwWdI8KjimTCQSKupX2iENhgx5x4jCD0OveCKs6ES5TEVQQW4LV6l9IMs1RUMHLPzep15R3b5tnIC0MZxHiFRhORdLsVDJx/cWStZLGjihPtukODFhkjEBB7x6gpQnvHJatKepy8o/CyTZpQsEJlpL+JwQHqHd96Bs9KxDy+0s4TygJCkAthUCkt/9a1qNYqLq7VInEyWKSKs4L8jqNdIK1WqUv3JV1C2NtX+fSM50hKplAa5Znk5JfrxgmzWQbM2b/aHt0zZS0FMtLLAqTUcHIb7RxPspcJbmfeZeMR9U47j11JB2dYiSxWZZxd4s1IwAUCWPBiRkPOHtjsYToX/1ftHSZAEMbIjQ6ZH3pE7XtbxEX3ccTuXaAgVHq/2ET9+TyteJOIpYBsq1dqtDa9gMJYsRnClIphPnAm1hwZzTIB/yRGh/EGYj2PSF8+9p0hQSllyxXCrY6A5iuUO58piONPx+OsBXlZ8Uv4XUmo98vpF1Vozz0ZonDCNLktn8RL7zAZZy3B4vTEP3jpdqSJqUfEouWTUtqSM2cAPEpYVzF4lGYth8NSBqD6U6mPbsUmRNExQOEAmmZJoH8znFIABP7f6ijSQCZfpka6nXLy26xnPUzpHv8xMze3CQk4ZS8T+FyACNyQ+HlWFP/fswq/yUMKHxE9dGiY6fUP0MfiJNsYctK+1yFqlLEsstvCaZ7DiYkrNYVy1NhUFcY5tfa1asxhavgdL8ySfSEU+9p6nIKky9QnP/AHMD/eHafS2hSpwJSjbRzKC+ZKB/ME1AmvhUkqD6VbcRsZq5pxKqCEhg4TTgeZz3OUSFjkY1jxMC9dTTPmYtbOhiK0aGXD0lC5zPV8ncYwsSyl2AajU6fWB79nE4Xb6V4bGN5YcilP7tzjO9ChKAFkOpQAA3z8gAT0iKt8WCE4Hcd2NfhDaNWHdmSogJyHPPiWeJC6b37ycUJSyEgYXzVoTwGVOMVdjD8OW3KMzUoyHDCZ+o5GYZ/CbqHQOY9VKQM3Vxf7Uj3Ad48WWoS3P8wKL8pDknzNJU4MwJHCB7deMuWnEtVHbiTwG8eksMwMohbfcyZd4TVgHCtAUKfMosuuvwv/7RRUivndxj9flHUULY+CY7tfaBRcS0AcVVfpp6xNW20fDhCUnIaJYasKADhB9qBSgkaCM7HYhQ1JZi/mfUxVS4rBYdTYrrqr+6OZ7d9nJYqUSkcPVquX00hJfNkC1GXjxAqK3FFYiRTgGcdIubrk+LgAYSXtbUhcwJzolOpJ1I5DWLKLm9Ev5zx+kSW9S3GIiWgAsPl10Jarbx4CwrkeGu3GkGyLCuZRCSfQca5Bob2fs0kpIUo4z8wyTyGo90hLXon3jKjctfZkeSAB4uu3nrGK0FRJzetPXl+8V14XGiyWdc0nvVjJwwD0diTkKudoiUrUzjCHOTt94toYW5K/nHV3rZ8aTCTL1anD28MLNakIGFYdTEpAAd8nfQcYYC7SUM4SVUBIfDvTU7fiPbN2WlJBONa3zV+wimy5DwZISV4EzGIpxFyVMwZ/P0JOjRzLkFBOF8VGIzzpllDmTKk0p4kgpddaZHPk/SOLRekizslcxMrUJIrzIAevlE4J6AP5Qd+BzFyLOZkyZNVLwqWRQUBYAPXdiSN3gm2LlypbzVISDkkuSrgAKq+0KJ/wDiAhxgkFYH6lBHoyvtE+oTLROVNWT4jTEcg9AGYMOEVJU3bjAiBaMbU5j+XbAsuEhCRlmT5l68B6w4uiTMmzBLlhlKzNCW3OwHGF933YgCrORnqOMWHZCxqRaEqDYcKnIADjQHYux6Qq0qAcQrGKoTK6wXeiTLwI6qOZOpMYrS6ngm0TdIzQmMS87ziZSk/ePcwmygGjWSI9np40GcZrJFdoTgLDzkT9eFmxoLZxNyJpcoVmmj8Dl74Q1m3goO3SFc0+MqLElg/KOMytLdMjKCGnM1FCNdPt6wPMDhJ3aC5imbiWgOeFABAPiUopB/SPiJ6J9WEer5lamDzZeJmACU7akGvQHzL7Qttln8JbPL8nyr1EUC0BIAAYCjbCAsIJURU/DwDZv1+giiu3yOo1WkhapGBBOjfsPfCEtlGuh+8XF7dnTPQ2PCQXBaho1R10jKydk0pYzJhUWySAB9zGmmsqCcnmKs+JpMps7kCrMfrl72htLkhmahBBHCHwuhAUGGW9fKDBd0suooAS2bkADzhFmtU47hjCiQsmRsCDiOuj0bpFNYRkSaZef7wPaZaFLIQkAaVJPrlBEghgN6npHbrN4nUXEZS10fJ6xP3rL7y0oBIw4aDapfqW+kNlLAzLb8IW2O7zOnFZJQg5MK6amlRCtPismwxhAAzG93WXu5iV9OhzizttrRZ5Jn5oQkqUzVDaPvCWyzJctJCA/FRcnrn0jK0TStAlkDADiA45tyd/PlElh/yLAzDGP1mW9Jc/KUl0XzKtMvHKVzBoU8/wA5RupQ1yiEn3UU41yGkzFD40h+bsz9fWFl62ycoo72YFEADChwBuWfPX7xUNPuXKHiLGjG7APE+g2q3ykHxrSk5gEv1bOm8Lrdapc4AJUHGR34PpEtY7OC4AqR6PX3xhvZrMEmI7VVfrKl0q1855nE00I4ZxtLQwDDyj1aknY5a7tGyRtCmPEaWirtDLtBlgWcqCsQxYVBJwsXDkhw7RhcN1zg5nsw+EOCTu6ncNFCmXHaU1G8GNW61+mMfXzFF8dTRFBw9+kFykRzIl8YMlg6mIDyZHY8k+31rlJlJlTXKll0gEhgPmLZirN+IkE2GWQMKm6v94df4gWZKFqmGYlSyjiVJowDMwGWZGsQotiiA5egj6v7MpxSMShdUtFYA5zL6fc0xYEvvHQ7pUfiSwND+saVr6RiETJZCZgDnJSfhP4VptDuVaMW4ChRwR9c4ymYgBX4cydRk/36R3sYaMGc5EVKWpL4QSdyQOXSJPtVdhmtMA/mB8TF3SNeY+kW9usjpKkHn+k9NOfGAp9kYkYS53P3yIgq3KHcIZVbBtM+f2Kwp1pDqyXlKs6gJiFL/pSxLbkE/wB4Z2q7gkgqQwVq2usYXVdiVTpiyPmYPmwYCkOsvXaWaBsKDCxmL6sRTktB0JQQD5OHhrcvaWTIlqJKlqV8IS1BxJIqToNhvEZ2msFqUUiUgd0l1OGKn4g5U0G8T38LNBAWV4XAIL/TWkAlSWrnd+GcyWy7tGB/n+p9W/76ClJwyqFTKJVkH8VAMxzi4KiEuG6x8gskiqAkeFmzepOXMx9TnTchrGPqtlf3RC1FKgLthS2wnlX7xgpbBtI4XNo0AWq0GIS+eBE11EmZTj4mcNpGU0dYS/xIXaDMAJCAw0rV/WnSD/8AqcsipINHGEn1gzSwxgTS2FcQ2SRWBZMl5y1EEMEhL/8AI8HZI/8AURumWSAUlwcsxHIISrxEUx16vAqMKxH0/n5Qc94nFpDjCM1U3pqekdyrKGrkMhlGspLAqNFHJ9Nh941FWpnqaD94AscYE4XxwIPMl+QD+/WOUyyXwg88vLfeCkIL6Hm49KwRMWEgqUpKQBUkt6wO49DmAbcRZPQmUnGt2DfgMNYl7Vfa5oLsEO+EZtpiL58qQxva+5E8BMtSll3BwsNQR4g56QitssSuunE/aNXS0YGXHxSlEO3c0KkIJIVoW9++MdCW6yoEBL0PLbQVePahD6mjcT+M+kEyJGFBVolg5Op234w0kxy48zxu8OH5Rmf1HQchmePIwxlIqEglgKxlZJJBDijPWGlmkYqjIvU/bekR3WY4HU5a4EHlKDYjRIpUNXrBkoagZ5H8DWCrPY0gjX/VWDe4QPhAeFKwfiQWXiB4KGJmfLxTFqIpiLcBo3SD71nTVFQoJYHyhgTi1PLSM5KKjYxQzbE2rHUrtG4zmVK1GY9tB0itRV6x6mTGlnGHws2o+/vjETvkTrvmYfwoSUgDNR1dszTarQWlMfpiHUng/wBoINOe0KdycRJbiZmCJMk6tGkmS1Sax0ogbn0hJPiTs+eBP0+0SpKSuYpgkVavsxEdoP8AEBRdEhJQnIlgVN9E9POC/wDEcTP4UKkggJWkzG/SAa8QFM/4ePmi55UnxivvTSNz7M0Vbp6jc8/lOIEz8Xf6Q62W5/hKiFA4ifzqd4UhbCCZloKkyRXw4s8gHem8A2iYHoGj6GtQo2iT6ks7EmfVO0F5Js8oqURskM1chXbfgDE/dHaKUJJYqSpA/wApZxBeT4FMGLnI5Ctasj7W3yq0iSAGSE4juVEkGuwYjzgHs/Y0rKiTkzMeb02yrE3+Ooq3PnM0t7b9on0ix3zKVKK3KUpYFKksa6D9QOhHGBpXaezrThImbfCPsqJ4XeDTLLUsTVtaZ5QwtPZzClMwE4VAGhND82uT1HPhEpepezGHg4hU63JmApBOEGj55ZkZ6mObuUTMcBgw66P1A+sKJd2qxApJxA0qfZipuOznE8xOFWhGR6acoVqHQIcGeNgHc3TZDhDkDhStdYAvG6lzFDApKQ1d1HL0EVi0DDhOkcS5KePn+Iya9WUO6TWfGOZAWWxrkzhiJCXClFbUALqU4yYVPKLq578kT1kS1FRG6VJfk4Dwt7Yz0S7OEBPxqAO5AD1J0cA9Ij7rmTULCkkJYg0GoyPEVNOJjSKpq6vUbgwa1JXaZ9VmpNWzgOdY1nLD1J/EeWG80TCwV4mcp+rbtwgpU7aMJt6NgieG5DiKVXOUIZBSVkuXcA1emZFKQJOASlToUFAZBOfIs0Opk5hWnveB1LesOrucfe5lKWP/AO0ipt62tCSBOUEn9TKw8ioFowN7WmZQzU4nDFKUsmrOKOoks3UxW3igMzAlVADlzPACIqRYCJqxXwFhoTmAeUbOlsrsBbaAfoJR8LDgYJlRdc+ZLDqKlKPzKAJ8tOQg9N9Av5V/eBJQdAUS75j9KhmPxAaZqFkiWtKlj4kg1pTLfjETotjFiIS1Iw+IRoq9B/YlvxHy2+bYtU5a57hT5Fyw+UDg2UW9rmFAcimr09YRW5MmewXU8M255NzEX6BVrJOMg+YT0gLlTg/OBXYugNcL6/jeH9hSiZ4VDE3ns/HrvnCyZYQkhKJmNOxBChwNGPMf3NmTEyUllhK9E4gFHhm7RRYQ3A7MYXVUw0Zy141AbP8Ah+FB6mCP4ZUxQIDMCGBpVhUkUNOJcmBrss6iHWlQJqQ2b1zJy4CHtnQQ7JVTSnpWM65vTJCxDsO5+s9k1UcfDIDpr1hlKlihwt1/eBkJOeE+n2MbykPuG1INOUZ9m4mS2HPmC3v2gRZikCWlSznWgGT5PvCK39tVqHxJlgu4AJ/cngIJ7UXHiQZ0seNI8X9Q/I96RBzUGigOPr+Y1tBTUyg9nzFWIvpll795VdkrwVPRNKgp0sC/Ev0NMoo5VlpQkRDXba1pUVIYJ+YFy5A1AIfPMw/s/alYLKkpKWqQSK9XhesodnzWPwjKmcp7ylQDs/KNsAPA6QnuDtMmesy1SzLVVi4KVNoCWL8G0MUiyAklTBIzJjHuV6m2sMGKdyDAQvxDgMtXOn/EwVLDZ1PCsSth7QvPUtUoCU7JocWHRVdcy2jiLa77QiYnEhQWn6cxpHtVU1OMj+e05eGQAkcTCvGOVIMBKv2SJ8ySod1hICVLICZhauE7ghmNcoZyZ4IBNUnUVpCGR0xkROSPEHVKzBHmI+edoOzZkTQqWP5S1NQP3blq/wBNaHpzPvn/ABMlpBFnkrURQKmME88ILkcHES03tFPtCkmdMLYgWSyAwI0DerxuaDR6qo724Ht7xiEk4InttsypRKZiClTlqZk7H5h+YlLcGV+Y+03jZJc4KRNSCAMSTtyOYLxBXl2DmKmfylug1dRc8vb5RpaLX1n/AMhwf0ntRQzL8Ik/OkmgqBl72D/WGXZqwr71eFLkSyWeh8SddKQ+vi5kSvCVY1EbNTk5qYz7HjBaAGop0KPTEOtB5w2zUbqWK+0u2A/FDZckqDsxGY5UipsCP5SEqFCmo5/tCS+ZsiXMCZqynVKUOVHiWyA4w7kLHdyyHyTU8hnxjB1BLIpx3AJzJ612fuZpzbNJ3H5EPbsmUCjrUDb9zHtpIo4xNyjmTMqSdYF3LpzB9ME5ML/iI6lTH1pAGLEdW1jpClVw6Qk1cQ9og/aWy973aWdnJ9B+YCmXUEJxBGWbk+cGjGmbXxFmLPTWGCpxUGNARUZ+cP3vWqqOpwAeJKpeYEmUlWJJoXYJI/qbIc3rrFVYpqxLAmqSZmpTka00FWaMbQGYJAYDlGGFs6fT0y6x66wWgDGP3jCoYRgZ8cEjlypAKs6Ak8Kn+0cT0rUnCRgCiU5uWq5pTLjtClq+c4EGcTaw2TvSV4qZAM5w75/Mz5bQNbbKgTHS5UAxO/PgPvBt2kibhSScSSDsAA4LZZ/WMbWgpJFC1X358YYrn1O4aMTZgn6RfJKkqIT4k/OOOjbUqekAqutKEqWaH9WTcmqKmGMi0ISsgmhDEgPU7tANtk94rCPgT6nVvpGgjbTnocSgtgnEVCcZsostS5aSHB+JxUJfMpJbP0aB5MtlkKq4ByYv9mEdgJlLQCWEwqBHJVDxqfrDBFgXNmoEsYlEkBg7AsK7Dc6RepA66MmLY5gF6yMdnVXxBsqOMQ99IT3LZUpWcbBIScRVQCoap4x9jvvsRLnJPdLMpRzpiSdyzgjoekSF/wDYJVnsqpqpveKStJIAYYKg5mpdQPSPU3rtKk9mSNqqrHDefaBXHeiCMMslUtJAU4IKNinXC2nCH03tCiUEqmAqBIAKADuSakOKesSEiSqy2vu8JUFEJUwYFJ+FXm2/zCD7d3UxQRLWhZBJwpIJqwoH3Gm8S3UqXHlTzn/7GowYYPctrs7SWWaQlMzCTTCsFL8iaE8IVXp2/lS1qlypKllKikqUQgOCxahJ6gQLe3YNZsBCAFWoqCsIIZsigEsHar702iCsd3T5KlImy1JIIcKBBBPPgx6g6wyjSUMCwOflISVL4HUtF9sbQtynDKSzUAJ8yPsISzVlTJzGmQAPL3kI/GQzMcswxbfrzjyYX1NADkzUyENWtV+6JotWnQE2s8piNeMd2k4QwAIJpTlG1klkNWrPnp7rBAlp4O+bfRoU+c5h9LgcTCxXqZR8KE94R8Sg5GjjQbRsq8Zk4NNWVMcsgOgGcflSsRqzR3Is6Rkx6kwlq1PxAczyoAckZm8qSC2nt/t6wTZ1qlnEhRQeGvMaiB0UU3LzEMpUgH8xLbwOf5/OY5iCOeottY71ZUoZlzzOfKApl1zJZx2aYpBPxJCix4t8J5HaH0+UEB1EAbuB9Ym7dehmEoQ/dijANi3JdvC+XnB6cu/3Ov0iiVI2xDeNjUCSUgYiS2lTlHlzXQufM7kLSkZqC9QDVmDk9RDC0pWzABO3zccqNlvAKO8SpM1KiFpOxoRXYONOLxqq7FMAjMnesFsT6ZeNnJGJOaXy1BGXvaOJHxEjJgMuZ+8dXba++lImpZ1ByjQHUA8DSP0pCkkg0dyGL8x0P1EfNcgFD2IxW4wYuvC6++nTFBWEhgKAg0HEcYnZc1CFYpKypQdLlLAHKgJclnzArvFJftrFnsyiPjW6U6kk5npU+UTyLCVjEXxt8epAyxbnj/eNTSPlCX+70J1CehAv4HvTjJJUXOIku+X09Is0LIky9DhTQVYtpC2wWVk5u1DwP5hqlHhSNGf/AI/vCNVbvIB8Tu0DmcibQPnt76x7Zhi4DfePZchtTux9vHE21pB+YnYDWJe+FncZhE+bhT4WOQA6sW395R1Jnh6k8CW6wsm23IGh20OucfkLbxucOgOXMe9HgvR45ntnEczV5P5QJj8vrGctRLkh36+3j3Cr9Pn7eOBMCcUAQpAxD3SNZVnHFR45eWTQNZlGoIHnn7aNLfeAkyzNWfCkElszwD6nLrCwhZtg89RdhI6m6ZYDJDBvT2YHlyiuaWySAkbA5qP0hJcHakWlMw4MJQrLUg/CTxoXhhdVvP8AEBIqhVFbOzvXk0MbT2V793Y/v9pxWO3cJRSLMEBhU6nf9uEAXjZCs7Q0mLbIQDNtIL/pGbxBWW3boipm3bpPqsWY+XhrHs6w+HUH+ksYbFaThAI4+UKrfNWsqQhksWfN6b6cs+MaNbO7AdS3eSJHmYvGUAnNsR1fPi7vFR2Fn93aFBbApScI/UCQBX9Wb9DCsIlSphMw5UDacTrH0O5btsypKJkkBQVXEWJfIgngQzbiNXUPivruTXuErwfMKmXyS+CWpZFCwYDqph5GAbbMnzUlKkS0IUC4Pjp6AesO+7YZ0hXOmYa/KSQrYbfjyjJutZV47/n4SGrbn4RJC1XZ3hWmYqqT4SwJDsXqGP7Qw7F9mUy5ipqphmFIZIYJAJJc4RR8OEA8+nd4JCJjmoUnPkf3grs7bO7md2r5g4PHb3tD69TYVwDwZpahS9RZfb+47t1q7tJVqA8fO7bLXMUFKJKqu5dhWLC+bWFAh2D60hPZZ8lYUkKCi4dtjry0pA12HkjxIawU58yTEopOlI3s5xMSl69Whra7KBoHhZ3GE+p9Y0EuFg+cu+IYwYWiwnMVfXh+fxBMiw4nD1D02ju77aE5++sa22/JYSfCokCmFq8Kwr1LM7cTvqMvMFFmAo3vfKBLSnC2h9+kb2XtJIJKllQTthJIpweDbWZU1BWkjCB8VageoP5gmuZCNy8RwtHtEKLUQcT+XusGX1fq5cqUZUsFawfEfhThOFmFSWbhWBbAnET4M8n+8Pk3dLmJEpebKUFhnB8IPQ0pHbraQRuGYFuW5XifPptomzFd5MUVKNNAw2A0HCHlzMpQcvtDYdkmJJUSn+kMfvGAuZaJn8sgkMpJNHANQfzxgn1dNi7VMCtec5n6ZZXmEZMPrl9IGtlio4FdDFRJszupviPk1PsfOOe4lk+MEgUoafnyiBdTg/SOZhEHYSWQqcglgQFDgQSCRxZvKKS1oKmBKDrVx94OklH/AIwgDQJP2jNaR8wP1ie68vaXxiTAxRfIQoS1EOlJINMiWanTOC02QYXAYGDlLSk0FTHKio8PWF+odoAhhjAFWBy7tvkXG3DnGF1oWMQmlziYbJFCkHYsc9eEMz/fpAuLxrDu4ScPmH9PSGLYxUgzxJJnWHXErPQAGOZcqlSS2Y/tl5xn35DqHwtXh+RHCbU+YcHTPl6x7DQwD4ms+zIYAoFMnc8N+MZyJaQGwpcUyApoGjuXaARr7zjBZY4jXbqac+sdG48GdxCgpgWy2OnCOVTDSr/WObSpKQVLVhAFSHPVmLwkt/aBCG8K1A/MAkA+Zf0gqqWs+6J4kDuUKpowuMga7j8RKdsb1K3s4YJLZhiahT50GUN7uv8ARMTSTlQ+LL/jWEHaxCSe9Q4XMISz/MaODsw840NFpWSzLp9DkSVrATxN+zFhEuUSM1FyeAp9XimuhAM9KlUSkE9WYfX0hdc9hwoQgZJDEnMnU8yawxmWEK+nWJdTaGdsnvMoIGzb1KO0TUYCsrSlP6ioARHdpe1kmzgAYphOWjh86h24tXR6xrZ+zNcaiGGQiF7doBta2+RKUtxZ/oRHfs7S0tdtznHMlI9Ncqcypk3wpblKAHNC4UFAgeIGlM9NIwFungq8Esgs7glv+VdM4Q9mF4MeIlnGEaDN/tFnZJ8tQCVA1OmfTaL9Qnp5CrkS5cNWGI5ii3rK0D+UH+ZifbQ67CXp3UwyFECSv4RsvzLPtuNzWosXZeSoYlFSwRQfCG2bP1glfZiyYcPcpw6VUKji7xKLQV2nqZ+o1lTgpgmHrWOcKZ5YHEHBJxDTyg+agiqWB1Gh/EL1TEqLgULhQ2IIfhrGTe+449oikeYntySMD1QFeFXA0r1asLLVOwzXBdm+v4h1brMSheH4a+E6cU/iFNnlA51o7xVpyCM/hNelhtz+E7vS3GahaGDBP1fhwESF3WsItMtde7HhUQHzzI5UPSH14uAFfqBSRx/u8L13X8OJT8AGz4xoacIiEHo/wyn0U9LAlNeNSCA43hHaPCQakKcDYc4f3bMxoUk5y2c8NPp6Qm7Q2NCMbOSWL/pxUDcIj0xw+wyDYWIUdiYY3TlyMeiUaMknbV+kdXDLE1Exj8Phy13rwjW2DuQCsOAKAan7Rbk52eYCtn4T3EN42Iy5jlOEKqPuIKsNm+WrH1jSzX0paFIXV3o1Gd24EaR5Mv8AkylIQpBSlWSk1auupFRl5Qyxbh8GOYSOAPi6ju77GkPuNDBsmaCuWWais+n4j9YpOJ16MwO8eTkJlzA7mhbbMe+sZ7V5BZu+f2jDZlsRmZoYkDSFtrnFA7xiwck7DV9w30EdzbcEtq+QjiwLxrUheRDgcvYhek0rWN8olm9MZxDbIUqSkPRg3GO7fKCEFRw0HzMkNzMI7bekqyKXJAUsBIWEJA8FapdTDAcwzt4hsIS2qXNta0ItJTJkqdaJafEtQFXKmIHm/wDTFx+ycODv49sf9xDWtnI6MnO1dqMyelUlYxAu6DkAKMRkM35x6O01rQ2CcSlvm8T8QSH0+sZX6gISAhAEtT4FNVQBZ1VJNRkWHAQvs4wpCF1I02etSMzWNoUoUClRx7iC6BWOD32fn7T/2Q=="/>
          <p:cNvSpPr>
            <a:spLocks noChangeAspect="1" noChangeArrowheads="1"/>
          </p:cNvSpPr>
          <p:nvPr/>
        </p:nvSpPr>
        <p:spPr bwMode="auto">
          <a:xfrm>
            <a:off x="155575" y="-1828800"/>
            <a:ext cx="7620000" cy="3810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pic>
        <p:nvPicPr>
          <p:cNvPr id="39940" name="Picture 4" descr="http://www.murafloor.com/sites/default/files/styles/full_screen/public/product_images/autumn%20leaves%20new_0.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1023" y="1716297"/>
            <a:ext cx="3456384" cy="1728192"/>
          </a:xfrm>
          <a:prstGeom prst="rect">
            <a:avLst/>
          </a:prstGeom>
          <a:noFill/>
          <a:extLst>
            <a:ext uri="{909E8E84-426E-40DD-AFC4-6F175D3DCCD1}">
              <a14:hiddenFill xmlns:a14="http://schemas.microsoft.com/office/drawing/2010/main">
                <a:solidFill>
                  <a:srgbClr val="FFFFFF"/>
                </a:solidFill>
              </a14:hiddenFill>
            </a:ext>
          </a:extLst>
        </p:spPr>
      </p:pic>
      <p:sp>
        <p:nvSpPr>
          <p:cNvPr id="7" name="AutoShape 6" descr="data:image/jpeg;base64,/9j/4AAQSkZJRgABAQAAAQABAAD/2wCEAAkGBxQTEhMUExQVFRUXGSAaGRgYGB4eHBggHBofHh0fHx4gHCggGh8lGx0aITIhJSkrLi4uHSAzODMsNygtLisBCgoKDg0OGxAQGzQmICY3LC00MC80LDQ0LywsLC8vLCwsMC8vLCwvLCw0LCwsLCw0NCwsLCwsLCwvLCwsLCwsLP/AABEIALEBHAMBEQACEQEDEQH/xAAcAAABBQEBAQAAAAAAAAAAAAAEAgMFBgcBAAj/xABKEAACAQIEAwUFBQUGAwUJAAABAhEDIQAEEjEFQVEGEyJhcTKBkaGxB0LB0fAUIzNSchVigrLh8TRzwiVDY5LDCCQ1RFNUg6Oz/8QAGgEAAgMBAQAAAAAAAAAAAAAAAwQBAgUABv/EADYRAAEDAgMFBwQCAwEBAAMAAAEAAhEDIQQSMUFRYXHwEyKBkaGxwQUy0eEU8SMzQlKCNGJy/9oADAMBAAIRAxEAPwDOuPCrRakjOjHwupLS6EC+rqCfX1xk4Xs6oc5oI1BtY8uXgn8RRdTqAOiVYkzbtTZwFQuo1Ko8VhIIO4JB58iOgxnGmwPDTJjTdyTQq9jTl21Jy2SEFA4pswJTULXgglp3Jm5B88S+qZDiJA1jhw+LcExRyuZ3ONv3v80BwTI1KOXYVUTu6niD6qZBAEEKxkC5vF8MYiqyrVBYTItFxfYSErTpEQ14EHkncrwnL1W7mo7aWB7kq06WmYvv/Nqa+mREiTDsRVpt7Rov/wBTu8PKBtur/wAZn2u0Ol+r7QqrxHilTUwOnUCRqURAnkBtzONOlh2QCNOtUhUquB/Cm+E5Soq0u5poxJjWZJGqAZXcRYkR64Sr1GOLu0cRw5ceuCcYCxgyNn3421UpS4XSpvNarSYqAWWtUCrUlvZETpA3kq2/lhQ4io9v+Npg7WiSLa9EK4w9INDs3G8ddQh8ln8s9EhqYUa48CM2mSSJIAmTYx/MMEq0a7KlnTbaQJ62clZpouYCQNdgNkLn8lUNVtCaVZD7bAq4mSVIBMNC7RHlODUqrBTGYyZGguOB4i/QS9ZhzwNOOh5c0Qi19K0ai0gpMBmJYWI8hMeZ+uBE0ZNRpM8Eu3MSJFiYny64rmW4MaNVA9RqfhvB0pfSQLHncG/zxL8UKrCWtB9Tt6CYB7F+VxPhp1v+E+tJ6dTXUQtTPiHdsZ07AmGkT53HMYGXMqMysMHS8a+Wzy3KlQuLsw0O7+0UMsWctQDCnoJdO8InQJa4axBBjztbAs4a2KsTNjA26bFIJnuNtu94Urw7Jiq2oGdK6hTJk9DH3og7/nhWtUNNsHz6srAua8uAPLq6d4pxM0CVNMmVkMCSCORKSCYJBBE7R5YilhxUuHW3ftMMqlrS53R2+6GpcWUwXZqZKkeMMJZb2BEETaL3Hnghw50aAeUbd6qMuXODB3H9pfEeMuEQ1GJOgGQxCEHlYajMbTz9RiKWGaXHINvM/hEGLDWgOFze1govh/F173w0SZIn70e8LIsDG8xhmrh3ZLu680q3EAkgNsfTrYrF3viVVfvgfZF+Qm4Nwedh8IxnBkgkjKetOCNWowO6Z4bvXrci8nT0m9iQGBWwtPhaVOo8ul8Ce+RA04/F7e6LScR3ftH9A6omvmMwoGkBucDw7XgjYAXIjkDAxQMpVDeyae5tEQBm+OXyoytm+8BalU/e2jUIQGdp8+XT44O2nkMVG92+mqhmJ7Sn3CAdylMnSZtDuq06gYg6BAJsIgiW5X6gXGFajmtlrTI47vDREdTpEgugkc+utqdq1SzaC+nQI3jyg89+d8Va0BuaJlMBsNlo1660UfxLjPch2KVdAPtQdPoWjY8idzbB6OF7WACJ9fL43KXPpsALyovh+YNCpRpCl3Yry4lp0i5cXIgqxFtoaeVmqzBWY55dOWB+PMeyq002u7ON5/PluU5xXh7VKdOmgANP97QcbFgLAmLBgSDyMzywnRqtp1C5x1s4cP1sS9VrT3h93t1osv7Y8VfMVKLPpXQCkL7Q0kai3IHVNha2PTfT8O2gxzW3m/C+kcIWZWfneCVachwelSKPrqOhAmNOpGF4IEgyton03xl1MTUqAtgA+MELVbhezcCJ65IHh1PM1q1WplDTp5dqtkbUEqECzMIsZ3YAeKegwxVNBjG068l4GtpHCerILGVi41mERJ/+t5Hj4nirHlOLZQmmmYQ5aqRpYOToPXSwhCDJ/K+M2phsSAXUjnaLiNfEa2RBis05jB2A/nQ8NvJQn2uZKhTp5VqNruvtSCDDCDvvNpO+ND6HWqVHPDxexWfjcwaC/rmqFwh1FSmGupdQQdoJvfljbxAORxGsFK0SA4Te6ez9FUrVlQEKtRwoPIBiBPuxWk5zqbS7Ugeys4DO6NJKs/AaeqipHz8sZuJtUITFO7VA8eQa8oIYlaShxoI03MA2E7zN9x0xo0HkseZ2mOuik67Gse2N11O8ErtppwtlaNXO43B2PW/PGZiWDMb6o7cUGsALPPavVqeYbMuW06NICn2Whdj4YAN7kW2tjmuoCiANZvt15q4qOpuzGzT7qZyuZZ8u9DQs6iQxEkkz4o0gB/u7nl6FN7A2sKsnToam21RVrtAgi+/qLprNcErGnTpqqM0atbBSqkMrKDH82mDpBNjPTDTMWxjS4usbQNb+cHgYVnUi4BoHeG3qLeaz2rQYV9LoA0zoFhLGwHleMbLXtNKWm2/ltSWX/LB2bleODGuS4dUbSwI0mFaxhVMFiTBEkefljDxHZADKTfz5nZ1CdZhy95Jty6lG5hXqaaNakaVZxpWVADRbwtEEabjmYNsBZlZNSm6Wi54cx7pimWhnZGztm3Tr9IDsvn6Zp1VqKjgNBlRsCLAAAMJPMTg+NovD2lhItx6CnCVMzSXDQlR3Gc8lKoEqHUieJIBDQyzFiLi4nYiBscMYei6ozM0QTY+G3q6TxD+zJY4yNnBSuSNHMo7hngypLCAYHtA8vEeY5HCtTtKDg2Bv/R8FelhmVWZi436snqtcRSSqORAbzUnUpMwLtv5ec4o1h7zmcPXQ+nUIVWmQ5rXCBpK7TyKjV4jBkKRpGki0kHaDItG2ONV1rc9Vxw7WCM1uEWTmdpd24Uhu8QarQQS3MmeVz18rYrTdnbmGht5dRuUsBY728U3waoBUgwXIMGCdakiZJMgyLYvXaSy2nsVRpa10m5O03RXFs4asU7uQx0N96Duo5DYeFhy84wKizIMxta/X4RhUaHRlnh+Pwh85VLKq6S4WRohbWETYQTzHni9NuUl0xO2/VlNY0yAxxngEB3hCMWomFJAGki3JSZt4uUfG+GIBcA12vvv8kBhhpnS+z0R1fhNMIuYSo1NREuQwDch4bSwJF95HuwMVzmNFwzHd1s64qa1J2Rr7CNvtPFDZSabIlTV3dUDTUIiSLwGErJF/EBa+JqDO0uZqNnDfGvC21FptY85HnXbx9k8lXxTTqEwNoA2uL+nwnnvihbaHt622QqrQJDTPurHlCWVAGAMHUWJMmQQAfum0c45dMZ9TK2ZHJN4XCuLc+w2jr+0ruBFVXQBBJB21HSN2Btcm03lrbYgu+0tde3XXC6vkNIjKLDb+flD0uFsYqPVfVqBFMVTFOTOlZAnTMAxsb8ji5xDR3WtEb414ndPW5MU8OYkz14X8U9leIVKkpUpsoHhllUMsREtJB58hytO430WM7zXTttMeA65o9PugOE+X7Ujna606LO10tOoeG1pF77C3oeWF6bHPqZW6+qrLc0uMKuLRSohq0RRqVEZjTkE3g29+9rTfljSzvpvyVJDSBP5XVOzANRsEjQz6bUZwXtP+6qqaBL0j/Dn94C0QAGFyNr7gfEOI+nzUaQ+ztuz0QnVe0aajZtYga/Cr/a3s4mta6kKZBeBYNO5WIMiZvy5zh/AY52TsnX3cufspq4Nj3ZwMu3h5Qoo5rWe4yaEJWAatA8SjY3k6JA26jzw32eX/AC4g3bYcfyqvqNkUsMLOudbbPArR+E0ERYKkUo0BdtEGIgW8vdfHnMQ5znSD3teaavGWmIjTkn8zl0KqlRxpcwA+khh/LDb+Gb+uIpP72ZoNtYsecjRCeJaWgefV1lPb/hlKm69ySAp0sgOqmpI3WCdMxdf9sep+l1qjmntNd+3kd8b1k42lTsWHwvA/HJVNG07X8jjVIlIA5dEblmJI1SSd55+fngLxAsmKcnVX7gWV/cqRF74xaxOcpxuir+e47VUyq94riJbxKIEWiI62I2w1SwlMiCYI3W90lVqnNJun8hxeoEuqtUYRqM3Mm8CxIixmdvdzqNMPO7coY97Rv3IvPcWYFQ0K+0CCoYD2tOok7SZ6R0wNlPM2G/brun4lM1ADDXNv7fMI6lmKtSl3+XKjSSQgHeCptq8MBlYkWAY7nY3woW06dTsqo126RuvoR4BFOHDqXcdIFxt58U12a7QLWFQMYLHX3eoxTO1gzTDGT4dueDY/DOYGhv2iw48efNZ5rA3PH9DluRnFcslemlR1JKsCulfHpF4J2P0McjAwrQe6i8tadd+kqXVMzZn0+Uzw3Mpl9VQq+i9/vEgeG9thyJxatTdXhkiepTuHrU6bHE26snB2hpVdVPMlVpvEOwIuRA8QJgj+a0bzbHDA1GQ6jqNg627r+qXr1nPy3tv9lGf2T3RijXXSjE0yBrN90bSQDeRPmCN8MfyO0E1GXIvs5ESmMOKjWgDZodZ4Hfz3qK49k+8nVUQVN1VieZuBPS23L0w3hamT7WmN4QMZTBuXX3InhNRA9gFYKUAWbWEH48jvHLAsQHlt7jW6s3s3OkGNgjkptCNGqpThxp1WlbATF/CTvMGdsJGc0Mda8b/3H7V6hItUFzHvfxT2UrK6VG0EASbWmTewm1l2xSoxzXNbO7r3UipRqOIIO/mlU8vqpah3ftNPhkE3mREsYBA8umIL4qQZ2dcEOmHNkkApGVyNNvEpYVA3iYCIG9kBJsLwL/XFn1XjunTrarU+wDiT1w4fKTnc0hJYMQ1vFHiMXEkiVIPOMdTpu0Itu61lGqigG5gbm4/SlshQFanTqU1bvVnWGEBz4b+18huCcK1XGk9zHHu7OGvBW7FtRrX5QT5X4/C8Msrrr1JMNqQGTAY3K36Egzyx2ZzTlg8D4bFzWhji/SNbpjVTaoVYCCNQENo17aoIuSp5Hl5k4v3wyW8tkxu8D1ojseyoCTDhry/tE5viwTw1UZQoK0mZWVZggQBCjSNrmbjA6eHL7sMzqAQf3fkhMrAbIjS2vLkoUZilTIZEE1RDCmupSwJDFRI0agNhsb3i72V7xlcbN0nWNk749dFVr6DW5iLnh58p91OcO4xTUqj0nWlYrVMaL23gkGCRJj0vhKthnEZmuBd/52+XwmRVa4w3TfsPqER/b+VaTTzFMxAkletpkczgH8PEN+5h9UZj6VRskjzQvE85ApqgmTJZVlVI2s5iLxEnlG0gtCndzneR1Pl7orqbzDb/AI/Xr8NZM5uoS3d0UTV4WZmI8yFAEweROxsTE4vUGHYAJJPAD3v5oVXEVWDK4C3E+enom+2PD3GVrNVr6tCiAirTQtI6SzQDYFj+V8BWb27WsZqdSSTEeXosnEtqOGZ+zd+NVBdh+F0GpO1amtTV1QsUjYDfczMCTO+HfqeIqtqBtN0RxF/6QKXZtu9GZ3h1BswKWWD0HNPWxcMdJEaIU3XZpPRYjxDAadeqKPaViHCYtF999uyOJ4JmnVYHZW2m/I7I60so3inFMy2Yp0HHc1y3dtaRoIiQDZpMkN1nbDNDD4dtF1VvebE+I9uITJxr3ObTAyuJ5260U52Z4GaPsa4LQ5mZZJG8DYzbphHG4sVfujhyK0MPQp0AYMk77qey3GDUBSkgdQY71hphjJK6SLgQJIN7wMIvwwZd5g7tbb54+iozK55d4RvhO1eEU6hR6urR98a2A5CYEWmBNrHyxRmJeyWsidlvTrah1257df2ort9wUUuG1QAFWmy6FTb2xdiZLHSW3NsO/SsSamMBOpmZ5bEhiDNMgC2vJYsvtD1GPZH7VjE99StBfGBhVx7qeZqjq3aOvTOijGhbexN+eBMwtNwzP1KpUxDw6GCysuUyDPTFXwvTaQ5E6qJPJha0e6/ocZL6zWvyXBGn/wCw3hEc0ubJgj2Q3E84aFIUhTVlKESUOpZIMFjJMECCLAEb4LRpCs/tC6DO+x12W8eKK6uW0uzgaR1KAo5Ya2vqc7kR8BeR64Yc85RuSbgxjiC6/XFTdHhcIiCs1FwWmH0tLLNwTFhEEQRhJ9c5yXMkW1G4/O0FOCm+mAAbHcd/WxQHE+EVO/epUq902nVTq6Cq1GjZmFlY7Tsffh+jiWdkGMbmGhEyQOA1I9Ql6lIVHkvMHYYiefFE8H4nnLGzLzYrqYgj+6wJ9Bf6YHiKGG00Pl7hAblc65UulNdKjMIis6yDTZzqvYMFNjBO/MHywkXHMTSJMbwLcp5Ipp5W/cIPx/a7l+A5YSVuJGmQSJ2iWAMiCb45+Lr6Hj1Zc2mGmY0627dyTRyNMKbkw268o2nT8ffOJdVeXD5/afpVmg5XSOuChOLZWkKwquzwwNgCRCryLCJsJHVrG2HqFSoaeRoFvc8B6HggYilTNTO8mD8DrzSMojuutA6q1TQIVttNiSD7pj34moWtdldBIE6jWV1OlPfZIEgeEa/lS/7S6z/JETuTq8IP9646cjhTIx3P8X8ERw7R5aftGm9F00pgyrMyrvosRfyB1RYwDG1uWAkvI7wgnf1bnql306bTAdMbfbRE5DNN3id1pKswGhyAGAtzuPDa0fLA6tNuQ59RtGzyV6dOpbuyD6o6ozioo0gLJLAiND6twwnwnaI5GTgADS0mb7OI5b042DDS3XrortPSSpJR2BOsKYK73W41LaYM74k2G0A7/ncUnV7Rrsg6Gqk8lmqTaKINMoV3G4PJjEQeoOFalN4JqGZ6sjMqdwb+C9muGIlSnVy7ik6khqZIiqIOqw3YhtrDEsrucxzKokbDe27wsoeC6HDy2eIQFVwdOpNFSd9IIVrbiJF5BHTBmgiS0yOZ060O9FpCm7ukXK9S444dtYICyGXTqDWEtMWBteJi/XHOwrS0ZTc7dPBSS2n3Y06kKIrZhyzDWANMon3Fk6vCwYQYJMjnthtrGhotzO07Lgjw90rMgy7TQBKq5p6OlAxchYZQshhJ3gBlm0Tq9cQ2myrLiIGzrQ+iaGKdTDWG8bAm+IU1rlCKRplCGFejpUiwLgmQwgEnxC5XnNyUnGkC3NM/8unw4eSk9nXdDWkERcbjx8dvkhuNJWSiH716qahpqqsFQfa1wsyeTWG/W5MOab6mUtAMXE+UX9LlRXa+k0vDzz9DMfpH8C4gc1TqJUDIqqCrBjNQk8reIbkgTuJ54WxVEYd7XNMk68OfxojVKv8AJphpbBtf5CZ7ScPank8wXqVCZURbTYrGod2to+tpwTB18+IYGgAf3xKQrUsrczzJ2J/sTkg2UJdpBJsGIjw8h7LX9/nyA/qVXLiAG9X8/hUbSzMDjp10UT2W4MpD1mUKK4NVQSI0BopoZMN4YaYkHptiuLxNxSn7IHjF+V7K2Fp53wehsUJ26AR8qCZkVBDMCy6tIE3sBGx88N/TJc2pHDTQ6p3HNawsjj8JPZzjD0lNNnBQQU1b3aSAevii+/uxbE4WnUdmi+3rwXUcS9oIJnirXQzVN0KatLhgSlMyytuCyiSQTv0xkOpva7NEiNTu4Ewnu2a4Szx66lG/t+mkrmDqWLSBcCTzAB3g3kYD2U1C0df1vRabRUdHXBD9oGqPkK6MwKNSYggT4lJYLPpF4k4JhBTZimOAvI8jtSuLosLXFuo/GqwxPbHqPrj3J+1eX/7RzVdMkbmw9cADZsmnOyi2qtfZ7IqlEAjUSZJgc4xk4usXVLFOYeiGsgpihniylkp6KbKZUkAuIuDMKVNrX54I6kGmHOkjbu9zKD24Lg5theQdvnbriiWoA0FYNoldRW+m3IE+thzwLORVIImLSlyc3fpmDu199qZ4RnFWsCVMLcERfl8+tvdi+IpOdTgHXrrVHoGm2pncL9dblKU6WuNMoUvcyGnxQdQEDkCOXXCpdk1vP9Tb1Q6tVtU9m+0befOFMdnq1TMpVVqalKZbSPvPbwgSBF7TMe7CeMayg5paTJieG+U1Sw7nsIe6W7Pyhm4e9EI7upQDQT4Q1M81InxKoKmd43tAwUVmVSWtBnXbB48J63oeKwptGzrgo7jeYKU6dRH1q52mVEGQR/LIlSNvfuzhmBzixwgjz62hKxBgz7eKGp8VLqVp/u6kq0xqV4uV2t4T6zIwR2HDTL7i43EcerKHNdFk9lM6Hbwh0eT4o8JNva2JB3uOfnilSllFyCPXw5IrWvDjDSRt1vv81HZln1MXXVAB038UCJS8CdwLi2GGBsANMdbUbtMxOcSPx6J2rX8MlzdZExAI6CT7IAMSeV74q1l4A6/aqSZLp18rfhLFNUVRIYAheRsQTqm8HUN+pxWXOcTp1or3aAJ3Do/OxGU82/s2W86xyBMmbEnYHl84wE02/d6KxLsodUHlu5qcqUqbqtVT4gviX+8IIb19enxRDntJYRbZy3Kxe0DPTdCdoM7JqYsATYiJ1adhtf1HlirsrXZR86Srtr1HwXD48lF1uEMrofbE7C5G9z5nfcm4w03Etc0jTrYlatGowwd/onY7lixdhe3MtJ8I22EGQcVBLwIHW1WFAvMTHyUTU4kaoKmRAkD+WQADO5E+u2BmiGHMB1+VNKsWtLXa7CmVzdSlULW8Vi+k+IdegJA6T88WNNlRsbtit2ha8e978UNpqanqBJpuSZLKCNICwIbmo5XgxY2wSWQGE94cDz64o1R7yS/LIPHTZvRnDaa1Si06NNNIMVCxW+oxczrkRY/7BrF1OS9xM7I4eEJRjQ+AIHHrVOLUYqKddGJnwuWEkhtisDUAokbEgHbnUhoOekfCPWdk+hhWe5xAa/TSZG/rgif7OpaZXdzEsQFM7ASYjytgfbVJg7N3Uym6LadFxyvvu2E7BZdzPD6lSgiiFNissyGeqsLm0+EzNsc2sxlUk332B8x8ph5dVp92x23KrVDshmaTB6UoZkshbVBJMEAQ0/0iPdjSd9SoVBlffgYj8jzKymsdTfmEwNfwh+M1aqUXWv31I6QFLgBXYHUJCm0gGJ5zgmHbTdUBpweWoGm3cjObTqsz5iOehjl8pXCuPUTRTLU61TvGBTvDYAuPFAO3T4c8RXwdUVTXe0QLxy0VsO+g5oYXnQq2ZDLW/fGUEBFEjQsRcliTy3I8hvjJq1LxT12m1z5J+nQ7L/I0zO3gbqlfaPQpKaJp3Z2LOdRYGFUCCTYcovsL43fpLnkODtkAeqQxrRZ40JK5wfu0ek9Qfu3gjmFZR4tQjYgzbbEYgVHMcGaifEcEfChgfDtunXytGGcovltX7NKqJSPBp076C7KRb7wPoTtjzxbUbVy57nx84nyR3URqDpwvz8FHUe1+SjSz6lBhNKkspWLECQ0n7wsb+85+nYoGQL7fHdOnLX4o3ENMFrr+/wC0NnqOers1OmtOll5JOp2OoERtA0jTeIHK5wSk7CUgHuJc/kLe8+au9lTNoB6z17rHxT01CDuDB8iN8evzSyQvPZYqGUZw8g1AxEhQWA6x+eA1bMgbbI9O5zK7cIolkJFxqP8Ap8sY9b7k43ROcXy4AV8ujNT021qwQ2kjVEHmA3IxitGdKpgndHp8hRUwzBDmi42flDcIz65hAABRQhgVDSLXJEiYET7j64tXpGg6Scxtf2SdGatTutgG3BKNGGaD7LDxagjMCPFZhPMT78RmJEnbNtb7NEwxgBgG4I2xI26ruX116rrTYKqEeMRJk7xMEfqcQ/LSpgvEk7ECrUc5+Rmg27T4beiheNZjLjMCjUNSlUV4apTaAFIBXdioWTJ5qRg1CnW7I1GQRFgRt27JnZxUYZwnJVJHEHT4UtxDsq1Vxmhmu9ZkB8eliwi2krpDAWvHxwlS+otptNA08oB2SI5zK0HYZh7+fZw+FG5PiSUl7vMJAkKwAMibXH3vdhqpQdUdnpHiPD2WYaRB3H55oqplqVKpCKr0zAK6jF53G/XkDf34EH1KjO8YddE7bIWtItu0nel5avUy7TSpCpSiWRh4j1KMZv68sVexlZsVHQ7fs8Qjtx5pwMturoTiWfotp8FSmdOoBl5kRY3iwFyB54NRo1RNwdllFQhr4aCOHP4UVniUZCpDlmCqliCZ9bnYfAdcNUoc0giALkoRaWGT4KZzWUYd6kojsLqpDcwYJ2QxHvEX3wmyo05XXIG+39opo1IPHZbrkgFrNAkuQGuoO4B8XynBy1smIn52KwcQzKSd0cAj+H5m25Hi1ajsIFgY8sAqsv4IQzRPXipjKcYLU2Wq+sloDCQVVvvAAFWZW2NjYDbCb8KA4FgjhxHsDt2Jrt8wjXb1yReUFSnLyDTLxuIDHlzgm1geYwKoGuERePZCoVXXa7RG0MizISyQCW3a45xtIG9pIt5jAXVmh0NO7rq6apUQ0kgn46lQ+XoMTUgra4gttvAmSRfyH4Nve0Bv6RH0W1ZED5TlRQyaQxEm5FrXmxBAHx+eKgkOkhULA6nlab9So0qwLd1U1aSY8IAYgAkTtO3KJA6YZBFi9sT6decJQvAORp08p59ecr1HO01k1AYAldBd1uRMnUpXkbWtbHOpPd9vrAPsVDez0f6EqaFXKVUp66gct/DJpsWJ2DBgYOlubbx6YSy4im52URGtxpujiNgTDqNIZTGuhUhl8731JPDBIIKlYchZBJUEiJE+HAH0zSeRNvS/G3qiURRfepYjrrVR1DiKUAKbAslj+7ViyQCYKwTvzGwEGIww6g6sc4MG+sQfHqU65uVsN00EXjw15apVPtNSgjVU5wND6jG/h0zOKuwFSZgeYjzlCmkAHEyRsIO9AZ7i9apK0abOxkanp1AqoNj4lXVIiFneeWGKWGpM71R0DcCNd1iY4lF/lBxigy+0kWHHjy2qPynZE5ok1mcWYj90FvsLgsZsTpJAwep9SGHH+MDZtn8b9YlLV6DHmarrncIj3944IV89mMgoVatPOUtNwGk0mEWYTcAxv05YM2lRxjsxaabp8xvHXmk87qIiczbgcFWeM8QFcgjUxA8TuACzE3gDZRAAHqeeNPD0TS1tuA3fnekyS62vXsjaNMlKQYgAbb+l7354C50OdlCdY0ktBKtpyT1Qy0WOYzC2ioP3SKZBAWRT1RJ8U+Q5YyW1GsILxlad33E666xsstDE0XNzOz33bN3n1oVMZf7P6NKgxqDvXjUzXm0GEI9kbgRfb0wpU+sVH1QGGBpHyd6R7JpgDXijc1mM1lWSQK9IL+7reEP00uDCkwfbJUGfdigpUK7S5hynaNnhqY4XTFF5cS2oPLr8LGuPKDma8KUDVnOk7qC5IHwOPXYc/wCFvIeyx6rIeRxXMkIcfDEVLsR2CFZOCZspTKNU0aWIAgXECDf9WwjWaHOzAaq7TAglWLPZdtDsWMwAdRBIuYg/d57YzWVM7hIlab2Mgyq7S7ym601CoiiaZDFTU1QT/imeUcovh52R7S91ydbTEfCzHtfMNs0eE/v0ViahRjSuZPeMAClQEnxExZx5/XeLZwfVnMWWG0cOSjsqVU/ddey2SShq0VBUZWIdTBYCATBb2IF5kixEHHPqvrRmbAOh2T4a8vGUzSwzaToBnr0Vb7fdmTRYZmndC2hxeVYLqmD93QPQRjS+lY4VR2L9RccRMecpXG0SyoXt0PoqvwrPNRdKiGGQgrsY9xtjUr0m1WljtClaboEq38W41+0fs3eJTDgSui0g+wGnYyPh6jGTQwnYZ8pMHfw1TfaN7rDz/A63JkcPr06lSpoIaVuSPEBEkgyPZDcpnFu2pPY1s2v57Es4mo8x/cKbAZ6axF2Yh1I8ZW0EHZdxHIjbCXda4zwtu/ao4gtIjkeXPZw2bEPVy/eAgGSkC4uInw+kH54u1+QidvUqzq0wDe2vWxRqmkJW5dhyFhO8kCBBiRhk9oYOwJhmVwO/Th5r1I1KdSFkAEKWAkGBMeQg3589pxzsj2SecIz2VG2aNNvLq6dXMPdSpS/lJkyfd8MVyM1BlXaxzmkOtPUo88MqIDUV9SESYJg2Ai3skrNuh3nC/bsccrhB687+qCcPVpkn7gL/AKRuay9KpTpiioRySrAW0yPanVaDO/WcBY+ox7jUMjUceGiM+nSqsDmCPjny2IjhmRFItSDuNMMEN1No1D7u49bDnilau6o0OIt1beh9iyhF54J/LZrTUZP3uqDCEgEbcwtzF588DqU5aHWjf5q4eJINz1p15pRyTOrvUFVGnfURfbeOm4Pyx2fIQGwR11ZTSPaTb4UflUZGqKxJEG0i8gdbk2BiRywZ7mvALRu37EJtV7CQ7mhaOVCISkK8jlJteG8cwRNxMHBXVM7gHadaWQAcrCd6AWkouxBV5gjZbnqbAtaTEfDDBcTpqPXy89qG0ZoJ0ReWoUSJak2gGJ0QLQDdWmJ59em2AvfVnuuE8/yEfKBZwtvhSFTJIQ2gnSBOtXYzH9R3IiNo64XFVwIza7iB8bkcYem9xJJ8Cu5LKVFpsqkCAWUsAJgqby0wR8r3x1SoxzwTy9+uaZwratKnmbt0tx28/RJocSqlFNaiyuhIJDKqAjmTMqY6i4O+JdQphxFN0g855cerLn4p0ZskHadilXzFXXQqGDSqAhhHitJBkEo28WA39BhQMp5Xs/6Gm74ITFF1VxgC3HVCZ7NZfNVVp06tcmCKqqGQMBMghoiCB1mcFpU6+Hpl72t4aGDzE6/CVxDu0OUajYnsxxOjRp06NGg/fgxTpophxfVL/dgG7GD88QyhVqPNV7+5tJ2brbZ2DRKkFrgGg8lmPaPIGjmK1PSqFWuiElV1ANpBNyBMScemwlUVaTXTMjU6mLT4pdw1gLuTl1VXJ0ztA5Yip3CS3VHpjNAdotc7M8PShl0pjZjqJMg6iBIIja8Dyx5PGV3Vqpdu9tn7Wm0Bghp0VgpZ5KNNu8KosXkwFsJ9r6YTyGqYAk7PzZBq05OYFVbO9usksqrPXVvuIpIHVdWxG0RMXFsaY+k4h0O+3iT6qrawB18RforI89X7ypVqRp1uWA/llrD3C2PVUmZGNZrAhZj3FzyTtK7TTxLiCbFGAuFactliRICG/NZOM4uRYR3HMkymSGZmF3YXsLACYYX5WvhXDVmuG4bh1ZXxDHtBi/WnFRS5giqGeGKN4U0Sxm7XixMC+GiwFkNtOpnySzs+bXTZF9PfxXeN8TSrlEq0p72g4Dhvapq4MLqI/eCQLjyNsdhsO6niDTf9rgYjaRtjYqOBNMvGrTeePuvcI4yhoaUou9wW8KlSZkg+PUwMHltNsdiMK4VczngeJ/EBN4euHUoDT4R+ZVoHEXzVKoe5VFfxBZEkxpaxIswn433OMvsG4eo3vSRaeGo8v60R3MdVbAETv1163ILivZWk/fPTFOmQoYhVJKwASQgAKowH3QSINjJwah9RqMytfJ2XPze44+YhL/xpOY2+ePBVrI5qkKYXSbgXZZMjmCJgTtPLGnUp1C+Z9Us9wLMrBfj8K35CqiryqBiIjxagw6Ajcg+gi+Mes15du9Ijr9KKDQKZe8beP5Vfq8OqUmK03a8VEgTe4YEGQpAItzBMY0G12VGhzgNx+OthQXtbmidfztQNDPvXaoxEBPCGMgNpYnxCRcTN9vU4O+iyiGtG28bpGzyRKLc05Rp1BT+lKkCkZqA3MFZBAI1eeqVtPLlJFJdTu/Tz8vC65zc7gxmvXkpWlwd9RBLCl7RNNNRMDYSenPTYEe5V2JZEj7tLmOvNaAoOpjKTx422T+k/nuylUXpSEYADU41XF9QJ8P4RgdP6hTNn6jcDHhvUVe0LpYdy7X4eygozlVjUSTClot5E2HTHNrBxzASdPBFNN+YhxgEG43oDJZdTpBYkqTAm+4gwd5uI2scHqPIkga9eiUFBzdHzF+uasORy7gEARqBIIusSPMkHaQdpGM6o9pN9nmubndc7eua7liZZTUHe9BJBjYBiSy25Da0YlwFiB3et1iikXLQfCFKB1KBzff7297+fXlvhYtcHZfhEawZJhRyZxSWBpQLwbm0SDAE4O6mRBDuvZLl4cS145Fey9ARCBG2hhY7bzET6DEPffvSOHX5XMYCSIHXWihc1lSagDHUxgEKQZjkRub+hw6yoAyRYddbUu+ZBJvuTlLNVqKAhlZGtEBmSYU29rkbT9cVdTpVXXEEeExfkiU3uYeaN4JTBIYEMoaCUUkXMGZBj6wJMbkGJJiCIMbT/AF1pKZw1KDmN/wBoLiWYpGoXosFJNkceANab+ymoC2n1vzPRZUDMtQTxGse5jioNeleDfYNn6nhF7qa4SwqKRURSR/3oYEiVgXOx0zyGwthKvLD3DrsjijUXDESCOAO/9p7MZlEYUW8RKl05GFiR8ZHvjFGMe4do214PijNLp7KoZ2+A5Kv5LLiuG8Xc1kfSWp+06i4DTaYtqE2A9MaFR5okWzNIm+gPD8Jg085JBh06jw371OcCrJlmFNaKjm7SWZjE6yZLPqBmRa+wvhLFB2IGdzuQ0HLhCz2lrZp3BvPW33WTcTzHeV67j2XqMw9CxI58hyx6yizJSY3aAB6LPvJPFSeQAVBqHM4Vqy51kywwFoXCK+bzDBmYUqDDVIDFmAmArAeHmORjbc4wMQzDURAEuFuA5jb68U2C4kOIsj+HcAprUc1u8rGoBaq+sMNwCp3i0TMeXMT8VUcAKYAj/wAiPXrxRCxoaS02PpdTD1EpDSlEoiMAQAAmk2sF5AkHbl8FWUqlYk5pkE7yh5Q1oJcP34rCeOZcU81mKY2FZwNrAMSNrY9rhnl9BjztA9lluEVCFzLr41E4557pKKNVceDiaY9cZ1T7rIoI2qwLxF1y5TMq0L4NL+AteDB3EA38oxmOwf8Alz07bd/or064a3va6dXUQctSLXTuwVPtgSxBmWIEEQfaHxOGM9RrdZ5fH49EKu3tXyGxHr8daqu8c7PL3Yr0irMpBKnU3ec4PJbCQOY8yBjRw2MObs32B5W69+F1FbCS3tGm+7em+E9sapdQtKjMXDbWn2RNj8ZxNf6ZTDSS49b+CHTx5BGVt9v6UwmauDRY0dO8LyIg6oERG+0DphQstFQZuticfLbscBe6cyOfdKwXX4Ibu2LsxE2KyfaUzADEx52mtSix1MmL2kQB4xsO+NfNKmtUDgGGQfLr2QvGMineI2kr3pvpnxEABlMC4535k+eC4eq/IWzOXf6FBGSo+Tbei+DtQcsGOgqAUF1ZxJFp2AJ90mREYDiBVaBAmddsc+a1KVWhU7jRpGvxO5H8WOZ/aYHd1ad2LEgeGAIsPAR18Q8OAUOw7GTLTp4+OvobpevhcxnL4z1zlB5/LBRVt4WQo0iSGAJDf3pAW/UXwWk8uy30M+G7hCDQc1oLZkEESqRleIMABpAfWIPkRBtv543H0Wk62hItbAnartkeJjQHdyrGVApwPCNy0ARubk362tiVaBzZWiRrffw6stYYhkd/VO8M4sATqbXq2YtJO3NoMSYBjcHFK2HJFhEdbPNTSxDGvg+B62bERxLLDTUb70WjZudptIMC2B0XnM0bPZNvc1zHN14ILh+XNY6VCI5SSpPiaCGJHQRF+ZBtg9V4pCTJE6+nXBZg75gAA7vLqUUc+EhSWDpcEb8xF77TuNjgXYl94seuoRDUaR3rEJ1qS+0pJJ3WZI63B0x0HK0RiocftPXz1tUPBa8PF1I5bOozyyCZi4gzsPPfz69IwB1JzRYpgVw77gPFA8SqpTqsEU29oESRq5bbc5HX34NTa57AXHkk31AyoYF9vV0uhmu9BK3gWW/ugwb/AC8ulHU+z18+v7Xdr288OaTmKqLo/d3chQFE2J33kwdzyxLGvM97S9+vLeh5DmFtd3FdzdSEagnttA1E6ADIstzEyRJjym2Iptlwqu0GzXz65wmnUmhmSe9vUIjOhBRFUgXip3bGJ3IMGOkX913iGPEOM+Ejw6sq0nGmDbmZi3n/AGomvlWRKq+KpPihiGJkzZhsQIM845SMNtqNe5p02W/CQdlDjrOu/wBlJ8DzjnKrRqWaQE01GR3sWvBDEQR09MLYmk0VzUZptsCBs5JmnXLqIaROgEGD+1bVyHcZOoxYrVpAsdRgOdOogaibEEgXtHMi+T23bYkNA7rrW2bNifpEUu8AetyhuD1hVKZim1NYEmlqJKzMapNzEXjDeIaac0XgnjHsmQ59Zocx0H87+KtaIpUOCoZeokqBuZ8jsPdacZRLgcu/1VKoaKggD8ysm7Q5YJms3TEGHLAj+9Df9UY9bhHl1Cm/hHlb4WdUjO4Dqbo/s1ky1XL6vZJg+HVzBNhvgGMqZaby3VEpAyFsDU1XV3WkFmgjYSbnf2ZJm2PHgud9+g68U0zQZgYCjqlWG8QEhZHUQSAdURO/uMYZaLW68Eedg33/AKSlqgrDKCxBUnYHz5iL3xIBDgWmFd1IOkTI3fCwviDzma561XPX75x7en/pbyHsvP8A/bo3n3T2WUmpG1vwxR5GRFb9yvHZrKF6MwT4iLR0GM+p92i5zo3eKT2hzAetUC+IFyQSNo/lJ+7MD0AwCkDGYqr3tLi1ok7+tiHydEsZqO/dIRbkTMwQLKL8yBvtiXuAENAk+3BXo0yT3iYHlP4Ttm1atWkzpAU6tRmSeXIXnYjbA/tiNbTpEdFPCn2jZlQHHeAHLgZkRBswHKfvC3I2J67TjQw2MFb/AAnw/B+FmV8G+m0vJ5+O3mnuE5s91VqJIpkqgawIcmCTGyeJRf8APFK9Mdo1jtbnw/Nih03PHeGg/fKNi7xBStOu6toCkK9IEhqRBABE/wB7STFjO/WKMOexpEzodh6ExtCh7szy5tuHBWnhwb9jo5gAhypiN3a4kAez59fljOrtHbmnsT+FpZDmGh2KC7QZM1hrUMtdCXQ/dPVdJEidr+V4nDeEq9kYN2Gx/MpjE0e07zLOGh+FT24zXrGC0RqKKBABYQfM+8nGwMLSpCQN0nksk4utVdc74WgV69Wjl3Rqi1GFEDqxZASXnnGoA+XocYDAypVBAgZvCDs62rQNEUhrePE2v8KmZdxVrpNMAgaWUGJIBE+V4t5Y2Xg06Rh3EJOjldUEhWXiApU0XVT002JEEEgWJBkCDcRfrJ2xmUu0e4wbhP4imxoBdpu2ILOcRp0jSZVJBY8xI6kQYIJj707+49Oi+oHAnrrgkaxADcog9Snhx1z4G1PJXQZEqpYgrMTZRYdb4ocGwd5ttZ5xr56piliXDu6zHujszxUx7J1AwHRwGgPpiY1ERq3ib4XZhxOttxFtJ5bkTEPG6+8cD5pTZd4XUBoCqDJEjcCeYJgXjp6Y4PbeNboQouDm5tI6lG5asVKhTtaZA185gbHl+jIXtDgZ/pMBpDhFuJhSXfJUSGLayYvztziSf164WDXMdI0XVsh2qPzeYqVGKE7AjxkCeQIAWfcSRhhjWME8tPbX1hJEmo7IBe+tvEW9ErIZVabLJI0+InlHS5kkn7sRvOK1aheDHLr8o9PCCiQXa68P7SuIOp0hHNjqF50no0ECANhEWvfeKQcJLhw/rb87rKa9RhADdVDPxZ0bSSWYyYcSLC5JJ5Rv8jh0YZrxOg4JenUqF0G5Tq5k1FJIUMwDAgXZTMW+74RY87+mKGmGGAbC3I/KZy/4y4C5Scxl2psklgTBVjN4G0xIna+JY9rwYA4rOqse0zN9/BK4IPbaqugAkLO8cpid+m1xiMTsDDKnD0g+ST/exWrtMdOSrvrBBokENcE6dNiPP192MrBd7EsbGhHvtWw8kUiDsCo/YTL6qgJ2CGfQb779fdjd+qPys8VnU2k6buSv2U4eHKlWCrtHMDmA03XHn6lYtBBF+tm9SASZFh8fhZT2mqA57MFWLjXAbqAoA+XPHrME2MKyRFvlVIh5U52eq6cxRDgwPyB62NxhHFtzUnFqbpZswDdVqVRIhlKshEg7mZEeLr6jl6481rY6pqmSBlOvXovVKy1QqGzTIm0kWI25WvM4oGmnJGi40yy+zohB51VQ6HUHTfVNjHkCNxHIjGvg8C6sM4sN9j1t0QauOFBuZpudm32Oh5L59y7anLG15/HHrniGwFkscXOLipjh96nqIwpVsxMN1V57O51qdKNMyxPLyH4YUidPlLV2sLu9Pp+VI5XhzURTYKHqvVFJEqC7jfVB2EkbyLbYQB7QJgkUzccOaE7R5Rkco9FC4BMUx7IBJvFhbptz3xNMFp+6PyjvqNDRLZ/H7U52d7PisisHqFKY1EqnimP4Yk3JF5uL3wJrS97swt+0U4lrKbS31+U5nvs+q1FfXUZogoABCqZJWJBdzsdht1MOtaaQ7gSbq3bGXuidBu59FY72p4ecrXqZanVY0iZgEwYJsRsYYGN+XPGrhniqwVHtGYW/o8Uq9sHK026soxNbN4ixmzX3Aix67D5YMcoFgpa0k3Wvdh6Bp5enUlb07Am9jb4GPTHk/qDw6s5pG1bNN4NIDcja9Bp1kKZEgwIN7je3zgfIQhoAMhLNqlzyYNuPvCx+gB+3mwjvzYbAd57pEY9Y+f4n/wA/Cz6ZmvPH5V4zalKNVjqbwu28AmN46aYsOU4wqZDqrQN4C2DSLWuc4zqT1uhV/IZtWdX8Iqix8PtSCCZvBvjRq03NaW/8+36WbhyGOBU22W7ym9M6lHskBmmQTtss3k+ZOEQ/I8PHPZ/a0X5alMyFAdp8oQ9JrXmYgXtMgbH47HGhgqktcOoWbWu4FOUM6KdOFpy7rOtmMgsTJ9y2HvxV9IvfJdYbOARWVhTbAF/lOcOza64ZO8JJY6rSIiTzBJM+4+uK1qbssgxoEJsPf3hKtfD6lOkxldxcASFB2BPO53PIYyarX1BY/ta1MtpjLCfc+EiTTBYGAsR7oJI+HyxQC86+KkjumLcV6hTYnRSUQAG1G1uR8vX6Y5xaBmeeCBBzQxIpZiZLG6+ySpgE2N5225Yks2DbqqNcNXaDSRt/CSw7ySYJtBLQSY5W9P0cSO4qVP8ALciRxOiGrEIIIVtPM2g3vvGCt7xtIlLltt6g+K0zqJDKTuQIAuYFpljbn1w9QIiI69kAfeguHo1PMSATClo6jSWIvymdvOMHrEPpQTtjxmEZpLXSFacvxIZgI9JSBrClH0knVAEerfIYyn0DRlrzsJkTs/Su8PqGRorYvDKYepKJSmwkKQSSTAMbz9fdjJ7d5aIJMc9ibpMYxxkKO7UnuchmqTER3ZCDTBE2G5v/AKnphnBDtcXTqNG0Sj4gf4CQdiqnYhL0yQIIv0AMwfUC9vLGt9T+1w2pPCtDnXCvYyC20DT4Ym/QQRMAn88YPbH/AK39BNmjRuQsl48jDN5hX9oOQbRt9LY9ZhSP47C3cs//AKIVz7JNTbM0mqGxE8t9O/pjKx+bsXBvV02xpdYLQ1ya6V0wAPukyG38p2i/K2MElzXEVBrfTeiU6gEtH9dbkxTqaVIVfCTcARvO07gRiDTzGSbpjKCRJ0+FG8azCCjVOvSRRdtJ8gdpMqNreeNz6fUex3ZPbti2znvWbjcL2jO2b58PzxWAUsepKRZYKS4UTqHr+vjfC1fRGYStN7L5ojLJNJGJkklbmSfwjGbUrFjsrQI5ID6Od0knzWlcZzIpgMKZZpAGkAsOUjzgwBtfpOBNFwYujus2Sqv2N4XmWqvmM1LJWVxpYww8UAFYgyvMRsOuJcGu2eKhjqgMz+r2V9pIqBQthAAHSNo+nwxdpkckF0k3UL2p4VWzQFJaxoUoJZl9pmnwqbiEiSeuLMkuiFFSzbLL/tv4KKRyNUFj4WomTNkgr77tJ5wMaGGIGZoQ2yYlZvkU1MSRP+2CVTlamKYkre+yfZ/VkMs++qkCAJ8IN+ok3G0bnpOMbE4HM5z5uSi9u1zg0iwkdHYh8/2aeAIZATcEQN7hYJmfCJMfhhV9F9OCRfjHnyTVPsh3WG3CfX5WMZBf+04P/wBzcgf+JeBjfq2wf/z8JBhjEk8flaL2r4aaeVqHZGRio2gRplhfcyATGMLCh3aMcdTHv7LVfiG1GPA2D4VE7LUNeZorEktYdYBP4Y2MWYpO5LNoAZxIlHimwzzUtTEa7AXjXewmBvhbM04UPjZ7K4ae1NObflAcb4YaecgkksATJnckG/PbB8NXFTDTsEqlaiWVoOqaZvCvKxHz/wB8Xi6HKk+DaKakhlBIk6jEnp1/0Jwricz3AEf0mcM4MJMqVy2fZwpKoCeQ9q5/puN79cKvoNYYBPXiimo6rr+0bQqsaoQASJ6ARynaJ/HAHNAp5uuKLSzNqx7qdKkK66fFNpjeIPu5g/nhGQSDNuuiE04nVoQmcyIClnYlgDNrE+fUgWO+C06pLsrRZCfRIbJPghMtVRmZTJ0pqkQLzYb3PITgz2uDQRtMIDWMNhuQ9OuW10kIPMwZEWsTHQgyD8CIwRzA2KjuuurGVRze7kbdU5FCsYggEifQ/TGySSLpICCp3JZHVnqNOLPlwYHMNSczbn+WEX1D/Gc4ah3sQmGtGcB2kIXh9F0yFeorFSVpwVYiIqA8tjt6e/BarmuxTWHjrtsoFTKw77Kx9huL5rM60qVWcBQQYErptuBc+Z5j34zvqOFw9EhzWxr68OClj3uBbOu1TXbelUfK12YHSKJOogCbg2jflvhfANayu0sGpRs0Ui0nrkq59nOXDczYWH5e4j540PqpOW29VwxIdZX5aZWGfxLsTvE+VpgXnz+OI2lmm3W9OOfTcIMSdPDisY7SGc7mrz+9a++xgfTHrMM3Jh2N4LMBuZV0+ze9QFdxSaZE7sBb5fDAHNmpCrinRSkK+O6iwgACOkRb3XwenhGObFQAjcsx+JdmlhMpplRFhjN5ADECSZMkbDyBwhW+lntu0pkciOX7T1H6scuWpPMRO1VrtXmj+wZtvAvgK2vOqBAPOd9ufLDFPCv7VsgAAiAOHWiq/Esu1hcQf/W/24fpYtSONdys1S/BKYZ9hthPEEtajMutW4FWNPL0VQSNCmwJ3AJ2XGVVr1A4hvXqgGkHEkq+ZjM6XRYgNPPkPnjRpYRzpnUKHYhoE6ylvn1iZnflzBj64o3B1S6CET+QwCZTR4g3j/u/iY/LDrMA0XBSj6+bYjFzoAHUpq9P1bFH4Mj7brhWmxWbfbrLZPKMTJ776oZ8+WCU6PZuJVw8OAhZNww3P62wOvomKWq+jeyFcJkstvIpIPXwjBewc9o3FJOeA8+Klq9UVOoGx2M/LEnDnJlKgVYdmC+bOzVIf2zRVthmxPnFX8YwQsBaGnkryblbz28yavw/NkSIosx6QiEgD+UW5b4XdgAH9pO702DcOSJSxMDJHR281jH2bUQ/EcqvVmFv+U+IdT7UFh2hFz5Bm3KxdreHLR45RVBCsaB5/ebSd56YG/CNazsBoflTTxLnuNU6/hBdveH6eL06QIutO8bamM+uK0sF2FLspn9rn4ntXdpHQVXCA00IF5b4QI+c464JU7EihU8B89PyxDm97zXNOvgpWhIAI3A93zws6DqjCylOFZvSDN2YgyfLVy+WFa9HNEaBHp1I1V44fwkNSpuzQWAIEddufuxA+l1HNzTrs/ap/KYHRGih+0dN6DDVBV503mwAm3v5+eKjBFn3enXFGGKzGypj5pgWgxqEHzHT0w4KbYE7EuKjgTG1DVBAJEjcg+crzwUXgHrVD0CYLFiCTdrk9T1xaALDYqalWykSvFqJB9jLr7v3DW+eFmYcnDGm7Ukn1lGfVa52bYBCiuzdInh3ECTbuRHqCDhtzGuri2iqXZWc1J/ZKR31Rb+NInp4x8cVxFEVDykoeYAXV47bUAnD82TeaRHTfbAcPQLXNG4qrqjZ7t1V/spygZGZt4b3ix352j4DAfqNMVAeCYY7KLLQkykqJIUcvTCrKbWOJAsdnWxBq1ZAk31lfPnF0jNZkCWArVBPUByAfljebGRuyw9ldji/vHarr2F8BY8+7AHvI/1wq2TUsh421O+9XClWJgEkeZAJw2MyybRdNZjLFoh56kjb3Tf0wQO2lVsFX+2yaeHV/GD7PhiD4nUTe+2OAGcFEpEl0AWWT5ejOLvdC1GNCl+Bp428hhTEnuhGYIWu8NcpRpoGRIUWLQdt8Yb6TnuLg6PA/CIGsAvfxHyrHWZDWQyxUAydJt6Y9WK0gmFjdncBNCkSGs3OLf3p+mJ7YKMmxPCmxFSFbxERbzn6Y7tm71GRFCixNkPsaff1xH8hsK2S6zf7capXL5KmRBLsfXSoB/zDEGoHkwrMblus24MshvjhPEG4T1HRfQ3YzJF8jlWkCaS/5Y/DDTcRlACzauUPPNT9Ph0fe+WOOJQ8zV81AdzxszYJnr+grz9MWDpaHJkfaeS+h+12VX9gzok/8PVG/wD4bYG7FWhBpEZxZYX9mluK5Q/32H/63wNtTJ3k7W/1nrarb9pH/wAayrf8j5VTgf8AIznNuQqBOU8iof7Q85PHnY7J3fypK31OLitnbnXMBiFUac6UXzP4flgJNyUwNiZoGw9cS7VcFNUkt6/hGFCjgKU4dk7AvItsPx6YWqV4+1P0MI54k2VjocYdFCq5gWEqht6kHAxi640KZOAojVDcQZa13ZiYtAH0FsV/k1SZK44KnHdsqrnMi6k2Omfai2/yw7TqscNbrMqUXMJshs1IRhyGr/MmDN1HW9BO5AzAX0wTeqBWukF/tTSGsaVO/rlQ31OK5+6H8/wqwMpCD7L054fnyT/8sxHmQRi3aAYiFNX7AUb9kNEvWeCAQhN9vaXE1agY++5VcJYr79qDaeF5gyCYUb/zVFFvjilF4NSAUMC4Vc+yykTSswHgJM77qIH66YFWLQ9xcJTDrDVWfPZrQYWS2OZTzC6z3uusHzLaq1Q76qjH1licPmw8FoUh3QtB7CZB3LlRPhiekGP16YTY9rX3UYtrnNAAVnzeVZI12+WGW1GvFlnPYW6hRtbMAE3NrAi3rOCtbZDIJ5KudvG/9y3F6iiJ9TMe7FgSHRCLSZeVQcks4ioVosUpwCJeQTa3z395GFcVMBEZABWncOz2hSGuZ8+gH4YO+g0xCzhUJ1K1YUUH3RjOz8UI1j1/SV4egxOdUNUnaumoPLEGqN6oXrnfDEfyBvUZli3/ALQtSXyPpV+tP/TDuCqh+bw+UWiZlZ1wXZ/TFsTsWlQMhfRPYCrHDsrJH8P8TjOrYgtcQsysP8hU62aHUYXOJcdqoGuOgXzN23b/ALWzZBv3xIPnb8cblEzh2ngnKYvBW49r+Lg8PzQ1Xag495QjGDRquNZoO8e6FTo1GuDiLLGew2Z0cQy78gzH4ow/HGripFB0JxwLwQrL294gr5unU/lVeceyxIv78IYTM5hClrMjgHKs9ra/fZ6pVFw5W4vsgG/uw7hTloAHq6q8d4oOms6Jtcx8sXJiVZgmETw/h/N/D67/AJQcCq1tjbpmlhnH7hCncvmEURpUjzIJwi9rnXla+HwrRc/Cf/tBeSD4/wCmB9i7eni9oGidTig/lGKmgd6oK4n+kQnFx0GBnDFEFdpRNPi6wbAz9PTAzhzKHWY2oJGvW5RXF8vRqq5QFXYcp0kyDBBsNh9cN0KtWmQHXCzKuFBBtHn8qrV8oyQDYgXPLfaetxjTbUDtFmOYWmCpbgldv7QFVh4VpwTy8GWCfUYDWgYfKNfy5Wa3M6+n6TfZvNhclnkPPKOPfqTF6wjEMdxCE8ZmRuup77FXVar6vvIwHxU4H9RdBlS+nLICuP2uMv8AZWYjcmn/AP1TC/0+pNdo5+xS/ZuaRdRH2PKrKwInTT3j+8D8fywXFGHSi1y4NGUrSGyNK57tD7h+WFxVOwpMvqb18qUqstPUk/E433Cy0WWhbT9kuXRkfUoaVBuJjxH/AExj1XEPsh4x5a1sLQW4XRP/AHVM/wCEfligrP2EpA1HlNtwehzop/5cW7aoNpVe1es2+3TJU6eToaKaqTXFwOQpv+MYdwVRznmTs+QiUnuc+6x/K7e7Dr9Vos0Ux2TANWCPaZVv/UD+GFsXoFIMNK+jjwih/wDST4YQFZ+9Y3blEd5jPNY6IMJLVf1OINWNVbLZNNmY6DzxTtguEFIOZ/V8VNbbBROzcQFkn27VdTZEW/73/wBPG19HfmD/AA+Uam3LZUHhBgMeVvmRh6vqAnaGi2zs5m3XJ5YSfYHI8xIx5zEO/wArlPZ0XE5iiq+deB5+R54FCOyjRDok+iwnilc1c/Xc31VW/wA0Y9VTGXDNHAeyTt2phaP2nzBGVraiRIiN94GMHCiazVqYjIKZAN4VA7PvGZQmbGTHpGNnFD/CYSWHMPBKsXF81TNUaoIAvO15gYRoU3ClbVMOdTdXUNWyrBpLBh5CLD/TDQeIgBADLqSo06U2U++I/XphVxqRcrSw+GZmt5WKKGiZMmZsQZwLvbFrtptBk3TvfKOWKZXFFlo2L3fD+UR+vPHZTvQ3uEaJb1xbwgY7Kd6AHMnRcLg8hjo4q8tA+1d7wR7I/X1xGU71YVGg6LjVAL6AfeMSBO1ScjtiazDho1U5iSJJjpytizAW6OS1amx0d2fFR1SVNRl0qCDCwZHhjmZ5zthlpBAB81mvZlJIgDcmEq6cvXXSwLoEuu23+mCwDVaZ0MpZsFrrbPVSHYmuacFb6d48x6+mAfUG5wZRKAEw4Spft1xVqmRdTIlksfJwfwwt9OZGIHj7K+IpMFOWg7NUX9m+dNOlrFpGmeXL5WwXHiD4oDGNfZyuVfjx7uoSdkPyBxnMecwEqr8PSvBXz1ljcemPVP0Kq1bN9nObNMHzpr7rnGFiH5DKjE0zUDQrsOJk9cBFaVmmgdpSf7SfkPmB9cT2pKr2Llm3225tmo5VWEfvGO45KPPzxpfTiS50o1GlldqsqRvBjSI7yeabKa7MsNYMxcX94wpipClpBBW6vVzPX9fDGTJ3rM7AHRGHOkD2WHyPzwocPWb/AGEPsjGonn+LLlSsIvH/AJh87444d4FyPMflcxjm7fVMtnVH8oH9S/nivYP2uHmp7Lu3P9JtuIC3iS+3iH4WxP8AHP8A7HmiCjvdYrL/ALZ3J/ZDKkDvBYk76PyONj6PTDC8ZgZjTx/KlrMo1lUbJPFI+ZHynGlUEvTVOzVs3BM2P2WgJFqajY9Ovux5muxnauObbuUOEuN/ZLzOdUAkttJ9k/nijaVMmM3oqBjT/wBdeaxXhXir02O5YEx/VJ/HHqq0NpkLmXMq7doeJ98jIik3FyNx8d8Y+Goim4OJUmpLYHqoDhKOlVWZCADcgTAjpzw7XLHMIBV2VWxBVjqZugxgsSf6Y/DGfkqC4Hqm2VKIuWpJo0VuJueRtjs9R1imKeXMMolOjL0gJLEW6z/qMUzvNoWyxhaNVw93/N75x3f3KTUaP+pXCaRO/wA9vlfFsrwgnEsStVK8k/r9csQGuUGuNgXUal098fqcQWu3rhWA1CUGS439x2/X44iHIgqieC9Tq09jt5YqWvRBiKSU1WkPK29vwifXEBtRXbUpk6r3eLaBO3u/Dp8cdldtU1WkiWpaVUMeC3p/ra/4YgtdvSWaSSB16IPiSNWpGmoRAbAwdViD+pODUSKT85kwlKxqPYWZQJ4XQ3A+DtQcVA+qRcECPr+GCYnFNrNyRCUpYepTfmJui+2NZjlYZQJqKTytcjfrbbA/p7W9vIOwo+JqudTGZOdhK0URq9k/U7HF/qbSdN/5QMK/K6QpzjebAytclSCKbkEc/CcZ2GZ/mYOI901Ur9xxjYshyI8Q+WPWVftWY3gtX7CVILAx7AjHmsfoOabaNkSrmlYCZHzv755YzmmLIbnxYC6WlZbRb1xbOAEs4Ofu5rOftsa2THI94bf4P9cb30cg5/D5Q8pDiHCFmT2EeeNkayixaFYeAUoV7XABBm0yN8Z+KdJCI0Q0r6BRxANhN8YwPFYz4zGVVP2tfIfL8MIlhmyHljVJbNqY544NMKzW5hA5lMVM4JxdtIalWaxsST4T+k1+1xc35frzxwYrU8ocQb66/wBjwVJ+0qqGp0QDMOfpja+jNh7uSmmwDQqp5YeGmOrEe/Gs/wC5ycZoFf8AI5jTRpg7gXv+GMCrTmoSEOtR7x380PxjPfuXCySykDfmI6Yvh6P+QTsKEaeT7vdVPhdJkqKzKwEi5B6+mNeu4PYQCjU3DSdVbjnVYW+mMjsnBTkLTAsk1Ks7R7xH4YkNhF7HVxKQL7iJvsb/ACxOiZw+EqVhm0HilBA3K0bc9+nM+Yx0kLYZRpUmwBPFdo5UFZgx7/xxLnwYm6FlLhKep5S20+7/AFxUvupDSRCeGXFgQPFtefxxUuOqs2kDp8/CcWheI8ot+vdiC60qRTvce6cFJRAMbTve+KydYViwO+0pRyw6RPKd8TmVQw6Erv7MIuCD03j8PfOIzEKzaYcYXlyagCD5Tz+QA+GKy46o2eLNSxRIAgxMGImTeLRgZIlN0zI7y9mcv/KLbbWJEXBxDX70HEUS9nc1TYbSGGi89eXXl+vXExJF1mnM05Xg+CJU+GQkwR4ZHMm49Bge25QnuOQAidkIPj/DXzNI010p4lJJ8pGwGDYWu2g/Ob6oWIzOb3hHrKc4DwZsvAD6hGnbeB6+eJxGLFYGRCEym5n4/SI7RCMpmAykfuzFxzEeu/xg4FhBNdhB2or2nKSeutuxZZwrLzVAmPM+uPT1nwxJtZdaV2T8NVlJ2EA2625eWPP40SyUw2bwrhzED4QfpvjKIK4uMnMBHry1unAxF1MML29I+mJba4KEKhqkjNbkP6Wdfa/qjKahp/iQOo8H+2N76KCM88PlCfqLys6qnbG41VMqz8GL926gxrG/MaTNsZmILQ8E7EaTEBbLls3+7pnxCVB5HcYwHPAJCzXt72p91UKzxEmJtM7YMGwbiUcUAHTE9eEpCZkCytINja8c73xYAi6qcNDyCDwsUzqUWDfG365Y6HG8I4wZe45RMC8W/cpIIAsfpidqH/Ea54a2ff5VZ7amadPf25NvI40/pv3u5K+KBEfiNFXclDPSRj4QZJGNGpZrnDVUp3IBVyyVeUkGwI352nGNVZ37pmpRLzLBOi7VqbCYM7Rfy3xDRwRhQFOzhfrWD16pZqqZUm46+/YzG468xiMp1CPRw7nCCk1YUkxYxA0/Q9N/lviWyRCuzBAZmnb1uSVIMEQVG/4bkTy2xJB02orcBSBvcc/JOKGBufjvB93X1xBhOh4iAE+1IzB8IFjM2MnliocInVCIcdkJ3uWPPytcCPccRnaoyPbayUKbbhha878oxBLdysA6YKeGXbyIiZEc/ptivaCFxpFpuU/QphTp8JBNwDM7843/AFOKl5IsuyXuvANeGPkN/j15i3XESNSikQAALdc0t0qhZ3HOxsRblzxUZSpDo1SKzkg7gjZoEAdSN9rb4sLa+SkEataiO+MGVBi1xe4ja2q0bb4pPFS2mM1pXiw8PMH7xBG1rEQAP1OILnRu8lcUmyl11aQOciwBHht0BmY385nA2wjtIAld1gzIgxAYEmZE+oAP6tiIOxDfSDh/Sbp5gBkmBAm1tXvnzvtiS0wYS7sOzNYIhq51TqMCOhIsYG95Imb4pktZVdhxqOW3xTlWptA3MmAPh8B1xUDeqCkZH7Uf2xz4TKVdcanGkN1JtG9zE33tOGcBRL67cuy6RxTGMMnrr0WZ8LrgVdW8D6X/AAx6Sq05IWfnaHSrp2Orl9LadQnb+oRPpjIxzQAWymMN3ncPyrpQckaWAWJA9JM8rT5YxjbQrQyh15lP/tG+m0733+PTyxXRVOGAGYDXqVn32uG+VE3iofjoi+N36ICO0P8A/Pys/FsyZRG/4lZ8+4xujRKbVbOFVStK1/LqRIHwnGTXAL7opMBavwrP/uaXjZfAtgwG6jyxhvqlji0E6nrRMHDTf8fKzhc7Nx8ZP4nrjUNLeqsyUTrB5fspDZ8t7St0seXK0nFuy3FS17HHuk365+SQnECAdx1knz5fHEmiCUPOS3Jmvw9kJn+IMF3if1OC0qLSUKo3s2XshCC6rMvY87n3b88GswmLKtLDVKkvIkbL9FC1ckAViBPrO3odjbBW1SZlHq4VrYdZvPXqfyu081UpyqM8cwIv7onEGmx/ecAqB1RhhpsjP26rY9bk7n1ImcB7Gnoilzz3gNd34S34g5IJBG2wi/l5YgUWAWRw97iM024IqmSwuoc8ywt8OcjrgRhpsYWhTrC4c2eKKRmiFBAi6iI+Aj8xgRAmSrGreGi3onUq2jwm077dAR8cVLbqC4RmaIHXFcXMsTBEx6H0PKcTkAErnPGglO6+rATa5+G8/lisbgqsmb6pSgwB4jPK14+ExOIMTZXzu1OicFUiQs2NxtAA9emIjaVAJcSSk6yYjbcnbrfe+OhEgZpcCl6zEzMSd+X5xiu1TDDoE+qEXmwvvuPQG458/TAy6U0ykIgFOU6IYnxRG+k7eUWO/nipeQr9i1uxLYhbE3i8wJNvy2nliLuurBgFwn6YO8eE3BIZiDPp4hP1GKE7PwuIa0wmnyWqfEBUYwPbFxHTfzEYsKkbLeCknhbwXamVYyTcHebb9LXvfzvJxAeG6Lu7ou/2eqFiJbaxAXfbYEgE2jnFsSapchZQRomaeTqCOQN7Xm9uU7+X1xLqrCgtD9IDUS2TYmGqOxkwDBsPQA7zeeeKdo3Y0K7WuBmbIfM8Ap1Ks1Faoqjwyw0je0QPLlgjMW+myGGErUwrat6kk8dB4aLw7J0R4dFMGNWwErHO28E28sWOOqnaUszA0YmNu4eX7UhlsgKQASy9FMADytPzwq+uah72qLQwLWWm25HKrFQSOZ5gkXnaeh+WBkAGyYfrAt1qnCk7A2nn8o5bzP6EB2wrhbUqg/afR8eViDKv16rvbc43Po7hleeXysn6lLnt8fhUeqniUD1xstNiswi4CtfD6pCAkwB5bWM/hjKqtl0BEzLRuEZk9xSOoXQE2mDERt5YxapDajhl27luU6YqMDo2BUZKGxUCdhH+2NMv2ErIzuJAdru18dIS+6IvDDy/VvniM02lNBw128vj+l2sgKiGBB3AJ1f5Y3xDSQdESmJcYHpA9k3mMsvhaBJgAmR9In5nFmVHXCvlzEAgcOtqarZakpK6Rf7zR7rRbzuMXbUqETPkuqOoNOgnim2ooqjSLAxaT755XxYOcTdWYabmABvylnLCbox3iF9rnsREegxXtLWI/HyiZBP2z4GJTH7PSY+2sc9VgI5bTB9MEz1GjQqopU6gBc4W62/hKGWgiDzmJOkkHxaeXKxjliM8i462Sj9kAQWXOvXwiimrm0wPvExa3rgYOVCq3Im08U5RV1AEDa5Ig7fHbFXZSZKuz/y2E9Ry+r2YmBsPfO3+/PFS6NVDg4OyjZw/SUmV63nyH1xxdCjNmsBflf0KVToibgbXHWPS/wBL4gutMquUzEJ6pRNj1sB6ev4Y4RCkuLn/AIXnyrag2oCRMEiJ9Ask+hxVr7RHXmjFrYgXlEUKO5MOY2v+fyxDoN9EIFwGUL1OloggxJkyCY5QRykeXLHO7ymmToT5p9F1EAwdoW8bz6raYscCeIEhGpuO2euKaWooYskLHtAib9NrW8pO9sVLSRBTovYhPDMadA0llYhiVkXFpPIAeoxTJmm8RvU2JMaiycrAG6kgRYkAARNomQb7jFRI1Ut049eiXln1BSKhZbmF+F46846DltzrWIgqDrou1EVwhYNqEQCTYg2tOw8xOODnNJAUAESNiUixb+HJBJjczzM+ESZHK564iZ1XE7dfxw3pGYp1ICqVtv4om/IiSdp29MS3JMlcSx2s9eyIo0yApAa4gwTbn003wImZQXuAJHXqVzQx5lS1rQI95sSPIxviZAUB4IiLddaIg5bQ02abtbTaPfc72kYjMCuD8zY09fwuJrAAQqYFgwjodoJgDnipDZuohguQn4JZAVlCLNAF+f8AvPPliLRYqkgAmYPikVGjn4Wkwbnz0wRcT53vzxYDhPW1cWtdY69a6/0qL9ohPeZcEGwcXB6raTvHTlja+liGv8PlZ31ECWHn8dcVSaxlh8MbDbNWQ/VTtasO7QDc9POJG3rhFre+SVznCFfuCcSQ0lXQW0eCdCGdIE7kHfGPiKeV8zrfzW9gj2lIQdLan4VWp1wZVQTAmes+YucOlhFylG0XP7rdR4etk8ViYLQbeE7GfPf5YpMo9GkGWNx87ktHuRM2iSBHyETiCLSppucXlrGiOtP7SazqWCoAkG8xy6CI5TiWghsuv1tRMhqO+2DvkT8oPM09Q/mM2iZ9/U+nvwZhyodSgWzLZOspmraNSNIMsrMRPpIifdi7b6HyQ+xc+2Q+M34owPqQd2jH73gZAeliCSPPb54DEO7x4Xn9J4EBndbbh8Jusp1XLbH7vivyIIIMHmPjizYi36/PWirUPeGzrr8p1A1iza9IhSw5ekYi1wBEqj/tHeBI8PQpynTBYbyxEEsI+cCMQTAjcquzvAcUSCJv1iQRfl6R8cDXEH7h7rppjUf5geRH57Y6bKzJJ5LxK2Fy4O/IeYxwBg7lBfBkH0RK0eZ2PtAWn39fdipsLKA4F3DrknYAvI1GI1QbfjiCD4KWkOvCdWkssQBPkIv0EcsUBJgFXcSwQ02SqajYk7EmZgnyIuP9cSTFh8Ktz3pCTINyoZhy2j0IHTliCCLbERrmnvNsl5aoDIBkbsoJtynTzI9OWOqAAcVDC43/AAkin4joJUwSpAv1E6rAe4b4Dmte/XBPMgNuE7RaGJGoqtzIJWwj2bGB1jn7sUOkIhHdE9e6Qap1MdOoNZmDgRYjwrIAFx7ueLgADWPBdliAiGpjWQAIbTZyCPXT+HUeeKAwJVQ4lt9k6flOmogF1KkHkkXB33vyjnikOOirD+Y59eKS2W1SDruwMkKC3KCRFo5TFsWD9ykPygX9+vFMLSZmUao1jckSCGgbkWkdbieuLSAJIV3ODQSNn44JzO0SAVdwzKJYgGACbXG/W1t/PEA3kIIy1LxA2fP4TmUCgqpN/aEbzeQAdPmeuKuBMlQ5uUEtHDrVdfJaQwUhC0Gy7npPU738xzxAqSe9eEHPv06/pKdwg3OoGJ3AtyO/Plfb3cEec2osu1nLEhYYG+ixYkbn2oE9N/XENCpdsHTjdPAqQsjUshtIMDzEe8Gd8QXkGUFzix0eE9dcFRPtJrCKJ16jqfmSb6ZmfQdMbX0kEufI3fKR+qODWMMRqqZl4ZgBvv8ADGw6WtMrGc4HRTtKhKqFCkyD+B/A/wC+A9hUPe38fFA7emLbuCmuDVmSmQWI8R2IvtfbCGJw/fuE1hsVlZAn1TfZ37vpgWL2rcpf7G+CI4jtT9PxOB0tSh1Pvb1vUdx7lhjC7UOr/sSeG+3/APiH0xat9viopf7Ty/Cbp7n/AJlPFjp4ORG6u5tUg29X/l4WH/PNaLv9juSfyH/DH/F9BilX/cPBWp/6x4obIf8ADt/WPqcEqf7hySY//HciaHsj3fUYh6Dh/uXeM+0vu+hxXDfaVbFfcEGPZHpg20qW6N5fKMH8Mf0r9BgH/fiU2PtPIJtvZH+H64sPu80M/aVYeGbf4f8AqwpV08VX/spv8h9cMJc6Fdr/AMM+q/jgR/2t5FEb/qd4IPKe0vqPwwVqPW+wo3N+yf193FXbEvR2oQe3Q/qX644aORDs5Ijgv8R/6/8ApbAMR9o62rQP2BG5jYf0t/mGF2ojdT4eyYXan/h/yjF9p8fdW3+PujKn5fU4DtQm69cE/mf4rejfUYl+3mEKn/rHgo7in8Gl6/8AUcHp/cetiYp/7HdbE0v8Meq/U4g/d5on/fmmsv8Awx6VPqcEfr5Ku/mF3gnL1/DFcQprfaUcPbr/ANR/z4q/QJB+rf8A59kun/w9XAv+2ozv9rU2d0/xf+niw+09b1LtD4fKkOF8vT8MCOvmkn6BZb9pf8ZP8X/Tj030j7HeHysL6p9zfH4Vdye6ep/DGhU0KRd9rfFTXC9z6n/IMKVdArDVWfs1/CP9Z/DCNb7kxS+wL//Z"/>
          <p:cNvSpPr>
            <a:spLocks noChangeAspect="1" noChangeArrowheads="1"/>
          </p:cNvSpPr>
          <p:nvPr/>
        </p:nvSpPr>
        <p:spPr bwMode="auto">
          <a:xfrm>
            <a:off x="155575" y="-2841625"/>
            <a:ext cx="9477375" cy="59245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sp>
        <p:nvSpPr>
          <p:cNvPr id="8" name="AutoShape 8" descr="data:image/jpeg;base64,/9j/4AAQSkZJRgABAQAAAQABAAD/2wCEAAkGBxQTEhMUExQVFRUXGSAaGRgYGB4eHBggHBofHh0fHx4gHCggGh8lGx0aITIhJSkrLi4uHSAzODMsNygtLisBCgoKDg0OGxAQGzQmICY3LC00MC80LDQ0LywsLC8vLCwsMC8vLCwvLCw0LCwsLCw0NCwsLCwsLCwvLCwsLCwsLP/AABEIALEBHAMBEQACEQEDEQH/xAAcAAABBQEBAQAAAAAAAAAAAAAEAgMFBgcBAAj/xABKEAACAQIEAwUFBQUGAwUJAAABAhEDIQAEEjEFQVEGEyJhcTKBkaGxB0LB0fAUIzNSchVigrLh8TRzwiVDY5LDCCQ1RFNUg6Oz/8QAGgEAAgMBAQAAAAAAAAAAAAAAAwQBAgUABv/EADYRAAEDAgMFBwQCAwEBAAMAAAEAAhEDIQQSMUFRYXHwEyKBkaGxwQUy0eEU8SMzQlKCNGJy/9oADAMBAAIRAxEAPwDOuPCrRakjOjHwupLS6EC+rqCfX1xk4Xs6oc5oI1BtY8uXgn8RRdTqAOiVYkzbtTZwFQuo1Ko8VhIIO4JB58iOgxnGmwPDTJjTdyTQq9jTl21Jy2SEFA4pswJTULXgglp3Jm5B88S+qZDiJA1jhw+LcExRyuZ3ONv3v80BwTI1KOXYVUTu6niD6qZBAEEKxkC5vF8MYiqyrVBYTItFxfYSErTpEQ14EHkncrwnL1W7mo7aWB7kq06WmYvv/Nqa+mREiTDsRVpt7Rov/wBTu8PKBtur/wAZn2u0Ol+r7QqrxHilTUwOnUCRqURAnkBtzONOlh2QCNOtUhUquB/Cm+E5Soq0u5poxJjWZJGqAZXcRYkR64Sr1GOLu0cRw5ceuCcYCxgyNn3421UpS4XSpvNarSYqAWWtUCrUlvZETpA3kq2/lhQ4io9v+Npg7WiSLa9EK4w9INDs3G8ddQh8ln8s9EhqYUa48CM2mSSJIAmTYx/MMEq0a7KlnTbaQJ62clZpouYCQNdgNkLn8lUNVtCaVZD7bAq4mSVIBMNC7RHlODUqrBTGYyZGguOB4i/QS9ZhzwNOOh5c0Qi19K0ai0gpMBmJYWI8hMeZ+uBE0ZNRpM8Eu3MSJFiYny64rmW4MaNVA9RqfhvB0pfSQLHncG/zxL8UKrCWtB9Tt6CYB7F+VxPhp1v+E+tJ6dTXUQtTPiHdsZ07AmGkT53HMYGXMqMysMHS8a+Wzy3KlQuLsw0O7+0UMsWctQDCnoJdO8InQJa4axBBjztbAs4a2KsTNjA26bFIJnuNtu94Urw7Jiq2oGdK6hTJk9DH3og7/nhWtUNNsHz6srAua8uAPLq6d4pxM0CVNMmVkMCSCORKSCYJBBE7R5YilhxUuHW3ftMMqlrS53R2+6GpcWUwXZqZKkeMMJZb2BEETaL3Hnghw50aAeUbd6qMuXODB3H9pfEeMuEQ1GJOgGQxCEHlYajMbTz9RiKWGaXHINvM/hEGLDWgOFze1govh/F173w0SZIn70e8LIsDG8xhmrh3ZLu680q3EAkgNsfTrYrF3viVVfvgfZF+Qm4Nwedh8IxnBkgkjKetOCNWowO6Z4bvXrci8nT0m9iQGBWwtPhaVOo8ul8Ce+RA04/F7e6LScR3ftH9A6omvmMwoGkBucDw7XgjYAXIjkDAxQMpVDeyae5tEQBm+OXyoytm+8BalU/e2jUIQGdp8+XT44O2nkMVG92+mqhmJ7Sn3CAdylMnSZtDuq06gYg6BAJsIgiW5X6gXGFajmtlrTI47vDREdTpEgugkc+utqdq1SzaC+nQI3jyg89+d8Va0BuaJlMBsNlo1660UfxLjPch2KVdAPtQdPoWjY8idzbB6OF7WACJ9fL43KXPpsALyovh+YNCpRpCl3Yry4lp0i5cXIgqxFtoaeVmqzBWY55dOWB+PMeyq002u7ON5/PluU5xXh7VKdOmgANP97QcbFgLAmLBgSDyMzywnRqtp1C5x1s4cP1sS9VrT3h93t1osv7Y8VfMVKLPpXQCkL7Q0kai3IHVNha2PTfT8O2gxzW3m/C+kcIWZWfneCVachwelSKPrqOhAmNOpGF4IEgyton03xl1MTUqAtgA+MELVbhezcCJ65IHh1PM1q1WplDTp5dqtkbUEqECzMIsZ3YAeKegwxVNBjG068l4GtpHCerILGVi41mERJ/+t5Hj4nirHlOLZQmmmYQ5aqRpYOToPXSwhCDJ/K+M2phsSAXUjnaLiNfEa2RBis05jB2A/nQ8NvJQn2uZKhTp5VqNruvtSCDDCDvvNpO+ND6HWqVHPDxexWfjcwaC/rmqFwh1FSmGupdQQdoJvfljbxAORxGsFK0SA4Te6ez9FUrVlQEKtRwoPIBiBPuxWk5zqbS7Ugeys4DO6NJKs/AaeqipHz8sZuJtUITFO7VA8eQa8oIYlaShxoI03MA2E7zN9x0xo0HkseZ2mOuik67Gse2N11O8ErtppwtlaNXO43B2PW/PGZiWDMb6o7cUGsALPPavVqeYbMuW06NICn2Whdj4YAN7kW2tjmuoCiANZvt15q4qOpuzGzT7qZyuZZ8u9DQs6iQxEkkz4o0gB/u7nl6FN7A2sKsnToam21RVrtAgi+/qLprNcErGnTpqqM0atbBSqkMrKDH82mDpBNjPTDTMWxjS4usbQNb+cHgYVnUi4BoHeG3qLeaz2rQYV9LoA0zoFhLGwHleMbLXtNKWm2/ltSWX/LB2bleODGuS4dUbSwI0mFaxhVMFiTBEkefljDxHZADKTfz5nZ1CdZhy95Jty6lG5hXqaaNakaVZxpWVADRbwtEEabjmYNsBZlZNSm6Wi54cx7pimWhnZGztm3Tr9IDsvn6Zp1VqKjgNBlRsCLAAAMJPMTg+NovD2lhItx6CnCVMzSXDQlR3Gc8lKoEqHUieJIBDQyzFiLi4nYiBscMYei6ozM0QTY+G3q6TxD+zJY4yNnBSuSNHMo7hngypLCAYHtA8vEeY5HCtTtKDg2Bv/R8FelhmVWZi436snqtcRSSqORAbzUnUpMwLtv5ec4o1h7zmcPXQ+nUIVWmQ5rXCBpK7TyKjV4jBkKRpGki0kHaDItG2ONV1rc9Vxw7WCM1uEWTmdpd24Uhu8QarQQS3MmeVz18rYrTdnbmGht5dRuUsBY728U3waoBUgwXIMGCdakiZJMgyLYvXaSy2nsVRpa10m5O03RXFs4asU7uQx0N96Duo5DYeFhy84wKizIMxta/X4RhUaHRlnh+Pwh85VLKq6S4WRohbWETYQTzHni9NuUl0xO2/VlNY0yAxxngEB3hCMWomFJAGki3JSZt4uUfG+GIBcA12vvv8kBhhpnS+z0R1fhNMIuYSo1NREuQwDch4bSwJF95HuwMVzmNFwzHd1s64qa1J2Rr7CNvtPFDZSabIlTV3dUDTUIiSLwGErJF/EBa+JqDO0uZqNnDfGvC21FptY85HnXbx9k8lXxTTqEwNoA2uL+nwnnvihbaHt622QqrQJDTPurHlCWVAGAMHUWJMmQQAfum0c45dMZ9TK2ZHJN4XCuLc+w2jr+0ruBFVXQBBJB21HSN2Btcm03lrbYgu+0tde3XXC6vkNIjKLDb+flD0uFsYqPVfVqBFMVTFOTOlZAnTMAxsb8ji5xDR3WtEb414ndPW5MU8OYkz14X8U9leIVKkpUpsoHhllUMsREtJB58hytO430WM7zXTttMeA65o9PugOE+X7Ujna606LO10tOoeG1pF77C3oeWF6bHPqZW6+qrLc0uMKuLRSohq0RRqVEZjTkE3g29+9rTfljSzvpvyVJDSBP5XVOzANRsEjQz6bUZwXtP+6qqaBL0j/Dn94C0QAGFyNr7gfEOI+nzUaQ+ztuz0QnVe0aajZtYga/Cr/a3s4mta6kKZBeBYNO5WIMiZvy5zh/AY52TsnX3cufspq4Nj3ZwMu3h5Qoo5rWe4yaEJWAatA8SjY3k6JA26jzw32eX/AC4g3bYcfyqvqNkUsMLOudbbPArR+E0ERYKkUo0BdtEGIgW8vdfHnMQ5znSD3teaavGWmIjTkn8zl0KqlRxpcwA+khh/LDb+Gb+uIpP72ZoNtYsecjRCeJaWgefV1lPb/hlKm69ySAp0sgOqmpI3WCdMxdf9sep+l1qjmntNd+3kd8b1k42lTsWHwvA/HJVNG07X8jjVIlIA5dEblmJI1SSd55+fngLxAsmKcnVX7gWV/cqRF74xaxOcpxuir+e47VUyq94riJbxKIEWiI62I2w1SwlMiCYI3W90lVqnNJun8hxeoEuqtUYRqM3Mm8CxIixmdvdzqNMPO7coY97Rv3IvPcWYFQ0K+0CCoYD2tOok7SZ6R0wNlPM2G/brun4lM1ADDXNv7fMI6lmKtSl3+XKjSSQgHeCptq8MBlYkWAY7nY3woW06dTsqo126RuvoR4BFOHDqXcdIFxt58U12a7QLWFQMYLHX3eoxTO1gzTDGT4dueDY/DOYGhv2iw48efNZ5rA3PH9DluRnFcslemlR1JKsCulfHpF4J2P0McjAwrQe6i8tadd+kqXVMzZn0+Uzw3Mpl9VQq+i9/vEgeG9thyJxatTdXhkiepTuHrU6bHE26snB2hpVdVPMlVpvEOwIuRA8QJgj+a0bzbHDA1GQ6jqNg627r+qXr1nPy3tv9lGf2T3RijXXSjE0yBrN90bSQDeRPmCN8MfyO0E1GXIvs5ESmMOKjWgDZodZ4Hfz3qK49k+8nVUQVN1VieZuBPS23L0w3hamT7WmN4QMZTBuXX3InhNRA9gFYKUAWbWEH48jvHLAsQHlt7jW6s3s3OkGNgjkptCNGqpThxp1WlbATF/CTvMGdsJGc0Mda8b/3H7V6hItUFzHvfxT2UrK6VG0EASbWmTewm1l2xSoxzXNbO7r3UipRqOIIO/mlU8vqpah3ftNPhkE3mREsYBA8umIL4qQZ2dcEOmHNkkApGVyNNvEpYVA3iYCIG9kBJsLwL/XFn1XjunTrarU+wDiT1w4fKTnc0hJYMQ1vFHiMXEkiVIPOMdTpu0Itu61lGqigG5gbm4/SlshQFanTqU1bvVnWGEBz4b+18huCcK1XGk9zHHu7OGvBW7FtRrX5QT5X4/C8Msrrr1JMNqQGTAY3K36Egzyx2ZzTlg8D4bFzWhji/SNbpjVTaoVYCCNQENo17aoIuSp5Hl5k4v3wyW8tkxu8D1ojseyoCTDhry/tE5viwTw1UZQoK0mZWVZggQBCjSNrmbjA6eHL7sMzqAQf3fkhMrAbIjS2vLkoUZilTIZEE1RDCmupSwJDFRI0agNhsb3i72V7xlcbN0nWNk749dFVr6DW5iLnh58p91OcO4xTUqj0nWlYrVMaL23gkGCRJj0vhKthnEZmuBd/52+XwmRVa4w3TfsPqER/b+VaTTzFMxAkletpkczgH8PEN+5h9UZj6VRskjzQvE85ApqgmTJZVlVI2s5iLxEnlG0gtCndzneR1Pl7orqbzDb/AI/Xr8NZM5uoS3d0UTV4WZmI8yFAEweROxsTE4vUGHYAJJPAD3v5oVXEVWDK4C3E+enom+2PD3GVrNVr6tCiAirTQtI6SzQDYFj+V8BWb27WsZqdSSTEeXosnEtqOGZ+zd+NVBdh+F0GpO1amtTV1QsUjYDfczMCTO+HfqeIqtqBtN0RxF/6QKXZtu9GZ3h1BswKWWD0HNPWxcMdJEaIU3XZpPRYjxDAadeqKPaViHCYtF999uyOJ4JmnVYHZW2m/I7I60so3inFMy2Yp0HHc1y3dtaRoIiQDZpMkN1nbDNDD4dtF1VvebE+I9uITJxr3ObTAyuJ5260U52Z4GaPsa4LQ5mZZJG8DYzbphHG4sVfujhyK0MPQp0AYMk77qey3GDUBSkgdQY71hphjJK6SLgQJIN7wMIvwwZd5g7tbb54+iozK55d4RvhO1eEU6hR6urR98a2A5CYEWmBNrHyxRmJeyWsidlvTrah1257df2ort9wUUuG1QAFWmy6FTb2xdiZLHSW3NsO/SsSamMBOpmZ5bEhiDNMgC2vJYsvtD1GPZH7VjE99StBfGBhVx7qeZqjq3aOvTOijGhbexN+eBMwtNwzP1KpUxDw6GCysuUyDPTFXwvTaQ5E6qJPJha0e6/ocZL6zWvyXBGn/wCw3hEc0ubJgj2Q3E84aFIUhTVlKESUOpZIMFjJMECCLAEb4LRpCs/tC6DO+x12W8eKK6uW0uzgaR1KAo5Ya2vqc7kR8BeR64Yc85RuSbgxjiC6/XFTdHhcIiCs1FwWmH0tLLNwTFhEEQRhJ9c5yXMkW1G4/O0FOCm+mAAbHcd/WxQHE+EVO/epUq902nVTq6Cq1GjZmFlY7Tsffh+jiWdkGMbmGhEyQOA1I9Ql6lIVHkvMHYYiefFE8H4nnLGzLzYrqYgj+6wJ9Bf6YHiKGG00Pl7hAblc65UulNdKjMIis6yDTZzqvYMFNjBO/MHywkXHMTSJMbwLcp5Ipp5W/cIPx/a7l+A5YSVuJGmQSJ2iWAMiCb45+Lr6Hj1Zc2mGmY0627dyTRyNMKbkw268o2nT8ffOJdVeXD5/afpVmg5XSOuChOLZWkKwquzwwNgCRCryLCJsJHVrG2HqFSoaeRoFvc8B6HggYilTNTO8mD8DrzSMojuutA6q1TQIVttNiSD7pj34moWtdldBIE6jWV1OlPfZIEgeEa/lS/7S6z/JETuTq8IP9646cjhTIx3P8X8ERw7R5aftGm9F00pgyrMyrvosRfyB1RYwDG1uWAkvI7wgnf1bnql306bTAdMbfbRE5DNN3id1pKswGhyAGAtzuPDa0fLA6tNuQ59RtGzyV6dOpbuyD6o6ozioo0gLJLAiND6twwnwnaI5GTgADS0mb7OI5b042DDS3XrortPSSpJR2BOsKYK73W41LaYM74k2G0A7/ncUnV7Rrsg6Gqk8lmqTaKINMoV3G4PJjEQeoOFalN4JqGZ6sjMqdwb+C9muGIlSnVy7ik6khqZIiqIOqw3YhtrDEsrucxzKokbDe27wsoeC6HDy2eIQFVwdOpNFSd9IIVrbiJF5BHTBmgiS0yOZ060O9FpCm7ukXK9S444dtYICyGXTqDWEtMWBteJi/XHOwrS0ZTc7dPBSS2n3Y06kKIrZhyzDWANMon3Fk6vCwYQYJMjnthtrGhotzO07Lgjw90rMgy7TQBKq5p6OlAxchYZQshhJ3gBlm0Tq9cQ2myrLiIGzrQ+iaGKdTDWG8bAm+IU1rlCKRplCGFejpUiwLgmQwgEnxC5XnNyUnGkC3NM/8unw4eSk9nXdDWkERcbjx8dvkhuNJWSiH716qahpqqsFQfa1wsyeTWG/W5MOab6mUtAMXE+UX9LlRXa+k0vDzz9DMfpH8C4gc1TqJUDIqqCrBjNQk8reIbkgTuJ54WxVEYd7XNMk68OfxojVKv8AJphpbBtf5CZ7ScPank8wXqVCZURbTYrGod2to+tpwTB18+IYGgAf3xKQrUsrczzJ2J/sTkg2UJdpBJsGIjw8h7LX9/nyA/qVXLiAG9X8/hUbSzMDjp10UT2W4MpD1mUKK4NVQSI0BopoZMN4YaYkHptiuLxNxSn7IHjF+V7K2Fp53wehsUJ26AR8qCZkVBDMCy6tIE3sBGx88N/TJc2pHDTQ6p3HNawsjj8JPZzjD0lNNnBQQU1b3aSAevii+/uxbE4WnUdmi+3rwXUcS9oIJnirXQzVN0KatLhgSlMyytuCyiSQTv0xkOpva7NEiNTu4Ewnu2a4Szx66lG/t+mkrmDqWLSBcCTzAB3g3kYD2U1C0df1vRabRUdHXBD9oGqPkK6MwKNSYggT4lJYLPpF4k4JhBTZimOAvI8jtSuLosLXFuo/GqwxPbHqPrj3J+1eX/7RzVdMkbmw9cADZsmnOyi2qtfZ7IqlEAjUSZJgc4xk4usXVLFOYeiGsgpihniylkp6KbKZUkAuIuDMKVNrX54I6kGmHOkjbu9zKD24Lg5theQdvnbriiWoA0FYNoldRW+m3IE+thzwLORVIImLSlyc3fpmDu199qZ4RnFWsCVMLcERfl8+tvdi+IpOdTgHXrrVHoGm2pncL9dblKU6WuNMoUvcyGnxQdQEDkCOXXCpdk1vP9Tb1Q6tVtU9m+0befOFMdnq1TMpVVqalKZbSPvPbwgSBF7TMe7CeMayg5paTJieG+U1Sw7nsIe6W7Pyhm4e9EI7upQDQT4Q1M81InxKoKmd43tAwUVmVSWtBnXbB48J63oeKwptGzrgo7jeYKU6dRH1q52mVEGQR/LIlSNvfuzhmBzixwgjz62hKxBgz7eKGp8VLqVp/u6kq0xqV4uV2t4T6zIwR2HDTL7i43EcerKHNdFk9lM6Hbwh0eT4o8JNva2JB3uOfnilSllFyCPXw5IrWvDjDSRt1vv81HZln1MXXVAB038UCJS8CdwLi2GGBsANMdbUbtMxOcSPx6J2rX8MlzdZExAI6CT7IAMSeV74q1l4A6/aqSZLp18rfhLFNUVRIYAheRsQTqm8HUN+pxWXOcTp1or3aAJ3Do/OxGU82/s2W86xyBMmbEnYHl84wE02/d6KxLsodUHlu5qcqUqbqtVT4gviX+8IIb19enxRDntJYRbZy3Kxe0DPTdCdoM7JqYsATYiJ1adhtf1HlirsrXZR86Srtr1HwXD48lF1uEMrofbE7C5G9z5nfcm4w03Etc0jTrYlatGowwd/onY7lixdhe3MtJ8I22EGQcVBLwIHW1WFAvMTHyUTU4kaoKmRAkD+WQADO5E+u2BmiGHMB1+VNKsWtLXa7CmVzdSlULW8Vi+k+IdegJA6T88WNNlRsbtit2ha8e978UNpqanqBJpuSZLKCNICwIbmo5XgxY2wSWQGE94cDz64o1R7yS/LIPHTZvRnDaa1Si06NNNIMVCxW+oxczrkRY/7BrF1OS9xM7I4eEJRjQ+AIHHrVOLUYqKddGJnwuWEkhtisDUAokbEgHbnUhoOekfCPWdk+hhWe5xAa/TSZG/rgif7OpaZXdzEsQFM7ASYjytgfbVJg7N3Uym6LadFxyvvu2E7BZdzPD6lSgiiFNissyGeqsLm0+EzNsc2sxlUk332B8x8ph5dVp92x23KrVDshmaTB6UoZkshbVBJMEAQ0/0iPdjSd9SoVBlffgYj8jzKymsdTfmEwNfwh+M1aqUXWv31I6QFLgBXYHUJCm0gGJ5zgmHbTdUBpweWoGm3cjObTqsz5iOehjl8pXCuPUTRTLU61TvGBTvDYAuPFAO3T4c8RXwdUVTXe0QLxy0VsO+g5oYXnQq2ZDLW/fGUEBFEjQsRcliTy3I8hvjJq1LxT12m1z5J+nQ7L/I0zO3gbqlfaPQpKaJp3Z2LOdRYGFUCCTYcovsL43fpLnkODtkAeqQxrRZ40JK5wfu0ek9Qfu3gjmFZR4tQjYgzbbEYgVHMcGaifEcEfChgfDtunXytGGcovltX7NKqJSPBp076C7KRb7wPoTtjzxbUbVy57nx84nyR3URqDpwvz8FHUe1+SjSz6lBhNKkspWLECQ0n7wsb+85+nYoGQL7fHdOnLX4o3ENMFrr+/wC0NnqOers1OmtOll5JOp2OoERtA0jTeIHK5wSk7CUgHuJc/kLe8+au9lTNoB6z17rHxT01CDuDB8iN8evzSyQvPZYqGUZw8g1AxEhQWA6x+eA1bMgbbI9O5zK7cIolkJFxqP8Ap8sY9b7k43ROcXy4AV8ujNT021qwQ2kjVEHmA3IxitGdKpgndHp8hRUwzBDmi42flDcIz65hAABRQhgVDSLXJEiYET7j64tXpGg6Scxtf2SdGatTutgG3BKNGGaD7LDxagjMCPFZhPMT78RmJEnbNtb7NEwxgBgG4I2xI26ruX116rrTYKqEeMRJk7xMEfqcQ/LSpgvEk7ECrUc5+Rmg27T4beiheNZjLjMCjUNSlUV4apTaAFIBXdioWTJ5qRg1CnW7I1GQRFgRt27JnZxUYZwnJVJHEHT4UtxDsq1Vxmhmu9ZkB8eliwi2krpDAWvHxwlS+otptNA08oB2SI5zK0HYZh7+fZw+FG5PiSUl7vMJAkKwAMibXH3vdhqpQdUdnpHiPD2WYaRB3H55oqplqVKpCKr0zAK6jF53G/XkDf34EH1KjO8YddE7bIWtItu0nel5avUy7TSpCpSiWRh4j1KMZv68sVexlZsVHQ7fs8Qjtx5pwMturoTiWfotp8FSmdOoBl5kRY3iwFyB54NRo1RNwdllFQhr4aCOHP4UVniUZCpDlmCqliCZ9bnYfAdcNUoc0giALkoRaWGT4KZzWUYd6kojsLqpDcwYJ2QxHvEX3wmyo05XXIG+39opo1IPHZbrkgFrNAkuQGuoO4B8XynBy1smIn52KwcQzKSd0cAj+H5m25Hi1ajsIFgY8sAqsv4IQzRPXipjKcYLU2Wq+sloDCQVVvvAAFWZW2NjYDbCb8KA4FgjhxHsDt2Jrt8wjXb1yReUFSnLyDTLxuIDHlzgm1geYwKoGuERePZCoVXXa7RG0MizISyQCW3a45xtIG9pIt5jAXVmh0NO7rq6apUQ0kgn46lQ+XoMTUgra4gttvAmSRfyH4Nve0Bv6RH0W1ZED5TlRQyaQxEm5FrXmxBAHx+eKgkOkhULA6nlab9So0qwLd1U1aSY8IAYgAkTtO3KJA6YZBFi9sT6decJQvAORp08p59ecr1HO01k1AYAldBd1uRMnUpXkbWtbHOpPd9vrAPsVDez0f6EqaFXKVUp66gct/DJpsWJ2DBgYOlubbx6YSy4im52URGtxpujiNgTDqNIZTGuhUhl8731JPDBIIKlYchZBJUEiJE+HAH0zSeRNvS/G3qiURRfepYjrrVR1DiKUAKbAslj+7ViyQCYKwTvzGwEGIww6g6sc4MG+sQfHqU65uVsN00EXjw15apVPtNSgjVU5wND6jG/h0zOKuwFSZgeYjzlCmkAHEyRsIO9AZ7i9apK0abOxkanp1AqoNj4lXVIiFneeWGKWGpM71R0DcCNd1iY4lF/lBxigy+0kWHHjy2qPynZE5ok1mcWYj90FvsLgsZsTpJAwep9SGHH+MDZtn8b9YlLV6DHmarrncIj3944IV89mMgoVatPOUtNwGk0mEWYTcAxv05YM2lRxjsxaabp8xvHXmk87qIiczbgcFWeM8QFcgjUxA8TuACzE3gDZRAAHqeeNPD0TS1tuA3fnekyS62vXsjaNMlKQYgAbb+l7354C50OdlCdY0ktBKtpyT1Qy0WOYzC2ioP3SKZBAWRT1RJ8U+Q5YyW1GsILxlad33E666xsstDE0XNzOz33bN3n1oVMZf7P6NKgxqDvXjUzXm0GEI9kbgRfb0wpU+sVH1QGGBpHyd6R7JpgDXijc1mM1lWSQK9IL+7reEP00uDCkwfbJUGfdigpUK7S5hynaNnhqY4XTFF5cS2oPLr8LGuPKDma8KUDVnOk7qC5IHwOPXYc/wCFvIeyx6rIeRxXMkIcfDEVLsR2CFZOCZspTKNU0aWIAgXECDf9WwjWaHOzAaq7TAglWLPZdtDsWMwAdRBIuYg/d57YzWVM7hIlab2Mgyq7S7ym601CoiiaZDFTU1QT/imeUcovh52R7S91ydbTEfCzHtfMNs0eE/v0ViahRjSuZPeMAClQEnxExZx5/XeLZwfVnMWWG0cOSjsqVU/ddey2SShq0VBUZWIdTBYCATBb2IF5kixEHHPqvrRmbAOh2T4a8vGUzSwzaToBnr0Vb7fdmTRYZmndC2hxeVYLqmD93QPQRjS+lY4VR2L9RccRMecpXG0SyoXt0PoqvwrPNRdKiGGQgrsY9xtjUr0m1WljtClaboEq38W41+0fs3eJTDgSui0g+wGnYyPh6jGTQwnYZ8pMHfw1TfaN7rDz/A63JkcPr06lSpoIaVuSPEBEkgyPZDcpnFu2pPY1s2v57Es4mo8x/cKbAZ6axF2Yh1I8ZW0EHZdxHIjbCXda4zwtu/ao4gtIjkeXPZw2bEPVy/eAgGSkC4uInw+kH54u1+QidvUqzq0wDe2vWxRqmkJW5dhyFhO8kCBBiRhk9oYOwJhmVwO/Th5r1I1KdSFkAEKWAkGBMeQg3589pxzsj2SecIz2VG2aNNvLq6dXMPdSpS/lJkyfd8MVyM1BlXaxzmkOtPUo88MqIDUV9SESYJg2Ai3skrNuh3nC/bsccrhB687+qCcPVpkn7gL/AKRuay9KpTpiioRySrAW0yPanVaDO/WcBY+ox7jUMjUceGiM+nSqsDmCPjny2IjhmRFItSDuNMMEN1No1D7u49bDnilau6o0OIt1beh9iyhF54J/LZrTUZP3uqDCEgEbcwtzF588DqU5aHWjf5q4eJINz1p15pRyTOrvUFVGnfURfbeOm4Pyx2fIQGwR11ZTSPaTb4UflUZGqKxJEG0i8gdbk2BiRywZ7mvALRu37EJtV7CQ7mhaOVCISkK8jlJteG8cwRNxMHBXVM7gHadaWQAcrCd6AWkouxBV5gjZbnqbAtaTEfDDBcTpqPXy89qG0ZoJ0ReWoUSJak2gGJ0QLQDdWmJ59em2AvfVnuuE8/yEfKBZwtvhSFTJIQ2gnSBOtXYzH9R3IiNo64XFVwIza7iB8bkcYem9xJJ8Cu5LKVFpsqkCAWUsAJgqby0wR8r3x1SoxzwTy9+uaZwratKnmbt0tx28/RJocSqlFNaiyuhIJDKqAjmTMqY6i4O+JdQphxFN0g855cerLn4p0ZskHadilXzFXXQqGDSqAhhHitJBkEo28WA39BhQMp5Xs/6Gm74ITFF1VxgC3HVCZ7NZfNVVp06tcmCKqqGQMBMghoiCB1mcFpU6+Hpl72t4aGDzE6/CVxDu0OUajYnsxxOjRp06NGg/fgxTpophxfVL/dgG7GD88QyhVqPNV7+5tJ2brbZ2DRKkFrgGg8lmPaPIGjmK1PSqFWuiElV1ANpBNyBMScemwlUVaTXTMjU6mLT4pdw1gLuTl1VXJ0ztA5Yip3CS3VHpjNAdotc7M8PShl0pjZjqJMg6iBIIja8Dyx5PGV3Vqpdu9tn7Wm0Bghp0VgpZ5KNNu8KosXkwFsJ9r6YTyGqYAk7PzZBq05OYFVbO9usksqrPXVvuIpIHVdWxG0RMXFsaY+k4h0O+3iT6qrawB18RforI89X7ypVqRp1uWA/llrD3C2PVUmZGNZrAhZj3FzyTtK7TTxLiCbFGAuFactliRICG/NZOM4uRYR3HMkymSGZmF3YXsLACYYX5WvhXDVmuG4bh1ZXxDHtBi/WnFRS5giqGeGKN4U0Sxm7XixMC+GiwFkNtOpnySzs+bXTZF9PfxXeN8TSrlEq0p72g4Dhvapq4MLqI/eCQLjyNsdhsO6niDTf9rgYjaRtjYqOBNMvGrTeePuvcI4yhoaUou9wW8KlSZkg+PUwMHltNsdiMK4VczngeJ/EBN4euHUoDT4R+ZVoHEXzVKoe5VFfxBZEkxpaxIswn433OMvsG4eo3vSRaeGo8v60R3MdVbAETv1163ILivZWk/fPTFOmQoYhVJKwASQgAKowH3QSINjJwah9RqMytfJ2XPze44+YhL/xpOY2+ePBVrI5qkKYXSbgXZZMjmCJgTtPLGnUp1C+Z9Us9wLMrBfj8K35CqiryqBiIjxagw6Ajcg+gi+Mes15du9Ijr9KKDQKZe8beP5Vfq8OqUmK03a8VEgTe4YEGQpAItzBMY0G12VGhzgNx+OthQXtbmidfztQNDPvXaoxEBPCGMgNpYnxCRcTN9vU4O+iyiGtG28bpGzyRKLc05Rp1BT+lKkCkZqA3MFZBAI1eeqVtPLlJFJdTu/Tz8vC65zc7gxmvXkpWlwd9RBLCl7RNNNRMDYSenPTYEe5V2JZEj7tLmOvNaAoOpjKTx422T+k/nuylUXpSEYADU41XF9QJ8P4RgdP6hTNn6jcDHhvUVe0LpYdy7X4eygozlVjUSTClot5E2HTHNrBxzASdPBFNN+YhxgEG43oDJZdTpBYkqTAm+4gwd5uI2scHqPIkga9eiUFBzdHzF+uasORy7gEARqBIIusSPMkHaQdpGM6o9pN9nmubndc7eua7liZZTUHe9BJBjYBiSy25Da0YlwFiB3et1iikXLQfCFKB1KBzff7297+fXlvhYtcHZfhEawZJhRyZxSWBpQLwbm0SDAE4O6mRBDuvZLl4cS145Fey9ARCBG2hhY7bzET6DEPffvSOHX5XMYCSIHXWihc1lSagDHUxgEKQZjkRub+hw6yoAyRYddbUu+ZBJvuTlLNVqKAhlZGtEBmSYU29rkbT9cVdTpVXXEEeExfkiU3uYeaN4JTBIYEMoaCUUkXMGZBj6wJMbkGJJiCIMbT/AF1pKZw1KDmN/wBoLiWYpGoXosFJNkceANab+ymoC2n1vzPRZUDMtQTxGse5jioNeleDfYNn6nhF7qa4SwqKRURSR/3oYEiVgXOx0zyGwthKvLD3DrsjijUXDESCOAO/9p7MZlEYUW8RKl05GFiR8ZHvjFGMe4do214PijNLp7KoZ2+A5Kv5LLiuG8Xc1kfSWp+06i4DTaYtqE2A9MaFR5okWzNIm+gPD8Jg085JBh06jw371OcCrJlmFNaKjm7SWZjE6yZLPqBmRa+wvhLFB2IGdzuQ0HLhCz2lrZp3BvPW33WTcTzHeV67j2XqMw9CxI58hyx6yizJSY3aAB6LPvJPFSeQAVBqHM4Vqy51kywwFoXCK+bzDBmYUqDDVIDFmAmArAeHmORjbc4wMQzDURAEuFuA5jb68U2C4kOIsj+HcAprUc1u8rGoBaq+sMNwCp3i0TMeXMT8VUcAKYAj/wAiPXrxRCxoaS02PpdTD1EpDSlEoiMAQAAmk2sF5AkHbl8FWUqlYk5pkE7yh5Q1oJcP34rCeOZcU81mKY2FZwNrAMSNrY9rhnl9BjztA9lluEVCFzLr41E4557pKKNVceDiaY9cZ1T7rIoI2qwLxF1y5TMq0L4NL+AteDB3EA38oxmOwf8Alz07bd/or064a3va6dXUQctSLXTuwVPtgSxBmWIEEQfaHxOGM9RrdZ5fH49EKu3tXyGxHr8daqu8c7PL3Yr0irMpBKnU3ec4PJbCQOY8yBjRw2MObs32B5W69+F1FbCS3tGm+7em+E9sapdQtKjMXDbWn2RNj8ZxNf6ZTDSS49b+CHTx5BGVt9v6UwmauDRY0dO8LyIg6oERG+0DphQstFQZuticfLbscBe6cyOfdKwXX4Ibu2LsxE2KyfaUzADEx52mtSix1MmL2kQB4xsO+NfNKmtUDgGGQfLr2QvGMineI2kr3pvpnxEABlMC4535k+eC4eq/IWzOXf6FBGSo+Tbei+DtQcsGOgqAUF1ZxJFp2AJ90mREYDiBVaBAmddsc+a1KVWhU7jRpGvxO5H8WOZ/aYHd1ad2LEgeGAIsPAR18Q8OAUOw7GTLTp4+OvobpevhcxnL4z1zlB5/LBRVt4WQo0iSGAJDf3pAW/UXwWk8uy30M+G7hCDQc1oLZkEESqRleIMABpAfWIPkRBtv543H0Wk62hItbAnartkeJjQHdyrGVApwPCNy0ARubk362tiVaBzZWiRrffw6stYYhkd/VO8M4sATqbXq2YtJO3NoMSYBjcHFK2HJFhEdbPNTSxDGvg+B62bERxLLDTUb70WjZudptIMC2B0XnM0bPZNvc1zHN14ILh+XNY6VCI5SSpPiaCGJHQRF+ZBtg9V4pCTJE6+nXBZg75gAA7vLqUUc+EhSWDpcEb8xF77TuNjgXYl94seuoRDUaR3rEJ1qS+0pJJ3WZI63B0x0HK0RiocftPXz1tUPBa8PF1I5bOozyyCZi4gzsPPfz69IwB1JzRYpgVw77gPFA8SqpTqsEU29oESRq5bbc5HX34NTa57AXHkk31AyoYF9vV0uhmu9BK3gWW/ugwb/AC8ulHU+z18+v7Xdr288OaTmKqLo/d3chQFE2J33kwdzyxLGvM97S9+vLeh5DmFtd3FdzdSEagnttA1E6ADIstzEyRJjym2Iptlwqu0GzXz65wmnUmhmSe9vUIjOhBRFUgXip3bGJ3IMGOkX913iGPEOM+Ejw6sq0nGmDbmZi3n/AGomvlWRKq+KpPihiGJkzZhsQIM845SMNtqNe5p02W/CQdlDjrOu/wBlJ8DzjnKrRqWaQE01GR3sWvBDEQR09MLYmk0VzUZptsCBs5JmnXLqIaROgEGD+1bVyHcZOoxYrVpAsdRgOdOogaibEEgXtHMi+T23bYkNA7rrW2bNifpEUu8AetyhuD1hVKZim1NYEmlqJKzMapNzEXjDeIaac0XgnjHsmQ59Zocx0H87+KtaIpUOCoZeokqBuZ8jsPdacZRLgcu/1VKoaKggD8ysm7Q5YJms3TEGHLAj+9Df9UY9bhHl1Cm/hHlb4WdUjO4Dqbo/s1ky1XL6vZJg+HVzBNhvgGMqZaby3VEpAyFsDU1XV3WkFmgjYSbnf2ZJm2PHgud9+g68U0zQZgYCjqlWG8QEhZHUQSAdURO/uMYZaLW68Eedg33/AKSlqgrDKCxBUnYHz5iL3xIBDgWmFd1IOkTI3fCwviDzma561XPX75x7en/pbyHsvP8A/bo3n3T2WUmpG1vwxR5GRFb9yvHZrKF6MwT4iLR0GM+p92i5zo3eKT2hzAetUC+IFyQSNo/lJ+7MD0AwCkDGYqr3tLi1ok7+tiHydEsZqO/dIRbkTMwQLKL8yBvtiXuAENAk+3BXo0yT3iYHlP4Ttm1atWkzpAU6tRmSeXIXnYjbA/tiNbTpEdFPCn2jZlQHHeAHLgZkRBswHKfvC3I2J67TjQw2MFb/AAnw/B+FmV8G+m0vJ5+O3mnuE5s91VqJIpkqgawIcmCTGyeJRf8APFK9Mdo1jtbnw/Nih03PHeGg/fKNi7xBStOu6toCkK9IEhqRBABE/wB7STFjO/WKMOexpEzodh6ExtCh7szy5tuHBWnhwb9jo5gAhypiN3a4kAez59fljOrtHbmnsT+FpZDmGh2KC7QZM1hrUMtdCXQ/dPVdJEidr+V4nDeEq9kYN2Gx/MpjE0e07zLOGh+FT24zXrGC0RqKKBABYQfM+8nGwMLSpCQN0nksk4utVdc74WgV69Wjl3Rqi1GFEDqxZASXnnGoA+XocYDAypVBAgZvCDs62rQNEUhrePE2v8KmZdxVrpNMAgaWUGJIBE+V4t5Y2Xg06Rh3EJOjldUEhWXiApU0XVT002JEEEgWJBkCDcRfrJ2xmUu0e4wbhP4imxoBdpu2ILOcRp0jSZVJBY8xI6kQYIJj707+49Oi+oHAnrrgkaxADcog9Snhx1z4G1PJXQZEqpYgrMTZRYdb4ocGwd5ttZ5xr56piliXDu6zHujszxUx7J1AwHRwGgPpiY1ERq3ib4XZhxOttxFtJ5bkTEPG6+8cD5pTZd4XUBoCqDJEjcCeYJgXjp6Y4PbeNboQouDm5tI6lG5asVKhTtaZA185gbHl+jIXtDgZ/pMBpDhFuJhSXfJUSGLayYvztziSf164WDXMdI0XVsh2qPzeYqVGKE7AjxkCeQIAWfcSRhhjWME8tPbX1hJEmo7IBe+tvEW9ErIZVabLJI0+InlHS5kkn7sRvOK1aheDHLr8o9PCCiQXa68P7SuIOp0hHNjqF50no0ECANhEWvfeKQcJLhw/rb87rKa9RhADdVDPxZ0bSSWYyYcSLC5JJ5Rv8jh0YZrxOg4JenUqF0G5Tq5k1FJIUMwDAgXZTMW+74RY87+mKGmGGAbC3I/KZy/4y4C5Scxl2psklgTBVjN4G0xIna+JY9rwYA4rOqse0zN9/BK4IPbaqugAkLO8cpid+m1xiMTsDDKnD0g+ST/exWrtMdOSrvrBBokENcE6dNiPP192MrBd7EsbGhHvtWw8kUiDsCo/YTL6qgJ2CGfQb779fdjd+qPys8VnU2k6buSv2U4eHKlWCrtHMDmA03XHn6lYtBBF+tm9SASZFh8fhZT2mqA57MFWLjXAbqAoA+XPHrME2MKyRFvlVIh5U52eq6cxRDgwPyB62NxhHFtzUnFqbpZswDdVqVRIhlKshEg7mZEeLr6jl6481rY6pqmSBlOvXovVKy1QqGzTIm0kWI25WvM4oGmnJGi40yy+zohB51VQ6HUHTfVNjHkCNxHIjGvg8C6sM4sN9j1t0QauOFBuZpudm32Oh5L59y7anLG15/HHrniGwFkscXOLipjh96nqIwpVsxMN1V57O51qdKNMyxPLyH4YUidPlLV2sLu9Pp+VI5XhzURTYKHqvVFJEqC7jfVB2EkbyLbYQB7QJgkUzccOaE7R5Rkco9FC4BMUx7IBJvFhbptz3xNMFp+6PyjvqNDRLZ/H7U52d7PisisHqFKY1EqnimP4Yk3JF5uL3wJrS97swt+0U4lrKbS31+U5nvs+q1FfXUZogoABCqZJWJBdzsdht1MOtaaQ7gSbq3bGXuidBu59FY72p4ecrXqZanVY0iZgEwYJsRsYYGN+XPGrhniqwVHtGYW/o8Uq9sHK026soxNbN4ixmzX3Aix67D5YMcoFgpa0k3Wvdh6Bp5enUlb07Am9jb4GPTHk/qDw6s5pG1bNN4NIDcja9Bp1kKZEgwIN7je3zgfIQhoAMhLNqlzyYNuPvCx+gB+3mwjvzYbAd57pEY9Y+f4n/wA/Cz6ZmvPH5V4zalKNVjqbwu28AmN46aYsOU4wqZDqrQN4C2DSLWuc4zqT1uhV/IZtWdX8Iqix8PtSCCZvBvjRq03NaW/8+36WbhyGOBU22W7ym9M6lHskBmmQTtss3k+ZOEQ/I8PHPZ/a0X5alMyFAdp8oQ9JrXmYgXtMgbH47HGhgqktcOoWbWu4FOUM6KdOFpy7rOtmMgsTJ9y2HvxV9IvfJdYbOARWVhTbAF/lOcOza64ZO8JJY6rSIiTzBJM+4+uK1qbssgxoEJsPf3hKtfD6lOkxldxcASFB2BPO53PIYyarX1BY/ta1MtpjLCfc+EiTTBYGAsR7oJI+HyxQC86+KkjumLcV6hTYnRSUQAG1G1uR8vX6Y5xaBmeeCBBzQxIpZiZLG6+ySpgE2N5225Yks2DbqqNcNXaDSRt/CSw7ySYJtBLQSY5W9P0cSO4qVP8ALciRxOiGrEIIIVtPM2g3vvGCt7xtIlLltt6g+K0zqJDKTuQIAuYFpljbn1w9QIiI69kAfeguHo1PMSATClo6jSWIvymdvOMHrEPpQTtjxmEZpLXSFacvxIZgI9JSBrClH0knVAEerfIYyn0DRlrzsJkTs/Su8PqGRorYvDKYepKJSmwkKQSSTAMbz9fdjJ7d5aIJMc9ibpMYxxkKO7UnuchmqTER3ZCDTBE2G5v/AKnphnBDtcXTqNG0Sj4gf4CQdiqnYhL0yQIIv0AMwfUC9vLGt9T+1w2pPCtDnXCvYyC20DT4Ym/QQRMAn88YPbH/AK39BNmjRuQsl48jDN5hX9oOQbRt9LY9ZhSP47C3cs//AKIVz7JNTbM0mqGxE8t9O/pjKx+bsXBvV02xpdYLQ1ya6V0wAPukyG38p2i/K2MElzXEVBrfTeiU6gEtH9dbkxTqaVIVfCTcARvO07gRiDTzGSbpjKCRJ0+FG8azCCjVOvSRRdtJ8gdpMqNreeNz6fUex3ZPbti2znvWbjcL2jO2b58PzxWAUsepKRZYKS4UTqHr+vjfC1fRGYStN7L5ojLJNJGJkklbmSfwjGbUrFjsrQI5ID6Od0knzWlcZzIpgMKZZpAGkAsOUjzgwBtfpOBNFwYujus2Sqv2N4XmWqvmM1LJWVxpYww8UAFYgyvMRsOuJcGu2eKhjqgMz+r2V9pIqBQthAAHSNo+nwxdpkckF0k3UL2p4VWzQFJaxoUoJZl9pmnwqbiEiSeuLMkuiFFSzbLL/tv4KKRyNUFj4WomTNkgr77tJ5wMaGGIGZoQ2yYlZvkU1MSRP+2CVTlamKYkre+yfZ/VkMs++qkCAJ8IN+ok3G0bnpOMbE4HM5z5uSi9u1zg0iwkdHYh8/2aeAIZATcEQN7hYJmfCJMfhhV9F9OCRfjHnyTVPsh3WG3CfX5WMZBf+04P/wBzcgf+JeBjfq2wf/z8JBhjEk8flaL2r4aaeVqHZGRio2gRplhfcyATGMLCh3aMcdTHv7LVfiG1GPA2D4VE7LUNeZorEktYdYBP4Y2MWYpO5LNoAZxIlHimwzzUtTEa7AXjXewmBvhbM04UPjZ7K4ae1NObflAcb4YaecgkksATJnckG/PbB8NXFTDTsEqlaiWVoOqaZvCvKxHz/wB8Xi6HKk+DaKakhlBIk6jEnp1/0Jwricz3AEf0mcM4MJMqVy2fZwpKoCeQ9q5/puN79cKvoNYYBPXiimo6rr+0bQqsaoQASJ6ARynaJ/HAHNAp5uuKLSzNqx7qdKkK66fFNpjeIPu5g/nhGQSDNuuiE04nVoQmcyIClnYlgDNrE+fUgWO+C06pLsrRZCfRIbJPghMtVRmZTJ0pqkQLzYb3PITgz2uDQRtMIDWMNhuQ9OuW10kIPMwZEWsTHQgyD8CIwRzA2KjuuurGVRze7kbdU5FCsYggEifQ/TGySSLpICCp3JZHVnqNOLPlwYHMNSczbn+WEX1D/Gc4ah3sQmGtGcB2kIXh9F0yFeorFSVpwVYiIqA8tjt6e/BarmuxTWHjrtsoFTKw77Kx9huL5rM60qVWcBQQYErptuBc+Z5j34zvqOFw9EhzWxr68OClj3uBbOu1TXbelUfK12YHSKJOogCbg2jflvhfANayu0sGpRs0Ui0nrkq59nOXDczYWH5e4j540PqpOW29VwxIdZX5aZWGfxLsTvE+VpgXnz+OI2lmm3W9OOfTcIMSdPDisY7SGc7mrz+9a++xgfTHrMM3Jh2N4LMBuZV0+ze9QFdxSaZE7sBb5fDAHNmpCrinRSkK+O6iwgACOkRb3XwenhGObFQAjcsx+JdmlhMpplRFhjN5ADECSZMkbDyBwhW+lntu0pkciOX7T1H6scuWpPMRO1VrtXmj+wZtvAvgK2vOqBAPOd9ufLDFPCv7VsgAAiAOHWiq/Esu1hcQf/W/24fpYtSONdys1S/BKYZ9hthPEEtajMutW4FWNPL0VQSNCmwJ3AJ2XGVVr1A4hvXqgGkHEkq+ZjM6XRYgNPPkPnjRpYRzpnUKHYhoE6ylvn1iZnflzBj64o3B1S6CET+QwCZTR4g3j/u/iY/LDrMA0XBSj6+bYjFzoAHUpq9P1bFH4Mj7brhWmxWbfbrLZPKMTJ776oZ8+WCU6PZuJVw8OAhZNww3P62wOvomKWq+jeyFcJkstvIpIPXwjBewc9o3FJOeA8+Klq9UVOoGx2M/LEnDnJlKgVYdmC+bOzVIf2zRVthmxPnFX8YwQsBaGnkryblbz28yavw/NkSIosx6QiEgD+UW5b4XdgAH9pO702DcOSJSxMDJHR281jH2bUQ/EcqvVmFv+U+IdT7UFh2hFz5Bm3KxdreHLR45RVBCsaB5/ebSd56YG/CNazsBoflTTxLnuNU6/hBdveH6eL06QIutO8bamM+uK0sF2FLspn9rn4ntXdpHQVXCA00IF5b4QI+c464JU7EihU8B89PyxDm97zXNOvgpWhIAI3A93zws6DqjCylOFZvSDN2YgyfLVy+WFa9HNEaBHp1I1V44fwkNSpuzQWAIEddufuxA+l1HNzTrs/ap/KYHRGih+0dN6DDVBV503mwAm3v5+eKjBFn3enXFGGKzGypj5pgWgxqEHzHT0w4KbYE7EuKjgTG1DVBAJEjcg+crzwUXgHrVD0CYLFiCTdrk9T1xaALDYqalWykSvFqJB9jLr7v3DW+eFmYcnDGm7Ukn1lGfVa52bYBCiuzdInh3ECTbuRHqCDhtzGuri2iqXZWc1J/ZKR31Rb+NInp4x8cVxFEVDykoeYAXV47bUAnD82TeaRHTfbAcPQLXNG4qrqjZ7t1V/spygZGZt4b3ix352j4DAfqNMVAeCYY7KLLQkykqJIUcvTCrKbWOJAsdnWxBq1ZAk31lfPnF0jNZkCWArVBPUByAfljebGRuyw9ldji/vHarr2F8BY8+7AHvI/1wq2TUsh421O+9XClWJgEkeZAJw2MyybRdNZjLFoh56kjb3Tf0wQO2lVsFX+2yaeHV/GD7PhiD4nUTe+2OAGcFEpEl0AWWT5ejOLvdC1GNCl+Bp428hhTEnuhGYIWu8NcpRpoGRIUWLQdt8Yb6TnuLg6PA/CIGsAvfxHyrHWZDWQyxUAydJt6Y9WK0gmFjdncBNCkSGs3OLf3p+mJ7YKMmxPCmxFSFbxERbzn6Y7tm71GRFCixNkPsaff1xH8hsK2S6zf7capXL5KmRBLsfXSoB/zDEGoHkwrMblus24MshvjhPEG4T1HRfQ3YzJF8jlWkCaS/5Y/DDTcRlACzauUPPNT9Ph0fe+WOOJQ8zV81AdzxszYJnr+grz9MWDpaHJkfaeS+h+12VX9gzok/8PVG/wD4bYG7FWhBpEZxZYX9mluK5Q/32H/63wNtTJ3k7W/1nrarb9pH/wAayrf8j5VTgf8AIznNuQqBOU8iof7Q85PHnY7J3fypK31OLitnbnXMBiFUac6UXzP4flgJNyUwNiZoGw9cS7VcFNUkt6/hGFCjgKU4dk7AvItsPx6YWqV4+1P0MI54k2VjocYdFCq5gWEqht6kHAxi640KZOAojVDcQZa13ZiYtAH0FsV/k1SZK44KnHdsqrnMi6k2Omfai2/yw7TqscNbrMqUXMJshs1IRhyGr/MmDN1HW9BO5AzAX0wTeqBWukF/tTSGsaVO/rlQ31OK5+6H8/wqwMpCD7L054fnyT/8sxHmQRi3aAYiFNX7AUb9kNEvWeCAQhN9vaXE1agY++5VcJYr79qDaeF5gyCYUb/zVFFvjilF4NSAUMC4Vc+yykTSswHgJM77qIH66YFWLQ9xcJTDrDVWfPZrQYWS2OZTzC6z3uusHzLaq1Q76qjH1licPmw8FoUh3QtB7CZB3LlRPhiekGP16YTY9rX3UYtrnNAAVnzeVZI12+WGW1GvFlnPYW6hRtbMAE3NrAi3rOCtbZDIJ5KudvG/9y3F6iiJ9TMe7FgSHRCLSZeVQcks4ioVosUpwCJeQTa3z395GFcVMBEZABWncOz2hSGuZ8+gH4YO+g0xCzhUJ1K1YUUH3RjOz8UI1j1/SV4egxOdUNUnaumoPLEGqN6oXrnfDEfyBvUZli3/ALQtSXyPpV+tP/TDuCqh+bw+UWiZlZ1wXZ/TFsTsWlQMhfRPYCrHDsrJH8P8TjOrYgtcQsysP8hU62aHUYXOJcdqoGuOgXzN23b/ALWzZBv3xIPnb8cblEzh2ngnKYvBW49r+Lg8PzQ1Xag495QjGDRquNZoO8e6FTo1GuDiLLGew2Z0cQy78gzH4ow/HGripFB0JxwLwQrL294gr5unU/lVeceyxIv78IYTM5hClrMjgHKs9ra/fZ6pVFw5W4vsgG/uw7hTloAHq6q8d4oOms6Jtcx8sXJiVZgmETw/h/N/D67/AJQcCq1tjbpmlhnH7hCncvmEURpUjzIJwi9rnXla+HwrRc/Cf/tBeSD4/wCmB9i7eni9oGidTig/lGKmgd6oK4n+kQnFx0GBnDFEFdpRNPi6wbAz9PTAzhzKHWY2oJGvW5RXF8vRqq5QFXYcp0kyDBBsNh9cN0KtWmQHXCzKuFBBtHn8qrV8oyQDYgXPLfaetxjTbUDtFmOYWmCpbgldv7QFVh4VpwTy8GWCfUYDWgYfKNfy5Wa3M6+n6TfZvNhclnkPPKOPfqTF6wjEMdxCE8ZmRuup77FXVar6vvIwHxU4H9RdBlS+nLICuP2uMv8AZWYjcmn/AP1TC/0+pNdo5+xS/ZuaRdRH2PKrKwInTT3j+8D8fywXFGHSi1y4NGUrSGyNK57tD7h+WFxVOwpMvqb18qUqstPUk/E433Cy0WWhbT9kuXRkfUoaVBuJjxH/AExj1XEPsh4x5a1sLQW4XRP/AHVM/wCEfligrP2EpA1HlNtwehzop/5cW7aoNpVe1es2+3TJU6eToaKaqTXFwOQpv+MYdwVRznmTs+QiUnuc+6x/K7e7Dr9Vos0Ux2TANWCPaZVv/UD+GFsXoFIMNK+jjwih/wDST4YQFZ+9Y3blEd5jPNY6IMJLVf1OINWNVbLZNNmY6DzxTtguEFIOZ/V8VNbbBROzcQFkn27VdTZEW/73/wBPG19HfmD/AA+Uam3LZUHhBgMeVvmRh6vqAnaGi2zs5m3XJ5YSfYHI8xIx5zEO/wArlPZ0XE5iiq+deB5+R54FCOyjRDok+iwnilc1c/Xc31VW/wA0Y9VTGXDNHAeyTt2phaP2nzBGVraiRIiN94GMHCiazVqYjIKZAN4VA7PvGZQmbGTHpGNnFD/CYSWHMPBKsXF81TNUaoIAvO15gYRoU3ClbVMOdTdXUNWyrBpLBh5CLD/TDQeIgBADLqSo06U2U++I/XphVxqRcrSw+GZmt5WKKGiZMmZsQZwLvbFrtptBk3TvfKOWKZXFFlo2L3fD+UR+vPHZTvQ3uEaJb1xbwgY7Kd6AHMnRcLg8hjo4q8tA+1d7wR7I/X1xGU71YVGg6LjVAL6AfeMSBO1ScjtiazDho1U5iSJJjpytizAW6OS1amx0d2fFR1SVNRl0qCDCwZHhjmZ5zthlpBAB81mvZlJIgDcmEq6cvXXSwLoEuu23+mCwDVaZ0MpZsFrrbPVSHYmuacFb6d48x6+mAfUG5wZRKAEw4Spft1xVqmRdTIlksfJwfwwt9OZGIHj7K+IpMFOWg7NUX9m+dNOlrFpGmeXL5WwXHiD4oDGNfZyuVfjx7uoSdkPyBxnMecwEqr8PSvBXz1ljcemPVP0Kq1bN9nObNMHzpr7rnGFiH5DKjE0zUDQrsOJk9cBFaVmmgdpSf7SfkPmB9cT2pKr2Llm3225tmo5VWEfvGO45KPPzxpfTiS50o1GlldqsqRvBjSI7yeabKa7MsNYMxcX94wpipClpBBW6vVzPX9fDGTJ3rM7AHRGHOkD2WHyPzwocPWb/AGEPsjGonn+LLlSsIvH/AJh87444d4FyPMflcxjm7fVMtnVH8oH9S/nivYP2uHmp7Lu3P9JtuIC3iS+3iH4WxP8AHP8A7HmiCjvdYrL/ALZ3J/ZDKkDvBYk76PyONj6PTDC8ZgZjTx/KlrMo1lUbJPFI+ZHynGlUEvTVOzVs3BM2P2WgJFqajY9Ovux5muxnauObbuUOEuN/ZLzOdUAkttJ9k/nijaVMmM3oqBjT/wBdeaxXhXir02O5YEx/VJ/HHqq0NpkLmXMq7doeJ98jIik3FyNx8d8Y+Goim4OJUmpLYHqoDhKOlVWZCADcgTAjpzw7XLHMIBV2VWxBVjqZugxgsSf6Y/DGfkqC4Hqm2VKIuWpJo0VuJueRtjs9R1imKeXMMolOjL0gJLEW6z/qMUzvNoWyxhaNVw93/N75x3f3KTUaP+pXCaRO/wA9vlfFsrwgnEsStVK8k/r9csQGuUGuNgXUal098fqcQWu3rhWA1CUGS439x2/X44iHIgqieC9Tq09jt5YqWvRBiKSU1WkPK29vwifXEBtRXbUpk6r3eLaBO3u/Dp8cdldtU1WkiWpaVUMeC3p/ra/4YgtdvSWaSSB16IPiSNWpGmoRAbAwdViD+pODUSKT85kwlKxqPYWZQJ4XQ3A+DtQcVA+qRcECPr+GCYnFNrNyRCUpYepTfmJui+2NZjlYZQJqKTytcjfrbbA/p7W9vIOwo+JqudTGZOdhK0URq9k/U7HF/qbSdN/5QMK/K6QpzjebAytclSCKbkEc/CcZ2GZ/mYOI901Ur9xxjYshyI8Q+WPWVftWY3gtX7CVILAx7AjHmsfoOabaNkSrmlYCZHzv755YzmmLIbnxYC6WlZbRb1xbOAEs4Ofu5rOftsa2THI94bf4P9cb30cg5/D5Q8pDiHCFmT2EeeNkayixaFYeAUoV7XABBm0yN8Z+KdJCI0Q0r6BRxANhN8YwPFYz4zGVVP2tfIfL8MIlhmyHljVJbNqY544NMKzW5hA5lMVM4JxdtIalWaxsST4T+k1+1xc35frzxwYrU8ocQb66/wBjwVJ+0qqGp0QDMOfpja+jNh7uSmmwDQqp5YeGmOrEe/Gs/wC5ycZoFf8AI5jTRpg7gXv+GMCrTmoSEOtR7x380PxjPfuXCySykDfmI6Yvh6P+QTsKEaeT7vdVPhdJkqKzKwEi5B6+mNeu4PYQCjU3DSdVbjnVYW+mMjsnBTkLTAsk1Ks7R7xH4YkNhF7HVxKQL7iJvsb/ACxOiZw+EqVhm0HilBA3K0bc9+nM+Yx0kLYZRpUmwBPFdo5UFZgx7/xxLnwYm6FlLhKep5S20+7/AFxUvupDSRCeGXFgQPFtefxxUuOqs2kDp8/CcWheI8ot+vdiC60qRTvce6cFJRAMbTve+KydYViwO+0pRyw6RPKd8TmVQw6Erv7MIuCD03j8PfOIzEKzaYcYXlyagCD5Tz+QA+GKy46o2eLNSxRIAgxMGImTeLRgZIlN0zI7y9mcv/KLbbWJEXBxDX70HEUS9nc1TYbSGGi89eXXl+vXExJF1mnM05Xg+CJU+GQkwR4ZHMm49Bge25QnuOQAidkIPj/DXzNI010p4lJJ8pGwGDYWu2g/Ob6oWIzOb3hHrKc4DwZsvAD6hGnbeB6+eJxGLFYGRCEym5n4/SI7RCMpmAykfuzFxzEeu/xg4FhBNdhB2or2nKSeutuxZZwrLzVAmPM+uPT1nwxJtZdaV2T8NVlJ2EA2625eWPP40SyUw2bwrhzED4QfpvjKIK4uMnMBHry1unAxF1MML29I+mJba4KEKhqkjNbkP6Wdfa/qjKahp/iQOo8H+2N76KCM88PlCfqLys6qnbG41VMqz8GL926gxrG/MaTNsZmILQ8E7EaTEBbLls3+7pnxCVB5HcYwHPAJCzXt72p91UKzxEmJtM7YMGwbiUcUAHTE9eEpCZkCytINja8c73xYAi6qcNDyCDwsUzqUWDfG365Y6HG8I4wZe45RMC8W/cpIIAsfpidqH/Ea54a2ff5VZ7amadPf25NvI40/pv3u5K+KBEfiNFXclDPSRj4QZJGNGpZrnDVUp3IBVyyVeUkGwI352nGNVZ37pmpRLzLBOi7VqbCYM7Rfy3xDRwRhQFOzhfrWD16pZqqZUm46+/YzG468xiMp1CPRw7nCCk1YUkxYxA0/Q9N/lviWyRCuzBAZmnb1uSVIMEQVG/4bkTy2xJB02orcBSBvcc/JOKGBufjvB93X1xBhOh4iAE+1IzB8IFjM2MnliocInVCIcdkJ3uWPPytcCPccRnaoyPbayUKbbhha878oxBLdysA6YKeGXbyIiZEc/ptivaCFxpFpuU/QphTp8JBNwDM7843/AFOKl5IsuyXuvANeGPkN/j15i3XESNSikQAALdc0t0qhZ3HOxsRblzxUZSpDo1SKzkg7gjZoEAdSN9rb4sLa+SkEataiO+MGVBi1xe4ja2q0bb4pPFS2mM1pXiw8PMH7xBG1rEQAP1OILnRu8lcUmyl11aQOciwBHht0BmY385nA2wjtIAld1gzIgxAYEmZE+oAP6tiIOxDfSDh/Sbp5gBkmBAm1tXvnzvtiS0wYS7sOzNYIhq51TqMCOhIsYG95Imb4pktZVdhxqOW3xTlWptA3MmAPh8B1xUDeqCkZH7Uf2xz4TKVdcanGkN1JtG9zE33tOGcBRL67cuy6RxTGMMnrr0WZ8LrgVdW8D6X/AAx6Sq05IWfnaHSrp2Orl9LadQnb+oRPpjIxzQAWymMN3ncPyrpQckaWAWJA9JM8rT5YxjbQrQyh15lP/tG+m0733+PTyxXRVOGAGYDXqVn32uG+VE3iofjoi+N36ICO0P8A/Pys/FsyZRG/4lZ8+4xujRKbVbOFVStK1/LqRIHwnGTXAL7opMBavwrP/uaXjZfAtgwG6jyxhvqlji0E6nrRMHDTf8fKzhc7Nx8ZP4nrjUNLeqsyUTrB5fspDZ8t7St0seXK0nFuy3FS17HHuk365+SQnECAdx1knz5fHEmiCUPOS3Jmvw9kJn+IMF3if1OC0qLSUKo3s2XshCC6rMvY87n3b88GswmLKtLDVKkvIkbL9FC1ckAViBPrO3odjbBW1SZlHq4VrYdZvPXqfyu081UpyqM8cwIv7onEGmx/ecAqB1RhhpsjP26rY9bk7n1ImcB7Gnoilzz3gNd34S34g5IJBG2wi/l5YgUWAWRw97iM024IqmSwuoc8ywt8OcjrgRhpsYWhTrC4c2eKKRmiFBAi6iI+Aj8xgRAmSrGreGi3onUq2jwm077dAR8cVLbqC4RmaIHXFcXMsTBEx6H0PKcTkAErnPGglO6+rATa5+G8/lisbgqsmb6pSgwB4jPK14+ExOIMTZXzu1OicFUiQs2NxtAA9emIjaVAJcSSk6yYjbcnbrfe+OhEgZpcCl6zEzMSd+X5xiu1TDDoE+qEXmwvvuPQG458/TAy6U0ykIgFOU6IYnxRG+k7eUWO/nipeQr9i1uxLYhbE3i8wJNvy2nliLuurBgFwn6YO8eE3BIZiDPp4hP1GKE7PwuIa0wmnyWqfEBUYwPbFxHTfzEYsKkbLeCknhbwXamVYyTcHebb9LXvfzvJxAeG6Lu7ou/2eqFiJbaxAXfbYEgE2jnFsSapchZQRomaeTqCOQN7Xm9uU7+X1xLqrCgtD9IDUS2TYmGqOxkwDBsPQA7zeeeKdo3Y0K7WuBmbIfM8Ap1Ks1Faoqjwyw0je0QPLlgjMW+myGGErUwrat6kk8dB4aLw7J0R4dFMGNWwErHO28E28sWOOqnaUszA0YmNu4eX7UhlsgKQASy9FMADytPzwq+uah72qLQwLWWm25HKrFQSOZ5gkXnaeh+WBkAGyYfrAt1qnCk7A2nn8o5bzP6EB2wrhbUqg/afR8eViDKv16rvbc43Po7hleeXysn6lLnt8fhUeqniUD1xstNiswi4CtfD6pCAkwB5bWM/hjKqtl0BEzLRuEZk9xSOoXQE2mDERt5YxapDajhl27luU6YqMDo2BUZKGxUCdhH+2NMv2ErIzuJAdru18dIS+6IvDDy/VvniM02lNBw128vj+l2sgKiGBB3AJ1f5Y3xDSQdESmJcYHpA9k3mMsvhaBJgAmR9In5nFmVHXCvlzEAgcOtqarZakpK6Rf7zR7rRbzuMXbUqETPkuqOoNOgnim2ooqjSLAxaT755XxYOcTdWYabmABvylnLCbox3iF9rnsREegxXtLWI/HyiZBP2z4GJTH7PSY+2sc9VgI5bTB9MEz1GjQqopU6gBc4W62/hKGWgiDzmJOkkHxaeXKxjliM8i462Sj9kAQWXOvXwiimrm0wPvExa3rgYOVCq3Im08U5RV1AEDa5Ig7fHbFXZSZKuz/y2E9Ry+r2YmBsPfO3+/PFS6NVDg4OyjZw/SUmV63nyH1xxdCjNmsBflf0KVToibgbXHWPS/wBL4gutMquUzEJ6pRNj1sB6ev4Y4RCkuLn/AIXnyrag2oCRMEiJ9Ask+hxVr7RHXmjFrYgXlEUKO5MOY2v+fyxDoN9EIFwGUL1OloggxJkyCY5QRykeXLHO7ymmToT5p9F1EAwdoW8bz6raYscCeIEhGpuO2euKaWooYskLHtAib9NrW8pO9sVLSRBTovYhPDMadA0llYhiVkXFpPIAeoxTJmm8RvU2JMaiycrAG6kgRYkAARNomQb7jFRI1Ut049eiXln1BSKhZbmF+F46846DltzrWIgqDrou1EVwhYNqEQCTYg2tOw8xOODnNJAUAESNiUixb+HJBJjczzM+ESZHK564iZ1XE7dfxw3pGYp1ICqVtv4om/IiSdp29MS3JMlcSx2s9eyIo0yApAa4gwTbn003wImZQXuAJHXqVzQx5lS1rQI95sSPIxviZAUB4IiLddaIg5bQ02abtbTaPfc72kYjMCuD8zY09fwuJrAAQqYFgwjodoJgDnipDZuohguQn4JZAVlCLNAF+f8AvPPliLRYqkgAmYPikVGjn4Wkwbnz0wRcT53vzxYDhPW1cWtdY69a6/0qL9ohPeZcEGwcXB6raTvHTlja+liGv8PlZ31ECWHn8dcVSaxlh8MbDbNWQ/VTtasO7QDc9POJG3rhFre+SVznCFfuCcSQ0lXQW0eCdCGdIE7kHfGPiKeV8zrfzW9gj2lIQdLan4VWp1wZVQTAmes+YucOlhFylG0XP7rdR4etk8ViYLQbeE7GfPf5YpMo9GkGWNx87ktHuRM2iSBHyETiCLSppucXlrGiOtP7SazqWCoAkG8xy6CI5TiWghsuv1tRMhqO+2DvkT8oPM09Q/mM2iZ9/U+nvwZhyodSgWzLZOspmraNSNIMsrMRPpIifdi7b6HyQ+xc+2Q+M34owPqQd2jH73gZAeliCSPPb54DEO7x4Xn9J4EBndbbh8Jusp1XLbH7vivyIIIMHmPjizYi36/PWirUPeGzrr8p1A1iza9IhSw5ekYi1wBEqj/tHeBI8PQpynTBYbyxEEsI+cCMQTAjcquzvAcUSCJv1iQRfl6R8cDXEH7h7rppjUf5geRH57Y6bKzJJ5LxK2Fy4O/IeYxwBg7lBfBkH0RK0eZ2PtAWn39fdipsLKA4F3DrknYAvI1GI1QbfjiCD4KWkOvCdWkssQBPkIv0EcsUBJgFXcSwQ02SqajYk7EmZgnyIuP9cSTFh8Ktz3pCTINyoZhy2j0IHTliCCLbERrmnvNsl5aoDIBkbsoJtynTzI9OWOqAAcVDC43/AAkin4joJUwSpAv1E6rAe4b4Dmte/XBPMgNuE7RaGJGoqtzIJWwj2bGB1jn7sUOkIhHdE9e6Qap1MdOoNZmDgRYjwrIAFx7ueLgADWPBdliAiGpjWQAIbTZyCPXT+HUeeKAwJVQ4lt9k6flOmogF1KkHkkXB33vyjnikOOirD+Y59eKS2W1SDruwMkKC3KCRFo5TFsWD9ykPygX9+vFMLSZmUao1jckSCGgbkWkdbieuLSAJIV3ODQSNn44JzO0SAVdwzKJYgGACbXG/W1t/PEA3kIIy1LxA2fP4TmUCgqpN/aEbzeQAdPmeuKuBMlQ5uUEtHDrVdfJaQwUhC0Gy7npPU738xzxAqSe9eEHPv06/pKdwg3OoGJ3AtyO/Plfb3cEec2osu1nLEhYYG+ixYkbn2oE9N/XENCpdsHTjdPAqQsjUshtIMDzEe8Gd8QXkGUFzix0eE9dcFRPtJrCKJ16jqfmSb6ZmfQdMbX0kEufI3fKR+qODWMMRqqZl4ZgBvv8ADGw6WtMrGc4HRTtKhKqFCkyD+B/A/wC+A9hUPe38fFA7emLbuCmuDVmSmQWI8R2IvtfbCGJw/fuE1hsVlZAn1TfZ37vpgWL2rcpf7G+CI4jtT9PxOB0tSh1Pvb1vUdx7lhjC7UOr/sSeG+3/APiH0xat9viopf7Ty/Cbp7n/AJlPFjp4ORG6u5tUg29X/l4WH/PNaLv9juSfyH/DH/F9BilX/cPBWp/6x4obIf8ADt/WPqcEqf7hySY//HciaHsj3fUYh6Dh/uXeM+0vu+hxXDfaVbFfcEGPZHpg20qW6N5fKMH8Mf0r9BgH/fiU2PtPIJtvZH+H64sPu80M/aVYeGbf4f8AqwpV08VX/spv8h9cMJc6Fdr/AMM+q/jgR/2t5FEb/qd4IPKe0vqPwwVqPW+wo3N+yf193FXbEvR2oQe3Q/qX644aORDs5Ijgv8R/6/8ApbAMR9o62rQP2BG5jYf0t/mGF2ojdT4eyYXan/h/yjF9p8fdW3+PujKn5fU4DtQm69cE/mf4rejfUYl+3mEKn/rHgo7in8Gl6/8AUcHp/cetiYp/7HdbE0v8Meq/U4g/d5on/fmmsv8Awx6VPqcEfr5Ku/mF3gnL1/DFcQprfaUcPbr/ANR/z4q/QJB+rf8A59kun/w9XAv+2ozv9rU2d0/xf+niw+09b1LtD4fKkOF8vT8MCOvmkn6BZb9pf8ZP8X/Tj030j7HeHysL6p9zfH4Vdye6ep/DGhU0KRd9rfFTXC9z6n/IMKVdArDVWfs1/CP9Z/DCNb7kxS+wL//Z"/>
          <p:cNvSpPr>
            <a:spLocks noChangeAspect="1" noChangeArrowheads="1"/>
          </p:cNvSpPr>
          <p:nvPr/>
        </p:nvSpPr>
        <p:spPr bwMode="auto">
          <a:xfrm>
            <a:off x="307975" y="-2689225"/>
            <a:ext cx="9477375" cy="59245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sp>
        <p:nvSpPr>
          <p:cNvPr id="9" name="AutoShape 10" descr="data:image/jpeg;base64,/9j/4AAQSkZJRgABAQAAAQABAAD/2wCEAAkGBxQTEhMUExQVFRUXGSAaGRgYGB4eHBggHBofHh0fHx4gHCggGh8lGx0aITIhJSkrLi4uHSAzODMsNygtLisBCgoKDg0OGxAQGzQmICY3LC00MC80LDQ0LywsLC8vLCwsMC8vLCwvLCw0LCwsLCw0NCwsLCwsLCwvLCwsLCwsLP/AABEIALEBHAMBEQACEQEDEQH/xAAcAAABBQEBAQAAAAAAAAAAAAAEAgMFBgcBAAj/xABKEAACAQIEAwUFBQUGAwUJAAABAhEDIQAEEjEFQVEGEyJhcTKBkaGxB0LB0fAUIzNSchVigrLh8TRzwiVDY5LDCCQ1RFNUg6Oz/8QAGgEAAgMBAQAAAAAAAAAAAAAAAwQBAgUABv/EADYRAAEDAgMFBwQCAwEBAAMAAAEAAhEDIQQSMUFRYXHwEyKBkaGxwQUy0eEU8SMzQlKCNGJy/9oADAMBAAIRAxEAPwDOuPCrRakjOjHwupLS6EC+rqCfX1xk4Xs6oc5oI1BtY8uXgn8RRdTqAOiVYkzbtTZwFQuo1Ko8VhIIO4JB58iOgxnGmwPDTJjTdyTQq9jTl21Jy2SEFA4pswJTULXgglp3Jm5B88S+qZDiJA1jhw+LcExRyuZ3ONv3v80BwTI1KOXYVUTu6niD6qZBAEEKxkC5vF8MYiqyrVBYTItFxfYSErTpEQ14EHkncrwnL1W7mo7aWB7kq06WmYvv/Nqa+mREiTDsRVpt7Rov/wBTu8PKBtur/wAZn2u0Ol+r7QqrxHilTUwOnUCRqURAnkBtzONOlh2QCNOtUhUquB/Cm+E5Soq0u5poxJjWZJGqAZXcRYkR64Sr1GOLu0cRw5ceuCcYCxgyNn3421UpS4XSpvNarSYqAWWtUCrUlvZETpA3kq2/lhQ4io9v+Npg7WiSLa9EK4w9INDs3G8ddQh8ln8s9EhqYUa48CM2mSSJIAmTYx/MMEq0a7KlnTbaQJ62clZpouYCQNdgNkLn8lUNVtCaVZD7bAq4mSVIBMNC7RHlODUqrBTGYyZGguOB4i/QS9ZhzwNOOh5c0Qi19K0ai0gpMBmJYWI8hMeZ+uBE0ZNRpM8Eu3MSJFiYny64rmW4MaNVA9RqfhvB0pfSQLHncG/zxL8UKrCWtB9Tt6CYB7F+VxPhp1v+E+tJ6dTXUQtTPiHdsZ07AmGkT53HMYGXMqMysMHS8a+Wzy3KlQuLsw0O7+0UMsWctQDCnoJdO8InQJa4axBBjztbAs4a2KsTNjA26bFIJnuNtu94Urw7Jiq2oGdK6hTJk9DH3og7/nhWtUNNsHz6srAua8uAPLq6d4pxM0CVNMmVkMCSCORKSCYJBBE7R5YilhxUuHW3ftMMqlrS53R2+6GpcWUwXZqZKkeMMJZb2BEETaL3Hnghw50aAeUbd6qMuXODB3H9pfEeMuEQ1GJOgGQxCEHlYajMbTz9RiKWGaXHINvM/hEGLDWgOFze1govh/F173w0SZIn70e8LIsDG8xhmrh3ZLu680q3EAkgNsfTrYrF3viVVfvgfZF+Qm4Nwedh8IxnBkgkjKetOCNWowO6Z4bvXrci8nT0m9iQGBWwtPhaVOo8ul8Ce+RA04/F7e6LScR3ftH9A6omvmMwoGkBucDw7XgjYAXIjkDAxQMpVDeyae5tEQBm+OXyoytm+8BalU/e2jUIQGdp8+XT44O2nkMVG92+mqhmJ7Sn3CAdylMnSZtDuq06gYg6BAJsIgiW5X6gXGFajmtlrTI47vDREdTpEgugkc+utqdq1SzaC+nQI3jyg89+d8Va0BuaJlMBsNlo1660UfxLjPch2KVdAPtQdPoWjY8idzbB6OF7WACJ9fL43KXPpsALyovh+YNCpRpCl3Yry4lp0i5cXIgqxFtoaeVmqzBWY55dOWB+PMeyq002u7ON5/PluU5xXh7VKdOmgANP97QcbFgLAmLBgSDyMzywnRqtp1C5x1s4cP1sS9VrT3h93t1osv7Y8VfMVKLPpXQCkL7Q0kai3IHVNha2PTfT8O2gxzW3m/C+kcIWZWfneCVachwelSKPrqOhAmNOpGF4IEgyton03xl1MTUqAtgA+MELVbhezcCJ65IHh1PM1q1WplDTp5dqtkbUEqECzMIsZ3YAeKegwxVNBjG068l4GtpHCerILGVi41mERJ/+t5Hj4nirHlOLZQmmmYQ5aqRpYOToPXSwhCDJ/K+M2phsSAXUjnaLiNfEa2RBis05jB2A/nQ8NvJQn2uZKhTp5VqNruvtSCDDCDvvNpO+ND6HWqVHPDxexWfjcwaC/rmqFwh1FSmGupdQQdoJvfljbxAORxGsFK0SA4Te6ez9FUrVlQEKtRwoPIBiBPuxWk5zqbS7Ugeys4DO6NJKs/AaeqipHz8sZuJtUITFO7VA8eQa8oIYlaShxoI03MA2E7zN9x0xo0HkseZ2mOuik67Gse2N11O8ErtppwtlaNXO43B2PW/PGZiWDMb6o7cUGsALPPavVqeYbMuW06NICn2Whdj4YAN7kW2tjmuoCiANZvt15q4qOpuzGzT7qZyuZZ8u9DQs6iQxEkkz4o0gB/u7nl6FN7A2sKsnToam21RVrtAgi+/qLprNcErGnTpqqM0atbBSqkMrKDH82mDpBNjPTDTMWxjS4usbQNb+cHgYVnUi4BoHeG3qLeaz2rQYV9LoA0zoFhLGwHleMbLXtNKWm2/ltSWX/LB2bleODGuS4dUbSwI0mFaxhVMFiTBEkefljDxHZADKTfz5nZ1CdZhy95Jty6lG5hXqaaNakaVZxpWVADRbwtEEabjmYNsBZlZNSm6Wi54cx7pimWhnZGztm3Tr9IDsvn6Zp1VqKjgNBlRsCLAAAMJPMTg+NovD2lhItx6CnCVMzSXDQlR3Gc8lKoEqHUieJIBDQyzFiLi4nYiBscMYei6ozM0QTY+G3q6TxD+zJY4yNnBSuSNHMo7hngypLCAYHtA8vEeY5HCtTtKDg2Bv/R8FelhmVWZi436snqtcRSSqORAbzUnUpMwLtv5ec4o1h7zmcPXQ+nUIVWmQ5rXCBpK7TyKjV4jBkKRpGki0kHaDItG2ONV1rc9Vxw7WCM1uEWTmdpd24Uhu8QarQQS3MmeVz18rYrTdnbmGht5dRuUsBY728U3waoBUgwXIMGCdakiZJMgyLYvXaSy2nsVRpa10m5O03RXFs4asU7uQx0N96Duo5DYeFhy84wKizIMxta/X4RhUaHRlnh+Pwh85VLKq6S4WRohbWETYQTzHni9NuUl0xO2/VlNY0yAxxngEB3hCMWomFJAGki3JSZt4uUfG+GIBcA12vvv8kBhhpnS+z0R1fhNMIuYSo1NREuQwDch4bSwJF95HuwMVzmNFwzHd1s64qa1J2Rr7CNvtPFDZSabIlTV3dUDTUIiSLwGErJF/EBa+JqDO0uZqNnDfGvC21FptY85HnXbx9k8lXxTTqEwNoA2uL+nwnnvihbaHt622QqrQJDTPurHlCWVAGAMHUWJMmQQAfum0c45dMZ9TK2ZHJN4XCuLc+w2jr+0ruBFVXQBBJB21HSN2Btcm03lrbYgu+0tde3XXC6vkNIjKLDb+flD0uFsYqPVfVqBFMVTFOTOlZAnTMAxsb8ji5xDR3WtEb414ndPW5MU8OYkz14X8U9leIVKkpUpsoHhllUMsREtJB58hytO430WM7zXTttMeA65o9PugOE+X7Ujna606LO10tOoeG1pF77C3oeWF6bHPqZW6+qrLc0uMKuLRSohq0RRqVEZjTkE3g29+9rTfljSzvpvyVJDSBP5XVOzANRsEjQz6bUZwXtP+6qqaBL0j/Dn94C0QAGFyNr7gfEOI+nzUaQ+ztuz0QnVe0aajZtYga/Cr/a3s4mta6kKZBeBYNO5WIMiZvy5zh/AY52TsnX3cufspq4Nj3ZwMu3h5Qoo5rWe4yaEJWAatA8SjY3k6JA26jzw32eX/AC4g3bYcfyqvqNkUsMLOudbbPArR+E0ERYKkUo0BdtEGIgW8vdfHnMQ5znSD3teaavGWmIjTkn8zl0KqlRxpcwA+khh/LDb+Gb+uIpP72ZoNtYsecjRCeJaWgefV1lPb/hlKm69ySAp0sgOqmpI3WCdMxdf9sep+l1qjmntNd+3kd8b1k42lTsWHwvA/HJVNG07X8jjVIlIA5dEblmJI1SSd55+fngLxAsmKcnVX7gWV/cqRF74xaxOcpxuir+e47VUyq94riJbxKIEWiI62I2w1SwlMiCYI3W90lVqnNJun8hxeoEuqtUYRqM3Mm8CxIixmdvdzqNMPO7coY97Rv3IvPcWYFQ0K+0CCoYD2tOok7SZ6R0wNlPM2G/brun4lM1ADDXNv7fMI6lmKtSl3+XKjSSQgHeCptq8MBlYkWAY7nY3woW06dTsqo126RuvoR4BFOHDqXcdIFxt58U12a7QLWFQMYLHX3eoxTO1gzTDGT4dueDY/DOYGhv2iw48efNZ5rA3PH9DluRnFcslemlR1JKsCulfHpF4J2P0McjAwrQe6i8tadd+kqXVMzZn0+Uzw3Mpl9VQq+i9/vEgeG9thyJxatTdXhkiepTuHrU6bHE26snB2hpVdVPMlVpvEOwIuRA8QJgj+a0bzbHDA1GQ6jqNg627r+qXr1nPy3tv9lGf2T3RijXXSjE0yBrN90bSQDeRPmCN8MfyO0E1GXIvs5ESmMOKjWgDZodZ4Hfz3qK49k+8nVUQVN1VieZuBPS23L0w3hamT7WmN4QMZTBuXX3InhNRA9gFYKUAWbWEH48jvHLAsQHlt7jW6s3s3OkGNgjkptCNGqpThxp1WlbATF/CTvMGdsJGc0Mda8b/3H7V6hItUFzHvfxT2UrK6VG0EASbWmTewm1l2xSoxzXNbO7r3UipRqOIIO/mlU8vqpah3ftNPhkE3mREsYBA8umIL4qQZ2dcEOmHNkkApGVyNNvEpYVA3iYCIG9kBJsLwL/XFn1XjunTrarU+wDiT1w4fKTnc0hJYMQ1vFHiMXEkiVIPOMdTpu0Itu61lGqigG5gbm4/SlshQFanTqU1bvVnWGEBz4b+18huCcK1XGk9zHHu7OGvBW7FtRrX5QT5X4/C8Msrrr1JMNqQGTAY3K36Egzyx2ZzTlg8D4bFzWhji/SNbpjVTaoVYCCNQENo17aoIuSp5Hl5k4v3wyW8tkxu8D1ojseyoCTDhry/tE5viwTw1UZQoK0mZWVZggQBCjSNrmbjA6eHL7sMzqAQf3fkhMrAbIjS2vLkoUZilTIZEE1RDCmupSwJDFRI0agNhsb3i72V7xlcbN0nWNk749dFVr6DW5iLnh58p91OcO4xTUqj0nWlYrVMaL23gkGCRJj0vhKthnEZmuBd/52+XwmRVa4w3TfsPqER/b+VaTTzFMxAkletpkczgH8PEN+5h9UZj6VRskjzQvE85ApqgmTJZVlVI2s5iLxEnlG0gtCndzneR1Pl7orqbzDb/AI/Xr8NZM5uoS3d0UTV4WZmI8yFAEweROxsTE4vUGHYAJJPAD3v5oVXEVWDK4C3E+enom+2PD3GVrNVr6tCiAirTQtI6SzQDYFj+V8BWb27WsZqdSSTEeXosnEtqOGZ+zd+NVBdh+F0GpO1amtTV1QsUjYDfczMCTO+HfqeIqtqBtN0RxF/6QKXZtu9GZ3h1BswKWWD0HNPWxcMdJEaIU3XZpPRYjxDAadeqKPaViHCYtF999uyOJ4JmnVYHZW2m/I7I60so3inFMy2Yp0HHc1y3dtaRoIiQDZpMkN1nbDNDD4dtF1VvebE+I9uITJxr3ObTAyuJ5260U52Z4GaPsa4LQ5mZZJG8DYzbphHG4sVfujhyK0MPQp0AYMk77qey3GDUBSkgdQY71hphjJK6SLgQJIN7wMIvwwZd5g7tbb54+iozK55d4RvhO1eEU6hR6urR98a2A5CYEWmBNrHyxRmJeyWsidlvTrah1257df2ort9wUUuG1QAFWmy6FTb2xdiZLHSW3NsO/SsSamMBOpmZ5bEhiDNMgC2vJYsvtD1GPZH7VjE99StBfGBhVx7qeZqjq3aOvTOijGhbexN+eBMwtNwzP1KpUxDw6GCysuUyDPTFXwvTaQ5E6qJPJha0e6/ocZL6zWvyXBGn/wCw3hEc0ubJgj2Q3E84aFIUhTVlKESUOpZIMFjJMECCLAEb4LRpCs/tC6DO+x12W8eKK6uW0uzgaR1KAo5Ya2vqc7kR8BeR64Yc85RuSbgxjiC6/XFTdHhcIiCs1FwWmH0tLLNwTFhEEQRhJ9c5yXMkW1G4/O0FOCm+mAAbHcd/WxQHE+EVO/epUq902nVTq6Cq1GjZmFlY7Tsffh+jiWdkGMbmGhEyQOA1I9Ql6lIVHkvMHYYiefFE8H4nnLGzLzYrqYgj+6wJ9Bf6YHiKGG00Pl7hAblc65UulNdKjMIis6yDTZzqvYMFNjBO/MHywkXHMTSJMbwLcp5Ipp5W/cIPx/a7l+A5YSVuJGmQSJ2iWAMiCb45+Lr6Hj1Zc2mGmY0627dyTRyNMKbkw268o2nT8ffOJdVeXD5/afpVmg5XSOuChOLZWkKwquzwwNgCRCryLCJsJHVrG2HqFSoaeRoFvc8B6HggYilTNTO8mD8DrzSMojuutA6q1TQIVttNiSD7pj34moWtdldBIE6jWV1OlPfZIEgeEa/lS/7S6z/JETuTq8IP9646cjhTIx3P8X8ERw7R5aftGm9F00pgyrMyrvosRfyB1RYwDG1uWAkvI7wgnf1bnql306bTAdMbfbRE5DNN3id1pKswGhyAGAtzuPDa0fLA6tNuQ59RtGzyV6dOpbuyD6o6ozioo0gLJLAiND6twwnwnaI5GTgADS0mb7OI5b042DDS3XrortPSSpJR2BOsKYK73W41LaYM74k2G0A7/ncUnV7Rrsg6Gqk8lmqTaKINMoV3G4PJjEQeoOFalN4JqGZ6sjMqdwb+C9muGIlSnVy7ik6khqZIiqIOqw3YhtrDEsrucxzKokbDe27wsoeC6HDy2eIQFVwdOpNFSd9IIVrbiJF5BHTBmgiS0yOZ060O9FpCm7ukXK9S444dtYICyGXTqDWEtMWBteJi/XHOwrS0ZTc7dPBSS2n3Y06kKIrZhyzDWANMon3Fk6vCwYQYJMjnthtrGhotzO07Lgjw90rMgy7TQBKq5p6OlAxchYZQshhJ3gBlm0Tq9cQ2myrLiIGzrQ+iaGKdTDWG8bAm+IU1rlCKRplCGFejpUiwLgmQwgEnxC5XnNyUnGkC3NM/8unw4eSk9nXdDWkERcbjx8dvkhuNJWSiH716qahpqqsFQfa1wsyeTWG/W5MOab6mUtAMXE+UX9LlRXa+k0vDzz9DMfpH8C4gc1TqJUDIqqCrBjNQk8reIbkgTuJ54WxVEYd7XNMk68OfxojVKv8AJphpbBtf5CZ7ScPank8wXqVCZURbTYrGod2to+tpwTB18+IYGgAf3xKQrUsrczzJ2J/sTkg2UJdpBJsGIjw8h7LX9/nyA/qVXLiAG9X8/hUbSzMDjp10UT2W4MpD1mUKK4NVQSI0BopoZMN4YaYkHptiuLxNxSn7IHjF+V7K2Fp53wehsUJ26AR8qCZkVBDMCy6tIE3sBGx88N/TJc2pHDTQ6p3HNawsjj8JPZzjD0lNNnBQQU1b3aSAevii+/uxbE4WnUdmi+3rwXUcS9oIJnirXQzVN0KatLhgSlMyytuCyiSQTv0xkOpva7NEiNTu4Ewnu2a4Szx66lG/t+mkrmDqWLSBcCTzAB3g3kYD2U1C0df1vRabRUdHXBD9oGqPkK6MwKNSYggT4lJYLPpF4k4JhBTZimOAvI8jtSuLosLXFuo/GqwxPbHqPrj3J+1eX/7RzVdMkbmw9cADZsmnOyi2qtfZ7IqlEAjUSZJgc4xk4usXVLFOYeiGsgpihniylkp6KbKZUkAuIuDMKVNrX54I6kGmHOkjbu9zKD24Lg5theQdvnbriiWoA0FYNoldRW+m3IE+thzwLORVIImLSlyc3fpmDu199qZ4RnFWsCVMLcERfl8+tvdi+IpOdTgHXrrVHoGm2pncL9dblKU6WuNMoUvcyGnxQdQEDkCOXXCpdk1vP9Tb1Q6tVtU9m+0befOFMdnq1TMpVVqalKZbSPvPbwgSBF7TMe7CeMayg5paTJieG+U1Sw7nsIe6W7Pyhm4e9EI7upQDQT4Q1M81InxKoKmd43tAwUVmVSWtBnXbB48J63oeKwptGzrgo7jeYKU6dRH1q52mVEGQR/LIlSNvfuzhmBzixwgjz62hKxBgz7eKGp8VLqVp/u6kq0xqV4uV2t4T6zIwR2HDTL7i43EcerKHNdFk9lM6Hbwh0eT4o8JNva2JB3uOfnilSllFyCPXw5IrWvDjDSRt1vv81HZln1MXXVAB038UCJS8CdwLi2GGBsANMdbUbtMxOcSPx6J2rX8MlzdZExAI6CT7IAMSeV74q1l4A6/aqSZLp18rfhLFNUVRIYAheRsQTqm8HUN+pxWXOcTp1or3aAJ3Do/OxGU82/s2W86xyBMmbEnYHl84wE02/d6KxLsodUHlu5qcqUqbqtVT4gviX+8IIb19enxRDntJYRbZy3Kxe0DPTdCdoM7JqYsATYiJ1adhtf1HlirsrXZR86Srtr1HwXD48lF1uEMrofbE7C5G9z5nfcm4w03Etc0jTrYlatGowwd/onY7lixdhe3MtJ8I22EGQcVBLwIHW1WFAvMTHyUTU4kaoKmRAkD+WQADO5E+u2BmiGHMB1+VNKsWtLXa7CmVzdSlULW8Vi+k+IdegJA6T88WNNlRsbtit2ha8e978UNpqanqBJpuSZLKCNICwIbmo5XgxY2wSWQGE94cDz64o1R7yS/LIPHTZvRnDaa1Si06NNNIMVCxW+oxczrkRY/7BrF1OS9xM7I4eEJRjQ+AIHHrVOLUYqKddGJnwuWEkhtisDUAokbEgHbnUhoOekfCPWdk+hhWe5xAa/TSZG/rgif7OpaZXdzEsQFM7ASYjytgfbVJg7N3Uym6LadFxyvvu2E7BZdzPD6lSgiiFNissyGeqsLm0+EzNsc2sxlUk332B8x8ph5dVp92x23KrVDshmaTB6UoZkshbVBJMEAQ0/0iPdjSd9SoVBlffgYj8jzKymsdTfmEwNfwh+M1aqUXWv31I6QFLgBXYHUJCm0gGJ5zgmHbTdUBpweWoGm3cjObTqsz5iOehjl8pXCuPUTRTLU61TvGBTvDYAuPFAO3T4c8RXwdUVTXe0QLxy0VsO+g5oYXnQq2ZDLW/fGUEBFEjQsRcliTy3I8hvjJq1LxT12m1z5J+nQ7L/I0zO3gbqlfaPQpKaJp3Z2LOdRYGFUCCTYcovsL43fpLnkODtkAeqQxrRZ40JK5wfu0ek9Qfu3gjmFZR4tQjYgzbbEYgVHMcGaifEcEfChgfDtunXytGGcovltX7NKqJSPBp076C7KRb7wPoTtjzxbUbVy57nx84nyR3URqDpwvz8FHUe1+SjSz6lBhNKkspWLECQ0n7wsb+85+nYoGQL7fHdOnLX4o3ENMFrr+/wC0NnqOers1OmtOll5JOp2OoERtA0jTeIHK5wSk7CUgHuJc/kLe8+au9lTNoB6z17rHxT01CDuDB8iN8evzSyQvPZYqGUZw8g1AxEhQWA6x+eA1bMgbbI9O5zK7cIolkJFxqP8Ap8sY9b7k43ROcXy4AV8ujNT021qwQ2kjVEHmA3IxitGdKpgndHp8hRUwzBDmi42flDcIz65hAABRQhgVDSLXJEiYET7j64tXpGg6Scxtf2SdGatTutgG3BKNGGaD7LDxagjMCPFZhPMT78RmJEnbNtb7NEwxgBgG4I2xI26ruX116rrTYKqEeMRJk7xMEfqcQ/LSpgvEk7ECrUc5+Rmg27T4beiheNZjLjMCjUNSlUV4apTaAFIBXdioWTJ5qRg1CnW7I1GQRFgRt27JnZxUYZwnJVJHEHT4UtxDsq1Vxmhmu9ZkB8eliwi2krpDAWvHxwlS+otptNA08oB2SI5zK0HYZh7+fZw+FG5PiSUl7vMJAkKwAMibXH3vdhqpQdUdnpHiPD2WYaRB3H55oqplqVKpCKr0zAK6jF53G/XkDf34EH1KjO8YddE7bIWtItu0nel5avUy7TSpCpSiWRh4j1KMZv68sVexlZsVHQ7fs8Qjtx5pwMturoTiWfotp8FSmdOoBl5kRY3iwFyB54NRo1RNwdllFQhr4aCOHP4UVniUZCpDlmCqliCZ9bnYfAdcNUoc0giALkoRaWGT4KZzWUYd6kojsLqpDcwYJ2QxHvEX3wmyo05XXIG+39opo1IPHZbrkgFrNAkuQGuoO4B8XynBy1smIn52KwcQzKSd0cAj+H5m25Hi1ajsIFgY8sAqsv4IQzRPXipjKcYLU2Wq+sloDCQVVvvAAFWZW2NjYDbCb8KA4FgjhxHsDt2Jrt8wjXb1yReUFSnLyDTLxuIDHlzgm1geYwKoGuERePZCoVXXa7RG0MizISyQCW3a45xtIG9pIt5jAXVmh0NO7rq6apUQ0kgn46lQ+XoMTUgra4gttvAmSRfyH4Nve0Bv6RH0W1ZED5TlRQyaQxEm5FrXmxBAHx+eKgkOkhULA6nlab9So0qwLd1U1aSY8IAYgAkTtO3KJA6YZBFi9sT6decJQvAORp08p59ecr1HO01k1AYAldBd1uRMnUpXkbWtbHOpPd9vrAPsVDez0f6EqaFXKVUp66gct/DJpsWJ2DBgYOlubbx6YSy4im52URGtxpujiNgTDqNIZTGuhUhl8731JPDBIIKlYchZBJUEiJE+HAH0zSeRNvS/G3qiURRfepYjrrVR1DiKUAKbAslj+7ViyQCYKwTvzGwEGIww6g6sc4MG+sQfHqU65uVsN00EXjw15apVPtNSgjVU5wND6jG/h0zOKuwFSZgeYjzlCmkAHEyRsIO9AZ7i9apK0abOxkanp1AqoNj4lXVIiFneeWGKWGpM71R0DcCNd1iY4lF/lBxigy+0kWHHjy2qPynZE5ok1mcWYj90FvsLgsZsTpJAwep9SGHH+MDZtn8b9YlLV6DHmarrncIj3944IV89mMgoVatPOUtNwGk0mEWYTcAxv05YM2lRxjsxaabp8xvHXmk87qIiczbgcFWeM8QFcgjUxA8TuACzE3gDZRAAHqeeNPD0TS1tuA3fnekyS62vXsjaNMlKQYgAbb+l7354C50OdlCdY0ktBKtpyT1Qy0WOYzC2ioP3SKZBAWRT1RJ8U+Q5YyW1GsILxlad33E666xsstDE0XNzOz33bN3n1oVMZf7P6NKgxqDvXjUzXm0GEI9kbgRfb0wpU+sVH1QGGBpHyd6R7JpgDXijc1mM1lWSQK9IL+7reEP00uDCkwfbJUGfdigpUK7S5hynaNnhqY4XTFF5cS2oPLr8LGuPKDma8KUDVnOk7qC5IHwOPXYc/wCFvIeyx6rIeRxXMkIcfDEVLsR2CFZOCZspTKNU0aWIAgXECDf9WwjWaHOzAaq7TAglWLPZdtDsWMwAdRBIuYg/d57YzWVM7hIlab2Mgyq7S7ym601CoiiaZDFTU1QT/imeUcovh52R7S91ydbTEfCzHtfMNs0eE/v0ViahRjSuZPeMAClQEnxExZx5/XeLZwfVnMWWG0cOSjsqVU/ddey2SShq0VBUZWIdTBYCATBb2IF5kixEHHPqvrRmbAOh2T4a8vGUzSwzaToBnr0Vb7fdmTRYZmndC2hxeVYLqmD93QPQRjS+lY4VR2L9RccRMecpXG0SyoXt0PoqvwrPNRdKiGGQgrsY9xtjUr0m1WljtClaboEq38W41+0fs3eJTDgSui0g+wGnYyPh6jGTQwnYZ8pMHfw1TfaN7rDz/A63JkcPr06lSpoIaVuSPEBEkgyPZDcpnFu2pPY1s2v57Es4mo8x/cKbAZ6axF2Yh1I8ZW0EHZdxHIjbCXda4zwtu/ao4gtIjkeXPZw2bEPVy/eAgGSkC4uInw+kH54u1+QidvUqzq0wDe2vWxRqmkJW5dhyFhO8kCBBiRhk9oYOwJhmVwO/Th5r1I1KdSFkAEKWAkGBMeQg3589pxzsj2SecIz2VG2aNNvLq6dXMPdSpS/lJkyfd8MVyM1BlXaxzmkOtPUo88MqIDUV9SESYJg2Ai3skrNuh3nC/bsccrhB687+qCcPVpkn7gL/AKRuay9KpTpiioRySrAW0yPanVaDO/WcBY+ox7jUMjUceGiM+nSqsDmCPjny2IjhmRFItSDuNMMEN1No1D7u49bDnilau6o0OIt1beh9iyhF54J/LZrTUZP3uqDCEgEbcwtzF588DqU5aHWjf5q4eJINz1p15pRyTOrvUFVGnfURfbeOm4Pyx2fIQGwR11ZTSPaTb4UflUZGqKxJEG0i8gdbk2BiRywZ7mvALRu37EJtV7CQ7mhaOVCISkK8jlJteG8cwRNxMHBXVM7gHadaWQAcrCd6AWkouxBV5gjZbnqbAtaTEfDDBcTpqPXy89qG0ZoJ0ReWoUSJak2gGJ0QLQDdWmJ59em2AvfVnuuE8/yEfKBZwtvhSFTJIQ2gnSBOtXYzH9R3IiNo64XFVwIza7iB8bkcYem9xJJ8Cu5LKVFpsqkCAWUsAJgqby0wR8r3x1SoxzwTy9+uaZwratKnmbt0tx28/RJocSqlFNaiyuhIJDKqAjmTMqY6i4O+JdQphxFN0g855cerLn4p0ZskHadilXzFXXQqGDSqAhhHitJBkEo28WA39BhQMp5Xs/6Gm74ITFF1VxgC3HVCZ7NZfNVVp06tcmCKqqGQMBMghoiCB1mcFpU6+Hpl72t4aGDzE6/CVxDu0OUajYnsxxOjRp06NGg/fgxTpophxfVL/dgG7GD88QyhVqPNV7+5tJ2brbZ2DRKkFrgGg8lmPaPIGjmK1PSqFWuiElV1ANpBNyBMScemwlUVaTXTMjU6mLT4pdw1gLuTl1VXJ0ztA5Yip3CS3VHpjNAdotc7M8PShl0pjZjqJMg6iBIIja8Dyx5PGV3Vqpdu9tn7Wm0Bghp0VgpZ5KNNu8KosXkwFsJ9r6YTyGqYAk7PzZBq05OYFVbO9usksqrPXVvuIpIHVdWxG0RMXFsaY+k4h0O+3iT6qrawB18RforI89X7ypVqRp1uWA/llrD3C2PVUmZGNZrAhZj3FzyTtK7TTxLiCbFGAuFactliRICG/NZOM4uRYR3HMkymSGZmF3YXsLACYYX5WvhXDVmuG4bh1ZXxDHtBi/WnFRS5giqGeGKN4U0Sxm7XixMC+GiwFkNtOpnySzs+bXTZF9PfxXeN8TSrlEq0p72g4Dhvapq4MLqI/eCQLjyNsdhsO6niDTf9rgYjaRtjYqOBNMvGrTeePuvcI4yhoaUou9wW8KlSZkg+PUwMHltNsdiMK4VczngeJ/EBN4euHUoDT4R+ZVoHEXzVKoe5VFfxBZEkxpaxIswn433OMvsG4eo3vSRaeGo8v60R3MdVbAETv1163ILivZWk/fPTFOmQoYhVJKwASQgAKowH3QSINjJwah9RqMytfJ2XPze44+YhL/xpOY2+ePBVrI5qkKYXSbgXZZMjmCJgTtPLGnUp1C+Z9Us9wLMrBfj8K35CqiryqBiIjxagw6Ajcg+gi+Mes15du9Ijr9KKDQKZe8beP5Vfq8OqUmK03a8VEgTe4YEGQpAItzBMY0G12VGhzgNx+OthQXtbmidfztQNDPvXaoxEBPCGMgNpYnxCRcTN9vU4O+iyiGtG28bpGzyRKLc05Rp1BT+lKkCkZqA3MFZBAI1eeqVtPLlJFJdTu/Tz8vC65zc7gxmvXkpWlwd9RBLCl7RNNNRMDYSenPTYEe5V2JZEj7tLmOvNaAoOpjKTx422T+k/nuylUXpSEYADU41XF9QJ8P4RgdP6hTNn6jcDHhvUVe0LpYdy7X4eygozlVjUSTClot5E2HTHNrBxzASdPBFNN+YhxgEG43oDJZdTpBYkqTAm+4gwd5uI2scHqPIkga9eiUFBzdHzF+uasORy7gEARqBIIusSPMkHaQdpGM6o9pN9nmubndc7eua7liZZTUHe9BJBjYBiSy25Da0YlwFiB3et1iikXLQfCFKB1KBzff7297+fXlvhYtcHZfhEawZJhRyZxSWBpQLwbm0SDAE4O6mRBDuvZLl4cS145Fey9ARCBG2hhY7bzET6DEPffvSOHX5XMYCSIHXWihc1lSagDHUxgEKQZjkRub+hw6yoAyRYddbUu+ZBJvuTlLNVqKAhlZGtEBmSYU29rkbT9cVdTpVXXEEeExfkiU3uYeaN4JTBIYEMoaCUUkXMGZBj6wJMbkGJJiCIMbT/AF1pKZw1KDmN/wBoLiWYpGoXosFJNkceANab+ymoC2n1vzPRZUDMtQTxGse5jioNeleDfYNn6nhF7qa4SwqKRURSR/3oYEiVgXOx0zyGwthKvLD3DrsjijUXDESCOAO/9p7MZlEYUW8RKl05GFiR8ZHvjFGMe4do214PijNLp7KoZ2+A5Kv5LLiuG8Xc1kfSWp+06i4DTaYtqE2A9MaFR5okWzNIm+gPD8Jg085JBh06jw371OcCrJlmFNaKjm7SWZjE6yZLPqBmRa+wvhLFB2IGdzuQ0HLhCz2lrZp3BvPW33WTcTzHeV67j2XqMw9CxI58hyx6yizJSY3aAB6LPvJPFSeQAVBqHM4Vqy51kywwFoXCK+bzDBmYUqDDVIDFmAmArAeHmORjbc4wMQzDURAEuFuA5jb68U2C4kOIsj+HcAprUc1u8rGoBaq+sMNwCp3i0TMeXMT8VUcAKYAj/wAiPXrxRCxoaS02PpdTD1EpDSlEoiMAQAAmk2sF5AkHbl8FWUqlYk5pkE7yh5Q1oJcP34rCeOZcU81mKY2FZwNrAMSNrY9rhnl9BjztA9lluEVCFzLr41E4557pKKNVceDiaY9cZ1T7rIoI2qwLxF1y5TMq0L4NL+AteDB3EA38oxmOwf8Alz07bd/or064a3va6dXUQctSLXTuwVPtgSxBmWIEEQfaHxOGM9RrdZ5fH49EKu3tXyGxHr8daqu8c7PL3Yr0irMpBKnU3ec4PJbCQOY8yBjRw2MObs32B5W69+F1FbCS3tGm+7em+E9sapdQtKjMXDbWn2RNj8ZxNf6ZTDSS49b+CHTx5BGVt9v6UwmauDRY0dO8LyIg6oERG+0DphQstFQZuticfLbscBe6cyOfdKwXX4Ibu2LsxE2KyfaUzADEx52mtSix1MmL2kQB4xsO+NfNKmtUDgGGQfLr2QvGMineI2kr3pvpnxEABlMC4535k+eC4eq/IWzOXf6FBGSo+Tbei+DtQcsGOgqAUF1ZxJFp2AJ90mREYDiBVaBAmddsc+a1KVWhU7jRpGvxO5H8WOZ/aYHd1ad2LEgeGAIsPAR18Q8OAUOw7GTLTp4+OvobpevhcxnL4z1zlB5/LBRVt4WQo0iSGAJDf3pAW/UXwWk8uy30M+G7hCDQc1oLZkEESqRleIMABpAfWIPkRBtv543H0Wk62hItbAnartkeJjQHdyrGVApwPCNy0ARubk362tiVaBzZWiRrffw6stYYhkd/VO8M4sATqbXq2YtJO3NoMSYBjcHFK2HJFhEdbPNTSxDGvg+B62bERxLLDTUb70WjZudptIMC2B0XnM0bPZNvc1zHN14ILh+XNY6VCI5SSpPiaCGJHQRF+ZBtg9V4pCTJE6+nXBZg75gAA7vLqUUc+EhSWDpcEb8xF77TuNjgXYl94seuoRDUaR3rEJ1qS+0pJJ3WZI63B0x0HK0RiocftPXz1tUPBa8PF1I5bOozyyCZi4gzsPPfz69IwB1JzRYpgVw77gPFA8SqpTqsEU29oESRq5bbc5HX34NTa57AXHkk31AyoYF9vV0uhmu9BK3gWW/ugwb/AC8ulHU+z18+v7Xdr288OaTmKqLo/d3chQFE2J33kwdzyxLGvM97S9+vLeh5DmFtd3FdzdSEagnttA1E6ADIstzEyRJjym2Iptlwqu0GzXz65wmnUmhmSe9vUIjOhBRFUgXip3bGJ3IMGOkX913iGPEOM+Ejw6sq0nGmDbmZi3n/AGomvlWRKq+KpPihiGJkzZhsQIM845SMNtqNe5p02W/CQdlDjrOu/wBlJ8DzjnKrRqWaQE01GR3sWvBDEQR09MLYmk0VzUZptsCBs5JmnXLqIaROgEGD+1bVyHcZOoxYrVpAsdRgOdOogaibEEgXtHMi+T23bYkNA7rrW2bNifpEUu8AetyhuD1hVKZim1NYEmlqJKzMapNzEXjDeIaac0XgnjHsmQ59Zocx0H87+KtaIpUOCoZeokqBuZ8jsPdacZRLgcu/1VKoaKggD8ysm7Q5YJms3TEGHLAj+9Df9UY9bhHl1Cm/hHlb4WdUjO4Dqbo/s1ky1XL6vZJg+HVzBNhvgGMqZaby3VEpAyFsDU1XV3WkFmgjYSbnf2ZJm2PHgud9+g68U0zQZgYCjqlWG8QEhZHUQSAdURO/uMYZaLW68Eedg33/AKSlqgrDKCxBUnYHz5iL3xIBDgWmFd1IOkTI3fCwviDzma561XPX75x7en/pbyHsvP8A/bo3n3T2WUmpG1vwxR5GRFb9yvHZrKF6MwT4iLR0GM+p92i5zo3eKT2hzAetUC+IFyQSNo/lJ+7MD0AwCkDGYqr3tLi1ok7+tiHydEsZqO/dIRbkTMwQLKL8yBvtiXuAENAk+3BXo0yT3iYHlP4Ttm1atWkzpAU6tRmSeXIXnYjbA/tiNbTpEdFPCn2jZlQHHeAHLgZkRBswHKfvC3I2J67TjQw2MFb/AAnw/B+FmV8G+m0vJ5+O3mnuE5s91VqJIpkqgawIcmCTGyeJRf8APFK9Mdo1jtbnw/Nih03PHeGg/fKNi7xBStOu6toCkK9IEhqRBABE/wB7STFjO/WKMOexpEzodh6ExtCh7szy5tuHBWnhwb9jo5gAhypiN3a4kAez59fljOrtHbmnsT+FpZDmGh2KC7QZM1hrUMtdCXQ/dPVdJEidr+V4nDeEq9kYN2Gx/MpjE0e07zLOGh+FT24zXrGC0RqKKBABYQfM+8nGwMLSpCQN0nksk4utVdc74WgV69Wjl3Rqi1GFEDqxZASXnnGoA+XocYDAypVBAgZvCDs62rQNEUhrePE2v8KmZdxVrpNMAgaWUGJIBE+V4t5Y2Xg06Rh3EJOjldUEhWXiApU0XVT002JEEEgWJBkCDcRfrJ2xmUu0e4wbhP4imxoBdpu2ILOcRp0jSZVJBY8xI6kQYIJj707+49Oi+oHAnrrgkaxADcog9Snhx1z4G1PJXQZEqpYgrMTZRYdb4ocGwd5ttZ5xr56piliXDu6zHujszxUx7J1AwHRwGgPpiY1ERq3ib4XZhxOttxFtJ5bkTEPG6+8cD5pTZd4XUBoCqDJEjcCeYJgXjp6Y4PbeNboQouDm5tI6lG5asVKhTtaZA185gbHl+jIXtDgZ/pMBpDhFuJhSXfJUSGLayYvztziSf164WDXMdI0XVsh2qPzeYqVGKE7AjxkCeQIAWfcSRhhjWME8tPbX1hJEmo7IBe+tvEW9ErIZVabLJI0+InlHS5kkn7sRvOK1aheDHLr8o9PCCiQXa68P7SuIOp0hHNjqF50no0ECANhEWvfeKQcJLhw/rb87rKa9RhADdVDPxZ0bSSWYyYcSLC5JJ5Rv8jh0YZrxOg4JenUqF0G5Tq5k1FJIUMwDAgXZTMW+74RY87+mKGmGGAbC3I/KZy/4y4C5Scxl2psklgTBVjN4G0xIna+JY9rwYA4rOqse0zN9/BK4IPbaqugAkLO8cpid+m1xiMTsDDKnD0g+ST/exWrtMdOSrvrBBokENcE6dNiPP192MrBd7EsbGhHvtWw8kUiDsCo/YTL6qgJ2CGfQb779fdjd+qPys8VnU2k6buSv2U4eHKlWCrtHMDmA03XHn6lYtBBF+tm9SASZFh8fhZT2mqA57MFWLjXAbqAoA+XPHrME2MKyRFvlVIh5U52eq6cxRDgwPyB62NxhHFtzUnFqbpZswDdVqVRIhlKshEg7mZEeLr6jl6481rY6pqmSBlOvXovVKy1QqGzTIm0kWI25WvM4oGmnJGi40yy+zohB51VQ6HUHTfVNjHkCNxHIjGvg8C6sM4sN9j1t0QauOFBuZpudm32Oh5L59y7anLG15/HHrniGwFkscXOLipjh96nqIwpVsxMN1V57O51qdKNMyxPLyH4YUidPlLV2sLu9Pp+VI5XhzURTYKHqvVFJEqC7jfVB2EkbyLbYQB7QJgkUzccOaE7R5Rkco9FC4BMUx7IBJvFhbptz3xNMFp+6PyjvqNDRLZ/H7U52d7PisisHqFKY1EqnimP4Yk3JF5uL3wJrS97swt+0U4lrKbS31+U5nvs+q1FfXUZogoABCqZJWJBdzsdht1MOtaaQ7gSbq3bGXuidBu59FY72p4ecrXqZanVY0iZgEwYJsRsYYGN+XPGrhniqwVHtGYW/o8Uq9sHK026soxNbN4ixmzX3Aix67D5YMcoFgpa0k3Wvdh6Bp5enUlb07Am9jb4GPTHk/qDw6s5pG1bNN4NIDcja9Bp1kKZEgwIN7je3zgfIQhoAMhLNqlzyYNuPvCx+gB+3mwjvzYbAd57pEY9Y+f4n/wA/Cz6ZmvPH5V4zalKNVjqbwu28AmN46aYsOU4wqZDqrQN4C2DSLWuc4zqT1uhV/IZtWdX8Iqix8PtSCCZvBvjRq03NaW/8+36WbhyGOBU22W7ym9M6lHskBmmQTtss3k+ZOEQ/I8PHPZ/a0X5alMyFAdp8oQ9JrXmYgXtMgbH47HGhgqktcOoWbWu4FOUM6KdOFpy7rOtmMgsTJ9y2HvxV9IvfJdYbOARWVhTbAF/lOcOza64ZO8JJY6rSIiTzBJM+4+uK1qbssgxoEJsPf3hKtfD6lOkxldxcASFB2BPO53PIYyarX1BY/ta1MtpjLCfc+EiTTBYGAsR7oJI+HyxQC86+KkjumLcV6hTYnRSUQAG1G1uR8vX6Y5xaBmeeCBBzQxIpZiZLG6+ySpgE2N5225Yks2DbqqNcNXaDSRt/CSw7ySYJtBLQSY5W9P0cSO4qVP8ALciRxOiGrEIIIVtPM2g3vvGCt7xtIlLltt6g+K0zqJDKTuQIAuYFpljbn1w9QIiI69kAfeguHo1PMSATClo6jSWIvymdvOMHrEPpQTtjxmEZpLXSFacvxIZgI9JSBrClH0knVAEerfIYyn0DRlrzsJkTs/Su8PqGRorYvDKYepKJSmwkKQSSTAMbz9fdjJ7d5aIJMc9ibpMYxxkKO7UnuchmqTER3ZCDTBE2G5v/AKnphnBDtcXTqNG0Sj4gf4CQdiqnYhL0yQIIv0AMwfUC9vLGt9T+1w2pPCtDnXCvYyC20DT4Ym/QQRMAn88YPbH/AK39BNmjRuQsl48jDN5hX9oOQbRt9LY9ZhSP47C3cs//AKIVz7JNTbM0mqGxE8t9O/pjKx+bsXBvV02xpdYLQ1ya6V0wAPukyG38p2i/K2MElzXEVBrfTeiU6gEtH9dbkxTqaVIVfCTcARvO07gRiDTzGSbpjKCRJ0+FG8azCCjVOvSRRdtJ8gdpMqNreeNz6fUex3ZPbti2znvWbjcL2jO2b58PzxWAUsepKRZYKS4UTqHr+vjfC1fRGYStN7L5ojLJNJGJkklbmSfwjGbUrFjsrQI5ID6Od0knzWlcZzIpgMKZZpAGkAsOUjzgwBtfpOBNFwYujus2Sqv2N4XmWqvmM1LJWVxpYww8UAFYgyvMRsOuJcGu2eKhjqgMz+r2V9pIqBQthAAHSNo+nwxdpkckF0k3UL2p4VWzQFJaxoUoJZl9pmnwqbiEiSeuLMkuiFFSzbLL/tv4KKRyNUFj4WomTNkgr77tJ5wMaGGIGZoQ2yYlZvkU1MSRP+2CVTlamKYkre+yfZ/VkMs++qkCAJ8IN+ok3G0bnpOMbE4HM5z5uSi9u1zg0iwkdHYh8/2aeAIZATcEQN7hYJmfCJMfhhV9F9OCRfjHnyTVPsh3WG3CfX5WMZBf+04P/wBzcgf+JeBjfq2wf/z8JBhjEk8flaL2r4aaeVqHZGRio2gRplhfcyATGMLCh3aMcdTHv7LVfiG1GPA2D4VE7LUNeZorEktYdYBP4Y2MWYpO5LNoAZxIlHimwzzUtTEa7AXjXewmBvhbM04UPjZ7K4ae1NObflAcb4YaecgkksATJnckG/PbB8NXFTDTsEqlaiWVoOqaZvCvKxHz/wB8Xi6HKk+DaKakhlBIk6jEnp1/0Jwricz3AEf0mcM4MJMqVy2fZwpKoCeQ9q5/puN79cKvoNYYBPXiimo6rr+0bQqsaoQASJ6ARynaJ/HAHNAp5uuKLSzNqx7qdKkK66fFNpjeIPu5g/nhGQSDNuuiE04nVoQmcyIClnYlgDNrE+fUgWO+C06pLsrRZCfRIbJPghMtVRmZTJ0pqkQLzYb3PITgz2uDQRtMIDWMNhuQ9OuW10kIPMwZEWsTHQgyD8CIwRzA2KjuuurGVRze7kbdU5FCsYggEifQ/TGySSLpICCp3JZHVnqNOLPlwYHMNSczbn+WEX1D/Gc4ah3sQmGtGcB2kIXh9F0yFeorFSVpwVYiIqA8tjt6e/BarmuxTWHjrtsoFTKw77Kx9huL5rM60qVWcBQQYErptuBc+Z5j34zvqOFw9EhzWxr68OClj3uBbOu1TXbelUfK12YHSKJOogCbg2jflvhfANayu0sGpRs0Ui0nrkq59nOXDczYWH5e4j540PqpOW29VwxIdZX5aZWGfxLsTvE+VpgXnz+OI2lmm3W9OOfTcIMSdPDisY7SGc7mrz+9a++xgfTHrMM3Jh2N4LMBuZV0+ze9QFdxSaZE7sBb5fDAHNmpCrinRSkK+O6iwgACOkRb3XwenhGObFQAjcsx+JdmlhMpplRFhjN5ADECSZMkbDyBwhW+lntu0pkciOX7T1H6scuWpPMRO1VrtXmj+wZtvAvgK2vOqBAPOd9ufLDFPCv7VsgAAiAOHWiq/Esu1hcQf/W/24fpYtSONdys1S/BKYZ9hthPEEtajMutW4FWNPL0VQSNCmwJ3AJ2XGVVr1A4hvXqgGkHEkq+ZjM6XRYgNPPkPnjRpYRzpnUKHYhoE6ylvn1iZnflzBj64o3B1S6CET+QwCZTR4g3j/u/iY/LDrMA0XBSj6+bYjFzoAHUpq9P1bFH4Mj7brhWmxWbfbrLZPKMTJ776oZ8+WCU6PZuJVw8OAhZNww3P62wOvomKWq+jeyFcJkstvIpIPXwjBewc9o3FJOeA8+Klq9UVOoGx2M/LEnDnJlKgVYdmC+bOzVIf2zRVthmxPnFX8YwQsBaGnkryblbz28yavw/NkSIosx6QiEgD+UW5b4XdgAH9pO702DcOSJSxMDJHR281jH2bUQ/EcqvVmFv+U+IdT7UFh2hFz5Bm3KxdreHLR45RVBCsaB5/ebSd56YG/CNazsBoflTTxLnuNU6/hBdveH6eL06QIutO8bamM+uK0sF2FLspn9rn4ntXdpHQVXCA00IF5b4QI+c464JU7EihU8B89PyxDm97zXNOvgpWhIAI3A93zws6DqjCylOFZvSDN2YgyfLVy+WFa9HNEaBHp1I1V44fwkNSpuzQWAIEddufuxA+l1HNzTrs/ap/KYHRGih+0dN6DDVBV503mwAm3v5+eKjBFn3enXFGGKzGypj5pgWgxqEHzHT0w4KbYE7EuKjgTG1DVBAJEjcg+crzwUXgHrVD0CYLFiCTdrk9T1xaALDYqalWykSvFqJB9jLr7v3DW+eFmYcnDGm7Ukn1lGfVa52bYBCiuzdInh3ECTbuRHqCDhtzGuri2iqXZWc1J/ZKR31Rb+NInp4x8cVxFEVDykoeYAXV47bUAnD82TeaRHTfbAcPQLXNG4qrqjZ7t1V/spygZGZt4b3ix352j4DAfqNMVAeCYY7KLLQkykqJIUcvTCrKbWOJAsdnWxBq1ZAk31lfPnF0jNZkCWArVBPUByAfljebGRuyw9ldji/vHarr2F8BY8+7AHvI/1wq2TUsh421O+9XClWJgEkeZAJw2MyybRdNZjLFoh56kjb3Tf0wQO2lVsFX+2yaeHV/GD7PhiD4nUTe+2OAGcFEpEl0AWWT5ejOLvdC1GNCl+Bp428hhTEnuhGYIWu8NcpRpoGRIUWLQdt8Yb6TnuLg6PA/CIGsAvfxHyrHWZDWQyxUAydJt6Y9WK0gmFjdncBNCkSGs3OLf3p+mJ7YKMmxPCmxFSFbxERbzn6Y7tm71GRFCixNkPsaff1xH8hsK2S6zf7capXL5KmRBLsfXSoB/zDEGoHkwrMblus24MshvjhPEG4T1HRfQ3YzJF8jlWkCaS/5Y/DDTcRlACzauUPPNT9Ph0fe+WOOJQ8zV81AdzxszYJnr+grz9MWDpaHJkfaeS+h+12VX9gzok/8PVG/wD4bYG7FWhBpEZxZYX9mluK5Q/32H/63wNtTJ3k7W/1nrarb9pH/wAayrf8j5VTgf8AIznNuQqBOU8iof7Q85PHnY7J3fypK31OLitnbnXMBiFUac6UXzP4flgJNyUwNiZoGw9cS7VcFNUkt6/hGFCjgKU4dk7AvItsPx6YWqV4+1P0MI54k2VjocYdFCq5gWEqht6kHAxi640KZOAojVDcQZa13ZiYtAH0FsV/k1SZK44KnHdsqrnMi6k2Omfai2/yw7TqscNbrMqUXMJshs1IRhyGr/MmDN1HW9BO5AzAX0wTeqBWukF/tTSGsaVO/rlQ31OK5+6H8/wqwMpCD7L054fnyT/8sxHmQRi3aAYiFNX7AUb9kNEvWeCAQhN9vaXE1agY++5VcJYr79qDaeF5gyCYUb/zVFFvjilF4NSAUMC4Vc+yykTSswHgJM77qIH66YFWLQ9xcJTDrDVWfPZrQYWS2OZTzC6z3uusHzLaq1Q76qjH1licPmw8FoUh3QtB7CZB3LlRPhiekGP16YTY9rX3UYtrnNAAVnzeVZI12+WGW1GvFlnPYW6hRtbMAE3NrAi3rOCtbZDIJ5KudvG/9y3F6iiJ9TMe7FgSHRCLSZeVQcks4ioVosUpwCJeQTa3z395GFcVMBEZABWncOz2hSGuZ8+gH4YO+g0xCzhUJ1K1YUUH3RjOz8UI1j1/SV4egxOdUNUnaumoPLEGqN6oXrnfDEfyBvUZli3/ALQtSXyPpV+tP/TDuCqh+bw+UWiZlZ1wXZ/TFsTsWlQMhfRPYCrHDsrJH8P8TjOrYgtcQsysP8hU62aHUYXOJcdqoGuOgXzN23b/ALWzZBv3xIPnb8cblEzh2ngnKYvBW49r+Lg8PzQ1Xag495QjGDRquNZoO8e6FTo1GuDiLLGew2Z0cQy78gzH4ow/HGripFB0JxwLwQrL294gr5unU/lVeceyxIv78IYTM5hClrMjgHKs9ra/fZ6pVFw5W4vsgG/uw7hTloAHq6q8d4oOms6Jtcx8sXJiVZgmETw/h/N/D67/AJQcCq1tjbpmlhnH7hCncvmEURpUjzIJwi9rnXla+HwrRc/Cf/tBeSD4/wCmB9i7eni9oGidTig/lGKmgd6oK4n+kQnFx0GBnDFEFdpRNPi6wbAz9PTAzhzKHWY2oJGvW5RXF8vRqq5QFXYcp0kyDBBsNh9cN0KtWmQHXCzKuFBBtHn8qrV8oyQDYgXPLfaetxjTbUDtFmOYWmCpbgldv7QFVh4VpwTy8GWCfUYDWgYfKNfy5Wa3M6+n6TfZvNhclnkPPKOPfqTF6wjEMdxCE8ZmRuup77FXVar6vvIwHxU4H9RdBlS+nLICuP2uMv8AZWYjcmn/AP1TC/0+pNdo5+xS/ZuaRdRH2PKrKwInTT3j+8D8fywXFGHSi1y4NGUrSGyNK57tD7h+WFxVOwpMvqb18qUqstPUk/E433Cy0WWhbT9kuXRkfUoaVBuJjxH/AExj1XEPsh4x5a1sLQW4XRP/AHVM/wCEfligrP2EpA1HlNtwehzop/5cW7aoNpVe1es2+3TJU6eToaKaqTXFwOQpv+MYdwVRznmTs+QiUnuc+6x/K7e7Dr9Vos0Ux2TANWCPaZVv/UD+GFsXoFIMNK+jjwih/wDST4YQFZ+9Y3blEd5jPNY6IMJLVf1OINWNVbLZNNmY6DzxTtguEFIOZ/V8VNbbBROzcQFkn27VdTZEW/73/wBPG19HfmD/AA+Uam3LZUHhBgMeVvmRh6vqAnaGi2zs5m3XJ5YSfYHI8xIx5zEO/wArlPZ0XE5iiq+deB5+R54FCOyjRDok+iwnilc1c/Xc31VW/wA0Y9VTGXDNHAeyTt2phaP2nzBGVraiRIiN94GMHCiazVqYjIKZAN4VA7PvGZQmbGTHpGNnFD/CYSWHMPBKsXF81TNUaoIAvO15gYRoU3ClbVMOdTdXUNWyrBpLBh5CLD/TDQeIgBADLqSo06U2U++I/XphVxqRcrSw+GZmt5WKKGiZMmZsQZwLvbFrtptBk3TvfKOWKZXFFlo2L3fD+UR+vPHZTvQ3uEaJb1xbwgY7Kd6AHMnRcLg8hjo4q8tA+1d7wR7I/X1xGU71YVGg6LjVAL6AfeMSBO1ScjtiazDho1U5iSJJjpytizAW6OS1amx0d2fFR1SVNRl0qCDCwZHhjmZ5zthlpBAB81mvZlJIgDcmEq6cvXXSwLoEuu23+mCwDVaZ0MpZsFrrbPVSHYmuacFb6d48x6+mAfUG5wZRKAEw4Spft1xVqmRdTIlksfJwfwwt9OZGIHj7K+IpMFOWg7NUX9m+dNOlrFpGmeXL5WwXHiD4oDGNfZyuVfjx7uoSdkPyBxnMecwEqr8PSvBXz1ljcemPVP0Kq1bN9nObNMHzpr7rnGFiH5DKjE0zUDQrsOJk9cBFaVmmgdpSf7SfkPmB9cT2pKr2Llm3225tmo5VWEfvGO45KPPzxpfTiS50o1GlldqsqRvBjSI7yeabKa7MsNYMxcX94wpipClpBBW6vVzPX9fDGTJ3rM7AHRGHOkD2WHyPzwocPWb/AGEPsjGonn+LLlSsIvH/AJh87444d4FyPMflcxjm7fVMtnVH8oH9S/nivYP2uHmp7Lu3P9JtuIC3iS+3iH4WxP8AHP8A7HmiCjvdYrL/ALZ3J/ZDKkDvBYk76PyONj6PTDC8ZgZjTx/KlrMo1lUbJPFI+ZHynGlUEvTVOzVs3BM2P2WgJFqajY9Ovux5muxnauObbuUOEuN/ZLzOdUAkttJ9k/nijaVMmM3oqBjT/wBdeaxXhXir02O5YEx/VJ/HHqq0NpkLmXMq7doeJ98jIik3FyNx8d8Y+Goim4OJUmpLYHqoDhKOlVWZCADcgTAjpzw7XLHMIBV2VWxBVjqZugxgsSf6Y/DGfkqC4Hqm2VKIuWpJo0VuJueRtjs9R1imKeXMMolOjL0gJLEW6z/qMUzvNoWyxhaNVw93/N75x3f3KTUaP+pXCaRO/wA9vlfFsrwgnEsStVK8k/r9csQGuUGuNgXUal098fqcQWu3rhWA1CUGS439x2/X44iHIgqieC9Tq09jt5YqWvRBiKSU1WkPK29vwifXEBtRXbUpk6r3eLaBO3u/Dp8cdldtU1WkiWpaVUMeC3p/ra/4YgtdvSWaSSB16IPiSNWpGmoRAbAwdViD+pODUSKT85kwlKxqPYWZQJ4XQ3A+DtQcVA+qRcECPr+GCYnFNrNyRCUpYepTfmJui+2NZjlYZQJqKTytcjfrbbA/p7W9vIOwo+JqudTGZOdhK0URq9k/U7HF/qbSdN/5QMK/K6QpzjebAytclSCKbkEc/CcZ2GZ/mYOI901Ur9xxjYshyI8Q+WPWVftWY3gtX7CVILAx7AjHmsfoOabaNkSrmlYCZHzv755YzmmLIbnxYC6WlZbRb1xbOAEs4Ofu5rOftsa2THI94bf4P9cb30cg5/D5Q8pDiHCFmT2EeeNkayixaFYeAUoV7XABBm0yN8Z+KdJCI0Q0r6BRxANhN8YwPFYz4zGVVP2tfIfL8MIlhmyHljVJbNqY544NMKzW5hA5lMVM4JxdtIalWaxsST4T+k1+1xc35frzxwYrU8ocQb66/wBjwVJ+0qqGp0QDMOfpja+jNh7uSmmwDQqp5YeGmOrEe/Gs/wC5ycZoFf8AI5jTRpg7gXv+GMCrTmoSEOtR7x380PxjPfuXCySykDfmI6Yvh6P+QTsKEaeT7vdVPhdJkqKzKwEi5B6+mNeu4PYQCjU3DSdVbjnVYW+mMjsnBTkLTAsk1Ks7R7xH4YkNhF7HVxKQL7iJvsb/ACxOiZw+EqVhm0HilBA3K0bc9+nM+Yx0kLYZRpUmwBPFdo5UFZgx7/xxLnwYm6FlLhKep5S20+7/AFxUvupDSRCeGXFgQPFtefxxUuOqs2kDp8/CcWheI8ot+vdiC60qRTvce6cFJRAMbTve+KydYViwO+0pRyw6RPKd8TmVQw6Erv7MIuCD03j8PfOIzEKzaYcYXlyagCD5Tz+QA+GKy46o2eLNSxRIAgxMGImTeLRgZIlN0zI7y9mcv/KLbbWJEXBxDX70HEUS9nc1TYbSGGi89eXXl+vXExJF1mnM05Xg+CJU+GQkwR4ZHMm49Bge25QnuOQAidkIPj/DXzNI010p4lJJ8pGwGDYWu2g/Ob6oWIzOb3hHrKc4DwZsvAD6hGnbeB6+eJxGLFYGRCEym5n4/SI7RCMpmAykfuzFxzEeu/xg4FhBNdhB2or2nKSeutuxZZwrLzVAmPM+uPT1nwxJtZdaV2T8NVlJ2EA2625eWPP40SyUw2bwrhzED4QfpvjKIK4uMnMBHry1unAxF1MML29I+mJba4KEKhqkjNbkP6Wdfa/qjKahp/iQOo8H+2N76KCM88PlCfqLys6qnbG41VMqz8GL926gxrG/MaTNsZmILQ8E7EaTEBbLls3+7pnxCVB5HcYwHPAJCzXt72p91UKzxEmJtM7YMGwbiUcUAHTE9eEpCZkCytINja8c73xYAi6qcNDyCDwsUzqUWDfG365Y6HG8I4wZe45RMC8W/cpIIAsfpidqH/Ea54a2ff5VZ7amadPf25NvI40/pv3u5K+KBEfiNFXclDPSRj4QZJGNGpZrnDVUp3IBVyyVeUkGwI352nGNVZ37pmpRLzLBOi7VqbCYM7Rfy3xDRwRhQFOzhfrWD16pZqqZUm46+/YzG468xiMp1CPRw7nCCk1YUkxYxA0/Q9N/lviWyRCuzBAZmnb1uSVIMEQVG/4bkTy2xJB02orcBSBvcc/JOKGBufjvB93X1xBhOh4iAE+1IzB8IFjM2MnliocInVCIcdkJ3uWPPytcCPccRnaoyPbayUKbbhha878oxBLdysA6YKeGXbyIiZEc/ptivaCFxpFpuU/QphTp8JBNwDM7843/AFOKl5IsuyXuvANeGPkN/j15i3XESNSikQAALdc0t0qhZ3HOxsRblzxUZSpDo1SKzkg7gjZoEAdSN9rb4sLa+SkEataiO+MGVBi1xe4ja2q0bb4pPFS2mM1pXiw8PMH7xBG1rEQAP1OILnRu8lcUmyl11aQOciwBHht0BmY385nA2wjtIAld1gzIgxAYEmZE+oAP6tiIOxDfSDh/Sbp5gBkmBAm1tXvnzvtiS0wYS7sOzNYIhq51TqMCOhIsYG95Imb4pktZVdhxqOW3xTlWptA3MmAPh8B1xUDeqCkZH7Uf2xz4TKVdcanGkN1JtG9zE33tOGcBRL67cuy6RxTGMMnrr0WZ8LrgVdW8D6X/AAx6Sq05IWfnaHSrp2Orl9LadQnb+oRPpjIxzQAWymMN3ncPyrpQckaWAWJA9JM8rT5YxjbQrQyh15lP/tG+m0733+PTyxXRVOGAGYDXqVn32uG+VE3iofjoi+N36ICO0P8A/Pys/FsyZRG/4lZ8+4xujRKbVbOFVStK1/LqRIHwnGTXAL7opMBavwrP/uaXjZfAtgwG6jyxhvqlji0E6nrRMHDTf8fKzhc7Nx8ZP4nrjUNLeqsyUTrB5fspDZ8t7St0seXK0nFuy3FS17HHuk365+SQnECAdx1knz5fHEmiCUPOS3Jmvw9kJn+IMF3if1OC0qLSUKo3s2XshCC6rMvY87n3b88GswmLKtLDVKkvIkbL9FC1ckAViBPrO3odjbBW1SZlHq4VrYdZvPXqfyu081UpyqM8cwIv7onEGmx/ecAqB1RhhpsjP26rY9bk7n1ImcB7Gnoilzz3gNd34S34g5IJBG2wi/l5YgUWAWRw97iM024IqmSwuoc8ywt8OcjrgRhpsYWhTrC4c2eKKRmiFBAi6iI+Aj8xgRAmSrGreGi3onUq2jwm077dAR8cVLbqC4RmaIHXFcXMsTBEx6H0PKcTkAErnPGglO6+rATa5+G8/lisbgqsmb6pSgwB4jPK14+ExOIMTZXzu1OicFUiQs2NxtAA9emIjaVAJcSSk6yYjbcnbrfe+OhEgZpcCl6zEzMSd+X5xiu1TDDoE+qEXmwvvuPQG458/TAy6U0ykIgFOU6IYnxRG+k7eUWO/nipeQr9i1uxLYhbE3i8wJNvy2nliLuurBgFwn6YO8eE3BIZiDPp4hP1GKE7PwuIa0wmnyWqfEBUYwPbFxHTfzEYsKkbLeCknhbwXamVYyTcHebb9LXvfzvJxAeG6Lu7ou/2eqFiJbaxAXfbYEgE2jnFsSapchZQRomaeTqCOQN7Xm9uU7+X1xLqrCgtD9IDUS2TYmGqOxkwDBsPQA7zeeeKdo3Y0K7WuBmbIfM8Ap1Ks1Faoqjwyw0je0QPLlgjMW+myGGErUwrat6kk8dB4aLw7J0R4dFMGNWwErHO28E28sWOOqnaUszA0YmNu4eX7UhlsgKQASy9FMADytPzwq+uah72qLQwLWWm25HKrFQSOZ5gkXnaeh+WBkAGyYfrAt1qnCk7A2nn8o5bzP6EB2wrhbUqg/afR8eViDKv16rvbc43Po7hleeXysn6lLnt8fhUeqniUD1xstNiswi4CtfD6pCAkwB5bWM/hjKqtl0BEzLRuEZk9xSOoXQE2mDERt5YxapDajhl27luU6YqMDo2BUZKGxUCdhH+2NMv2ErIzuJAdru18dIS+6IvDDy/VvniM02lNBw128vj+l2sgKiGBB3AJ1f5Y3xDSQdESmJcYHpA9k3mMsvhaBJgAmR9In5nFmVHXCvlzEAgcOtqarZakpK6Rf7zR7rRbzuMXbUqETPkuqOoNOgnim2ooqjSLAxaT755XxYOcTdWYabmABvylnLCbox3iF9rnsREegxXtLWI/HyiZBP2z4GJTH7PSY+2sc9VgI5bTB9MEz1GjQqopU6gBc4W62/hKGWgiDzmJOkkHxaeXKxjliM8i462Sj9kAQWXOvXwiimrm0wPvExa3rgYOVCq3Im08U5RV1AEDa5Ig7fHbFXZSZKuz/y2E9Ry+r2YmBsPfO3+/PFS6NVDg4OyjZw/SUmV63nyH1xxdCjNmsBflf0KVToibgbXHWPS/wBL4gutMquUzEJ6pRNj1sB6ev4Y4RCkuLn/AIXnyrag2oCRMEiJ9Ask+hxVr7RHXmjFrYgXlEUKO5MOY2v+fyxDoN9EIFwGUL1OloggxJkyCY5QRykeXLHO7ymmToT5p9F1EAwdoW8bz6raYscCeIEhGpuO2euKaWooYskLHtAib9NrW8pO9sVLSRBTovYhPDMadA0llYhiVkXFpPIAeoxTJmm8RvU2JMaiycrAG6kgRYkAARNomQb7jFRI1Ut049eiXln1BSKhZbmF+F46846DltzrWIgqDrou1EVwhYNqEQCTYg2tOw8xOODnNJAUAESNiUixb+HJBJjczzM+ESZHK564iZ1XE7dfxw3pGYp1ICqVtv4om/IiSdp29MS3JMlcSx2s9eyIo0yApAa4gwTbn003wImZQXuAJHXqVzQx5lS1rQI95sSPIxviZAUB4IiLddaIg5bQ02abtbTaPfc72kYjMCuD8zY09fwuJrAAQqYFgwjodoJgDnipDZuohguQn4JZAVlCLNAF+f8AvPPliLRYqkgAmYPikVGjn4Wkwbnz0wRcT53vzxYDhPW1cWtdY69a6/0qL9ohPeZcEGwcXB6raTvHTlja+liGv8PlZ31ECWHn8dcVSaxlh8MbDbNWQ/VTtasO7QDc9POJG3rhFre+SVznCFfuCcSQ0lXQW0eCdCGdIE7kHfGPiKeV8zrfzW9gj2lIQdLan4VWp1wZVQTAmes+YucOlhFylG0XP7rdR4etk8ViYLQbeE7GfPf5YpMo9GkGWNx87ktHuRM2iSBHyETiCLSppucXlrGiOtP7SazqWCoAkG8xy6CI5TiWghsuv1tRMhqO+2DvkT8oPM09Q/mM2iZ9/U+nvwZhyodSgWzLZOspmraNSNIMsrMRPpIifdi7b6HyQ+xc+2Q+M34owPqQd2jH73gZAeliCSPPb54DEO7x4Xn9J4EBndbbh8Jusp1XLbH7vivyIIIMHmPjizYi36/PWirUPeGzrr8p1A1iza9IhSw5ekYi1wBEqj/tHeBI8PQpynTBYbyxEEsI+cCMQTAjcquzvAcUSCJv1iQRfl6R8cDXEH7h7rppjUf5geRH57Y6bKzJJ5LxK2Fy4O/IeYxwBg7lBfBkH0RK0eZ2PtAWn39fdipsLKA4F3DrknYAvI1GI1QbfjiCD4KWkOvCdWkssQBPkIv0EcsUBJgFXcSwQ02SqajYk7EmZgnyIuP9cSTFh8Ktz3pCTINyoZhy2j0IHTliCCLbERrmnvNsl5aoDIBkbsoJtynTzI9OWOqAAcVDC43/AAkin4joJUwSpAv1E6rAe4b4Dmte/XBPMgNuE7RaGJGoqtzIJWwj2bGB1jn7sUOkIhHdE9e6Qap1MdOoNZmDgRYjwrIAFx7ueLgADWPBdliAiGpjWQAIbTZyCPXT+HUeeKAwJVQ4lt9k6flOmogF1KkHkkXB33vyjnikOOirD+Y59eKS2W1SDruwMkKC3KCRFo5TFsWD9ykPygX9+vFMLSZmUao1jckSCGgbkWkdbieuLSAJIV3ODQSNn44JzO0SAVdwzKJYgGACbXG/W1t/PEA3kIIy1LxA2fP4TmUCgqpN/aEbzeQAdPmeuKuBMlQ5uUEtHDrVdfJaQwUhC0Gy7npPU738xzxAqSe9eEHPv06/pKdwg3OoGJ3AtyO/Plfb3cEec2osu1nLEhYYG+ixYkbn2oE9N/XENCpdsHTjdPAqQsjUshtIMDzEe8Gd8QXkGUFzix0eE9dcFRPtJrCKJ16jqfmSb6ZmfQdMbX0kEufI3fKR+qODWMMRqqZl4ZgBvv8ADGw6WtMrGc4HRTtKhKqFCkyD+B/A/wC+A9hUPe38fFA7emLbuCmuDVmSmQWI8R2IvtfbCGJw/fuE1hsVlZAn1TfZ37vpgWL2rcpf7G+CI4jtT9PxOB0tSh1Pvb1vUdx7lhjC7UOr/sSeG+3/APiH0xat9viopf7Ty/Cbp7n/AJlPFjp4ORG6u5tUg29X/l4WH/PNaLv9juSfyH/DH/F9BilX/cPBWp/6x4obIf8ADt/WPqcEqf7hySY//HciaHsj3fUYh6Dh/uXeM+0vu+hxXDfaVbFfcEGPZHpg20qW6N5fKMH8Mf0r9BgH/fiU2PtPIJtvZH+H64sPu80M/aVYeGbf4f8AqwpV08VX/spv8h9cMJc6Fdr/AMM+q/jgR/2t5FEb/qd4IPKe0vqPwwVqPW+wo3N+yf193FXbEvR2oQe3Q/qX644aORDs5Ijgv8R/6/8ApbAMR9o62rQP2BG5jYf0t/mGF2ojdT4eyYXan/h/yjF9p8fdW3+PujKn5fU4DtQm69cE/mf4rejfUYl+3mEKn/rHgo7in8Gl6/8AUcHp/cetiYp/7HdbE0v8Meq/U4g/d5on/fmmsv8Awx6VPqcEfr5Ku/mF3gnL1/DFcQprfaUcPbr/ANR/z4q/QJB+rf8A59kun/w9XAv+2ozv9rU2d0/xf+niw+09b1LtD4fKkOF8vT8MCOvmkn6BZb9pf8ZP8X/Tj030j7HeHysL6p9zfH4Vdye6ep/DGhU0KRd9rfFTXC9z6n/IMKVdArDVWfs1/CP9Z/DCNb7kxS+wL//Z"/>
          <p:cNvSpPr>
            <a:spLocks noChangeAspect="1" noChangeArrowheads="1"/>
          </p:cNvSpPr>
          <p:nvPr/>
        </p:nvSpPr>
        <p:spPr bwMode="auto">
          <a:xfrm>
            <a:off x="460375" y="-2536825"/>
            <a:ext cx="9477375" cy="59245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pic>
        <p:nvPicPr>
          <p:cNvPr id="39948" name="Picture 12" descr="http://www.wallspick.com/wp-content/uploads/2014/08/tumblr_static_autumn_leaves_on_road-2560x1600.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67544" y="3733505"/>
            <a:ext cx="3776228" cy="23606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00727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1600" y="332656"/>
            <a:ext cx="7024744" cy="1143000"/>
          </a:xfrm>
        </p:spPr>
        <p:txBody>
          <a:bodyPr/>
          <a:lstStyle/>
          <a:p>
            <a:r>
              <a:rPr lang="en-AU" dirty="0"/>
              <a:t>Leaf Structure</a:t>
            </a:r>
          </a:p>
        </p:txBody>
      </p:sp>
      <p:sp>
        <p:nvSpPr>
          <p:cNvPr id="3" name="Content Placeholder 2"/>
          <p:cNvSpPr>
            <a:spLocks noGrp="1"/>
          </p:cNvSpPr>
          <p:nvPr>
            <p:ph idx="1"/>
          </p:nvPr>
        </p:nvSpPr>
        <p:spPr>
          <a:xfrm>
            <a:off x="755576" y="1700808"/>
            <a:ext cx="3456384" cy="4680520"/>
          </a:xfrm>
        </p:spPr>
        <p:txBody>
          <a:bodyPr/>
          <a:lstStyle/>
          <a:p>
            <a:r>
              <a:rPr lang="en-AU" dirty="0"/>
              <a:t>In plants, photosynthesis occurs in mesophyll cells of the leaf, specifically in the chloroplasts.</a:t>
            </a:r>
          </a:p>
        </p:txBody>
      </p:sp>
      <p:pic>
        <p:nvPicPr>
          <p:cNvPr id="38916" name="Picture 4" descr="http://opentextbc.ca/biology/wp-content/uploads/sites/96/2015/02/Figure_05_01_06.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47864" y="-287"/>
            <a:ext cx="4832598" cy="65062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70381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878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23742" y="3812977"/>
            <a:ext cx="4009430" cy="26722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pic>
      <p:pic>
        <p:nvPicPr>
          <p:cNvPr id="11878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983372">
            <a:off x="4674691" y="141759"/>
            <a:ext cx="4263926" cy="292112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pic>
      <p:sp>
        <p:nvSpPr>
          <p:cNvPr id="118788" name="Rectangle 4"/>
          <p:cNvSpPr>
            <a:spLocks noGrp="1" noChangeArrowheads="1"/>
          </p:cNvSpPr>
          <p:nvPr>
            <p:ph type="title"/>
          </p:nvPr>
        </p:nvSpPr>
        <p:spPr>
          <a:xfrm>
            <a:off x="611561" y="121126"/>
            <a:ext cx="7024744" cy="1143000"/>
          </a:xfrm>
        </p:spPr>
        <p:txBody>
          <a:bodyPr/>
          <a:lstStyle/>
          <a:p>
            <a:r>
              <a:rPr lang="en-US" dirty="0"/>
              <a:t>The Chloroplast</a:t>
            </a:r>
          </a:p>
        </p:txBody>
      </p:sp>
      <p:sp>
        <p:nvSpPr>
          <p:cNvPr id="118789" name="Rectangle 5"/>
          <p:cNvSpPr>
            <a:spLocks noGrp="1" noChangeArrowheads="1"/>
          </p:cNvSpPr>
          <p:nvPr>
            <p:ph type="body" idx="1"/>
          </p:nvPr>
        </p:nvSpPr>
        <p:spPr>
          <a:xfrm>
            <a:off x="611561" y="1412777"/>
            <a:ext cx="3612182" cy="5112567"/>
          </a:xfrm>
        </p:spPr>
        <p:txBody>
          <a:bodyPr>
            <a:normAutofit fontScale="77500" lnSpcReduction="20000"/>
          </a:bodyPr>
          <a:lstStyle/>
          <a:p>
            <a:r>
              <a:rPr lang="en-US" dirty="0"/>
              <a:t>The chloroplast is enclosed by an envelope consisting of two membranes separated by a very narrow intermembrane space.</a:t>
            </a:r>
          </a:p>
          <a:p>
            <a:r>
              <a:rPr lang="en-US" dirty="0"/>
              <a:t>Membranes also divide the interior of the chloroplast </a:t>
            </a:r>
            <a:br>
              <a:rPr lang="en-US" dirty="0"/>
            </a:br>
            <a:r>
              <a:rPr lang="en-US" dirty="0"/>
              <a:t>into compartments:</a:t>
            </a:r>
          </a:p>
          <a:p>
            <a:pPr lvl="1"/>
            <a:r>
              <a:rPr lang="en-US" dirty="0"/>
              <a:t>flattened sacs called </a:t>
            </a:r>
            <a:r>
              <a:rPr lang="en-US" b="1" dirty="0"/>
              <a:t>thylakoids</a:t>
            </a:r>
            <a:r>
              <a:rPr lang="en-US" dirty="0"/>
              <a:t>, which in places are stacked into structures called </a:t>
            </a:r>
            <a:r>
              <a:rPr lang="en-US" b="1" dirty="0"/>
              <a:t>grana</a:t>
            </a:r>
            <a:r>
              <a:rPr lang="en-US" dirty="0"/>
              <a:t>.</a:t>
            </a:r>
          </a:p>
          <a:p>
            <a:pPr lvl="1"/>
            <a:r>
              <a:rPr lang="en-US" dirty="0"/>
              <a:t>the </a:t>
            </a:r>
            <a:r>
              <a:rPr lang="en-US" b="1" dirty="0"/>
              <a:t>stroma</a:t>
            </a:r>
            <a:r>
              <a:rPr lang="en-US" dirty="0"/>
              <a:t> (fluid) outside </a:t>
            </a:r>
            <a:br>
              <a:rPr lang="en-US" dirty="0"/>
            </a:br>
            <a:r>
              <a:rPr lang="en-US" dirty="0"/>
              <a:t>the thylakoids.</a:t>
            </a:r>
          </a:p>
          <a:p>
            <a:r>
              <a:rPr lang="en-US" dirty="0"/>
              <a:t>Chloroplasts contain DNA and also ribosomes, which are used to synthesize some of the proteins within the chloroplast.</a:t>
            </a:r>
          </a:p>
        </p:txBody>
      </p:sp>
      <p:grpSp>
        <p:nvGrpSpPr>
          <p:cNvPr id="118790" name="Group 6"/>
          <p:cNvGrpSpPr>
            <a:grpSpLocks/>
          </p:cNvGrpSpPr>
          <p:nvPr/>
        </p:nvGrpSpPr>
        <p:grpSpPr bwMode="auto">
          <a:xfrm>
            <a:off x="6768703" y="1927697"/>
            <a:ext cx="1866305" cy="3941340"/>
            <a:chOff x="0" y="0"/>
            <a:chExt cx="1672" cy="3530"/>
          </a:xfrm>
        </p:grpSpPr>
        <p:sp>
          <p:nvSpPr>
            <p:cNvPr id="118791" name="Line 7"/>
            <p:cNvSpPr>
              <a:spLocks noChangeShapeType="1"/>
            </p:cNvSpPr>
            <p:nvPr/>
          </p:nvSpPr>
          <p:spPr bwMode="auto">
            <a:xfrm rot="10800000">
              <a:off x="528" y="24"/>
              <a:ext cx="0" cy="1432"/>
            </a:xfrm>
            <a:prstGeom prst="line">
              <a:avLst/>
            </a:prstGeom>
            <a:noFill/>
            <a:ln w="25400">
              <a:solidFill>
                <a:srgbClr val="FD1C00"/>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AU"/>
            </a:p>
          </p:txBody>
        </p:sp>
        <p:sp>
          <p:nvSpPr>
            <p:cNvPr id="118792" name="Rectangle 8"/>
            <p:cNvSpPr>
              <a:spLocks/>
            </p:cNvSpPr>
            <p:nvPr/>
          </p:nvSpPr>
          <p:spPr bwMode="auto">
            <a:xfrm>
              <a:off x="0" y="1464"/>
              <a:ext cx="1672" cy="3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0364" algn="ctr">
                <a:tabLst>
                  <a:tab pos="366104" algn="l"/>
                </a:tabLst>
              </a:pPr>
              <a:r>
                <a:rPr lang="en-US" sz="1300" b="1">
                  <a:solidFill>
                    <a:srgbClr val="001BFF"/>
                  </a:solidFill>
                  <a:latin typeface="Arial" charset="0"/>
                  <a:cs typeface="Arial" charset="0"/>
                  <a:sym typeface="Arial" charset="0"/>
                </a:rPr>
                <a:t>Stroma</a:t>
              </a:r>
              <a:r>
                <a:rPr lang="en-US" sz="1300">
                  <a:solidFill>
                    <a:srgbClr val="000000"/>
                  </a:solidFill>
                  <a:latin typeface="Arial" charset="0"/>
                  <a:cs typeface="Arial" charset="0"/>
                  <a:sym typeface="Arial" charset="0"/>
                </a:rPr>
                <a:t>, the liquid interior of the chloroplast</a:t>
              </a:r>
            </a:p>
          </p:txBody>
        </p:sp>
        <p:sp>
          <p:nvSpPr>
            <p:cNvPr id="118793" name="Line 9"/>
            <p:cNvSpPr>
              <a:spLocks noChangeShapeType="1"/>
            </p:cNvSpPr>
            <p:nvPr/>
          </p:nvSpPr>
          <p:spPr bwMode="auto">
            <a:xfrm flipH="1">
              <a:off x="85" y="1856"/>
              <a:ext cx="368" cy="1651"/>
            </a:xfrm>
            <a:prstGeom prst="line">
              <a:avLst/>
            </a:prstGeom>
            <a:noFill/>
            <a:ln w="25400">
              <a:solidFill>
                <a:srgbClr val="FD1C00"/>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AU"/>
            </a:p>
          </p:txBody>
        </p:sp>
      </p:grpSp>
      <p:grpSp>
        <p:nvGrpSpPr>
          <p:cNvPr id="118794" name="Group 10"/>
          <p:cNvGrpSpPr>
            <a:grpSpLocks/>
          </p:cNvGrpSpPr>
          <p:nvPr/>
        </p:nvGrpSpPr>
        <p:grpSpPr bwMode="auto">
          <a:xfrm>
            <a:off x="4384476" y="1569393"/>
            <a:ext cx="2255863" cy="4592092"/>
            <a:chOff x="0" y="0"/>
            <a:chExt cx="2021" cy="4113"/>
          </a:xfrm>
        </p:grpSpPr>
        <p:sp>
          <p:nvSpPr>
            <p:cNvPr id="118795" name="AutoShape 11"/>
            <p:cNvSpPr>
              <a:spLocks/>
            </p:cNvSpPr>
            <p:nvPr/>
          </p:nvSpPr>
          <p:spPr bwMode="auto">
            <a:xfrm>
              <a:off x="209" y="3139"/>
              <a:ext cx="512" cy="656"/>
            </a:xfrm>
            <a:custGeom>
              <a:avLst/>
              <a:gdLst/>
              <a:ahLst/>
              <a:cxnLst/>
              <a:rect l="0" t="0" r="r" b="b"/>
              <a:pathLst>
                <a:path w="19679" h="19679">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moveTo>
                    <a:pt x="16796" y="2882"/>
                  </a:moveTo>
                </a:path>
              </a:pathLst>
            </a:custGeom>
            <a:noFill/>
            <a:ln w="38100">
              <a:solidFill>
                <a:srgbClr val="FD1C00"/>
              </a:solidFill>
              <a:prstDash val="sysDot"/>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AU"/>
            </a:p>
          </p:txBody>
        </p:sp>
        <p:grpSp>
          <p:nvGrpSpPr>
            <p:cNvPr id="118796" name="Group 12"/>
            <p:cNvGrpSpPr>
              <a:grpSpLocks/>
            </p:cNvGrpSpPr>
            <p:nvPr/>
          </p:nvGrpSpPr>
          <p:grpSpPr bwMode="auto">
            <a:xfrm>
              <a:off x="0" y="0"/>
              <a:ext cx="2021" cy="4113"/>
              <a:chOff x="0" y="0"/>
              <a:chExt cx="2021" cy="4113"/>
            </a:xfrm>
          </p:grpSpPr>
          <p:sp>
            <p:nvSpPr>
              <p:cNvPr id="118797" name="Rectangle 13"/>
              <p:cNvSpPr>
                <a:spLocks/>
              </p:cNvSpPr>
              <p:nvPr/>
            </p:nvSpPr>
            <p:spPr bwMode="auto">
              <a:xfrm>
                <a:off x="912" y="3785"/>
                <a:ext cx="736" cy="3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0364" algn="ctr">
                  <a:tabLst>
                    <a:tab pos="366104" algn="l"/>
                  </a:tabLst>
                </a:pPr>
                <a:r>
                  <a:rPr lang="en-US" sz="1300">
                    <a:solidFill>
                      <a:srgbClr val="000000"/>
                    </a:solidFill>
                    <a:latin typeface="Arial" charset="0"/>
                    <a:cs typeface="Arial" charset="0"/>
                    <a:sym typeface="Arial" charset="0"/>
                  </a:rPr>
                  <a:t>Thylakoid sac (disc)</a:t>
                </a:r>
              </a:p>
            </p:txBody>
          </p:sp>
          <p:sp>
            <p:nvSpPr>
              <p:cNvPr id="118798" name="Line 14"/>
              <p:cNvSpPr>
                <a:spLocks noChangeShapeType="1"/>
              </p:cNvSpPr>
              <p:nvPr/>
            </p:nvSpPr>
            <p:spPr bwMode="auto">
              <a:xfrm rot="10800000">
                <a:off x="1144" y="3465"/>
                <a:ext cx="216" cy="320"/>
              </a:xfrm>
              <a:prstGeom prst="line">
                <a:avLst/>
              </a:prstGeom>
              <a:noFill/>
              <a:ln w="25400">
                <a:solidFill>
                  <a:srgbClr val="FD1C00"/>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AU"/>
              </a:p>
            </p:txBody>
          </p:sp>
          <p:grpSp>
            <p:nvGrpSpPr>
              <p:cNvPr id="118799" name="Group 15"/>
              <p:cNvGrpSpPr>
                <a:grpSpLocks/>
              </p:cNvGrpSpPr>
              <p:nvPr/>
            </p:nvGrpSpPr>
            <p:grpSpPr bwMode="auto">
              <a:xfrm>
                <a:off x="0" y="0"/>
                <a:ext cx="2021" cy="3105"/>
                <a:chOff x="0" y="0"/>
                <a:chExt cx="2021" cy="3105"/>
              </a:xfrm>
            </p:grpSpPr>
            <p:sp>
              <p:nvSpPr>
                <p:cNvPr id="118800" name="Rectangle 16"/>
                <p:cNvSpPr>
                  <a:spLocks/>
                </p:cNvSpPr>
                <p:nvPr/>
              </p:nvSpPr>
              <p:spPr bwMode="auto">
                <a:xfrm>
                  <a:off x="0" y="865"/>
                  <a:ext cx="888" cy="3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0364">
                    <a:tabLst>
                      <a:tab pos="366104" algn="l"/>
                    </a:tabLst>
                  </a:pPr>
                  <a:r>
                    <a:rPr lang="en-US" sz="1300">
                      <a:solidFill>
                        <a:srgbClr val="000000"/>
                      </a:solidFill>
                      <a:latin typeface="Arial" charset="0"/>
                      <a:cs typeface="Arial" charset="0"/>
                      <a:sym typeface="Arial" charset="0"/>
                    </a:rPr>
                    <a:t>Thylakoid membranes</a:t>
                  </a:r>
                </a:p>
              </p:txBody>
            </p:sp>
            <p:sp>
              <p:nvSpPr>
                <p:cNvPr id="118801" name="Line 17"/>
                <p:cNvSpPr>
                  <a:spLocks noChangeShapeType="1"/>
                </p:cNvSpPr>
                <p:nvPr/>
              </p:nvSpPr>
              <p:spPr bwMode="auto">
                <a:xfrm rot="10800000">
                  <a:off x="517" y="0"/>
                  <a:ext cx="0" cy="849"/>
                </a:xfrm>
                <a:prstGeom prst="line">
                  <a:avLst/>
                </a:prstGeom>
                <a:noFill/>
                <a:ln w="25400">
                  <a:solidFill>
                    <a:srgbClr val="FD1C00"/>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AU"/>
                </a:p>
              </p:txBody>
            </p:sp>
            <p:sp>
              <p:nvSpPr>
                <p:cNvPr id="118802" name="Line 18"/>
                <p:cNvSpPr>
                  <a:spLocks noChangeShapeType="1"/>
                </p:cNvSpPr>
                <p:nvPr/>
              </p:nvSpPr>
              <p:spPr bwMode="auto">
                <a:xfrm rot="10800000" flipH="1">
                  <a:off x="1064" y="637"/>
                  <a:ext cx="940" cy="922"/>
                </a:xfrm>
                <a:prstGeom prst="line">
                  <a:avLst/>
                </a:prstGeom>
                <a:noFill/>
                <a:ln w="25400">
                  <a:solidFill>
                    <a:srgbClr val="FD1C00"/>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AU"/>
                </a:p>
              </p:txBody>
            </p:sp>
            <p:sp>
              <p:nvSpPr>
                <p:cNvPr id="118803" name="Line 19"/>
                <p:cNvSpPr>
                  <a:spLocks noChangeShapeType="1"/>
                </p:cNvSpPr>
                <p:nvPr/>
              </p:nvSpPr>
              <p:spPr bwMode="auto">
                <a:xfrm>
                  <a:off x="485" y="2141"/>
                  <a:ext cx="0" cy="940"/>
                </a:xfrm>
                <a:prstGeom prst="line">
                  <a:avLst/>
                </a:prstGeom>
                <a:noFill/>
                <a:ln w="25400">
                  <a:solidFill>
                    <a:srgbClr val="FD1C00"/>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AU"/>
                </a:p>
              </p:txBody>
            </p:sp>
            <p:sp>
              <p:nvSpPr>
                <p:cNvPr id="118804" name="Rectangle 20"/>
                <p:cNvSpPr>
                  <a:spLocks/>
                </p:cNvSpPr>
                <p:nvPr/>
              </p:nvSpPr>
              <p:spPr bwMode="auto">
                <a:xfrm>
                  <a:off x="176" y="1641"/>
                  <a:ext cx="1528" cy="49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0364">
                    <a:tabLst>
                      <a:tab pos="366104" algn="l"/>
                    </a:tabLst>
                  </a:pPr>
                  <a:r>
                    <a:rPr lang="en-US" sz="1300" b="1">
                      <a:solidFill>
                        <a:srgbClr val="001BFF"/>
                      </a:solidFill>
                      <a:latin typeface="Arial" charset="0"/>
                      <a:cs typeface="Arial" charset="0"/>
                      <a:sym typeface="Arial" charset="0"/>
                    </a:rPr>
                    <a:t>Grana</a:t>
                  </a:r>
                  <a:r>
                    <a:rPr lang="en-US" sz="1300">
                      <a:solidFill>
                        <a:srgbClr val="000000"/>
                      </a:solidFill>
                      <a:latin typeface="Arial" charset="0"/>
                      <a:cs typeface="Arial" charset="0"/>
                      <a:sym typeface="Arial" charset="0"/>
                    </a:rPr>
                    <a:t>, are stacks of thylakoid membranes containing </a:t>
                  </a:r>
                  <a:r>
                    <a:rPr lang="en-US" sz="1300">
                      <a:solidFill>
                        <a:srgbClr val="001BFF"/>
                      </a:solidFill>
                      <a:latin typeface="Arial" charset="0"/>
                      <a:cs typeface="Arial" charset="0"/>
                      <a:sym typeface="Arial" charset="0"/>
                    </a:rPr>
                    <a:t>chlorophyll</a:t>
                  </a:r>
                </a:p>
              </p:txBody>
            </p:sp>
          </p:grpSp>
        </p:grpSp>
      </p:grpSp>
      <p:grpSp>
        <p:nvGrpSpPr>
          <p:cNvPr id="118805" name="Group 21"/>
          <p:cNvGrpSpPr>
            <a:grpSpLocks/>
          </p:cNvGrpSpPr>
          <p:nvPr/>
        </p:nvGrpSpPr>
        <p:grpSpPr bwMode="auto">
          <a:xfrm>
            <a:off x="7281045" y="4384477"/>
            <a:ext cx="1746870" cy="2286000"/>
            <a:chOff x="0" y="0"/>
            <a:chExt cx="1564" cy="2048"/>
          </a:xfrm>
        </p:grpSpPr>
        <p:sp>
          <p:nvSpPr>
            <p:cNvPr id="118806" name="Rectangle 22"/>
            <p:cNvSpPr>
              <a:spLocks/>
            </p:cNvSpPr>
            <p:nvPr/>
          </p:nvSpPr>
          <p:spPr bwMode="auto">
            <a:xfrm>
              <a:off x="340" y="1720"/>
              <a:ext cx="808" cy="3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0364" algn="ctr">
                <a:tabLst>
                  <a:tab pos="366104" algn="l"/>
                </a:tabLst>
              </a:pPr>
              <a:r>
                <a:rPr lang="en-US" sz="1300">
                  <a:solidFill>
                    <a:srgbClr val="000000"/>
                  </a:solidFill>
                  <a:latin typeface="Arial" charset="0"/>
                  <a:cs typeface="Arial" charset="0"/>
                  <a:sym typeface="Arial" charset="0"/>
                </a:rPr>
                <a:t>Outer membrane</a:t>
              </a:r>
            </a:p>
          </p:txBody>
        </p:sp>
        <p:sp>
          <p:nvSpPr>
            <p:cNvPr id="118807" name="Rectangle 23"/>
            <p:cNvSpPr>
              <a:spLocks/>
            </p:cNvSpPr>
            <p:nvPr/>
          </p:nvSpPr>
          <p:spPr bwMode="auto">
            <a:xfrm>
              <a:off x="740" y="0"/>
              <a:ext cx="824" cy="3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0364">
                <a:tabLst>
                  <a:tab pos="366104" algn="l"/>
                </a:tabLst>
              </a:pPr>
              <a:r>
                <a:rPr lang="en-US" sz="1300">
                  <a:solidFill>
                    <a:srgbClr val="000000"/>
                  </a:solidFill>
                  <a:latin typeface="Arial" charset="0"/>
                  <a:cs typeface="Arial" charset="0"/>
                  <a:sym typeface="Arial" charset="0"/>
                </a:rPr>
                <a:t>Inner membrane</a:t>
              </a:r>
            </a:p>
          </p:txBody>
        </p:sp>
        <p:sp>
          <p:nvSpPr>
            <p:cNvPr id="118808" name="Line 24"/>
            <p:cNvSpPr>
              <a:spLocks noChangeShapeType="1"/>
            </p:cNvSpPr>
            <p:nvPr/>
          </p:nvSpPr>
          <p:spPr bwMode="auto">
            <a:xfrm flipH="1">
              <a:off x="23" y="210"/>
              <a:ext cx="728" cy="127"/>
            </a:xfrm>
            <a:prstGeom prst="line">
              <a:avLst/>
            </a:prstGeom>
            <a:noFill/>
            <a:ln w="25400">
              <a:solidFill>
                <a:srgbClr val="FD1C00"/>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AU"/>
            </a:p>
          </p:txBody>
        </p:sp>
        <p:sp>
          <p:nvSpPr>
            <p:cNvPr id="118809" name="Line 25"/>
            <p:cNvSpPr>
              <a:spLocks noChangeShapeType="1"/>
            </p:cNvSpPr>
            <p:nvPr/>
          </p:nvSpPr>
          <p:spPr bwMode="auto">
            <a:xfrm rot="10800000" flipH="1">
              <a:off x="676" y="1008"/>
              <a:ext cx="0" cy="636"/>
            </a:xfrm>
            <a:prstGeom prst="line">
              <a:avLst/>
            </a:prstGeom>
            <a:noFill/>
            <a:ln w="25400">
              <a:solidFill>
                <a:srgbClr val="FD1C00"/>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AU"/>
            </a:p>
          </p:txBody>
        </p:sp>
      </p:grpSp>
    </p:spTree>
    <p:extLst>
      <p:ext uri="{BB962C8B-B14F-4D97-AF65-F5344CB8AC3E}">
        <p14:creationId xmlns:p14="http://schemas.microsoft.com/office/powerpoint/2010/main" val="3355191567"/>
      </p:ext>
    </p:extLst>
  </p:cSld>
  <p:clrMapOvr>
    <a:masterClrMapping/>
  </p:clrMapOvr>
  <p:transition spd="slow"/>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2"/>
          <p:cNvSpPr>
            <a:spLocks noGrp="1" noChangeArrowheads="1"/>
          </p:cNvSpPr>
          <p:nvPr>
            <p:ph type="title"/>
          </p:nvPr>
        </p:nvSpPr>
        <p:spPr>
          <a:xfrm>
            <a:off x="683568" y="114856"/>
            <a:ext cx="7024744" cy="1143000"/>
          </a:xfrm>
        </p:spPr>
        <p:txBody>
          <a:bodyPr>
            <a:normAutofit/>
          </a:bodyPr>
          <a:lstStyle/>
          <a:p>
            <a:r>
              <a:rPr lang="en-US" dirty="0"/>
              <a:t>Photosynthesis</a:t>
            </a:r>
          </a:p>
        </p:txBody>
      </p:sp>
      <p:sp>
        <p:nvSpPr>
          <p:cNvPr id="119811" name="Rectangle 3"/>
          <p:cNvSpPr>
            <a:spLocks noGrp="1" noChangeArrowheads="1"/>
          </p:cNvSpPr>
          <p:nvPr>
            <p:ph type="body" idx="1"/>
          </p:nvPr>
        </p:nvSpPr>
        <p:spPr>
          <a:xfrm>
            <a:off x="575556" y="1521639"/>
            <a:ext cx="7992888" cy="2957064"/>
          </a:xfrm>
        </p:spPr>
        <p:txBody>
          <a:bodyPr>
            <a:normAutofit fontScale="92500" lnSpcReduction="20000"/>
          </a:bodyPr>
          <a:lstStyle/>
          <a:p>
            <a:r>
              <a:rPr lang="en-US" dirty="0"/>
              <a:t>Photosynthesis is a series of steps but can be summarized as the following chemical reaction:</a:t>
            </a:r>
            <a:br>
              <a:rPr lang="en-US" dirty="0"/>
            </a:br>
            <a:endParaRPr lang="en-US" dirty="0"/>
          </a:p>
          <a:p>
            <a:r>
              <a:rPr lang="en-US" dirty="0"/>
              <a:t>Words:</a:t>
            </a:r>
          </a:p>
          <a:p>
            <a:pPr marL="68580" indent="0" algn="ctr">
              <a:buNone/>
            </a:pPr>
            <a:r>
              <a:rPr lang="en-US" dirty="0"/>
              <a:t>carbon dioxide + water → glucose + oxygen + water</a:t>
            </a:r>
          </a:p>
          <a:p>
            <a:pPr algn="ctr"/>
            <a:endParaRPr lang="pt-BR" dirty="0"/>
          </a:p>
          <a:p>
            <a:r>
              <a:rPr lang="pt-BR" dirty="0"/>
              <a:t>Equation:</a:t>
            </a:r>
          </a:p>
          <a:p>
            <a:endParaRPr lang="pt-BR" dirty="0"/>
          </a:p>
          <a:p>
            <a:pPr marL="68580" indent="0" algn="ctr">
              <a:buNone/>
            </a:pPr>
            <a:r>
              <a:rPr lang="pt-BR" dirty="0"/>
              <a:t>6CO</a:t>
            </a:r>
            <a:r>
              <a:rPr lang="pt-BR" baseline="-25000" dirty="0"/>
              <a:t>2</a:t>
            </a:r>
            <a:r>
              <a:rPr lang="pt-BR" dirty="0"/>
              <a:t> + 12H</a:t>
            </a:r>
            <a:r>
              <a:rPr lang="pt-BR" baseline="-25000" dirty="0"/>
              <a:t>2</a:t>
            </a:r>
            <a:r>
              <a:rPr lang="pt-BR" dirty="0"/>
              <a:t>O → C</a:t>
            </a:r>
            <a:r>
              <a:rPr lang="pt-BR" baseline="-25000" dirty="0"/>
              <a:t>6</a:t>
            </a:r>
            <a:r>
              <a:rPr lang="pt-BR" dirty="0"/>
              <a:t>H</a:t>
            </a:r>
            <a:r>
              <a:rPr lang="pt-BR" baseline="-25000" dirty="0"/>
              <a:t>12</a:t>
            </a:r>
            <a:r>
              <a:rPr lang="pt-BR" dirty="0"/>
              <a:t>O</a:t>
            </a:r>
            <a:r>
              <a:rPr lang="pt-BR" baseline="-25000" dirty="0"/>
              <a:t>6</a:t>
            </a:r>
            <a:r>
              <a:rPr lang="pt-BR" dirty="0"/>
              <a:t> + 6O</a:t>
            </a:r>
            <a:r>
              <a:rPr lang="pt-BR" baseline="-25000" dirty="0"/>
              <a:t>2</a:t>
            </a:r>
            <a:r>
              <a:rPr lang="pt-BR" dirty="0"/>
              <a:t> + 6H</a:t>
            </a:r>
            <a:r>
              <a:rPr lang="pt-BR" baseline="-25000" dirty="0"/>
              <a:t>2</a:t>
            </a:r>
            <a:r>
              <a:rPr lang="pt-BR" dirty="0"/>
              <a:t>O</a:t>
            </a:r>
            <a:endParaRPr lang="en-US" dirty="0"/>
          </a:p>
          <a:p>
            <a:endParaRPr lang="en-US" dirty="0"/>
          </a:p>
        </p:txBody>
      </p:sp>
      <p:pic>
        <p:nvPicPr>
          <p:cNvPr id="20482" name="Picture 2" descr="https://encrypted-tbn3.gstatic.com/images?q=tbn:ANd9GcRQZjySaLWBVq2etrH8om-RqQsmooVk_CTwQf8jdx7Oy2mmmxJXlQ"/>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09706" y="4725144"/>
            <a:ext cx="3240360" cy="16275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99173181"/>
      </p:ext>
    </p:extLst>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20496" y="620688"/>
            <a:ext cx="4543992" cy="2448272"/>
          </a:xfrm>
          <a:prstGeom prst="rect">
            <a:avLst/>
          </a:prstGeom>
        </p:spPr>
      </p:pic>
      <p:sp>
        <p:nvSpPr>
          <p:cNvPr id="120835" name="Rectangle 3"/>
          <p:cNvSpPr>
            <a:spLocks noGrp="1" noChangeArrowheads="1"/>
          </p:cNvSpPr>
          <p:nvPr>
            <p:ph type="title"/>
          </p:nvPr>
        </p:nvSpPr>
        <p:spPr>
          <a:xfrm>
            <a:off x="755576" y="274340"/>
            <a:ext cx="7024744" cy="1143000"/>
          </a:xfrm>
        </p:spPr>
        <p:txBody>
          <a:bodyPr/>
          <a:lstStyle/>
          <a:p>
            <a:r>
              <a:rPr lang="en-US" dirty="0"/>
              <a:t>Photosynthesis</a:t>
            </a:r>
          </a:p>
        </p:txBody>
      </p:sp>
      <p:sp>
        <p:nvSpPr>
          <p:cNvPr id="120836" name="Rectangle 4"/>
          <p:cNvSpPr>
            <a:spLocks noGrp="1" noChangeArrowheads="1"/>
          </p:cNvSpPr>
          <p:nvPr>
            <p:ph type="body" idx="1"/>
          </p:nvPr>
        </p:nvSpPr>
        <p:spPr>
          <a:xfrm>
            <a:off x="467544" y="2089891"/>
            <a:ext cx="4680636" cy="4131821"/>
          </a:xfrm>
        </p:spPr>
        <p:txBody>
          <a:bodyPr/>
          <a:lstStyle/>
          <a:p>
            <a:r>
              <a:rPr lang="en-US" dirty="0"/>
              <a:t>There are two stage in photosynthesis:</a:t>
            </a:r>
          </a:p>
          <a:p>
            <a:pPr lvl="1"/>
            <a:r>
              <a:rPr lang="en-US" dirty="0"/>
              <a:t>The </a:t>
            </a:r>
            <a:r>
              <a:rPr lang="en-US" b="1" dirty="0"/>
              <a:t>light-dependent stage</a:t>
            </a:r>
            <a:br>
              <a:rPr lang="en-US" dirty="0"/>
            </a:br>
            <a:r>
              <a:rPr lang="en-US" dirty="0"/>
              <a:t>(D), which occurs in the thylakoid membranes of a chloroplast. </a:t>
            </a:r>
          </a:p>
          <a:p>
            <a:pPr lvl="1"/>
            <a:r>
              <a:rPr lang="en-US" dirty="0"/>
              <a:t>The </a:t>
            </a:r>
            <a:r>
              <a:rPr lang="en-US" b="1" dirty="0"/>
              <a:t>light-independent stage </a:t>
            </a:r>
            <a:r>
              <a:rPr lang="en-US" dirty="0"/>
              <a:t>(I), which occurs in the stroma of chloroplasts. </a:t>
            </a:r>
          </a:p>
        </p:txBody>
      </p:sp>
      <p:sp>
        <p:nvSpPr>
          <p:cNvPr id="120838" name="Rectangle 6"/>
          <p:cNvSpPr>
            <a:spLocks/>
          </p:cNvSpPr>
          <p:nvPr/>
        </p:nvSpPr>
        <p:spPr bwMode="auto">
          <a:xfrm>
            <a:off x="5555136" y="5373216"/>
            <a:ext cx="3265336" cy="65186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0364">
              <a:tabLst>
                <a:tab pos="366104" algn="l"/>
              </a:tabLst>
            </a:pPr>
            <a:r>
              <a:rPr lang="en-US" sz="1300" dirty="0">
                <a:solidFill>
                  <a:srgbClr val="001BFF"/>
                </a:solidFill>
                <a:latin typeface="Arial" charset="0"/>
                <a:cs typeface="Arial" charset="0"/>
                <a:sym typeface="Arial" charset="0"/>
              </a:rPr>
              <a:t>Diagrammatic representation (top) and false-</a:t>
            </a:r>
            <a:r>
              <a:rPr lang="en-US" sz="1300" dirty="0" err="1">
                <a:solidFill>
                  <a:srgbClr val="001BFF"/>
                </a:solidFill>
                <a:latin typeface="Arial" charset="0"/>
                <a:cs typeface="Arial" charset="0"/>
                <a:sym typeface="Arial" charset="0"/>
              </a:rPr>
              <a:t>colour</a:t>
            </a:r>
            <a:r>
              <a:rPr lang="en-US" sz="1300" dirty="0">
                <a:solidFill>
                  <a:srgbClr val="001BFF"/>
                </a:solidFill>
                <a:latin typeface="Arial" charset="0"/>
                <a:cs typeface="Arial" charset="0"/>
                <a:sym typeface="Arial" charset="0"/>
              </a:rPr>
              <a:t> electron micrograph (left) of a plant chloroplast showing the sites of the light-dependent and light-independent stages of photosynthesis.</a:t>
            </a:r>
          </a:p>
        </p:txBody>
      </p:sp>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55135" y="3140968"/>
            <a:ext cx="2870913" cy="2029669"/>
          </a:xfrm>
          <a:prstGeom prst="rect">
            <a:avLst/>
          </a:prstGeom>
        </p:spPr>
      </p:pic>
    </p:spTree>
    <p:extLst>
      <p:ext uri="{BB962C8B-B14F-4D97-AF65-F5344CB8AC3E}">
        <p14:creationId xmlns:p14="http://schemas.microsoft.com/office/powerpoint/2010/main" val="2394784160"/>
      </p:ext>
    </p:extLst>
  </p:cSld>
  <p:clrMapOvr>
    <a:masterClrMapping/>
  </p:clrMapOvr>
  <p:transition spd="slow"/>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3608" y="332656"/>
            <a:ext cx="7024744" cy="1143000"/>
          </a:xfrm>
        </p:spPr>
        <p:txBody>
          <a:bodyPr/>
          <a:lstStyle/>
          <a:p>
            <a:r>
              <a:rPr lang="en-AU" dirty="0"/>
              <a:t>Light-dependent Stage</a:t>
            </a:r>
          </a:p>
        </p:txBody>
      </p:sp>
      <p:sp>
        <p:nvSpPr>
          <p:cNvPr id="3" name="Content Placeholder 2"/>
          <p:cNvSpPr>
            <a:spLocks noGrp="1"/>
          </p:cNvSpPr>
          <p:nvPr>
            <p:ph idx="1"/>
          </p:nvPr>
        </p:nvSpPr>
        <p:spPr>
          <a:xfrm>
            <a:off x="683568" y="1916832"/>
            <a:ext cx="7776864" cy="4203829"/>
          </a:xfrm>
        </p:spPr>
        <p:txBody>
          <a:bodyPr>
            <a:normAutofit/>
          </a:bodyPr>
          <a:lstStyle/>
          <a:p>
            <a:r>
              <a:rPr lang="en-US" dirty="0"/>
              <a:t>Light energy is absorbed by different pigments within the </a:t>
            </a:r>
            <a:r>
              <a:rPr lang="en-US" b="1" dirty="0"/>
              <a:t>thylakoid</a:t>
            </a:r>
            <a:r>
              <a:rPr lang="en-US" dirty="0"/>
              <a:t> membranes. </a:t>
            </a:r>
          </a:p>
          <a:p>
            <a:r>
              <a:rPr lang="en-US" dirty="0"/>
              <a:t>When a chlorophyll molecule in the thylakoid membrane absorbs light energy, electrons within the molecule become energised. </a:t>
            </a:r>
          </a:p>
          <a:p>
            <a:r>
              <a:rPr lang="en-US" dirty="0"/>
              <a:t>The energy is used to split water molecules (H</a:t>
            </a:r>
            <a:r>
              <a:rPr lang="en-US" baseline="-25000" dirty="0"/>
              <a:t>2</a:t>
            </a:r>
            <a:r>
              <a:rPr lang="en-US" dirty="0"/>
              <a:t>O) into hydrogen ions (H</a:t>
            </a:r>
            <a:r>
              <a:rPr lang="en-US" baseline="30000" dirty="0"/>
              <a:t>+</a:t>
            </a:r>
            <a:r>
              <a:rPr lang="en-US" dirty="0"/>
              <a:t>) and oxygen gas (O</a:t>
            </a:r>
            <a:r>
              <a:rPr lang="en-US" baseline="-25000" dirty="0"/>
              <a:t>2</a:t>
            </a:r>
            <a:r>
              <a:rPr lang="en-US" dirty="0"/>
              <a:t>). </a:t>
            </a:r>
          </a:p>
          <a:p>
            <a:r>
              <a:rPr lang="en-US" b="1" dirty="0"/>
              <a:t>ATP molecules </a:t>
            </a:r>
            <a:r>
              <a:rPr lang="en-US" dirty="0"/>
              <a:t>are formed in this stage.</a:t>
            </a:r>
          </a:p>
          <a:p>
            <a:pPr marL="68580" indent="0">
              <a:buNone/>
            </a:pPr>
            <a:endParaRPr lang="en-AU" dirty="0"/>
          </a:p>
        </p:txBody>
      </p:sp>
    </p:spTree>
    <p:extLst>
      <p:ext uri="{BB962C8B-B14F-4D97-AF65-F5344CB8AC3E}">
        <p14:creationId xmlns:p14="http://schemas.microsoft.com/office/powerpoint/2010/main" val="40153183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59628" y="260648"/>
            <a:ext cx="7024744" cy="1143000"/>
          </a:xfrm>
        </p:spPr>
        <p:txBody>
          <a:bodyPr/>
          <a:lstStyle/>
          <a:p>
            <a:r>
              <a:rPr lang="en-AU" dirty="0"/>
              <a:t>Light-independent Stage</a:t>
            </a:r>
          </a:p>
        </p:txBody>
      </p:sp>
      <p:sp>
        <p:nvSpPr>
          <p:cNvPr id="3" name="Content Placeholder 2"/>
          <p:cNvSpPr>
            <a:spLocks noGrp="1"/>
          </p:cNvSpPr>
          <p:nvPr>
            <p:ph idx="1"/>
          </p:nvPr>
        </p:nvSpPr>
        <p:spPr>
          <a:xfrm>
            <a:off x="755576" y="1628800"/>
            <a:ext cx="7488832" cy="4203829"/>
          </a:xfrm>
        </p:spPr>
        <p:txBody>
          <a:bodyPr>
            <a:normAutofit fontScale="85000" lnSpcReduction="10000"/>
          </a:bodyPr>
          <a:lstStyle/>
          <a:p>
            <a:r>
              <a:rPr lang="en-US" dirty="0"/>
              <a:t>Occurs in the </a:t>
            </a:r>
            <a:r>
              <a:rPr lang="en-US" b="1" dirty="0"/>
              <a:t>stroma</a:t>
            </a:r>
            <a:r>
              <a:rPr lang="en-US" dirty="0"/>
              <a:t> of the chloroplast. </a:t>
            </a:r>
          </a:p>
          <a:p>
            <a:r>
              <a:rPr lang="en-US" dirty="0"/>
              <a:t>In this reaction </a:t>
            </a:r>
            <a:r>
              <a:rPr lang="en-US" b="1" dirty="0"/>
              <a:t>glucose molecules </a:t>
            </a:r>
            <a:r>
              <a:rPr lang="en-US" dirty="0"/>
              <a:t>are produced from carbon dioxide. </a:t>
            </a:r>
          </a:p>
          <a:p>
            <a:r>
              <a:rPr lang="en-US" dirty="0"/>
              <a:t>This reaction requires a supply of carbon dioxide gas, hydrogen ions and chemical energy in the form of ATP. </a:t>
            </a:r>
          </a:p>
          <a:p>
            <a:r>
              <a:rPr lang="en-US" dirty="0"/>
              <a:t>ATP provides the chemical energy for the conversion of carbon dioxide to glucose molecules.</a:t>
            </a:r>
          </a:p>
          <a:p>
            <a:pPr marL="68580" indent="0">
              <a:buNone/>
            </a:pPr>
            <a:endParaRPr lang="en-US" dirty="0"/>
          </a:p>
          <a:p>
            <a:r>
              <a:rPr lang="en-US" dirty="0"/>
              <a:t>Many chemical reactions are involved in both the light-dependent and light-independent stages of photosynthesis.</a:t>
            </a:r>
          </a:p>
          <a:p>
            <a:r>
              <a:rPr lang="en-US" dirty="0"/>
              <a:t>Sucrose, starch and cellulose are types of glucose molecules produced in photosynthesis.</a:t>
            </a:r>
          </a:p>
          <a:p>
            <a:endParaRPr lang="en-AU" dirty="0"/>
          </a:p>
        </p:txBody>
      </p:sp>
    </p:spTree>
    <p:extLst>
      <p:ext uri="{BB962C8B-B14F-4D97-AF65-F5344CB8AC3E}">
        <p14:creationId xmlns:p14="http://schemas.microsoft.com/office/powerpoint/2010/main" val="37024870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59628" y="442261"/>
            <a:ext cx="7024744" cy="1143000"/>
          </a:xfrm>
        </p:spPr>
        <p:txBody>
          <a:bodyPr>
            <a:normAutofit fontScale="90000"/>
          </a:bodyPr>
          <a:lstStyle/>
          <a:p>
            <a:r>
              <a:rPr lang="en-US" dirty="0"/>
              <a:t>A Summary of Photosynthesis</a:t>
            </a:r>
            <a:endParaRPr lang="en-AU" dirty="0"/>
          </a:p>
        </p:txBody>
      </p:sp>
      <p:pic>
        <p:nvPicPr>
          <p:cNvPr id="7" name="Picture 6"/>
          <p:cNvPicPr>
            <a:picLocks noChangeAspect="1"/>
          </p:cNvPicPr>
          <p:nvPr/>
        </p:nvPicPr>
        <p:blipFill>
          <a:blip r:embed="rId2"/>
          <a:stretch>
            <a:fillRect/>
          </a:stretch>
        </p:blipFill>
        <p:spPr>
          <a:xfrm>
            <a:off x="1187624" y="2058676"/>
            <a:ext cx="6624736" cy="3785563"/>
          </a:xfrm>
          <a:prstGeom prst="rect">
            <a:avLst/>
          </a:prstGeom>
        </p:spPr>
      </p:pic>
    </p:spTree>
    <p:extLst>
      <p:ext uri="{BB962C8B-B14F-4D97-AF65-F5344CB8AC3E}">
        <p14:creationId xmlns:p14="http://schemas.microsoft.com/office/powerpoint/2010/main" val="42247546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F033AF75-E26B-4BC5-846D-0394E0BBC585}"/>
              </a:ext>
            </a:extLst>
          </p:cNvPr>
          <p:cNvSpPr txBox="1">
            <a:spLocks/>
          </p:cNvSpPr>
          <p:nvPr/>
        </p:nvSpPr>
        <p:spPr>
          <a:xfrm>
            <a:off x="1118856" y="188640"/>
            <a:ext cx="7024744" cy="1143000"/>
          </a:xfrm>
          <a:prstGeom prst="rect">
            <a:avLst/>
          </a:prstGeom>
        </p:spPr>
        <p:txBody>
          <a:bodyPr vert="horz" lIns="91440" tIns="45720" rIns="91440" bIns="45720" rtlCol="0" anchor="b">
            <a:normAutofit fontScale="90000"/>
          </a:bodyPr>
          <a:lstStyle>
            <a:lvl1pPr algn="l" defTabSz="914400" rtl="0" eaLnBrk="1" latinLnBrk="0" hangingPunct="1">
              <a:spcBef>
                <a:spcPct val="0"/>
              </a:spcBef>
              <a:buNone/>
              <a:defRPr sz="40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A Summary of Photosynthesis</a:t>
            </a:r>
            <a:endParaRPr lang="en-AU" dirty="0"/>
          </a:p>
        </p:txBody>
      </p:sp>
      <p:pic>
        <p:nvPicPr>
          <p:cNvPr id="11" name="Picture 10">
            <a:extLst>
              <a:ext uri="{FF2B5EF4-FFF2-40B4-BE49-F238E27FC236}">
                <a16:creationId xmlns:a16="http://schemas.microsoft.com/office/drawing/2014/main" id="{E0F73084-18CD-4A63-89AF-8CED29D89AA4}"/>
              </a:ext>
            </a:extLst>
          </p:cNvPr>
          <p:cNvPicPr>
            <a:picLocks noChangeAspect="1"/>
          </p:cNvPicPr>
          <p:nvPr/>
        </p:nvPicPr>
        <p:blipFill>
          <a:blip r:embed="rId2"/>
          <a:stretch>
            <a:fillRect/>
          </a:stretch>
        </p:blipFill>
        <p:spPr>
          <a:xfrm>
            <a:off x="1222077" y="1772816"/>
            <a:ext cx="6699845" cy="4586303"/>
          </a:xfrm>
          <a:prstGeom prst="rect">
            <a:avLst/>
          </a:prstGeom>
        </p:spPr>
      </p:pic>
      <p:sp>
        <p:nvSpPr>
          <p:cNvPr id="12" name="TextBox 11">
            <a:extLst>
              <a:ext uri="{FF2B5EF4-FFF2-40B4-BE49-F238E27FC236}">
                <a16:creationId xmlns:a16="http://schemas.microsoft.com/office/drawing/2014/main" id="{D7D6BF38-2F59-40DB-8544-6B231C9F2BC7}"/>
              </a:ext>
            </a:extLst>
          </p:cNvPr>
          <p:cNvSpPr txBox="1"/>
          <p:nvPr/>
        </p:nvSpPr>
        <p:spPr>
          <a:xfrm>
            <a:off x="4932040" y="2674010"/>
            <a:ext cx="1540968" cy="830997"/>
          </a:xfrm>
          <a:prstGeom prst="rect">
            <a:avLst/>
          </a:prstGeom>
          <a:noFill/>
        </p:spPr>
        <p:txBody>
          <a:bodyPr wrap="square" rtlCol="0">
            <a:spAutoFit/>
          </a:bodyPr>
          <a:lstStyle/>
          <a:p>
            <a:pPr algn="ctr"/>
            <a:r>
              <a:rPr lang="en-AU" sz="1600" b="1" dirty="0">
                <a:solidFill>
                  <a:schemeClr val="bg2">
                    <a:lumMod val="75000"/>
                  </a:schemeClr>
                </a:solidFill>
                <a:highlight>
                  <a:srgbClr val="008080"/>
                </a:highlight>
              </a:rPr>
              <a:t>Light-independent reactions</a:t>
            </a:r>
          </a:p>
        </p:txBody>
      </p:sp>
      <p:sp>
        <p:nvSpPr>
          <p:cNvPr id="13" name="TextBox 12">
            <a:extLst>
              <a:ext uri="{FF2B5EF4-FFF2-40B4-BE49-F238E27FC236}">
                <a16:creationId xmlns:a16="http://schemas.microsoft.com/office/drawing/2014/main" id="{318BA40F-9A10-4610-A10B-35F97BC6D1BF}"/>
              </a:ext>
            </a:extLst>
          </p:cNvPr>
          <p:cNvSpPr txBox="1"/>
          <p:nvPr/>
        </p:nvSpPr>
        <p:spPr>
          <a:xfrm>
            <a:off x="2843808" y="2852936"/>
            <a:ext cx="1540968" cy="830997"/>
          </a:xfrm>
          <a:prstGeom prst="rect">
            <a:avLst/>
          </a:prstGeom>
          <a:noFill/>
        </p:spPr>
        <p:txBody>
          <a:bodyPr wrap="square" rtlCol="0">
            <a:spAutoFit/>
          </a:bodyPr>
          <a:lstStyle/>
          <a:p>
            <a:pPr algn="ctr"/>
            <a:r>
              <a:rPr lang="en-AU" sz="1600" b="1" dirty="0">
                <a:solidFill>
                  <a:schemeClr val="bg2">
                    <a:lumMod val="75000"/>
                  </a:schemeClr>
                </a:solidFill>
                <a:highlight>
                  <a:srgbClr val="008080"/>
                </a:highlight>
              </a:rPr>
              <a:t>Light-dependent reactions</a:t>
            </a:r>
          </a:p>
        </p:txBody>
      </p:sp>
    </p:spTree>
    <p:extLst>
      <p:ext uri="{BB962C8B-B14F-4D97-AF65-F5344CB8AC3E}">
        <p14:creationId xmlns:p14="http://schemas.microsoft.com/office/powerpoint/2010/main" val="13755910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043492" y="1268760"/>
            <a:ext cx="7024744" cy="745152"/>
          </a:xfrm>
          <a:prstGeom prst="rect">
            <a:avLst/>
          </a:prstGeom>
        </p:spPr>
        <p:txBody>
          <a:bodyPr vert="horz" lIns="91440" tIns="45720" rIns="91440" bIns="45720" rtlCol="0" anchor="b">
            <a:normAutofit/>
          </a:bodyPr>
          <a:lstStyle>
            <a:lvl1pPr algn="l" defTabSz="914400" rtl="0" eaLnBrk="1" latinLnBrk="0" hangingPunct="1">
              <a:spcBef>
                <a:spcPct val="0"/>
              </a:spcBef>
              <a:buNone/>
              <a:defRPr sz="40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dirty="0"/>
              <a:t>Success Criteria</a:t>
            </a:r>
          </a:p>
        </p:txBody>
      </p:sp>
      <p:sp>
        <p:nvSpPr>
          <p:cNvPr id="5" name="Content Placeholder 2"/>
          <p:cNvSpPr txBox="1">
            <a:spLocks/>
          </p:cNvSpPr>
          <p:nvPr/>
        </p:nvSpPr>
        <p:spPr>
          <a:xfrm>
            <a:off x="1043492" y="2204864"/>
            <a:ext cx="6777317" cy="3843789"/>
          </a:xfrm>
          <a:prstGeom prst="rect">
            <a:avLst/>
          </a:prstGeom>
        </p:spPr>
        <p:txBody>
          <a:bodyPr vert="horz" lIns="91440" tIns="45720" rIns="91440" bIns="45720" rtlCol="0">
            <a:normAutofit/>
          </a:bodyPr>
          <a:lstStyle>
            <a:lvl1pPr marL="342900" indent="-274320" algn="l" defTabSz="914400" rtl="0" eaLnBrk="1" latinLnBrk="0" hangingPunct="1">
              <a:spcBef>
                <a:spcPct val="20000"/>
              </a:spcBef>
              <a:buClr>
                <a:schemeClr val="accent1"/>
              </a:buClr>
              <a:buSzPct val="76000"/>
              <a:buFont typeface="Wingdings 2" pitchFamily="18" charset="2"/>
              <a:buChar char=""/>
              <a:defRPr sz="2400" kern="1200">
                <a:solidFill>
                  <a:schemeClr val="tx2"/>
                </a:solidFill>
                <a:latin typeface="+mn-lt"/>
                <a:ea typeface="+mn-ea"/>
                <a:cs typeface="+mn-cs"/>
              </a:defRPr>
            </a:lvl1pPr>
            <a:lvl2pPr marL="640080" indent="-274320" algn="l" defTabSz="914400" rtl="0" eaLnBrk="1" latinLnBrk="0" hangingPunct="1">
              <a:spcBef>
                <a:spcPct val="20000"/>
              </a:spcBef>
              <a:buClr>
                <a:schemeClr val="accent1"/>
              </a:buClr>
              <a:buSzPct val="76000"/>
              <a:buFont typeface="Wingdings 2" pitchFamily="18" charset="2"/>
              <a:buChar char=""/>
              <a:defRPr sz="2200" kern="1200">
                <a:solidFill>
                  <a:schemeClr val="tx2"/>
                </a:solidFill>
                <a:latin typeface="+mn-lt"/>
                <a:ea typeface="+mn-ea"/>
                <a:cs typeface="+mn-cs"/>
              </a:defRPr>
            </a:lvl2pPr>
            <a:lvl3pPr marL="914400" indent="-228600" algn="l" defTabSz="914400" rtl="0" eaLnBrk="1" latinLnBrk="0" hangingPunct="1">
              <a:spcBef>
                <a:spcPct val="20000"/>
              </a:spcBef>
              <a:buClr>
                <a:schemeClr val="accent1"/>
              </a:buClr>
              <a:buSzPct val="76000"/>
              <a:buFont typeface="Wingdings 2" pitchFamily="18" charset="2"/>
              <a:buChar char=""/>
              <a:defRPr sz="2000" kern="1200">
                <a:solidFill>
                  <a:schemeClr val="tx2"/>
                </a:solidFill>
                <a:latin typeface="+mn-lt"/>
                <a:ea typeface="+mn-ea"/>
                <a:cs typeface="+mn-cs"/>
              </a:defRPr>
            </a:lvl3pPr>
            <a:lvl4pPr marL="1124712" indent="-228600" algn="l" defTabSz="914400" rtl="0" eaLnBrk="1" latinLnBrk="0" hangingPunct="1">
              <a:spcBef>
                <a:spcPct val="20000"/>
              </a:spcBef>
              <a:buClr>
                <a:schemeClr val="accent1"/>
              </a:buClr>
              <a:buSzPct val="76000"/>
              <a:buFont typeface="Wingdings 2" pitchFamily="18" charset="2"/>
              <a:buChar char=""/>
              <a:defRPr sz="1800" kern="1200">
                <a:solidFill>
                  <a:schemeClr val="tx2"/>
                </a:solidFill>
                <a:latin typeface="+mn-lt"/>
                <a:ea typeface="+mn-ea"/>
                <a:cs typeface="+mn-cs"/>
              </a:defRPr>
            </a:lvl4pPr>
            <a:lvl5pPr marL="1325880" indent="-228600" algn="l" defTabSz="914400" rtl="0" eaLnBrk="1" latinLnBrk="0" hangingPunct="1">
              <a:spcBef>
                <a:spcPct val="20000"/>
              </a:spcBef>
              <a:buClr>
                <a:schemeClr val="accent1"/>
              </a:buClr>
              <a:buSzPct val="76000"/>
              <a:buFont typeface="Wingdings 2" pitchFamily="18" charset="2"/>
              <a:buChar char=""/>
              <a:defRPr sz="1600" kern="1200" baseline="0">
                <a:solidFill>
                  <a:schemeClr val="tx2"/>
                </a:solidFill>
                <a:latin typeface="+mn-lt"/>
                <a:ea typeface="+mn-ea"/>
                <a:cs typeface="+mn-cs"/>
              </a:defRPr>
            </a:lvl5pPr>
            <a:lvl6pPr marL="1517904"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6pPr>
            <a:lvl7pPr marL="1719072"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7pPr>
            <a:lvl8pPr marL="1920240"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8pPr>
            <a:lvl9pPr marL="2121408"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9pPr>
          </a:lstStyle>
          <a:p>
            <a:pPr marL="68580" indent="0">
              <a:spcBef>
                <a:spcPts val="0"/>
              </a:spcBef>
              <a:buFont typeface="Wingdings 2" pitchFamily="18" charset="2"/>
              <a:buNone/>
            </a:pPr>
            <a:r>
              <a:rPr lang="en-AU" sz="1800" dirty="0"/>
              <a:t>Students will be able to :</a:t>
            </a:r>
          </a:p>
          <a:p>
            <a:pPr>
              <a:spcBef>
                <a:spcPts val="0"/>
              </a:spcBef>
            </a:pPr>
            <a:r>
              <a:rPr lang="en-AU" sz="1800" dirty="0"/>
              <a:t>State the balanced equation for photosynthesis.</a:t>
            </a:r>
          </a:p>
          <a:p>
            <a:pPr marL="68580" indent="0">
              <a:spcBef>
                <a:spcPts val="0"/>
              </a:spcBef>
              <a:buNone/>
            </a:pPr>
            <a:endParaRPr lang="en-AU" sz="1800" dirty="0"/>
          </a:p>
          <a:p>
            <a:pPr>
              <a:spcBef>
                <a:spcPts val="0"/>
              </a:spcBef>
            </a:pPr>
            <a:r>
              <a:rPr lang="en-AU" sz="1800" dirty="0"/>
              <a:t>Identify the sites of light dependent and light independent reactions within the chloroplast, stating the inputs and outputs of each.</a:t>
            </a:r>
          </a:p>
          <a:p>
            <a:pPr marL="68580" indent="0">
              <a:spcBef>
                <a:spcPts val="0"/>
              </a:spcBef>
              <a:buNone/>
            </a:pPr>
            <a:endParaRPr lang="en-AU" sz="1800" dirty="0"/>
          </a:p>
          <a:p>
            <a:pPr>
              <a:spcBef>
                <a:spcPts val="0"/>
              </a:spcBef>
            </a:pPr>
            <a:r>
              <a:rPr lang="en-AU" sz="1800" dirty="0"/>
              <a:t>Explain the effects of the availability of light and carbon dioxide, and temperature on the rate of photosynthesis.</a:t>
            </a:r>
          </a:p>
          <a:p>
            <a:pPr>
              <a:spcBef>
                <a:spcPts val="0"/>
              </a:spcBef>
            </a:pPr>
            <a:endParaRPr lang="en-AU" sz="1800" dirty="0"/>
          </a:p>
        </p:txBody>
      </p:sp>
    </p:spTree>
    <p:extLst>
      <p:ext uri="{BB962C8B-B14F-4D97-AF65-F5344CB8AC3E}">
        <p14:creationId xmlns:p14="http://schemas.microsoft.com/office/powerpoint/2010/main" val="16169728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Moodle &amp; Textbook Work</a:t>
            </a:r>
          </a:p>
        </p:txBody>
      </p:sp>
      <p:sp>
        <p:nvSpPr>
          <p:cNvPr id="5" name="Content Placeholder 2"/>
          <p:cNvSpPr txBox="1">
            <a:spLocks/>
          </p:cNvSpPr>
          <p:nvPr/>
        </p:nvSpPr>
        <p:spPr>
          <a:xfrm>
            <a:off x="3275856" y="2564904"/>
            <a:ext cx="5461800" cy="1224136"/>
          </a:xfrm>
          <a:prstGeom prst="rect">
            <a:avLst/>
          </a:prstGeom>
        </p:spPr>
        <p:txBody>
          <a:bodyPr vert="horz" lIns="91440" tIns="45720" rIns="91440" bIns="45720" rtlCol="0">
            <a:normAutofit fontScale="85000" lnSpcReduction="20000"/>
          </a:bodyPr>
          <a:lstStyle>
            <a:lvl1pPr marL="342900" indent="-274320" algn="l" defTabSz="914400" rtl="0" eaLnBrk="1" latinLnBrk="0" hangingPunct="1">
              <a:spcBef>
                <a:spcPct val="20000"/>
              </a:spcBef>
              <a:buClr>
                <a:schemeClr val="accent1"/>
              </a:buClr>
              <a:buSzPct val="76000"/>
              <a:buFont typeface="Wingdings 2" pitchFamily="18" charset="2"/>
              <a:buChar char=""/>
              <a:defRPr sz="2400" kern="1200">
                <a:solidFill>
                  <a:schemeClr val="tx2"/>
                </a:solidFill>
                <a:latin typeface="+mn-lt"/>
                <a:ea typeface="+mn-ea"/>
                <a:cs typeface="+mn-cs"/>
              </a:defRPr>
            </a:lvl1pPr>
            <a:lvl2pPr marL="640080" indent="-274320" algn="l" defTabSz="914400" rtl="0" eaLnBrk="1" latinLnBrk="0" hangingPunct="1">
              <a:spcBef>
                <a:spcPct val="20000"/>
              </a:spcBef>
              <a:buClr>
                <a:schemeClr val="accent1"/>
              </a:buClr>
              <a:buSzPct val="76000"/>
              <a:buFont typeface="Wingdings 2" pitchFamily="18" charset="2"/>
              <a:buChar char=""/>
              <a:defRPr sz="2200" kern="1200">
                <a:solidFill>
                  <a:schemeClr val="tx2"/>
                </a:solidFill>
                <a:latin typeface="+mn-lt"/>
                <a:ea typeface="+mn-ea"/>
                <a:cs typeface="+mn-cs"/>
              </a:defRPr>
            </a:lvl2pPr>
            <a:lvl3pPr marL="914400" indent="-228600" algn="l" defTabSz="914400" rtl="0" eaLnBrk="1" latinLnBrk="0" hangingPunct="1">
              <a:spcBef>
                <a:spcPct val="20000"/>
              </a:spcBef>
              <a:buClr>
                <a:schemeClr val="accent1"/>
              </a:buClr>
              <a:buSzPct val="76000"/>
              <a:buFont typeface="Wingdings 2" pitchFamily="18" charset="2"/>
              <a:buChar char=""/>
              <a:defRPr sz="2000" kern="1200">
                <a:solidFill>
                  <a:schemeClr val="tx2"/>
                </a:solidFill>
                <a:latin typeface="+mn-lt"/>
                <a:ea typeface="+mn-ea"/>
                <a:cs typeface="+mn-cs"/>
              </a:defRPr>
            </a:lvl3pPr>
            <a:lvl4pPr marL="1124712" indent="-228600" algn="l" defTabSz="914400" rtl="0" eaLnBrk="1" latinLnBrk="0" hangingPunct="1">
              <a:spcBef>
                <a:spcPct val="20000"/>
              </a:spcBef>
              <a:buClr>
                <a:schemeClr val="accent1"/>
              </a:buClr>
              <a:buSzPct val="76000"/>
              <a:buFont typeface="Wingdings 2" pitchFamily="18" charset="2"/>
              <a:buChar char=""/>
              <a:defRPr sz="1800" kern="1200">
                <a:solidFill>
                  <a:schemeClr val="tx2"/>
                </a:solidFill>
                <a:latin typeface="+mn-lt"/>
                <a:ea typeface="+mn-ea"/>
                <a:cs typeface="+mn-cs"/>
              </a:defRPr>
            </a:lvl4pPr>
            <a:lvl5pPr marL="1325880" indent="-228600" algn="l" defTabSz="914400" rtl="0" eaLnBrk="1" latinLnBrk="0" hangingPunct="1">
              <a:spcBef>
                <a:spcPct val="20000"/>
              </a:spcBef>
              <a:buClr>
                <a:schemeClr val="accent1"/>
              </a:buClr>
              <a:buSzPct val="76000"/>
              <a:buFont typeface="Wingdings 2" pitchFamily="18" charset="2"/>
              <a:buChar char=""/>
              <a:defRPr sz="1600" kern="1200" baseline="0">
                <a:solidFill>
                  <a:schemeClr val="tx2"/>
                </a:solidFill>
                <a:latin typeface="+mn-lt"/>
                <a:ea typeface="+mn-ea"/>
                <a:cs typeface="+mn-cs"/>
              </a:defRPr>
            </a:lvl5pPr>
            <a:lvl6pPr marL="1517904"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6pPr>
            <a:lvl7pPr marL="1719072"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7pPr>
            <a:lvl8pPr marL="1920240"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8pPr>
            <a:lvl9pPr marL="2121408"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9pPr>
          </a:lstStyle>
          <a:p>
            <a:r>
              <a:rPr lang="en-AU" dirty="0"/>
              <a:t>Read Nelson pages 322-329</a:t>
            </a:r>
          </a:p>
          <a:p>
            <a:r>
              <a:rPr lang="en-AU" dirty="0"/>
              <a:t>Complete Scientific Literacy activity on 328</a:t>
            </a:r>
          </a:p>
          <a:p>
            <a:r>
              <a:rPr lang="en-AU" dirty="0"/>
              <a:t>Question sets 10.5 &amp; 10.6</a:t>
            </a: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2475" y="2348880"/>
            <a:ext cx="2088232" cy="2738141"/>
          </a:xfrm>
          <a:prstGeom prst="rect">
            <a:avLst/>
          </a:prstGeom>
        </p:spPr>
      </p:pic>
    </p:spTree>
    <p:extLst>
      <p:ext uri="{BB962C8B-B14F-4D97-AF65-F5344CB8AC3E}">
        <p14:creationId xmlns:p14="http://schemas.microsoft.com/office/powerpoint/2010/main" val="41268766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Student Feedback</a:t>
            </a:r>
            <a:endParaRPr lang="en-AU" dirty="0"/>
          </a:p>
        </p:txBody>
      </p:sp>
      <p:sp>
        <p:nvSpPr>
          <p:cNvPr id="3" name="Content Placeholder 2"/>
          <p:cNvSpPr>
            <a:spLocks noGrp="1"/>
          </p:cNvSpPr>
          <p:nvPr>
            <p:ph sz="quarter" idx="1"/>
          </p:nvPr>
        </p:nvSpPr>
        <p:spPr>
          <a:xfrm>
            <a:off x="971600" y="2420888"/>
            <a:ext cx="6777317" cy="3508977"/>
          </a:xfrm>
        </p:spPr>
        <p:txBody>
          <a:bodyPr>
            <a:normAutofit/>
          </a:bodyPr>
          <a:lstStyle/>
          <a:p>
            <a:r>
              <a:rPr lang="en-AU" dirty="0"/>
              <a:t>What I learnt today…..</a:t>
            </a:r>
          </a:p>
          <a:p>
            <a:endParaRPr lang="en-AU" dirty="0"/>
          </a:p>
          <a:p>
            <a:endParaRPr lang="en-AU" dirty="0"/>
          </a:p>
          <a:p>
            <a:endParaRPr lang="en-AU" dirty="0"/>
          </a:p>
          <a:p>
            <a:r>
              <a:rPr lang="en-AU" dirty="0"/>
              <a:t>What I need to revise….</a:t>
            </a:r>
          </a:p>
          <a:p>
            <a:endParaRPr lang="en-AU" dirty="0"/>
          </a:p>
          <a:p>
            <a:endParaRPr lang="en-AU" dirty="0"/>
          </a:p>
        </p:txBody>
      </p:sp>
    </p:spTree>
    <p:extLst>
      <p:ext uri="{BB962C8B-B14F-4D97-AF65-F5344CB8AC3E}">
        <p14:creationId xmlns:p14="http://schemas.microsoft.com/office/powerpoint/2010/main" val="5958656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3"/>
          <a:srcRect b="6329"/>
          <a:stretch/>
        </p:blipFill>
        <p:spPr>
          <a:xfrm>
            <a:off x="1187624" y="850130"/>
            <a:ext cx="7200800" cy="5992877"/>
          </a:xfrm>
          <a:prstGeom prst="rect">
            <a:avLst/>
          </a:prstGeom>
        </p:spPr>
      </p:pic>
    </p:spTree>
    <p:extLst>
      <p:ext uri="{BB962C8B-B14F-4D97-AF65-F5344CB8AC3E}">
        <p14:creationId xmlns:p14="http://schemas.microsoft.com/office/powerpoint/2010/main" val="34326853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8002" name="Rectangle 2"/>
          <p:cNvSpPr>
            <a:spLocks noGrp="1" noChangeArrowheads="1"/>
          </p:cNvSpPr>
          <p:nvPr>
            <p:ph type="title"/>
          </p:nvPr>
        </p:nvSpPr>
        <p:spPr>
          <a:xfrm>
            <a:off x="1259632" y="1124744"/>
            <a:ext cx="5610596" cy="857250"/>
          </a:xfrm>
        </p:spPr>
        <p:txBody>
          <a:bodyPr>
            <a:normAutofit fontScale="90000"/>
          </a:bodyPr>
          <a:lstStyle/>
          <a:p>
            <a:r>
              <a:rPr lang="en-US" dirty="0"/>
              <a:t>Factors Affecting Photosynthetic Rate</a:t>
            </a:r>
          </a:p>
        </p:txBody>
      </p:sp>
      <p:sp>
        <p:nvSpPr>
          <p:cNvPr id="128003" name="Rectangle 3"/>
          <p:cNvSpPr>
            <a:spLocks noGrp="1" noChangeArrowheads="1"/>
          </p:cNvSpPr>
          <p:nvPr>
            <p:ph type="body" idx="1"/>
          </p:nvPr>
        </p:nvSpPr>
        <p:spPr>
          <a:xfrm>
            <a:off x="1291820" y="2348880"/>
            <a:ext cx="3690411" cy="3678461"/>
          </a:xfrm>
        </p:spPr>
        <p:txBody>
          <a:bodyPr>
            <a:normAutofit fontScale="77500" lnSpcReduction="20000"/>
          </a:bodyPr>
          <a:lstStyle/>
          <a:p>
            <a:r>
              <a:rPr lang="en-US" dirty="0"/>
              <a:t>The rate at which plants can make food (the photosynthetic rate) is dependent on environmental factors. Some factors have a greater effect than others. </a:t>
            </a:r>
          </a:p>
          <a:p>
            <a:r>
              <a:rPr lang="en-US" dirty="0"/>
              <a:t>These include:</a:t>
            </a:r>
          </a:p>
          <a:p>
            <a:pPr lvl="1"/>
            <a:r>
              <a:rPr lang="en-US" dirty="0"/>
              <a:t>the amount of light available.</a:t>
            </a:r>
          </a:p>
          <a:p>
            <a:pPr lvl="1"/>
            <a:r>
              <a:rPr lang="en-US" dirty="0"/>
              <a:t>the level of carbon dioxide (CO</a:t>
            </a:r>
            <a:r>
              <a:rPr lang="en-US" baseline="-25000" dirty="0"/>
              <a:t>2</a:t>
            </a:r>
            <a:r>
              <a:rPr lang="en-US" dirty="0"/>
              <a:t>).</a:t>
            </a:r>
          </a:p>
          <a:p>
            <a:pPr lvl="1"/>
            <a:r>
              <a:rPr lang="en-US" dirty="0"/>
              <a:t>the temperature. </a:t>
            </a:r>
          </a:p>
        </p:txBody>
      </p:sp>
      <p:pic>
        <p:nvPicPr>
          <p:cNvPr id="12800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24128" y="2276872"/>
            <a:ext cx="2471291" cy="375046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pic>
    </p:spTree>
    <p:extLst>
      <p:ext uri="{BB962C8B-B14F-4D97-AF65-F5344CB8AC3E}">
        <p14:creationId xmlns:p14="http://schemas.microsoft.com/office/powerpoint/2010/main" val="3634695518"/>
      </p:ext>
    </p:extLst>
  </p:cSld>
  <p:clrMapOvr>
    <a:masterClrMapping/>
  </p:clrMapOvr>
  <p:transition spd="slow"/>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9026" name="Rectangle 2"/>
          <p:cNvSpPr>
            <a:spLocks noGrp="1" noChangeArrowheads="1"/>
          </p:cNvSpPr>
          <p:nvPr>
            <p:ph type="title"/>
          </p:nvPr>
        </p:nvSpPr>
        <p:spPr>
          <a:xfrm>
            <a:off x="1400313" y="1089142"/>
            <a:ext cx="6718888" cy="857250"/>
          </a:xfrm>
        </p:spPr>
        <p:txBody>
          <a:bodyPr>
            <a:normAutofit fontScale="90000"/>
          </a:bodyPr>
          <a:lstStyle/>
          <a:p>
            <a:r>
              <a:rPr lang="en-US" dirty="0"/>
              <a:t>Factors Affecting Photosynthetic Rate</a:t>
            </a:r>
          </a:p>
        </p:txBody>
      </p:sp>
      <p:sp>
        <p:nvSpPr>
          <p:cNvPr id="129027" name="Rectangle 3"/>
          <p:cNvSpPr>
            <a:spLocks noGrp="1" noChangeArrowheads="1"/>
          </p:cNvSpPr>
          <p:nvPr>
            <p:ph type="body" idx="1"/>
          </p:nvPr>
        </p:nvSpPr>
        <p:spPr>
          <a:xfrm>
            <a:off x="4659902" y="2186862"/>
            <a:ext cx="3800529" cy="4122458"/>
          </a:xfrm>
        </p:spPr>
        <p:txBody>
          <a:bodyPr>
            <a:normAutofit fontScale="85000" lnSpcReduction="10000"/>
          </a:bodyPr>
          <a:lstStyle/>
          <a:p>
            <a:r>
              <a:rPr lang="en-US" dirty="0"/>
              <a:t>The effect of light intensity on photosynthetic rate is shown in this experiment using cucumber plants.  </a:t>
            </a:r>
          </a:p>
          <a:p>
            <a:r>
              <a:rPr lang="en-US" dirty="0"/>
              <a:t>The rate of photosynthesis increases exponentially with light intensity until a maximum rate is achieved. At this point increasing the light intensity has no effect on photosynthetic rate and the rate of photosynthesis reaches a plateau.</a:t>
            </a:r>
          </a:p>
        </p:txBody>
      </p:sp>
      <p:grpSp>
        <p:nvGrpSpPr>
          <p:cNvPr id="129028" name="Group 4"/>
          <p:cNvGrpSpPr>
            <a:grpSpLocks/>
          </p:cNvGrpSpPr>
          <p:nvPr/>
        </p:nvGrpSpPr>
        <p:grpSpPr bwMode="auto">
          <a:xfrm>
            <a:off x="1329688" y="2350740"/>
            <a:ext cx="3330215" cy="3119252"/>
            <a:chOff x="4" y="0"/>
            <a:chExt cx="3978" cy="3726"/>
          </a:xfrm>
        </p:grpSpPr>
        <p:sp>
          <p:nvSpPr>
            <p:cNvPr id="129029" name="Rectangle 5"/>
            <p:cNvSpPr>
              <a:spLocks/>
            </p:cNvSpPr>
            <p:nvPr/>
          </p:nvSpPr>
          <p:spPr bwMode="auto">
            <a:xfrm>
              <a:off x="748" y="552"/>
              <a:ext cx="3160" cy="2664"/>
            </a:xfrm>
            <a:prstGeom prst="rect">
              <a:avLst/>
            </a:prstGeom>
            <a:solidFill>
              <a:srgbClr val="FECB63">
                <a:alpha val="60783"/>
              </a:srgbClr>
            </a:solidFill>
            <a:ln w="381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AU" sz="1350"/>
            </a:p>
          </p:txBody>
        </p:sp>
        <p:sp>
          <p:nvSpPr>
            <p:cNvPr id="129030" name="Rectangle 6"/>
            <p:cNvSpPr>
              <a:spLocks/>
            </p:cNvSpPr>
            <p:nvPr/>
          </p:nvSpPr>
          <p:spPr bwMode="auto">
            <a:xfrm>
              <a:off x="1316" y="0"/>
              <a:ext cx="1952" cy="47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60273" algn="ctr">
                <a:tabLst>
                  <a:tab pos="274578" algn="l"/>
                </a:tabLst>
              </a:pPr>
              <a:r>
                <a:rPr lang="en-US" sz="1125" b="1">
                  <a:solidFill>
                    <a:srgbClr val="000000"/>
                  </a:solidFill>
                  <a:latin typeface="Arial" charset="0"/>
                  <a:cs typeface="Arial" charset="0"/>
                  <a:sym typeface="Arial" charset="0"/>
                </a:rPr>
                <a:t>Light intensity vs photosynthetic rate</a:t>
              </a:r>
            </a:p>
          </p:txBody>
        </p:sp>
        <p:sp>
          <p:nvSpPr>
            <p:cNvPr id="129031" name="Rectangle 7"/>
            <p:cNvSpPr>
              <a:spLocks/>
            </p:cNvSpPr>
            <p:nvPr/>
          </p:nvSpPr>
          <p:spPr bwMode="auto">
            <a:xfrm rot="16200000">
              <a:off x="-1313" y="1834"/>
              <a:ext cx="2813" cy="17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p>
              <a:pPr marL="60273">
                <a:tabLst>
                  <a:tab pos="274578" algn="l"/>
                </a:tabLst>
              </a:pPr>
              <a:r>
                <a:rPr lang="en-US" sz="975">
                  <a:solidFill>
                    <a:srgbClr val="000000"/>
                  </a:solidFill>
                  <a:latin typeface="Arial" charset="0"/>
                  <a:cs typeface="Arial" charset="0"/>
                  <a:sym typeface="Arial" charset="0"/>
                </a:rPr>
                <a:t>Rate of photosynthesis (mm</a:t>
              </a:r>
              <a:r>
                <a:rPr lang="en-US" sz="975" baseline="32000">
                  <a:solidFill>
                    <a:srgbClr val="000000"/>
                  </a:solidFill>
                  <a:latin typeface="Arial" charset="0"/>
                  <a:cs typeface="Arial" charset="0"/>
                  <a:sym typeface="Arial" charset="0"/>
                </a:rPr>
                <a:t>3</a:t>
              </a:r>
              <a:r>
                <a:rPr lang="en-US" sz="975">
                  <a:solidFill>
                    <a:srgbClr val="000000"/>
                  </a:solidFill>
                  <a:latin typeface="Arial" charset="0"/>
                  <a:cs typeface="Arial" charset="0"/>
                  <a:sym typeface="Arial" charset="0"/>
                </a:rPr>
                <a:t>CO</a:t>
              </a:r>
              <a:r>
                <a:rPr lang="en-US" sz="975" baseline="-6000">
                  <a:solidFill>
                    <a:srgbClr val="000000"/>
                  </a:solidFill>
                  <a:latin typeface="Arial" charset="0"/>
                  <a:cs typeface="Arial" charset="0"/>
                  <a:sym typeface="Arial" charset="0"/>
                </a:rPr>
                <a:t>2</a:t>
              </a:r>
              <a:r>
                <a:rPr lang="en-US" sz="975">
                  <a:solidFill>
                    <a:srgbClr val="000000"/>
                  </a:solidFill>
                  <a:latin typeface="Arial" charset="0"/>
                  <a:cs typeface="Arial" charset="0"/>
                  <a:sym typeface="Arial" charset="0"/>
                </a:rPr>
                <a:t> cm</a:t>
              </a:r>
              <a:r>
                <a:rPr lang="en-US" sz="975" baseline="32000">
                  <a:solidFill>
                    <a:srgbClr val="000000"/>
                  </a:solidFill>
                  <a:latin typeface="Arial" charset="0"/>
                  <a:cs typeface="Arial" charset="0"/>
                  <a:sym typeface="Arial" charset="0"/>
                </a:rPr>
                <a:t>-2</a:t>
              </a:r>
              <a:r>
                <a:rPr lang="en-US" sz="975">
                  <a:solidFill>
                    <a:srgbClr val="000000"/>
                  </a:solidFill>
                  <a:latin typeface="Arial" charset="0"/>
                  <a:cs typeface="Arial" charset="0"/>
                  <a:sym typeface="Arial" charset="0"/>
                </a:rPr>
                <a:t>h</a:t>
              </a:r>
              <a:r>
                <a:rPr lang="en-US" sz="975" baseline="32000">
                  <a:solidFill>
                    <a:srgbClr val="000000"/>
                  </a:solidFill>
                  <a:latin typeface="Arial" charset="0"/>
                  <a:cs typeface="Arial" charset="0"/>
                  <a:sym typeface="Arial" charset="0"/>
                </a:rPr>
                <a:t>-1</a:t>
              </a:r>
              <a:r>
                <a:rPr lang="en-US" sz="975">
                  <a:solidFill>
                    <a:srgbClr val="000000"/>
                  </a:solidFill>
                  <a:latin typeface="Arial" charset="0"/>
                  <a:cs typeface="Arial" charset="0"/>
                  <a:sym typeface="Arial" charset="0"/>
                </a:rPr>
                <a:t>)</a:t>
              </a:r>
            </a:p>
          </p:txBody>
        </p:sp>
        <p:sp>
          <p:nvSpPr>
            <p:cNvPr id="129032" name="Rectangle 8"/>
            <p:cNvSpPr>
              <a:spLocks/>
            </p:cNvSpPr>
            <p:nvPr/>
          </p:nvSpPr>
          <p:spPr bwMode="auto">
            <a:xfrm>
              <a:off x="1023" y="3547"/>
              <a:ext cx="2556" cy="17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p>
              <a:pPr marL="60273">
                <a:tabLst>
                  <a:tab pos="274578" algn="l"/>
                </a:tabLst>
              </a:pPr>
              <a:r>
                <a:rPr lang="en-US" sz="975">
                  <a:solidFill>
                    <a:srgbClr val="000000"/>
                  </a:solidFill>
                  <a:latin typeface="Arial" charset="0"/>
                  <a:cs typeface="Arial" charset="0"/>
                  <a:sym typeface="Arial" charset="0"/>
                </a:rPr>
                <a:t>Units of light intensity (arbitrary scale)</a:t>
              </a:r>
            </a:p>
          </p:txBody>
        </p:sp>
        <p:grpSp>
          <p:nvGrpSpPr>
            <p:cNvPr id="129033" name="Group 9"/>
            <p:cNvGrpSpPr>
              <a:grpSpLocks/>
            </p:cNvGrpSpPr>
            <p:nvPr/>
          </p:nvGrpSpPr>
          <p:grpSpPr bwMode="auto">
            <a:xfrm>
              <a:off x="751" y="3332"/>
              <a:ext cx="3231" cy="239"/>
              <a:chOff x="0" y="0"/>
              <a:chExt cx="3230" cy="238"/>
            </a:xfrm>
          </p:grpSpPr>
          <p:sp>
            <p:nvSpPr>
              <p:cNvPr id="129034" name="Rectangle 10"/>
              <p:cNvSpPr>
                <a:spLocks/>
              </p:cNvSpPr>
              <p:nvPr/>
            </p:nvSpPr>
            <p:spPr bwMode="auto">
              <a:xfrm>
                <a:off x="0" y="0"/>
                <a:ext cx="161" cy="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60273">
                  <a:tabLst>
                    <a:tab pos="274578" algn="l"/>
                  </a:tabLst>
                </a:pPr>
                <a:r>
                  <a:rPr lang="en-US" sz="975" b="1">
                    <a:solidFill>
                      <a:srgbClr val="000000"/>
                    </a:solidFill>
                    <a:latin typeface="Arial" charset="0"/>
                    <a:cs typeface="Arial" charset="0"/>
                    <a:sym typeface="Arial" charset="0"/>
                  </a:rPr>
                  <a:t>1</a:t>
                </a:r>
              </a:p>
            </p:txBody>
          </p:sp>
          <p:sp>
            <p:nvSpPr>
              <p:cNvPr id="129035" name="Rectangle 11"/>
              <p:cNvSpPr>
                <a:spLocks/>
              </p:cNvSpPr>
              <p:nvPr/>
            </p:nvSpPr>
            <p:spPr bwMode="auto">
              <a:xfrm>
                <a:off x="512" y="0"/>
                <a:ext cx="162" cy="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60273">
                  <a:tabLst>
                    <a:tab pos="274578" algn="l"/>
                  </a:tabLst>
                </a:pPr>
                <a:r>
                  <a:rPr lang="en-US" sz="975" b="1">
                    <a:solidFill>
                      <a:srgbClr val="000000"/>
                    </a:solidFill>
                    <a:latin typeface="Arial" charset="0"/>
                    <a:cs typeface="Arial" charset="0"/>
                    <a:sym typeface="Arial" charset="0"/>
                  </a:rPr>
                  <a:t>2</a:t>
                </a:r>
              </a:p>
            </p:txBody>
          </p:sp>
          <p:sp>
            <p:nvSpPr>
              <p:cNvPr id="129036" name="Rectangle 12"/>
              <p:cNvSpPr>
                <a:spLocks/>
              </p:cNvSpPr>
              <p:nvPr/>
            </p:nvSpPr>
            <p:spPr bwMode="auto">
              <a:xfrm>
                <a:off x="1023" y="0"/>
                <a:ext cx="162" cy="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60273">
                  <a:tabLst>
                    <a:tab pos="274578" algn="l"/>
                  </a:tabLst>
                </a:pPr>
                <a:r>
                  <a:rPr lang="en-US" sz="975" b="1">
                    <a:solidFill>
                      <a:srgbClr val="000000"/>
                    </a:solidFill>
                    <a:latin typeface="Arial" charset="0"/>
                    <a:cs typeface="Arial" charset="0"/>
                    <a:sym typeface="Arial" charset="0"/>
                  </a:rPr>
                  <a:t>3</a:t>
                </a:r>
              </a:p>
            </p:txBody>
          </p:sp>
          <p:sp>
            <p:nvSpPr>
              <p:cNvPr id="129037" name="Rectangle 13"/>
              <p:cNvSpPr>
                <a:spLocks/>
              </p:cNvSpPr>
              <p:nvPr/>
            </p:nvSpPr>
            <p:spPr bwMode="auto">
              <a:xfrm>
                <a:off x="1534" y="0"/>
                <a:ext cx="162" cy="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60273">
                  <a:tabLst>
                    <a:tab pos="274578" algn="l"/>
                  </a:tabLst>
                </a:pPr>
                <a:r>
                  <a:rPr lang="en-US" sz="975" b="1">
                    <a:solidFill>
                      <a:srgbClr val="000000"/>
                    </a:solidFill>
                    <a:latin typeface="Arial" charset="0"/>
                    <a:cs typeface="Arial" charset="0"/>
                    <a:sym typeface="Arial" charset="0"/>
                  </a:rPr>
                  <a:t>4</a:t>
                </a:r>
              </a:p>
            </p:txBody>
          </p:sp>
          <p:sp>
            <p:nvSpPr>
              <p:cNvPr id="129038" name="Rectangle 14"/>
              <p:cNvSpPr>
                <a:spLocks/>
              </p:cNvSpPr>
              <p:nvPr/>
            </p:nvSpPr>
            <p:spPr bwMode="auto">
              <a:xfrm>
                <a:off x="2045" y="0"/>
                <a:ext cx="161" cy="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60273">
                  <a:tabLst>
                    <a:tab pos="274578" algn="l"/>
                  </a:tabLst>
                </a:pPr>
                <a:r>
                  <a:rPr lang="en-US" sz="975" b="1">
                    <a:solidFill>
                      <a:srgbClr val="000000"/>
                    </a:solidFill>
                    <a:latin typeface="Arial" charset="0"/>
                    <a:cs typeface="Arial" charset="0"/>
                    <a:sym typeface="Arial" charset="0"/>
                  </a:rPr>
                  <a:t>5</a:t>
                </a:r>
              </a:p>
            </p:txBody>
          </p:sp>
          <p:sp>
            <p:nvSpPr>
              <p:cNvPr id="129039" name="Rectangle 15"/>
              <p:cNvSpPr>
                <a:spLocks/>
              </p:cNvSpPr>
              <p:nvPr/>
            </p:nvSpPr>
            <p:spPr bwMode="auto">
              <a:xfrm>
                <a:off x="2556" y="0"/>
                <a:ext cx="162" cy="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60273">
                  <a:tabLst>
                    <a:tab pos="274578" algn="l"/>
                  </a:tabLst>
                </a:pPr>
                <a:r>
                  <a:rPr lang="en-US" sz="975" b="1">
                    <a:solidFill>
                      <a:srgbClr val="000000"/>
                    </a:solidFill>
                    <a:latin typeface="Arial" charset="0"/>
                    <a:cs typeface="Arial" charset="0"/>
                    <a:sym typeface="Arial" charset="0"/>
                  </a:rPr>
                  <a:t>6</a:t>
                </a:r>
              </a:p>
            </p:txBody>
          </p:sp>
          <p:sp>
            <p:nvSpPr>
              <p:cNvPr id="129040" name="Rectangle 16"/>
              <p:cNvSpPr>
                <a:spLocks/>
              </p:cNvSpPr>
              <p:nvPr/>
            </p:nvSpPr>
            <p:spPr bwMode="auto">
              <a:xfrm>
                <a:off x="3068" y="0"/>
                <a:ext cx="162" cy="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60273">
                  <a:tabLst>
                    <a:tab pos="274578" algn="l"/>
                  </a:tabLst>
                </a:pPr>
                <a:r>
                  <a:rPr lang="en-US" sz="975" b="1">
                    <a:solidFill>
                      <a:srgbClr val="000000"/>
                    </a:solidFill>
                    <a:latin typeface="Arial" charset="0"/>
                    <a:cs typeface="Arial" charset="0"/>
                    <a:sym typeface="Arial" charset="0"/>
                  </a:rPr>
                  <a:t>7</a:t>
                </a:r>
              </a:p>
            </p:txBody>
          </p:sp>
        </p:grpSp>
        <p:grpSp>
          <p:nvGrpSpPr>
            <p:cNvPr id="129041" name="Group 17"/>
            <p:cNvGrpSpPr>
              <a:grpSpLocks/>
            </p:cNvGrpSpPr>
            <p:nvPr/>
          </p:nvGrpSpPr>
          <p:grpSpPr bwMode="auto">
            <a:xfrm>
              <a:off x="287" y="435"/>
              <a:ext cx="326" cy="2882"/>
              <a:chOff x="0" y="0"/>
              <a:chExt cx="325" cy="2882"/>
            </a:xfrm>
          </p:grpSpPr>
          <p:sp>
            <p:nvSpPr>
              <p:cNvPr id="129042" name="Rectangle 18"/>
              <p:cNvSpPr>
                <a:spLocks/>
              </p:cNvSpPr>
              <p:nvPr/>
            </p:nvSpPr>
            <p:spPr bwMode="auto">
              <a:xfrm>
                <a:off x="2" y="2644"/>
                <a:ext cx="323" cy="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60273">
                  <a:tabLst>
                    <a:tab pos="274578" algn="l"/>
                  </a:tabLst>
                </a:pPr>
                <a:r>
                  <a:rPr lang="en-US" sz="975" b="1">
                    <a:solidFill>
                      <a:srgbClr val="000000"/>
                    </a:solidFill>
                    <a:latin typeface="Arial" charset="0"/>
                    <a:cs typeface="Arial" charset="0"/>
                    <a:sym typeface="Arial" charset="0"/>
                  </a:rPr>
                  <a:t>40</a:t>
                </a:r>
              </a:p>
            </p:txBody>
          </p:sp>
          <p:sp>
            <p:nvSpPr>
              <p:cNvPr id="129043" name="Rectangle 19"/>
              <p:cNvSpPr>
                <a:spLocks/>
              </p:cNvSpPr>
              <p:nvPr/>
            </p:nvSpPr>
            <p:spPr bwMode="auto">
              <a:xfrm>
                <a:off x="0" y="2117"/>
                <a:ext cx="323" cy="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60273">
                  <a:tabLst>
                    <a:tab pos="274578" algn="l"/>
                  </a:tabLst>
                </a:pPr>
                <a:r>
                  <a:rPr lang="en-US" sz="975" b="1">
                    <a:solidFill>
                      <a:srgbClr val="000000"/>
                    </a:solidFill>
                    <a:latin typeface="Arial" charset="0"/>
                    <a:cs typeface="Arial" charset="0"/>
                    <a:sym typeface="Arial" charset="0"/>
                  </a:rPr>
                  <a:t>50</a:t>
                </a:r>
              </a:p>
            </p:txBody>
          </p:sp>
          <p:sp>
            <p:nvSpPr>
              <p:cNvPr id="129044" name="Rectangle 20"/>
              <p:cNvSpPr>
                <a:spLocks/>
              </p:cNvSpPr>
              <p:nvPr/>
            </p:nvSpPr>
            <p:spPr bwMode="auto">
              <a:xfrm>
                <a:off x="1" y="1581"/>
                <a:ext cx="323" cy="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60273">
                  <a:tabLst>
                    <a:tab pos="274578" algn="l"/>
                  </a:tabLst>
                </a:pPr>
                <a:r>
                  <a:rPr lang="en-US" sz="975" b="1">
                    <a:solidFill>
                      <a:srgbClr val="000000"/>
                    </a:solidFill>
                    <a:latin typeface="Arial" charset="0"/>
                    <a:cs typeface="Arial" charset="0"/>
                    <a:sym typeface="Arial" charset="0"/>
                  </a:rPr>
                  <a:t>60</a:t>
                </a:r>
              </a:p>
            </p:txBody>
          </p:sp>
          <p:sp>
            <p:nvSpPr>
              <p:cNvPr id="129045" name="Rectangle 21"/>
              <p:cNvSpPr>
                <a:spLocks/>
              </p:cNvSpPr>
              <p:nvPr/>
            </p:nvSpPr>
            <p:spPr bwMode="auto">
              <a:xfrm>
                <a:off x="2" y="1037"/>
                <a:ext cx="323" cy="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60273">
                  <a:tabLst>
                    <a:tab pos="274578" algn="l"/>
                  </a:tabLst>
                </a:pPr>
                <a:r>
                  <a:rPr lang="en-US" sz="975" b="1">
                    <a:solidFill>
                      <a:srgbClr val="000000"/>
                    </a:solidFill>
                    <a:latin typeface="Arial" charset="0"/>
                    <a:cs typeface="Arial" charset="0"/>
                    <a:sym typeface="Arial" charset="0"/>
                  </a:rPr>
                  <a:t>70</a:t>
                </a:r>
              </a:p>
            </p:txBody>
          </p:sp>
          <p:sp>
            <p:nvSpPr>
              <p:cNvPr id="129046" name="Rectangle 22"/>
              <p:cNvSpPr>
                <a:spLocks/>
              </p:cNvSpPr>
              <p:nvPr/>
            </p:nvSpPr>
            <p:spPr bwMode="auto">
              <a:xfrm>
                <a:off x="2" y="501"/>
                <a:ext cx="323" cy="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60273">
                  <a:tabLst>
                    <a:tab pos="274578" algn="l"/>
                  </a:tabLst>
                </a:pPr>
                <a:r>
                  <a:rPr lang="en-US" sz="975" b="1">
                    <a:solidFill>
                      <a:srgbClr val="000000"/>
                    </a:solidFill>
                    <a:latin typeface="Arial" charset="0"/>
                    <a:cs typeface="Arial" charset="0"/>
                    <a:sym typeface="Arial" charset="0"/>
                  </a:rPr>
                  <a:t>80</a:t>
                </a:r>
              </a:p>
            </p:txBody>
          </p:sp>
          <p:sp>
            <p:nvSpPr>
              <p:cNvPr id="129047" name="Rectangle 23"/>
              <p:cNvSpPr>
                <a:spLocks/>
              </p:cNvSpPr>
              <p:nvPr/>
            </p:nvSpPr>
            <p:spPr bwMode="auto">
              <a:xfrm>
                <a:off x="0" y="0"/>
                <a:ext cx="323" cy="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60273">
                  <a:tabLst>
                    <a:tab pos="274578" algn="l"/>
                  </a:tabLst>
                </a:pPr>
                <a:r>
                  <a:rPr lang="en-US" sz="975" b="1">
                    <a:solidFill>
                      <a:srgbClr val="000000"/>
                    </a:solidFill>
                    <a:latin typeface="Arial" charset="0"/>
                    <a:cs typeface="Arial" charset="0"/>
                    <a:sym typeface="Arial" charset="0"/>
                  </a:rPr>
                  <a:t>90</a:t>
                </a:r>
              </a:p>
            </p:txBody>
          </p:sp>
        </p:grpSp>
        <p:sp>
          <p:nvSpPr>
            <p:cNvPr id="129048" name="AutoShape 24"/>
            <p:cNvSpPr>
              <a:spLocks/>
            </p:cNvSpPr>
            <p:nvPr/>
          </p:nvSpPr>
          <p:spPr bwMode="auto">
            <a:xfrm>
              <a:off x="820" y="784"/>
              <a:ext cx="2936" cy="1944"/>
            </a:xfrm>
            <a:custGeom>
              <a:avLst/>
              <a:gdLst/>
              <a:ahLst/>
              <a:cxnLst/>
              <a:rect l="0" t="0" r="r" b="b"/>
              <a:pathLst>
                <a:path w="21600" h="21600">
                  <a:moveTo>
                    <a:pt x="0" y="21600"/>
                  </a:moveTo>
                  <a:cubicBezTo>
                    <a:pt x="216" y="20859"/>
                    <a:pt x="804" y="18785"/>
                    <a:pt x="1295" y="17156"/>
                  </a:cubicBezTo>
                  <a:cubicBezTo>
                    <a:pt x="1785" y="15526"/>
                    <a:pt x="2274" y="13648"/>
                    <a:pt x="2943" y="11822"/>
                  </a:cubicBezTo>
                  <a:cubicBezTo>
                    <a:pt x="3611" y="9996"/>
                    <a:pt x="4658" y="7588"/>
                    <a:pt x="5297" y="6222"/>
                  </a:cubicBezTo>
                  <a:cubicBezTo>
                    <a:pt x="5936" y="4856"/>
                    <a:pt x="6254" y="4347"/>
                    <a:pt x="6768" y="3644"/>
                  </a:cubicBezTo>
                  <a:cubicBezTo>
                    <a:pt x="7283" y="2942"/>
                    <a:pt x="7795" y="2491"/>
                    <a:pt x="8357" y="2044"/>
                  </a:cubicBezTo>
                  <a:cubicBezTo>
                    <a:pt x="8920" y="1598"/>
                    <a:pt x="9493" y="1260"/>
                    <a:pt x="10123" y="978"/>
                  </a:cubicBezTo>
                  <a:cubicBezTo>
                    <a:pt x="10753" y="695"/>
                    <a:pt x="11455" y="475"/>
                    <a:pt x="12124" y="356"/>
                  </a:cubicBezTo>
                  <a:cubicBezTo>
                    <a:pt x="12794" y="237"/>
                    <a:pt x="12301" y="178"/>
                    <a:pt x="16185" y="89"/>
                  </a:cubicBezTo>
                  <a:cubicBezTo>
                    <a:pt x="16774" y="75"/>
                    <a:pt x="16754" y="104"/>
                    <a:pt x="17657" y="89"/>
                  </a:cubicBezTo>
                  <a:cubicBezTo>
                    <a:pt x="18559" y="74"/>
                    <a:pt x="20943" y="15"/>
                    <a:pt x="21600" y="0"/>
                  </a:cubicBezTo>
                </a:path>
              </a:pathLst>
            </a:custGeom>
            <a:noFill/>
            <a:ln w="76200">
              <a:solidFill>
                <a:srgbClr val="FD1C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AU" sz="1350"/>
            </a:p>
          </p:txBody>
        </p:sp>
        <p:grpSp>
          <p:nvGrpSpPr>
            <p:cNvPr id="129049" name="Group 25"/>
            <p:cNvGrpSpPr>
              <a:grpSpLocks/>
            </p:cNvGrpSpPr>
            <p:nvPr/>
          </p:nvGrpSpPr>
          <p:grpSpPr bwMode="auto">
            <a:xfrm>
              <a:off x="636" y="544"/>
              <a:ext cx="121" cy="2680"/>
              <a:chOff x="0" y="0"/>
              <a:chExt cx="121" cy="2680"/>
            </a:xfrm>
          </p:grpSpPr>
          <p:sp>
            <p:nvSpPr>
              <p:cNvPr id="129050" name="Line 26"/>
              <p:cNvSpPr>
                <a:spLocks noChangeShapeType="1"/>
              </p:cNvSpPr>
              <p:nvPr/>
            </p:nvSpPr>
            <p:spPr bwMode="auto">
              <a:xfrm>
                <a:off x="0" y="0"/>
                <a:ext cx="121" cy="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AU" sz="1350"/>
              </a:p>
            </p:txBody>
          </p:sp>
          <p:sp>
            <p:nvSpPr>
              <p:cNvPr id="129051" name="Line 27"/>
              <p:cNvSpPr>
                <a:spLocks noChangeShapeType="1"/>
              </p:cNvSpPr>
              <p:nvPr/>
            </p:nvSpPr>
            <p:spPr bwMode="auto">
              <a:xfrm>
                <a:off x="0" y="536"/>
                <a:ext cx="121" cy="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AU" sz="1350"/>
              </a:p>
            </p:txBody>
          </p:sp>
          <p:sp>
            <p:nvSpPr>
              <p:cNvPr id="129052" name="Line 28"/>
              <p:cNvSpPr>
                <a:spLocks noChangeShapeType="1"/>
              </p:cNvSpPr>
              <p:nvPr/>
            </p:nvSpPr>
            <p:spPr bwMode="auto">
              <a:xfrm>
                <a:off x="0" y="1064"/>
                <a:ext cx="121" cy="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AU" sz="1350"/>
              </a:p>
            </p:txBody>
          </p:sp>
          <p:sp>
            <p:nvSpPr>
              <p:cNvPr id="129053" name="Line 29"/>
              <p:cNvSpPr>
                <a:spLocks noChangeShapeType="1"/>
              </p:cNvSpPr>
              <p:nvPr/>
            </p:nvSpPr>
            <p:spPr bwMode="auto">
              <a:xfrm>
                <a:off x="0" y="1600"/>
                <a:ext cx="121" cy="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AU" sz="1350"/>
              </a:p>
            </p:txBody>
          </p:sp>
          <p:sp>
            <p:nvSpPr>
              <p:cNvPr id="129054" name="Line 30"/>
              <p:cNvSpPr>
                <a:spLocks noChangeShapeType="1"/>
              </p:cNvSpPr>
              <p:nvPr/>
            </p:nvSpPr>
            <p:spPr bwMode="auto">
              <a:xfrm>
                <a:off x="0" y="2144"/>
                <a:ext cx="121" cy="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AU" sz="1350"/>
              </a:p>
            </p:txBody>
          </p:sp>
          <p:sp>
            <p:nvSpPr>
              <p:cNvPr id="129055" name="Line 31"/>
              <p:cNvSpPr>
                <a:spLocks noChangeShapeType="1"/>
              </p:cNvSpPr>
              <p:nvPr/>
            </p:nvSpPr>
            <p:spPr bwMode="auto">
              <a:xfrm>
                <a:off x="0" y="2680"/>
                <a:ext cx="121" cy="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AU" sz="1350"/>
              </a:p>
            </p:txBody>
          </p:sp>
        </p:grpSp>
        <p:grpSp>
          <p:nvGrpSpPr>
            <p:cNvPr id="129056" name="Group 32"/>
            <p:cNvGrpSpPr>
              <a:grpSpLocks/>
            </p:cNvGrpSpPr>
            <p:nvPr/>
          </p:nvGrpSpPr>
          <p:grpSpPr bwMode="auto">
            <a:xfrm>
              <a:off x="668" y="820"/>
              <a:ext cx="81" cy="2136"/>
              <a:chOff x="0" y="0"/>
              <a:chExt cx="80" cy="2136"/>
            </a:xfrm>
          </p:grpSpPr>
          <p:sp>
            <p:nvSpPr>
              <p:cNvPr id="129057" name="Line 33"/>
              <p:cNvSpPr>
                <a:spLocks noChangeShapeType="1"/>
              </p:cNvSpPr>
              <p:nvPr/>
            </p:nvSpPr>
            <p:spPr bwMode="auto">
              <a:xfrm>
                <a:off x="0" y="2136"/>
                <a:ext cx="80" cy="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AU" sz="1350"/>
              </a:p>
            </p:txBody>
          </p:sp>
          <p:sp>
            <p:nvSpPr>
              <p:cNvPr id="129058" name="Line 34"/>
              <p:cNvSpPr>
                <a:spLocks noChangeShapeType="1"/>
              </p:cNvSpPr>
              <p:nvPr/>
            </p:nvSpPr>
            <p:spPr bwMode="auto">
              <a:xfrm>
                <a:off x="0" y="1608"/>
                <a:ext cx="80" cy="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AU" sz="1350"/>
              </a:p>
            </p:txBody>
          </p:sp>
          <p:sp>
            <p:nvSpPr>
              <p:cNvPr id="129059" name="Line 35"/>
              <p:cNvSpPr>
                <a:spLocks noChangeShapeType="1"/>
              </p:cNvSpPr>
              <p:nvPr/>
            </p:nvSpPr>
            <p:spPr bwMode="auto">
              <a:xfrm>
                <a:off x="0" y="1064"/>
                <a:ext cx="80" cy="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AU" sz="1350"/>
              </a:p>
            </p:txBody>
          </p:sp>
          <p:sp>
            <p:nvSpPr>
              <p:cNvPr id="129060" name="Line 36"/>
              <p:cNvSpPr>
                <a:spLocks noChangeShapeType="1"/>
              </p:cNvSpPr>
              <p:nvPr/>
            </p:nvSpPr>
            <p:spPr bwMode="auto">
              <a:xfrm>
                <a:off x="0" y="536"/>
                <a:ext cx="80" cy="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AU" sz="1350"/>
              </a:p>
            </p:txBody>
          </p:sp>
          <p:sp>
            <p:nvSpPr>
              <p:cNvPr id="129061" name="Line 37"/>
              <p:cNvSpPr>
                <a:spLocks noChangeShapeType="1"/>
              </p:cNvSpPr>
              <p:nvPr/>
            </p:nvSpPr>
            <p:spPr bwMode="auto">
              <a:xfrm>
                <a:off x="0" y="0"/>
                <a:ext cx="80" cy="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AU" sz="1350"/>
              </a:p>
            </p:txBody>
          </p:sp>
        </p:grpSp>
        <p:grpSp>
          <p:nvGrpSpPr>
            <p:cNvPr id="129062" name="Group 38"/>
            <p:cNvGrpSpPr>
              <a:grpSpLocks/>
            </p:cNvGrpSpPr>
            <p:nvPr/>
          </p:nvGrpSpPr>
          <p:grpSpPr bwMode="auto">
            <a:xfrm>
              <a:off x="796" y="3207"/>
              <a:ext cx="3064" cy="121"/>
              <a:chOff x="0" y="0"/>
              <a:chExt cx="3064" cy="121"/>
            </a:xfrm>
          </p:grpSpPr>
          <p:sp>
            <p:nvSpPr>
              <p:cNvPr id="129063" name="Line 39"/>
              <p:cNvSpPr>
                <a:spLocks noChangeShapeType="1"/>
              </p:cNvSpPr>
              <p:nvPr/>
            </p:nvSpPr>
            <p:spPr bwMode="auto">
              <a:xfrm rot="10800000">
                <a:off x="0" y="0"/>
                <a:ext cx="0" cy="121"/>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AU" sz="1350"/>
              </a:p>
            </p:txBody>
          </p:sp>
          <p:sp>
            <p:nvSpPr>
              <p:cNvPr id="129064" name="Line 40"/>
              <p:cNvSpPr>
                <a:spLocks noChangeShapeType="1"/>
              </p:cNvSpPr>
              <p:nvPr/>
            </p:nvSpPr>
            <p:spPr bwMode="auto">
              <a:xfrm rot="10800000" flipH="1">
                <a:off x="512" y="0"/>
                <a:ext cx="0" cy="121"/>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AU" sz="1350"/>
              </a:p>
            </p:txBody>
          </p:sp>
          <p:sp>
            <p:nvSpPr>
              <p:cNvPr id="129065" name="Line 41"/>
              <p:cNvSpPr>
                <a:spLocks noChangeShapeType="1"/>
              </p:cNvSpPr>
              <p:nvPr/>
            </p:nvSpPr>
            <p:spPr bwMode="auto">
              <a:xfrm rot="10800000" flipH="1">
                <a:off x="1024" y="0"/>
                <a:ext cx="0" cy="121"/>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AU" sz="1350"/>
              </a:p>
            </p:txBody>
          </p:sp>
          <p:sp>
            <p:nvSpPr>
              <p:cNvPr id="129066" name="Line 42"/>
              <p:cNvSpPr>
                <a:spLocks noChangeShapeType="1"/>
              </p:cNvSpPr>
              <p:nvPr/>
            </p:nvSpPr>
            <p:spPr bwMode="auto">
              <a:xfrm rot="10800000" flipH="1">
                <a:off x="1536" y="0"/>
                <a:ext cx="0" cy="121"/>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AU" sz="1350"/>
              </a:p>
            </p:txBody>
          </p:sp>
          <p:sp>
            <p:nvSpPr>
              <p:cNvPr id="129067" name="Line 43"/>
              <p:cNvSpPr>
                <a:spLocks noChangeShapeType="1"/>
              </p:cNvSpPr>
              <p:nvPr/>
            </p:nvSpPr>
            <p:spPr bwMode="auto">
              <a:xfrm rot="10800000" flipH="1">
                <a:off x="2048" y="0"/>
                <a:ext cx="0" cy="121"/>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AU" sz="1350"/>
              </a:p>
            </p:txBody>
          </p:sp>
          <p:sp>
            <p:nvSpPr>
              <p:cNvPr id="129068" name="Line 44"/>
              <p:cNvSpPr>
                <a:spLocks noChangeShapeType="1"/>
              </p:cNvSpPr>
              <p:nvPr/>
            </p:nvSpPr>
            <p:spPr bwMode="auto">
              <a:xfrm rot="10800000" flipH="1">
                <a:off x="2544" y="0"/>
                <a:ext cx="0" cy="121"/>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AU" sz="1350"/>
              </a:p>
            </p:txBody>
          </p:sp>
          <p:sp>
            <p:nvSpPr>
              <p:cNvPr id="129069" name="Line 45"/>
              <p:cNvSpPr>
                <a:spLocks noChangeShapeType="1"/>
              </p:cNvSpPr>
              <p:nvPr/>
            </p:nvSpPr>
            <p:spPr bwMode="auto">
              <a:xfrm rot="10800000" flipH="1">
                <a:off x="3064" y="0"/>
                <a:ext cx="0" cy="121"/>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AU" sz="1350"/>
              </a:p>
            </p:txBody>
          </p:sp>
        </p:grpSp>
        <p:pic>
          <p:nvPicPr>
            <p:cNvPr id="129070" name="Picture 4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36" y="896"/>
              <a:ext cx="2592" cy="25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pic>
      </p:grpSp>
    </p:spTree>
    <p:extLst>
      <p:ext uri="{BB962C8B-B14F-4D97-AF65-F5344CB8AC3E}">
        <p14:creationId xmlns:p14="http://schemas.microsoft.com/office/powerpoint/2010/main" val="1520588074"/>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130050" name="Group 2"/>
          <p:cNvGrpSpPr>
            <a:grpSpLocks/>
          </p:cNvGrpSpPr>
          <p:nvPr/>
        </p:nvGrpSpPr>
        <p:grpSpPr bwMode="auto">
          <a:xfrm>
            <a:off x="5017675" y="1982625"/>
            <a:ext cx="3380444" cy="3932133"/>
            <a:chOff x="-3" y="0"/>
            <a:chExt cx="4038" cy="4697"/>
          </a:xfrm>
        </p:grpSpPr>
        <p:sp>
          <p:nvSpPr>
            <p:cNvPr id="130051" name="Rectangle 3"/>
            <p:cNvSpPr>
              <a:spLocks/>
            </p:cNvSpPr>
            <p:nvPr/>
          </p:nvSpPr>
          <p:spPr bwMode="auto">
            <a:xfrm>
              <a:off x="745" y="464"/>
              <a:ext cx="3152" cy="2672"/>
            </a:xfrm>
            <a:prstGeom prst="rect">
              <a:avLst/>
            </a:prstGeom>
            <a:solidFill>
              <a:srgbClr val="FECB63"/>
            </a:solidFill>
            <a:ln w="38100">
              <a:solidFill>
                <a:srgbClr val="000000"/>
              </a:solidFill>
              <a:miter lim="800000"/>
              <a:headEnd/>
              <a:tailEnd/>
            </a:ln>
          </p:spPr>
          <p:txBody>
            <a:bodyPr/>
            <a:lstStyle/>
            <a:p>
              <a:endParaRPr lang="en-AU" sz="1350"/>
            </a:p>
          </p:txBody>
        </p:sp>
        <p:grpSp>
          <p:nvGrpSpPr>
            <p:cNvPr id="130052" name="Group 4"/>
            <p:cNvGrpSpPr>
              <a:grpSpLocks/>
            </p:cNvGrpSpPr>
            <p:nvPr/>
          </p:nvGrpSpPr>
          <p:grpSpPr bwMode="auto">
            <a:xfrm>
              <a:off x="-3" y="0"/>
              <a:ext cx="4038" cy="4697"/>
              <a:chOff x="-3" y="0"/>
              <a:chExt cx="4038" cy="4697"/>
            </a:xfrm>
          </p:grpSpPr>
          <p:sp>
            <p:nvSpPr>
              <p:cNvPr id="130053" name="Rectangle 5"/>
              <p:cNvSpPr>
                <a:spLocks/>
              </p:cNvSpPr>
              <p:nvPr/>
            </p:nvSpPr>
            <p:spPr bwMode="auto">
              <a:xfrm>
                <a:off x="753" y="0"/>
                <a:ext cx="3208" cy="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60273" algn="ctr">
                  <a:tabLst>
                    <a:tab pos="274578" algn="l"/>
                  </a:tabLst>
                </a:pPr>
                <a:r>
                  <a:rPr lang="en-US" sz="1125" b="1">
                    <a:solidFill>
                      <a:srgbClr val="000000"/>
                    </a:solidFill>
                    <a:latin typeface="Arial" charset="0"/>
                    <a:cs typeface="Arial" charset="0"/>
                    <a:sym typeface="Arial" charset="0"/>
                  </a:rPr>
                  <a:t>Light intensity, CO</a:t>
                </a:r>
                <a:r>
                  <a:rPr lang="en-US" sz="1125" b="1" baseline="-6000">
                    <a:solidFill>
                      <a:srgbClr val="000000"/>
                    </a:solidFill>
                    <a:latin typeface="Arial" charset="0"/>
                    <a:cs typeface="Arial" charset="0"/>
                    <a:sym typeface="Arial" charset="0"/>
                  </a:rPr>
                  <a:t>2</a:t>
                </a:r>
                <a:r>
                  <a:rPr lang="en-US" sz="1125" b="1">
                    <a:solidFill>
                      <a:srgbClr val="000000"/>
                    </a:solidFill>
                    <a:latin typeface="Arial" charset="0"/>
                    <a:cs typeface="Arial" charset="0"/>
                    <a:sym typeface="Arial" charset="0"/>
                  </a:rPr>
                  <a:t>, and temperature vs photosynthetic rate</a:t>
                </a:r>
              </a:p>
            </p:txBody>
          </p:sp>
          <p:grpSp>
            <p:nvGrpSpPr>
              <p:cNvPr id="130054" name="Group 6"/>
              <p:cNvGrpSpPr>
                <a:grpSpLocks/>
              </p:cNvGrpSpPr>
              <p:nvPr/>
            </p:nvGrpSpPr>
            <p:grpSpPr bwMode="auto">
              <a:xfrm>
                <a:off x="641" y="704"/>
                <a:ext cx="121" cy="2208"/>
                <a:chOff x="0" y="0"/>
                <a:chExt cx="121" cy="2208"/>
              </a:xfrm>
            </p:grpSpPr>
            <p:sp>
              <p:nvSpPr>
                <p:cNvPr id="130055" name="Line 7"/>
                <p:cNvSpPr>
                  <a:spLocks noChangeShapeType="1"/>
                </p:cNvSpPr>
                <p:nvPr/>
              </p:nvSpPr>
              <p:spPr bwMode="auto">
                <a:xfrm>
                  <a:off x="0" y="0"/>
                  <a:ext cx="121"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AU" sz="1350"/>
                </a:p>
              </p:txBody>
            </p:sp>
            <p:sp>
              <p:nvSpPr>
                <p:cNvPr id="130056" name="Line 8"/>
                <p:cNvSpPr>
                  <a:spLocks noChangeShapeType="1"/>
                </p:cNvSpPr>
                <p:nvPr/>
              </p:nvSpPr>
              <p:spPr bwMode="auto">
                <a:xfrm>
                  <a:off x="0" y="440"/>
                  <a:ext cx="121"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AU" sz="1350"/>
                </a:p>
              </p:txBody>
            </p:sp>
            <p:sp>
              <p:nvSpPr>
                <p:cNvPr id="130057" name="Line 9"/>
                <p:cNvSpPr>
                  <a:spLocks noChangeShapeType="1"/>
                </p:cNvSpPr>
                <p:nvPr/>
              </p:nvSpPr>
              <p:spPr bwMode="auto">
                <a:xfrm>
                  <a:off x="0" y="888"/>
                  <a:ext cx="121"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AU" sz="1350"/>
                </a:p>
              </p:txBody>
            </p:sp>
            <p:sp>
              <p:nvSpPr>
                <p:cNvPr id="130058" name="Line 10"/>
                <p:cNvSpPr>
                  <a:spLocks noChangeShapeType="1"/>
                </p:cNvSpPr>
                <p:nvPr/>
              </p:nvSpPr>
              <p:spPr bwMode="auto">
                <a:xfrm>
                  <a:off x="0" y="1328"/>
                  <a:ext cx="121"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AU" sz="1350"/>
                </a:p>
              </p:txBody>
            </p:sp>
            <p:sp>
              <p:nvSpPr>
                <p:cNvPr id="130059" name="Line 11"/>
                <p:cNvSpPr>
                  <a:spLocks noChangeShapeType="1"/>
                </p:cNvSpPr>
                <p:nvPr/>
              </p:nvSpPr>
              <p:spPr bwMode="auto">
                <a:xfrm>
                  <a:off x="0" y="1768"/>
                  <a:ext cx="121"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AU" sz="1350"/>
                </a:p>
              </p:txBody>
            </p:sp>
            <p:sp>
              <p:nvSpPr>
                <p:cNvPr id="130060" name="Line 12"/>
                <p:cNvSpPr>
                  <a:spLocks noChangeShapeType="1"/>
                </p:cNvSpPr>
                <p:nvPr/>
              </p:nvSpPr>
              <p:spPr bwMode="auto">
                <a:xfrm>
                  <a:off x="0" y="2208"/>
                  <a:ext cx="121"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AU" sz="1350"/>
                </a:p>
              </p:txBody>
            </p:sp>
          </p:grpSp>
          <p:grpSp>
            <p:nvGrpSpPr>
              <p:cNvPr id="130061" name="Group 13"/>
              <p:cNvGrpSpPr>
                <a:grpSpLocks/>
              </p:cNvGrpSpPr>
              <p:nvPr/>
            </p:nvGrpSpPr>
            <p:grpSpPr bwMode="auto">
              <a:xfrm>
                <a:off x="749" y="3155"/>
                <a:ext cx="3160" cy="121"/>
                <a:chOff x="0" y="0"/>
                <a:chExt cx="3160" cy="121"/>
              </a:xfrm>
            </p:grpSpPr>
            <p:sp>
              <p:nvSpPr>
                <p:cNvPr id="130062" name="Line 14"/>
                <p:cNvSpPr>
                  <a:spLocks noChangeShapeType="1"/>
                </p:cNvSpPr>
                <p:nvPr/>
              </p:nvSpPr>
              <p:spPr bwMode="auto">
                <a:xfrm rot="10800000">
                  <a:off x="0" y="0"/>
                  <a:ext cx="0" cy="12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AU" sz="1350"/>
                </a:p>
              </p:txBody>
            </p:sp>
            <p:sp>
              <p:nvSpPr>
                <p:cNvPr id="130063" name="Line 15"/>
                <p:cNvSpPr>
                  <a:spLocks noChangeShapeType="1"/>
                </p:cNvSpPr>
                <p:nvPr/>
              </p:nvSpPr>
              <p:spPr bwMode="auto">
                <a:xfrm rot="10800000" flipH="1">
                  <a:off x="528" y="0"/>
                  <a:ext cx="0" cy="12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AU" sz="1350"/>
                </a:p>
              </p:txBody>
            </p:sp>
            <p:sp>
              <p:nvSpPr>
                <p:cNvPr id="130064" name="Line 16"/>
                <p:cNvSpPr>
                  <a:spLocks noChangeShapeType="1"/>
                </p:cNvSpPr>
                <p:nvPr/>
              </p:nvSpPr>
              <p:spPr bwMode="auto">
                <a:xfrm rot="10800000" flipH="1">
                  <a:off x="1056" y="0"/>
                  <a:ext cx="0" cy="12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AU" sz="1350"/>
                </a:p>
              </p:txBody>
            </p:sp>
            <p:sp>
              <p:nvSpPr>
                <p:cNvPr id="130065" name="Line 17"/>
                <p:cNvSpPr>
                  <a:spLocks noChangeShapeType="1"/>
                </p:cNvSpPr>
                <p:nvPr/>
              </p:nvSpPr>
              <p:spPr bwMode="auto">
                <a:xfrm rot="10800000" flipH="1">
                  <a:off x="1576" y="0"/>
                  <a:ext cx="0" cy="12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AU" sz="1350"/>
                </a:p>
              </p:txBody>
            </p:sp>
            <p:sp>
              <p:nvSpPr>
                <p:cNvPr id="130066" name="Line 18"/>
                <p:cNvSpPr>
                  <a:spLocks noChangeShapeType="1"/>
                </p:cNvSpPr>
                <p:nvPr/>
              </p:nvSpPr>
              <p:spPr bwMode="auto">
                <a:xfrm rot="10800000" flipH="1">
                  <a:off x="2104" y="0"/>
                  <a:ext cx="0" cy="12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AU" sz="1350"/>
                </a:p>
              </p:txBody>
            </p:sp>
            <p:sp>
              <p:nvSpPr>
                <p:cNvPr id="130067" name="Line 19"/>
                <p:cNvSpPr>
                  <a:spLocks noChangeShapeType="1"/>
                </p:cNvSpPr>
                <p:nvPr/>
              </p:nvSpPr>
              <p:spPr bwMode="auto">
                <a:xfrm rot="10800000" flipH="1">
                  <a:off x="2632" y="0"/>
                  <a:ext cx="0" cy="12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AU" sz="1350"/>
                </a:p>
              </p:txBody>
            </p:sp>
            <p:sp>
              <p:nvSpPr>
                <p:cNvPr id="130068" name="Line 20"/>
                <p:cNvSpPr>
                  <a:spLocks noChangeShapeType="1"/>
                </p:cNvSpPr>
                <p:nvPr/>
              </p:nvSpPr>
              <p:spPr bwMode="auto">
                <a:xfrm rot="10800000" flipH="1">
                  <a:off x="3160" y="0"/>
                  <a:ext cx="0" cy="12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AU" sz="1350"/>
                </a:p>
              </p:txBody>
            </p:sp>
          </p:grpSp>
          <p:sp>
            <p:nvSpPr>
              <p:cNvPr id="130069" name="Rectangle 21"/>
              <p:cNvSpPr>
                <a:spLocks/>
              </p:cNvSpPr>
              <p:nvPr/>
            </p:nvSpPr>
            <p:spPr bwMode="auto">
              <a:xfrm rot="16200000">
                <a:off x="-1320" y="1811"/>
                <a:ext cx="2813"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60273">
                  <a:tabLst>
                    <a:tab pos="274578" algn="l"/>
                  </a:tabLst>
                </a:pPr>
                <a:r>
                  <a:rPr lang="en-US" sz="975">
                    <a:solidFill>
                      <a:srgbClr val="000000"/>
                    </a:solidFill>
                    <a:latin typeface="Arial" charset="0"/>
                    <a:cs typeface="Arial" charset="0"/>
                    <a:sym typeface="Arial" charset="0"/>
                  </a:rPr>
                  <a:t>Rate of photosynthesis (mm</a:t>
                </a:r>
                <a:r>
                  <a:rPr lang="en-US" sz="975" baseline="32000">
                    <a:solidFill>
                      <a:srgbClr val="000000"/>
                    </a:solidFill>
                    <a:latin typeface="Arial" charset="0"/>
                    <a:cs typeface="Arial" charset="0"/>
                    <a:sym typeface="Arial" charset="0"/>
                  </a:rPr>
                  <a:t>3</a:t>
                </a:r>
                <a:r>
                  <a:rPr lang="en-US" sz="975">
                    <a:solidFill>
                      <a:srgbClr val="000000"/>
                    </a:solidFill>
                    <a:latin typeface="Arial" charset="0"/>
                    <a:cs typeface="Arial" charset="0"/>
                    <a:sym typeface="Arial" charset="0"/>
                  </a:rPr>
                  <a:t>CO</a:t>
                </a:r>
                <a:r>
                  <a:rPr lang="en-US" sz="975" baseline="-6000">
                    <a:solidFill>
                      <a:srgbClr val="000000"/>
                    </a:solidFill>
                    <a:latin typeface="Arial" charset="0"/>
                    <a:cs typeface="Arial" charset="0"/>
                    <a:sym typeface="Arial" charset="0"/>
                  </a:rPr>
                  <a:t>2</a:t>
                </a:r>
                <a:r>
                  <a:rPr lang="en-US" sz="975">
                    <a:solidFill>
                      <a:srgbClr val="000000"/>
                    </a:solidFill>
                    <a:latin typeface="Arial" charset="0"/>
                    <a:cs typeface="Arial" charset="0"/>
                    <a:sym typeface="Arial" charset="0"/>
                  </a:rPr>
                  <a:t> cm</a:t>
                </a:r>
                <a:r>
                  <a:rPr lang="en-US" sz="975" baseline="32000">
                    <a:solidFill>
                      <a:srgbClr val="000000"/>
                    </a:solidFill>
                    <a:latin typeface="Arial" charset="0"/>
                    <a:cs typeface="Arial" charset="0"/>
                    <a:sym typeface="Arial" charset="0"/>
                  </a:rPr>
                  <a:t>-2</a:t>
                </a:r>
                <a:r>
                  <a:rPr lang="en-US" sz="975">
                    <a:solidFill>
                      <a:srgbClr val="000000"/>
                    </a:solidFill>
                    <a:latin typeface="Arial" charset="0"/>
                    <a:cs typeface="Arial" charset="0"/>
                    <a:sym typeface="Arial" charset="0"/>
                  </a:rPr>
                  <a:t>h</a:t>
                </a:r>
                <a:r>
                  <a:rPr lang="en-US" sz="975" baseline="32000">
                    <a:solidFill>
                      <a:srgbClr val="000000"/>
                    </a:solidFill>
                    <a:latin typeface="Arial" charset="0"/>
                    <a:cs typeface="Arial" charset="0"/>
                    <a:sym typeface="Arial" charset="0"/>
                  </a:rPr>
                  <a:t>-1</a:t>
                </a:r>
                <a:r>
                  <a:rPr lang="en-US" sz="975">
                    <a:solidFill>
                      <a:srgbClr val="000000"/>
                    </a:solidFill>
                    <a:latin typeface="Arial" charset="0"/>
                    <a:cs typeface="Arial" charset="0"/>
                    <a:sym typeface="Arial" charset="0"/>
                  </a:rPr>
                  <a:t>)</a:t>
                </a:r>
              </a:p>
            </p:txBody>
          </p:sp>
          <p:sp>
            <p:nvSpPr>
              <p:cNvPr id="130070" name="Rectangle 22"/>
              <p:cNvSpPr>
                <a:spLocks/>
              </p:cNvSpPr>
              <p:nvPr/>
            </p:nvSpPr>
            <p:spPr bwMode="auto">
              <a:xfrm>
                <a:off x="1092" y="3579"/>
                <a:ext cx="2556"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60273">
                  <a:tabLst>
                    <a:tab pos="274578" algn="l"/>
                  </a:tabLst>
                </a:pPr>
                <a:r>
                  <a:rPr lang="en-US" sz="975">
                    <a:solidFill>
                      <a:srgbClr val="000000"/>
                    </a:solidFill>
                    <a:latin typeface="Arial" charset="0"/>
                    <a:cs typeface="Arial" charset="0"/>
                    <a:sym typeface="Arial" charset="0"/>
                  </a:rPr>
                  <a:t>Units of light intensity (arbitrary scale)</a:t>
                </a:r>
              </a:p>
            </p:txBody>
          </p:sp>
          <p:grpSp>
            <p:nvGrpSpPr>
              <p:cNvPr id="130071" name="Group 23"/>
              <p:cNvGrpSpPr>
                <a:grpSpLocks/>
              </p:cNvGrpSpPr>
              <p:nvPr/>
            </p:nvGrpSpPr>
            <p:grpSpPr bwMode="auto">
              <a:xfrm>
                <a:off x="684" y="3324"/>
                <a:ext cx="3351" cy="239"/>
                <a:chOff x="0" y="0"/>
                <a:chExt cx="3350" cy="238"/>
              </a:xfrm>
            </p:grpSpPr>
            <p:sp>
              <p:nvSpPr>
                <p:cNvPr id="130072" name="Rectangle 24"/>
                <p:cNvSpPr>
                  <a:spLocks/>
                </p:cNvSpPr>
                <p:nvPr/>
              </p:nvSpPr>
              <p:spPr bwMode="auto">
                <a:xfrm>
                  <a:off x="0" y="0"/>
                  <a:ext cx="161"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60273">
                    <a:tabLst>
                      <a:tab pos="274578" algn="l"/>
                    </a:tabLst>
                  </a:pPr>
                  <a:r>
                    <a:rPr lang="en-US" sz="975" b="1">
                      <a:solidFill>
                        <a:srgbClr val="000000"/>
                      </a:solidFill>
                      <a:latin typeface="Arial" charset="0"/>
                      <a:cs typeface="Arial" charset="0"/>
                      <a:sym typeface="Arial" charset="0"/>
                    </a:rPr>
                    <a:t>1</a:t>
                  </a:r>
                </a:p>
              </p:txBody>
            </p:sp>
            <p:sp>
              <p:nvSpPr>
                <p:cNvPr id="130073" name="Rectangle 25"/>
                <p:cNvSpPr>
                  <a:spLocks/>
                </p:cNvSpPr>
                <p:nvPr/>
              </p:nvSpPr>
              <p:spPr bwMode="auto">
                <a:xfrm>
                  <a:off x="552" y="0"/>
                  <a:ext cx="162"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60273">
                    <a:tabLst>
                      <a:tab pos="274578" algn="l"/>
                    </a:tabLst>
                  </a:pPr>
                  <a:r>
                    <a:rPr lang="en-US" sz="975" b="1">
                      <a:solidFill>
                        <a:srgbClr val="000000"/>
                      </a:solidFill>
                      <a:latin typeface="Arial" charset="0"/>
                      <a:cs typeface="Arial" charset="0"/>
                      <a:sym typeface="Arial" charset="0"/>
                    </a:rPr>
                    <a:t>2</a:t>
                  </a:r>
                </a:p>
              </p:txBody>
            </p:sp>
            <p:sp>
              <p:nvSpPr>
                <p:cNvPr id="130074" name="Rectangle 26"/>
                <p:cNvSpPr>
                  <a:spLocks/>
                </p:cNvSpPr>
                <p:nvPr/>
              </p:nvSpPr>
              <p:spPr bwMode="auto">
                <a:xfrm>
                  <a:off x="1079" y="0"/>
                  <a:ext cx="162"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60273">
                    <a:tabLst>
                      <a:tab pos="274578" algn="l"/>
                    </a:tabLst>
                  </a:pPr>
                  <a:r>
                    <a:rPr lang="en-US" sz="975" b="1">
                      <a:solidFill>
                        <a:srgbClr val="000000"/>
                      </a:solidFill>
                      <a:latin typeface="Arial" charset="0"/>
                      <a:cs typeface="Arial" charset="0"/>
                      <a:sym typeface="Arial" charset="0"/>
                    </a:rPr>
                    <a:t>3</a:t>
                  </a:r>
                </a:p>
              </p:txBody>
            </p:sp>
            <p:sp>
              <p:nvSpPr>
                <p:cNvPr id="130075" name="Rectangle 27"/>
                <p:cNvSpPr>
                  <a:spLocks/>
                </p:cNvSpPr>
                <p:nvPr/>
              </p:nvSpPr>
              <p:spPr bwMode="auto">
                <a:xfrm>
                  <a:off x="1598" y="0"/>
                  <a:ext cx="162"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60273">
                    <a:tabLst>
                      <a:tab pos="274578" algn="l"/>
                    </a:tabLst>
                  </a:pPr>
                  <a:r>
                    <a:rPr lang="en-US" sz="975" b="1" dirty="0">
                      <a:solidFill>
                        <a:srgbClr val="000000"/>
                      </a:solidFill>
                      <a:latin typeface="Arial" charset="0"/>
                      <a:cs typeface="Arial" charset="0"/>
                      <a:sym typeface="Arial" charset="0"/>
                    </a:rPr>
                    <a:t>4</a:t>
                  </a:r>
                </a:p>
              </p:txBody>
            </p:sp>
            <p:sp>
              <p:nvSpPr>
                <p:cNvPr id="130076" name="Rectangle 28"/>
                <p:cNvSpPr>
                  <a:spLocks/>
                </p:cNvSpPr>
                <p:nvPr/>
              </p:nvSpPr>
              <p:spPr bwMode="auto">
                <a:xfrm>
                  <a:off x="2117" y="0"/>
                  <a:ext cx="161"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60273">
                    <a:tabLst>
                      <a:tab pos="274578" algn="l"/>
                    </a:tabLst>
                  </a:pPr>
                  <a:r>
                    <a:rPr lang="en-US" sz="975" b="1">
                      <a:solidFill>
                        <a:srgbClr val="000000"/>
                      </a:solidFill>
                      <a:latin typeface="Arial" charset="0"/>
                      <a:cs typeface="Arial" charset="0"/>
                      <a:sym typeface="Arial" charset="0"/>
                    </a:rPr>
                    <a:t>5</a:t>
                  </a:r>
                </a:p>
              </p:txBody>
            </p:sp>
            <p:sp>
              <p:nvSpPr>
                <p:cNvPr id="130077" name="Rectangle 29"/>
                <p:cNvSpPr>
                  <a:spLocks/>
                </p:cNvSpPr>
                <p:nvPr/>
              </p:nvSpPr>
              <p:spPr bwMode="auto">
                <a:xfrm>
                  <a:off x="2652" y="0"/>
                  <a:ext cx="162"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60273">
                    <a:tabLst>
                      <a:tab pos="274578" algn="l"/>
                    </a:tabLst>
                  </a:pPr>
                  <a:r>
                    <a:rPr lang="en-US" sz="975" b="1">
                      <a:solidFill>
                        <a:srgbClr val="000000"/>
                      </a:solidFill>
                      <a:latin typeface="Arial" charset="0"/>
                      <a:cs typeface="Arial" charset="0"/>
                      <a:sym typeface="Arial" charset="0"/>
                    </a:rPr>
                    <a:t>6</a:t>
                  </a:r>
                </a:p>
              </p:txBody>
            </p:sp>
            <p:sp>
              <p:nvSpPr>
                <p:cNvPr id="130078" name="Rectangle 30"/>
                <p:cNvSpPr>
                  <a:spLocks/>
                </p:cNvSpPr>
                <p:nvPr/>
              </p:nvSpPr>
              <p:spPr bwMode="auto">
                <a:xfrm>
                  <a:off x="3188" y="0"/>
                  <a:ext cx="162"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60273">
                    <a:tabLst>
                      <a:tab pos="274578" algn="l"/>
                    </a:tabLst>
                  </a:pPr>
                  <a:r>
                    <a:rPr lang="en-US" sz="975" b="1">
                      <a:solidFill>
                        <a:srgbClr val="000000"/>
                      </a:solidFill>
                      <a:latin typeface="Arial" charset="0"/>
                      <a:cs typeface="Arial" charset="0"/>
                      <a:sym typeface="Arial" charset="0"/>
                    </a:rPr>
                    <a:t>7</a:t>
                  </a:r>
                </a:p>
              </p:txBody>
            </p:sp>
          </p:grpSp>
          <p:grpSp>
            <p:nvGrpSpPr>
              <p:cNvPr id="130079" name="Group 31"/>
              <p:cNvGrpSpPr>
                <a:grpSpLocks/>
              </p:cNvGrpSpPr>
              <p:nvPr/>
            </p:nvGrpSpPr>
            <p:grpSpPr bwMode="auto">
              <a:xfrm>
                <a:off x="244" y="571"/>
                <a:ext cx="440" cy="2464"/>
                <a:chOff x="0" y="0"/>
                <a:chExt cx="440" cy="2464"/>
              </a:xfrm>
            </p:grpSpPr>
            <p:sp>
              <p:nvSpPr>
                <p:cNvPr id="130080" name="Rectangle 32"/>
                <p:cNvSpPr>
                  <a:spLocks/>
                </p:cNvSpPr>
                <p:nvPr/>
              </p:nvSpPr>
              <p:spPr bwMode="auto">
                <a:xfrm flipH="1">
                  <a:off x="40" y="2224"/>
                  <a:ext cx="368"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60273">
                    <a:tabLst>
                      <a:tab pos="274578" algn="l"/>
                    </a:tabLst>
                  </a:pPr>
                  <a:r>
                    <a:rPr lang="en-US" sz="975" b="1">
                      <a:solidFill>
                        <a:srgbClr val="000000"/>
                      </a:solidFill>
                      <a:latin typeface="Arial" charset="0"/>
                      <a:cs typeface="Arial" charset="0"/>
                      <a:sym typeface="Arial" charset="0"/>
                    </a:rPr>
                    <a:t>40</a:t>
                  </a:r>
                </a:p>
              </p:txBody>
            </p:sp>
            <p:sp>
              <p:nvSpPr>
                <p:cNvPr id="130081" name="Rectangle 33"/>
                <p:cNvSpPr>
                  <a:spLocks/>
                </p:cNvSpPr>
                <p:nvPr/>
              </p:nvSpPr>
              <p:spPr bwMode="auto">
                <a:xfrm flipH="1">
                  <a:off x="40" y="1800"/>
                  <a:ext cx="368"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60273">
                    <a:tabLst>
                      <a:tab pos="274578" algn="l"/>
                    </a:tabLst>
                  </a:pPr>
                  <a:r>
                    <a:rPr lang="en-US" sz="975" b="1">
                      <a:solidFill>
                        <a:srgbClr val="000000"/>
                      </a:solidFill>
                      <a:latin typeface="Arial" charset="0"/>
                      <a:cs typeface="Arial" charset="0"/>
                      <a:sym typeface="Arial" charset="0"/>
                    </a:rPr>
                    <a:t>80</a:t>
                  </a:r>
                </a:p>
              </p:txBody>
            </p:sp>
            <p:sp>
              <p:nvSpPr>
                <p:cNvPr id="130082" name="Rectangle 34"/>
                <p:cNvSpPr>
                  <a:spLocks/>
                </p:cNvSpPr>
                <p:nvPr/>
              </p:nvSpPr>
              <p:spPr bwMode="auto">
                <a:xfrm flipH="1">
                  <a:off x="0" y="1344"/>
                  <a:ext cx="440"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60273">
                    <a:tabLst>
                      <a:tab pos="274578" algn="l"/>
                    </a:tabLst>
                  </a:pPr>
                  <a:r>
                    <a:rPr lang="en-US" sz="975" b="1">
                      <a:solidFill>
                        <a:srgbClr val="000000"/>
                      </a:solidFill>
                      <a:latin typeface="Arial" charset="0"/>
                      <a:cs typeface="Arial" charset="0"/>
                      <a:sym typeface="Arial" charset="0"/>
                    </a:rPr>
                    <a:t>120</a:t>
                  </a:r>
                </a:p>
              </p:txBody>
            </p:sp>
            <p:sp>
              <p:nvSpPr>
                <p:cNvPr id="130083" name="Rectangle 35"/>
                <p:cNvSpPr>
                  <a:spLocks/>
                </p:cNvSpPr>
                <p:nvPr/>
              </p:nvSpPr>
              <p:spPr bwMode="auto">
                <a:xfrm flipH="1">
                  <a:off x="0" y="880"/>
                  <a:ext cx="440"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60273">
                    <a:tabLst>
                      <a:tab pos="274578" algn="l"/>
                    </a:tabLst>
                  </a:pPr>
                  <a:r>
                    <a:rPr lang="en-US" sz="975" b="1">
                      <a:solidFill>
                        <a:srgbClr val="000000"/>
                      </a:solidFill>
                      <a:latin typeface="Arial" charset="0"/>
                      <a:cs typeface="Arial" charset="0"/>
                      <a:sym typeface="Arial" charset="0"/>
                    </a:rPr>
                    <a:t>160</a:t>
                  </a:r>
                </a:p>
              </p:txBody>
            </p:sp>
            <p:sp>
              <p:nvSpPr>
                <p:cNvPr id="130084" name="Rectangle 36"/>
                <p:cNvSpPr>
                  <a:spLocks/>
                </p:cNvSpPr>
                <p:nvPr/>
              </p:nvSpPr>
              <p:spPr bwMode="auto">
                <a:xfrm flipH="1">
                  <a:off x="0" y="448"/>
                  <a:ext cx="440"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60273">
                    <a:tabLst>
                      <a:tab pos="274578" algn="l"/>
                    </a:tabLst>
                  </a:pPr>
                  <a:r>
                    <a:rPr lang="en-US" sz="975" b="1">
                      <a:solidFill>
                        <a:srgbClr val="000000"/>
                      </a:solidFill>
                      <a:latin typeface="Arial" charset="0"/>
                      <a:cs typeface="Arial" charset="0"/>
                      <a:sym typeface="Arial" charset="0"/>
                    </a:rPr>
                    <a:t>200</a:t>
                  </a:r>
                </a:p>
              </p:txBody>
            </p:sp>
            <p:sp>
              <p:nvSpPr>
                <p:cNvPr id="130085" name="Rectangle 37"/>
                <p:cNvSpPr>
                  <a:spLocks/>
                </p:cNvSpPr>
                <p:nvPr/>
              </p:nvSpPr>
              <p:spPr bwMode="auto">
                <a:xfrm flipH="1">
                  <a:off x="0" y="0"/>
                  <a:ext cx="440"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60273">
                    <a:tabLst>
                      <a:tab pos="274578" algn="l"/>
                    </a:tabLst>
                  </a:pPr>
                  <a:r>
                    <a:rPr lang="en-US" sz="975" b="1">
                      <a:solidFill>
                        <a:srgbClr val="000000"/>
                      </a:solidFill>
                      <a:latin typeface="Arial" charset="0"/>
                      <a:cs typeface="Arial" charset="0"/>
                      <a:sym typeface="Arial" charset="0"/>
                    </a:rPr>
                    <a:t>240</a:t>
                  </a:r>
                </a:p>
                <a:p>
                  <a:pPr marL="60273">
                    <a:tabLst>
                      <a:tab pos="274578" algn="l"/>
                    </a:tabLst>
                  </a:pPr>
                  <a:endParaRPr lang="en-US" sz="975" b="1">
                    <a:solidFill>
                      <a:srgbClr val="000000"/>
                    </a:solidFill>
                    <a:latin typeface="Arial" charset="0"/>
                    <a:cs typeface="Arial" charset="0"/>
                    <a:sym typeface="Arial" charset="0"/>
                  </a:endParaRPr>
                </a:p>
              </p:txBody>
            </p:sp>
          </p:grpSp>
          <p:sp>
            <p:nvSpPr>
              <p:cNvPr id="130086" name="Rectangle 38"/>
              <p:cNvSpPr>
                <a:spLocks/>
              </p:cNvSpPr>
              <p:nvPr/>
            </p:nvSpPr>
            <p:spPr bwMode="auto">
              <a:xfrm>
                <a:off x="794" y="4084"/>
                <a:ext cx="3008" cy="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p>
                <a:pPr marL="60273">
                  <a:lnSpc>
                    <a:spcPct val="111000"/>
                  </a:lnSpc>
                  <a:tabLst>
                    <a:tab pos="274578" algn="l"/>
                  </a:tabLst>
                </a:pPr>
                <a:endParaRPr lang="en-US" sz="975" dirty="0">
                  <a:solidFill>
                    <a:srgbClr val="001BFF"/>
                  </a:solidFill>
                  <a:latin typeface="Arial" charset="0"/>
                  <a:cs typeface="Arial" charset="0"/>
                  <a:sym typeface="Arial" charset="0"/>
                </a:endParaRPr>
              </a:p>
            </p:txBody>
          </p:sp>
        </p:grpSp>
      </p:grpSp>
      <p:sp>
        <p:nvSpPr>
          <p:cNvPr id="130087" name="Rectangle 39"/>
          <p:cNvSpPr>
            <a:spLocks noGrp="1" noChangeArrowheads="1"/>
          </p:cNvSpPr>
          <p:nvPr>
            <p:ph type="title"/>
          </p:nvPr>
        </p:nvSpPr>
        <p:spPr>
          <a:xfrm>
            <a:off x="669083" y="555884"/>
            <a:ext cx="8280920" cy="745714"/>
          </a:xfrm>
        </p:spPr>
        <p:txBody>
          <a:bodyPr>
            <a:normAutofit/>
          </a:bodyPr>
          <a:lstStyle/>
          <a:p>
            <a:r>
              <a:rPr lang="en-US" sz="3200" dirty="0"/>
              <a:t>Factors Affecting Photosynthetic Rate</a:t>
            </a:r>
          </a:p>
        </p:txBody>
      </p:sp>
      <p:sp>
        <p:nvSpPr>
          <p:cNvPr id="130088" name="Rectangle 40"/>
          <p:cNvSpPr>
            <a:spLocks noGrp="1" noChangeArrowheads="1"/>
          </p:cNvSpPr>
          <p:nvPr>
            <p:ph type="body" idx="1"/>
          </p:nvPr>
        </p:nvSpPr>
        <p:spPr>
          <a:xfrm>
            <a:off x="734056" y="1359858"/>
            <a:ext cx="3803928" cy="5093478"/>
          </a:xfrm>
        </p:spPr>
        <p:txBody>
          <a:bodyPr>
            <a:noAutofit/>
          </a:bodyPr>
          <a:lstStyle/>
          <a:p>
            <a:r>
              <a:rPr lang="en-US" sz="1600" dirty="0"/>
              <a:t>This graph shows how temperature and CO</a:t>
            </a:r>
            <a:r>
              <a:rPr lang="en-US" sz="1600" baseline="-25000" dirty="0"/>
              <a:t>2</a:t>
            </a:r>
            <a:r>
              <a:rPr lang="en-US" sz="1600" dirty="0"/>
              <a:t> levels affect photosynthetic rate in cucumber plants. </a:t>
            </a:r>
          </a:p>
          <a:p>
            <a:r>
              <a:rPr lang="en-US" sz="1600" dirty="0"/>
              <a:t>Photosynthetic rate increases as the CO</a:t>
            </a:r>
            <a:r>
              <a:rPr lang="en-US" sz="1600" baseline="-25000" dirty="0"/>
              <a:t>2</a:t>
            </a:r>
            <a:r>
              <a:rPr lang="en-US" sz="1600" dirty="0"/>
              <a:t> concentration increases. At high concentrations, the rate of photosynthesis begins to slow as limiting factors other than CO</a:t>
            </a:r>
            <a:r>
              <a:rPr lang="en-US" sz="1600" baseline="-25000" dirty="0"/>
              <a:t>2</a:t>
            </a:r>
            <a:r>
              <a:rPr lang="en-US" sz="1600" dirty="0"/>
              <a:t> become important.</a:t>
            </a:r>
          </a:p>
          <a:p>
            <a:r>
              <a:rPr lang="en-US" sz="1600" dirty="0"/>
              <a:t>An increase in temperature increases photosynthetic rate because of its effect on enzyme activity. However, temperatures exceeding the optimum will eventually decrease photosynthetic rates because of the detrimental effects of heat on enzyme structure.</a:t>
            </a:r>
          </a:p>
        </p:txBody>
      </p:sp>
      <p:sp>
        <p:nvSpPr>
          <p:cNvPr id="130089" name="Rectangle 41"/>
          <p:cNvSpPr>
            <a:spLocks/>
          </p:cNvSpPr>
          <p:nvPr/>
        </p:nvSpPr>
        <p:spPr bwMode="auto">
          <a:xfrm>
            <a:off x="6562232" y="2451435"/>
            <a:ext cx="1037143" cy="1500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60273">
              <a:tabLst>
                <a:tab pos="274578" algn="l"/>
              </a:tabLst>
            </a:pPr>
            <a:r>
              <a:rPr lang="en-US" sz="975">
                <a:solidFill>
                  <a:srgbClr val="000000"/>
                </a:solidFill>
                <a:latin typeface="Arial" charset="0"/>
                <a:cs typeface="Arial" charset="0"/>
                <a:sym typeface="Arial" charset="0"/>
              </a:rPr>
              <a:t>High CO</a:t>
            </a:r>
            <a:r>
              <a:rPr lang="en-US" sz="975" baseline="-6000">
                <a:solidFill>
                  <a:srgbClr val="000000"/>
                </a:solidFill>
                <a:latin typeface="Arial" charset="0"/>
                <a:cs typeface="Arial" charset="0"/>
                <a:sym typeface="Arial" charset="0"/>
              </a:rPr>
              <a:t>2</a:t>
            </a:r>
            <a:r>
              <a:rPr lang="en-US" sz="975">
                <a:solidFill>
                  <a:srgbClr val="000000"/>
                </a:solidFill>
                <a:latin typeface="Arial" charset="0"/>
                <a:cs typeface="Arial" charset="0"/>
                <a:sym typeface="Arial" charset="0"/>
              </a:rPr>
              <a:t> at 30°C</a:t>
            </a:r>
          </a:p>
        </p:txBody>
      </p:sp>
      <p:sp>
        <p:nvSpPr>
          <p:cNvPr id="130090" name="AutoShape 42"/>
          <p:cNvSpPr>
            <a:spLocks/>
          </p:cNvSpPr>
          <p:nvPr/>
        </p:nvSpPr>
        <p:spPr bwMode="auto">
          <a:xfrm>
            <a:off x="5664798" y="2505012"/>
            <a:ext cx="2518172" cy="1794867"/>
          </a:xfrm>
          <a:custGeom>
            <a:avLst/>
            <a:gdLst/>
            <a:ahLst/>
            <a:cxnLst/>
            <a:rect l="0" t="0" r="r" b="b"/>
            <a:pathLst>
              <a:path w="21600" h="21600">
                <a:moveTo>
                  <a:pt x="0" y="21600"/>
                </a:moveTo>
                <a:cubicBezTo>
                  <a:pt x="191" y="21036"/>
                  <a:pt x="708" y="19358"/>
                  <a:pt x="1149" y="18215"/>
                </a:cubicBezTo>
                <a:cubicBezTo>
                  <a:pt x="1590" y="17072"/>
                  <a:pt x="2231" y="15663"/>
                  <a:pt x="2643" y="14749"/>
                </a:cubicBezTo>
                <a:cubicBezTo>
                  <a:pt x="3054" y="13836"/>
                  <a:pt x="3303" y="13339"/>
                  <a:pt x="3619" y="12734"/>
                </a:cubicBezTo>
                <a:cubicBezTo>
                  <a:pt x="3935" y="12129"/>
                  <a:pt x="4222" y="11646"/>
                  <a:pt x="4538" y="11122"/>
                </a:cubicBezTo>
                <a:cubicBezTo>
                  <a:pt x="4854" y="10598"/>
                  <a:pt x="5180" y="10088"/>
                  <a:pt x="5515" y="9591"/>
                </a:cubicBezTo>
                <a:cubicBezTo>
                  <a:pt x="5850" y="9094"/>
                  <a:pt x="6175" y="8598"/>
                  <a:pt x="6549" y="8140"/>
                </a:cubicBezTo>
                <a:cubicBezTo>
                  <a:pt x="6923" y="7683"/>
                  <a:pt x="7305" y="7308"/>
                  <a:pt x="7755" y="6851"/>
                </a:cubicBezTo>
                <a:cubicBezTo>
                  <a:pt x="8205" y="6394"/>
                  <a:pt x="8789" y="5804"/>
                  <a:pt x="9249" y="5400"/>
                </a:cubicBezTo>
                <a:cubicBezTo>
                  <a:pt x="9709" y="4996"/>
                  <a:pt x="10014" y="4756"/>
                  <a:pt x="10513" y="4433"/>
                </a:cubicBezTo>
                <a:cubicBezTo>
                  <a:pt x="11012" y="4110"/>
                  <a:pt x="13117" y="2929"/>
                  <a:pt x="13672" y="2660"/>
                </a:cubicBezTo>
                <a:cubicBezTo>
                  <a:pt x="14228" y="2391"/>
                  <a:pt x="14620" y="2190"/>
                  <a:pt x="15568" y="1854"/>
                </a:cubicBezTo>
                <a:cubicBezTo>
                  <a:pt x="16516" y="1518"/>
                  <a:pt x="18354" y="954"/>
                  <a:pt x="19360" y="645"/>
                </a:cubicBezTo>
                <a:cubicBezTo>
                  <a:pt x="20365" y="336"/>
                  <a:pt x="21227" y="107"/>
                  <a:pt x="21600" y="0"/>
                </a:cubicBezTo>
              </a:path>
            </a:pathLst>
          </a:custGeom>
          <a:noFill/>
          <a:ln w="63500">
            <a:solidFill>
              <a:srgbClr val="FD1C00"/>
            </a:solidFill>
            <a:miter lim="800000"/>
            <a:headEnd/>
            <a:tailEnd/>
          </a:ln>
          <a:extLst>
            <a:ext uri="{909E8E84-426E-40DD-AFC4-6F175D3DCCD1}">
              <a14:hiddenFill xmlns:a14="http://schemas.microsoft.com/office/drawing/2010/main">
                <a:solidFill>
                  <a:srgbClr val="FFFFFF"/>
                </a:solidFill>
              </a14:hiddenFill>
            </a:ext>
          </a:extLst>
        </p:spPr>
        <p:txBody>
          <a:bodyPr lIns="48218" tIns="24110" rIns="48218" bIns="24110"/>
          <a:lstStyle/>
          <a:p>
            <a:endParaRPr lang="en-AU" sz="1350"/>
          </a:p>
        </p:txBody>
      </p:sp>
      <p:sp>
        <p:nvSpPr>
          <p:cNvPr id="130091" name="Rectangle 43"/>
          <p:cNvSpPr>
            <a:spLocks/>
          </p:cNvSpPr>
          <p:nvPr/>
        </p:nvSpPr>
        <p:spPr bwMode="auto">
          <a:xfrm>
            <a:off x="6669388" y="3000610"/>
            <a:ext cx="1037143" cy="1500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60273">
              <a:tabLst>
                <a:tab pos="274578" algn="l"/>
              </a:tabLst>
            </a:pPr>
            <a:r>
              <a:rPr lang="en-US" sz="975">
                <a:solidFill>
                  <a:srgbClr val="000000"/>
                </a:solidFill>
                <a:latin typeface="Arial" charset="0"/>
                <a:cs typeface="Arial" charset="0"/>
                <a:sym typeface="Arial" charset="0"/>
              </a:rPr>
              <a:t>High CO</a:t>
            </a:r>
            <a:r>
              <a:rPr lang="en-US" sz="975" baseline="-6000">
                <a:solidFill>
                  <a:srgbClr val="000000"/>
                </a:solidFill>
                <a:latin typeface="Arial" charset="0"/>
                <a:cs typeface="Arial" charset="0"/>
                <a:sym typeface="Arial" charset="0"/>
              </a:rPr>
              <a:t>2</a:t>
            </a:r>
            <a:r>
              <a:rPr lang="en-US" sz="975">
                <a:solidFill>
                  <a:srgbClr val="000000"/>
                </a:solidFill>
                <a:latin typeface="Arial" charset="0"/>
                <a:cs typeface="Arial" charset="0"/>
                <a:sym typeface="Arial" charset="0"/>
              </a:rPr>
              <a:t> at 20°C</a:t>
            </a:r>
          </a:p>
        </p:txBody>
      </p:sp>
      <p:sp>
        <p:nvSpPr>
          <p:cNvPr id="130092" name="Rectangle 44"/>
          <p:cNvSpPr>
            <a:spLocks/>
          </p:cNvSpPr>
          <p:nvPr/>
        </p:nvSpPr>
        <p:spPr bwMode="auto">
          <a:xfrm>
            <a:off x="6789938" y="3931530"/>
            <a:ext cx="1009892" cy="1500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60273">
              <a:tabLst>
                <a:tab pos="274578" algn="l"/>
              </a:tabLst>
            </a:pPr>
            <a:r>
              <a:rPr lang="en-US" sz="975">
                <a:solidFill>
                  <a:srgbClr val="000000"/>
                </a:solidFill>
                <a:latin typeface="Arial" charset="0"/>
                <a:cs typeface="Arial" charset="0"/>
                <a:sym typeface="Arial" charset="0"/>
              </a:rPr>
              <a:t>Low CO</a:t>
            </a:r>
            <a:r>
              <a:rPr lang="en-US" sz="975" baseline="-6000">
                <a:solidFill>
                  <a:srgbClr val="000000"/>
                </a:solidFill>
                <a:latin typeface="Arial" charset="0"/>
                <a:cs typeface="Arial" charset="0"/>
                <a:sym typeface="Arial" charset="0"/>
              </a:rPr>
              <a:t>2</a:t>
            </a:r>
            <a:r>
              <a:rPr lang="en-US" sz="975">
                <a:solidFill>
                  <a:srgbClr val="000000"/>
                </a:solidFill>
                <a:latin typeface="Arial" charset="0"/>
                <a:cs typeface="Arial" charset="0"/>
                <a:sym typeface="Arial" charset="0"/>
              </a:rPr>
              <a:t> at 30°C</a:t>
            </a:r>
          </a:p>
        </p:txBody>
      </p:sp>
      <p:sp>
        <p:nvSpPr>
          <p:cNvPr id="130093" name="Rectangle 45"/>
          <p:cNvSpPr>
            <a:spLocks/>
          </p:cNvSpPr>
          <p:nvPr/>
        </p:nvSpPr>
        <p:spPr bwMode="auto">
          <a:xfrm>
            <a:off x="6789938" y="4393642"/>
            <a:ext cx="1009892" cy="1500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60273">
              <a:tabLst>
                <a:tab pos="274578" algn="l"/>
              </a:tabLst>
            </a:pPr>
            <a:r>
              <a:rPr lang="en-US" sz="975">
                <a:solidFill>
                  <a:srgbClr val="000000"/>
                </a:solidFill>
                <a:latin typeface="Arial" charset="0"/>
                <a:cs typeface="Arial" charset="0"/>
                <a:sym typeface="Arial" charset="0"/>
              </a:rPr>
              <a:t>Low CO</a:t>
            </a:r>
            <a:r>
              <a:rPr lang="en-US" sz="975" baseline="-6000">
                <a:solidFill>
                  <a:srgbClr val="000000"/>
                </a:solidFill>
                <a:latin typeface="Arial" charset="0"/>
                <a:cs typeface="Arial" charset="0"/>
                <a:sym typeface="Arial" charset="0"/>
              </a:rPr>
              <a:t>2</a:t>
            </a:r>
            <a:r>
              <a:rPr lang="en-US" sz="975">
                <a:solidFill>
                  <a:srgbClr val="000000"/>
                </a:solidFill>
                <a:latin typeface="Arial" charset="0"/>
                <a:cs typeface="Arial" charset="0"/>
                <a:sym typeface="Arial" charset="0"/>
              </a:rPr>
              <a:t> at 20°C</a:t>
            </a:r>
          </a:p>
        </p:txBody>
      </p:sp>
      <p:sp>
        <p:nvSpPr>
          <p:cNvPr id="130094" name="AutoShape 46"/>
          <p:cNvSpPr>
            <a:spLocks/>
          </p:cNvSpPr>
          <p:nvPr/>
        </p:nvSpPr>
        <p:spPr bwMode="auto">
          <a:xfrm>
            <a:off x="5678191" y="3141252"/>
            <a:ext cx="2524869" cy="1285875"/>
          </a:xfrm>
          <a:custGeom>
            <a:avLst/>
            <a:gdLst/>
            <a:ahLst/>
            <a:cxnLst/>
            <a:rect l="0" t="0" r="r" b="b"/>
            <a:pathLst>
              <a:path w="21600" h="21600">
                <a:moveTo>
                  <a:pt x="0" y="21600"/>
                </a:moveTo>
                <a:cubicBezTo>
                  <a:pt x="115" y="21319"/>
                  <a:pt x="430" y="20494"/>
                  <a:pt x="688" y="19913"/>
                </a:cubicBezTo>
                <a:cubicBezTo>
                  <a:pt x="946" y="19331"/>
                  <a:pt x="1260" y="18769"/>
                  <a:pt x="1547" y="18113"/>
                </a:cubicBezTo>
                <a:cubicBezTo>
                  <a:pt x="1834" y="17456"/>
                  <a:pt x="2091" y="16670"/>
                  <a:pt x="2406" y="15975"/>
                </a:cubicBezTo>
                <a:cubicBezTo>
                  <a:pt x="2722" y="15280"/>
                  <a:pt x="5050" y="10260"/>
                  <a:pt x="5443" y="9563"/>
                </a:cubicBezTo>
                <a:cubicBezTo>
                  <a:pt x="5836" y="8865"/>
                  <a:pt x="6350" y="8194"/>
                  <a:pt x="6818" y="7538"/>
                </a:cubicBezTo>
                <a:cubicBezTo>
                  <a:pt x="7286" y="6881"/>
                  <a:pt x="7744" y="6226"/>
                  <a:pt x="8250" y="5625"/>
                </a:cubicBezTo>
                <a:cubicBezTo>
                  <a:pt x="8757" y="5024"/>
                  <a:pt x="9310" y="4463"/>
                  <a:pt x="9855" y="3938"/>
                </a:cubicBezTo>
                <a:cubicBezTo>
                  <a:pt x="10399" y="3412"/>
                  <a:pt x="10932" y="2889"/>
                  <a:pt x="11516" y="2475"/>
                </a:cubicBezTo>
                <a:cubicBezTo>
                  <a:pt x="12100" y="2061"/>
                  <a:pt x="12747" y="1725"/>
                  <a:pt x="13350" y="1463"/>
                </a:cubicBezTo>
                <a:cubicBezTo>
                  <a:pt x="13952" y="1200"/>
                  <a:pt x="14534" y="1069"/>
                  <a:pt x="15126" y="900"/>
                </a:cubicBezTo>
                <a:cubicBezTo>
                  <a:pt x="15718" y="731"/>
                  <a:pt x="16281" y="581"/>
                  <a:pt x="16902" y="450"/>
                </a:cubicBezTo>
                <a:cubicBezTo>
                  <a:pt x="17523" y="319"/>
                  <a:pt x="18066" y="188"/>
                  <a:pt x="18850" y="113"/>
                </a:cubicBezTo>
                <a:cubicBezTo>
                  <a:pt x="19633" y="37"/>
                  <a:pt x="21142" y="19"/>
                  <a:pt x="21600" y="0"/>
                </a:cubicBezTo>
              </a:path>
            </a:pathLst>
          </a:custGeom>
          <a:noFill/>
          <a:ln w="63500">
            <a:solidFill>
              <a:srgbClr val="FD1C00"/>
            </a:solidFill>
            <a:miter lim="800000"/>
            <a:headEnd/>
            <a:tailEnd/>
          </a:ln>
          <a:extLst>
            <a:ext uri="{909E8E84-426E-40DD-AFC4-6F175D3DCCD1}">
              <a14:hiddenFill xmlns:a14="http://schemas.microsoft.com/office/drawing/2010/main">
                <a:solidFill>
                  <a:srgbClr val="FFFFFF"/>
                </a:solidFill>
              </a14:hiddenFill>
            </a:ext>
          </a:extLst>
        </p:spPr>
        <p:txBody>
          <a:bodyPr lIns="48218" tIns="24110" rIns="48218" bIns="24110"/>
          <a:lstStyle/>
          <a:p>
            <a:endParaRPr lang="en-AU" sz="1350"/>
          </a:p>
        </p:txBody>
      </p:sp>
      <p:sp>
        <p:nvSpPr>
          <p:cNvPr id="130095" name="AutoShape 47"/>
          <p:cNvSpPr>
            <a:spLocks/>
          </p:cNvSpPr>
          <p:nvPr/>
        </p:nvSpPr>
        <p:spPr bwMode="auto">
          <a:xfrm>
            <a:off x="5678193" y="4165934"/>
            <a:ext cx="2498080" cy="388442"/>
          </a:xfrm>
          <a:custGeom>
            <a:avLst/>
            <a:gdLst/>
            <a:ahLst/>
            <a:cxnLst/>
            <a:rect l="0" t="0" r="r" b="b"/>
            <a:pathLst>
              <a:path w="21600" h="21477">
                <a:moveTo>
                  <a:pt x="0" y="21477"/>
                </a:moveTo>
                <a:cubicBezTo>
                  <a:pt x="154" y="20922"/>
                  <a:pt x="579" y="19256"/>
                  <a:pt x="927" y="18144"/>
                </a:cubicBezTo>
                <a:cubicBezTo>
                  <a:pt x="1274" y="17032"/>
                  <a:pt x="1428" y="16418"/>
                  <a:pt x="2085" y="14812"/>
                </a:cubicBezTo>
                <a:cubicBezTo>
                  <a:pt x="2741" y="13206"/>
                  <a:pt x="4131" y="10061"/>
                  <a:pt x="4864" y="8517"/>
                </a:cubicBezTo>
                <a:cubicBezTo>
                  <a:pt x="5598" y="6973"/>
                  <a:pt x="5945" y="6358"/>
                  <a:pt x="6486" y="5555"/>
                </a:cubicBezTo>
                <a:cubicBezTo>
                  <a:pt x="7027" y="4751"/>
                  <a:pt x="7547" y="4259"/>
                  <a:pt x="8107" y="3703"/>
                </a:cubicBezTo>
                <a:cubicBezTo>
                  <a:pt x="8667" y="3148"/>
                  <a:pt x="9227" y="2654"/>
                  <a:pt x="9845" y="2222"/>
                </a:cubicBezTo>
                <a:cubicBezTo>
                  <a:pt x="10462" y="1790"/>
                  <a:pt x="10887" y="1482"/>
                  <a:pt x="11813" y="1111"/>
                </a:cubicBezTo>
                <a:cubicBezTo>
                  <a:pt x="12740" y="741"/>
                  <a:pt x="14245" y="124"/>
                  <a:pt x="15404" y="0"/>
                </a:cubicBezTo>
                <a:cubicBezTo>
                  <a:pt x="16563" y="-123"/>
                  <a:pt x="17730" y="371"/>
                  <a:pt x="18762" y="371"/>
                </a:cubicBezTo>
                <a:cubicBezTo>
                  <a:pt x="19795" y="371"/>
                  <a:pt x="21127" y="62"/>
                  <a:pt x="21600" y="0"/>
                </a:cubicBezTo>
              </a:path>
            </a:pathLst>
          </a:custGeom>
          <a:noFill/>
          <a:ln w="63500">
            <a:solidFill>
              <a:srgbClr val="FD1C00"/>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48218" tIns="24110" rIns="48218" bIns="24110"/>
          <a:lstStyle/>
          <a:p>
            <a:endParaRPr lang="en-AU" sz="1350"/>
          </a:p>
        </p:txBody>
      </p:sp>
      <p:sp>
        <p:nvSpPr>
          <p:cNvPr id="130096" name="AutoShape 48"/>
          <p:cNvSpPr>
            <a:spLocks/>
          </p:cNvSpPr>
          <p:nvPr/>
        </p:nvSpPr>
        <p:spPr bwMode="auto">
          <a:xfrm>
            <a:off x="5678192" y="4272253"/>
            <a:ext cx="2518172" cy="295517"/>
          </a:xfrm>
          <a:custGeom>
            <a:avLst/>
            <a:gdLst/>
            <a:ahLst/>
            <a:cxnLst/>
            <a:rect l="0" t="0" r="r" b="b"/>
            <a:pathLst>
              <a:path w="21600" h="21580">
                <a:moveTo>
                  <a:pt x="0" y="21580"/>
                </a:moveTo>
                <a:cubicBezTo>
                  <a:pt x="153" y="21009"/>
                  <a:pt x="555" y="19299"/>
                  <a:pt x="919" y="18157"/>
                </a:cubicBezTo>
                <a:cubicBezTo>
                  <a:pt x="1283" y="17014"/>
                  <a:pt x="1752" y="15874"/>
                  <a:pt x="2183" y="14733"/>
                </a:cubicBezTo>
                <a:cubicBezTo>
                  <a:pt x="2614" y="13592"/>
                  <a:pt x="2767" y="13022"/>
                  <a:pt x="3504" y="11310"/>
                </a:cubicBezTo>
                <a:cubicBezTo>
                  <a:pt x="4242" y="9598"/>
                  <a:pt x="5868" y="5851"/>
                  <a:pt x="6606" y="4463"/>
                </a:cubicBezTo>
                <a:cubicBezTo>
                  <a:pt x="7345" y="3075"/>
                  <a:pt x="7420" y="3485"/>
                  <a:pt x="7928" y="2996"/>
                </a:cubicBezTo>
                <a:cubicBezTo>
                  <a:pt x="8435" y="2507"/>
                  <a:pt x="9134" y="1936"/>
                  <a:pt x="9651" y="1529"/>
                </a:cubicBezTo>
                <a:cubicBezTo>
                  <a:pt x="10168" y="1121"/>
                  <a:pt x="10589" y="714"/>
                  <a:pt x="11030" y="551"/>
                </a:cubicBezTo>
                <a:cubicBezTo>
                  <a:pt x="11471" y="387"/>
                  <a:pt x="11824" y="632"/>
                  <a:pt x="12294" y="551"/>
                </a:cubicBezTo>
                <a:cubicBezTo>
                  <a:pt x="12763" y="469"/>
                  <a:pt x="13337" y="143"/>
                  <a:pt x="13845" y="62"/>
                </a:cubicBezTo>
                <a:cubicBezTo>
                  <a:pt x="14352" y="-20"/>
                  <a:pt x="14678" y="-20"/>
                  <a:pt x="15338" y="62"/>
                </a:cubicBezTo>
                <a:cubicBezTo>
                  <a:pt x="15999" y="143"/>
                  <a:pt x="17138" y="469"/>
                  <a:pt x="17809" y="551"/>
                </a:cubicBezTo>
                <a:cubicBezTo>
                  <a:pt x="18479" y="632"/>
                  <a:pt x="18728" y="551"/>
                  <a:pt x="19360" y="551"/>
                </a:cubicBezTo>
                <a:cubicBezTo>
                  <a:pt x="19991" y="551"/>
                  <a:pt x="21227" y="551"/>
                  <a:pt x="21600" y="551"/>
                </a:cubicBezTo>
              </a:path>
            </a:pathLst>
          </a:custGeom>
          <a:noFill/>
          <a:ln w="63500">
            <a:solidFill>
              <a:srgbClr val="FD1C00"/>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48218" tIns="24110" rIns="48218" bIns="24110"/>
          <a:lstStyle/>
          <a:p>
            <a:endParaRPr lang="en-AU" sz="1350"/>
          </a:p>
        </p:txBody>
      </p:sp>
    </p:spTree>
    <p:extLst>
      <p:ext uri="{BB962C8B-B14F-4D97-AF65-F5344CB8AC3E}">
        <p14:creationId xmlns:p14="http://schemas.microsoft.com/office/powerpoint/2010/main" val="290236386"/>
      </p:ext>
    </p:extLst>
  </p:cSld>
  <p:clrMapOvr>
    <a:masterClrMapping/>
  </p:clrMapOvr>
  <p:transition spd="slow"/>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9592" y="802564"/>
            <a:ext cx="7024744" cy="1143000"/>
          </a:xfrm>
        </p:spPr>
        <p:txBody>
          <a:bodyPr>
            <a:normAutofit fontScale="90000"/>
          </a:bodyPr>
          <a:lstStyle/>
          <a:p>
            <a:r>
              <a:rPr lang="en-US" dirty="0"/>
              <a:t>Factors Affecting Photosynthetic Rate</a:t>
            </a:r>
            <a:endParaRPr lang="en-AU" dirty="0"/>
          </a:p>
        </p:txBody>
      </p:sp>
      <p:sp>
        <p:nvSpPr>
          <p:cNvPr id="3" name="Content Placeholder 2"/>
          <p:cNvSpPr>
            <a:spLocks noGrp="1"/>
          </p:cNvSpPr>
          <p:nvPr>
            <p:ph idx="1"/>
          </p:nvPr>
        </p:nvSpPr>
        <p:spPr>
          <a:xfrm>
            <a:off x="433888" y="2348880"/>
            <a:ext cx="4130123" cy="3960440"/>
          </a:xfrm>
        </p:spPr>
        <p:txBody>
          <a:bodyPr>
            <a:normAutofit fontScale="92500" lnSpcReduction="20000"/>
          </a:bodyPr>
          <a:lstStyle/>
          <a:p>
            <a:pPr lvl="1"/>
            <a:r>
              <a:rPr lang="en-US" b="1" i="0" dirty="0"/>
              <a:t>Light intensity </a:t>
            </a:r>
            <a:r>
              <a:rPr lang="en-US" i="0" dirty="0"/>
              <a:t>- as light increases, rate of photosynthesis increases until it levels off. </a:t>
            </a:r>
          </a:p>
          <a:p>
            <a:pPr lvl="1"/>
            <a:r>
              <a:rPr lang="en-US" b="1" i="0" dirty="0"/>
              <a:t>Carbon Dioxide </a:t>
            </a:r>
            <a:r>
              <a:rPr lang="en-US" i="0" dirty="0"/>
              <a:t>- as </a:t>
            </a:r>
            <a:r>
              <a:rPr lang="en-US" dirty="0"/>
              <a:t>CO</a:t>
            </a:r>
            <a:r>
              <a:rPr lang="en-US" baseline="-25000" dirty="0"/>
              <a:t>2</a:t>
            </a:r>
            <a:r>
              <a:rPr lang="en-US" i="0" dirty="0"/>
              <a:t> increases, rate of photosynthesis increases until it levels off.</a:t>
            </a:r>
          </a:p>
          <a:p>
            <a:pPr lvl="1"/>
            <a:r>
              <a:rPr lang="en-US" b="1" i="0" dirty="0"/>
              <a:t>Temperature </a:t>
            </a:r>
            <a:r>
              <a:rPr lang="en-US" i="0" dirty="0"/>
              <a:t>- When low = Rate of photosynthesis low.  Temperature Increases = Rate of photosynthesis increases.  If temperature too hot, rate drops.</a:t>
            </a:r>
          </a:p>
          <a:p>
            <a:endParaRPr lang="en-AU" dirty="0"/>
          </a:p>
        </p:txBody>
      </p:sp>
      <p:pic>
        <p:nvPicPr>
          <p:cNvPr id="7" name="Picture 6" descr="light intensit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20510" y="823808"/>
            <a:ext cx="2522559" cy="19593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7" descr="carbon dioxid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88024" y="2571750"/>
            <a:ext cx="2783359" cy="2054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8" descr="temperatur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17613" y="4293096"/>
            <a:ext cx="2986835" cy="21824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6904908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55576" y="1027664"/>
            <a:ext cx="7632848" cy="817160"/>
          </a:xfrm>
        </p:spPr>
        <p:txBody>
          <a:bodyPr>
            <a:normAutofit/>
          </a:bodyPr>
          <a:lstStyle/>
          <a:p>
            <a:r>
              <a:rPr lang="en-AU" sz="3200" b="1" dirty="0"/>
              <a:t>Measuring the rate of photosynthesis</a:t>
            </a:r>
          </a:p>
        </p:txBody>
      </p:sp>
      <p:sp>
        <p:nvSpPr>
          <p:cNvPr id="3" name="Content Placeholder 2"/>
          <p:cNvSpPr>
            <a:spLocks noGrp="1"/>
          </p:cNvSpPr>
          <p:nvPr>
            <p:ph idx="1"/>
          </p:nvPr>
        </p:nvSpPr>
        <p:spPr>
          <a:xfrm>
            <a:off x="611560" y="2204864"/>
            <a:ext cx="7776864" cy="3508977"/>
          </a:xfrm>
        </p:spPr>
        <p:txBody>
          <a:bodyPr>
            <a:normAutofit fontScale="92500"/>
          </a:bodyPr>
          <a:lstStyle/>
          <a:p>
            <a:r>
              <a:rPr lang="en-AU" dirty="0"/>
              <a:t>Can be measured in several ways.  These include: </a:t>
            </a:r>
            <a:br>
              <a:rPr lang="en-AU" dirty="0"/>
            </a:br>
            <a:r>
              <a:rPr lang="en-AU" dirty="0"/>
              <a:t>	1) Measuring the uptake of CO</a:t>
            </a:r>
            <a:r>
              <a:rPr lang="en-AU" baseline="-25000" dirty="0"/>
              <a:t>2</a:t>
            </a:r>
            <a:endParaRPr lang="en-AU" dirty="0"/>
          </a:p>
          <a:p>
            <a:pPr marL="68580" indent="0">
              <a:buNone/>
            </a:pPr>
            <a:r>
              <a:rPr lang="en-AU" dirty="0"/>
              <a:t>	2) Measuring the production of O</a:t>
            </a:r>
            <a:r>
              <a:rPr lang="en-AU" baseline="-25000" dirty="0"/>
              <a:t>2</a:t>
            </a:r>
            <a:endParaRPr lang="en-AU" dirty="0"/>
          </a:p>
          <a:p>
            <a:pPr marL="68580" indent="0">
              <a:buNone/>
            </a:pPr>
            <a:r>
              <a:rPr lang="en-AU" dirty="0"/>
              <a:t>	3) Measuring the production of carbohydrates</a:t>
            </a:r>
          </a:p>
          <a:p>
            <a:pPr marL="68580" indent="0">
              <a:buNone/>
            </a:pPr>
            <a:r>
              <a:rPr lang="en-AU" dirty="0"/>
              <a:t>	4) Measuring the increase in dry mass</a:t>
            </a:r>
          </a:p>
          <a:p>
            <a:pPr marL="68580" indent="0">
              <a:buNone/>
            </a:pPr>
            <a:endParaRPr lang="en-AU" dirty="0"/>
          </a:p>
          <a:p>
            <a:r>
              <a:rPr lang="en-AU" dirty="0"/>
              <a:t>This video shows one way of measuring CO</a:t>
            </a:r>
            <a:r>
              <a:rPr lang="en-AU" baseline="-25000" dirty="0"/>
              <a:t>2</a:t>
            </a:r>
            <a:r>
              <a:rPr lang="en-AU" dirty="0"/>
              <a:t> </a:t>
            </a:r>
            <a:r>
              <a:rPr lang="en-AU" sz="1900" dirty="0"/>
              <a:t>(6:37 min)</a:t>
            </a:r>
            <a:endParaRPr lang="en-AU" sz="1900" dirty="0">
              <a:hlinkClick r:id="rId2"/>
            </a:endParaRPr>
          </a:p>
          <a:p>
            <a:r>
              <a:rPr lang="en-AU" dirty="0">
                <a:hlinkClick r:id="rId2"/>
              </a:rPr>
              <a:t>https://www.youtube.com/watch?v=PlEzyZadA90</a:t>
            </a:r>
            <a:endParaRPr lang="en-AU" dirty="0"/>
          </a:p>
          <a:p>
            <a:endParaRPr lang="en-AU" dirty="0"/>
          </a:p>
        </p:txBody>
      </p:sp>
    </p:spTree>
    <p:extLst>
      <p:ext uri="{BB962C8B-B14F-4D97-AF65-F5344CB8AC3E}">
        <p14:creationId xmlns:p14="http://schemas.microsoft.com/office/powerpoint/2010/main" val="87528169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043492" y="1268760"/>
            <a:ext cx="7024744" cy="745152"/>
          </a:xfrm>
          <a:prstGeom prst="rect">
            <a:avLst/>
          </a:prstGeom>
        </p:spPr>
        <p:txBody>
          <a:bodyPr vert="horz" lIns="91440" tIns="45720" rIns="91440" bIns="45720" rtlCol="0" anchor="b">
            <a:normAutofit/>
          </a:bodyPr>
          <a:lstStyle>
            <a:lvl1pPr algn="l" defTabSz="914400" rtl="0" eaLnBrk="1" latinLnBrk="0" hangingPunct="1">
              <a:spcBef>
                <a:spcPct val="0"/>
              </a:spcBef>
              <a:buNone/>
              <a:defRPr sz="40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dirty="0"/>
              <a:t>Success Criteria</a:t>
            </a:r>
          </a:p>
        </p:txBody>
      </p:sp>
      <p:sp>
        <p:nvSpPr>
          <p:cNvPr id="5" name="Content Placeholder 2"/>
          <p:cNvSpPr txBox="1">
            <a:spLocks/>
          </p:cNvSpPr>
          <p:nvPr/>
        </p:nvSpPr>
        <p:spPr>
          <a:xfrm>
            <a:off x="1043492" y="2204864"/>
            <a:ext cx="6777317" cy="3843789"/>
          </a:xfrm>
          <a:prstGeom prst="rect">
            <a:avLst/>
          </a:prstGeom>
        </p:spPr>
        <p:txBody>
          <a:bodyPr vert="horz" lIns="91440" tIns="45720" rIns="91440" bIns="45720" rtlCol="0">
            <a:normAutofit/>
          </a:bodyPr>
          <a:lstStyle>
            <a:lvl1pPr marL="342900" indent="-274320" algn="l" defTabSz="914400" rtl="0" eaLnBrk="1" latinLnBrk="0" hangingPunct="1">
              <a:spcBef>
                <a:spcPct val="20000"/>
              </a:spcBef>
              <a:buClr>
                <a:schemeClr val="accent1"/>
              </a:buClr>
              <a:buSzPct val="76000"/>
              <a:buFont typeface="Wingdings 2" pitchFamily="18" charset="2"/>
              <a:buChar char=""/>
              <a:defRPr sz="2400" kern="1200">
                <a:solidFill>
                  <a:schemeClr val="tx2"/>
                </a:solidFill>
                <a:latin typeface="+mn-lt"/>
                <a:ea typeface="+mn-ea"/>
                <a:cs typeface="+mn-cs"/>
              </a:defRPr>
            </a:lvl1pPr>
            <a:lvl2pPr marL="640080" indent="-274320" algn="l" defTabSz="914400" rtl="0" eaLnBrk="1" latinLnBrk="0" hangingPunct="1">
              <a:spcBef>
                <a:spcPct val="20000"/>
              </a:spcBef>
              <a:buClr>
                <a:schemeClr val="accent1"/>
              </a:buClr>
              <a:buSzPct val="76000"/>
              <a:buFont typeface="Wingdings 2" pitchFamily="18" charset="2"/>
              <a:buChar char=""/>
              <a:defRPr sz="2200" kern="1200">
                <a:solidFill>
                  <a:schemeClr val="tx2"/>
                </a:solidFill>
                <a:latin typeface="+mn-lt"/>
                <a:ea typeface="+mn-ea"/>
                <a:cs typeface="+mn-cs"/>
              </a:defRPr>
            </a:lvl2pPr>
            <a:lvl3pPr marL="914400" indent="-228600" algn="l" defTabSz="914400" rtl="0" eaLnBrk="1" latinLnBrk="0" hangingPunct="1">
              <a:spcBef>
                <a:spcPct val="20000"/>
              </a:spcBef>
              <a:buClr>
                <a:schemeClr val="accent1"/>
              </a:buClr>
              <a:buSzPct val="76000"/>
              <a:buFont typeface="Wingdings 2" pitchFamily="18" charset="2"/>
              <a:buChar char=""/>
              <a:defRPr sz="2000" kern="1200">
                <a:solidFill>
                  <a:schemeClr val="tx2"/>
                </a:solidFill>
                <a:latin typeface="+mn-lt"/>
                <a:ea typeface="+mn-ea"/>
                <a:cs typeface="+mn-cs"/>
              </a:defRPr>
            </a:lvl3pPr>
            <a:lvl4pPr marL="1124712" indent="-228600" algn="l" defTabSz="914400" rtl="0" eaLnBrk="1" latinLnBrk="0" hangingPunct="1">
              <a:spcBef>
                <a:spcPct val="20000"/>
              </a:spcBef>
              <a:buClr>
                <a:schemeClr val="accent1"/>
              </a:buClr>
              <a:buSzPct val="76000"/>
              <a:buFont typeface="Wingdings 2" pitchFamily="18" charset="2"/>
              <a:buChar char=""/>
              <a:defRPr sz="1800" kern="1200">
                <a:solidFill>
                  <a:schemeClr val="tx2"/>
                </a:solidFill>
                <a:latin typeface="+mn-lt"/>
                <a:ea typeface="+mn-ea"/>
                <a:cs typeface="+mn-cs"/>
              </a:defRPr>
            </a:lvl4pPr>
            <a:lvl5pPr marL="1325880" indent="-228600" algn="l" defTabSz="914400" rtl="0" eaLnBrk="1" latinLnBrk="0" hangingPunct="1">
              <a:spcBef>
                <a:spcPct val="20000"/>
              </a:spcBef>
              <a:buClr>
                <a:schemeClr val="accent1"/>
              </a:buClr>
              <a:buSzPct val="76000"/>
              <a:buFont typeface="Wingdings 2" pitchFamily="18" charset="2"/>
              <a:buChar char=""/>
              <a:defRPr sz="1600" kern="1200" baseline="0">
                <a:solidFill>
                  <a:schemeClr val="tx2"/>
                </a:solidFill>
                <a:latin typeface="+mn-lt"/>
                <a:ea typeface="+mn-ea"/>
                <a:cs typeface="+mn-cs"/>
              </a:defRPr>
            </a:lvl5pPr>
            <a:lvl6pPr marL="1517904"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6pPr>
            <a:lvl7pPr marL="1719072"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7pPr>
            <a:lvl8pPr marL="1920240"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8pPr>
            <a:lvl9pPr marL="2121408"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9pPr>
          </a:lstStyle>
          <a:p>
            <a:pPr marL="68580" indent="0">
              <a:spcBef>
                <a:spcPts val="0"/>
              </a:spcBef>
              <a:buFont typeface="Wingdings 2" pitchFamily="18" charset="2"/>
              <a:buNone/>
            </a:pPr>
            <a:r>
              <a:rPr lang="en-AU" sz="1800" dirty="0"/>
              <a:t>Students will be able to :</a:t>
            </a:r>
          </a:p>
          <a:p>
            <a:pPr>
              <a:spcBef>
                <a:spcPts val="0"/>
              </a:spcBef>
            </a:pPr>
            <a:r>
              <a:rPr lang="en-AU" sz="1800" dirty="0"/>
              <a:t>State the balanced equation for photosynthesis.</a:t>
            </a:r>
          </a:p>
          <a:p>
            <a:pPr marL="68580" indent="0">
              <a:spcBef>
                <a:spcPts val="0"/>
              </a:spcBef>
              <a:buNone/>
            </a:pPr>
            <a:endParaRPr lang="en-AU" sz="1800" dirty="0"/>
          </a:p>
          <a:p>
            <a:pPr>
              <a:spcBef>
                <a:spcPts val="0"/>
              </a:spcBef>
            </a:pPr>
            <a:r>
              <a:rPr lang="en-AU" sz="1800" dirty="0"/>
              <a:t>Identify the sites of light dependent and light independent reactions within the chloroplast, stating the inputs and outputs of each.</a:t>
            </a:r>
          </a:p>
          <a:p>
            <a:pPr marL="68580" indent="0">
              <a:spcBef>
                <a:spcPts val="0"/>
              </a:spcBef>
              <a:buNone/>
            </a:pPr>
            <a:endParaRPr lang="en-AU" sz="1800" dirty="0"/>
          </a:p>
          <a:p>
            <a:pPr>
              <a:spcBef>
                <a:spcPts val="0"/>
              </a:spcBef>
            </a:pPr>
            <a:r>
              <a:rPr lang="en-AU" sz="1800" dirty="0"/>
              <a:t>Explain the effects of the availability of light and carbon dioxide, and temperature on the rate of photosynthesis.</a:t>
            </a:r>
          </a:p>
          <a:p>
            <a:pPr>
              <a:spcBef>
                <a:spcPts val="0"/>
              </a:spcBef>
            </a:pPr>
            <a:endParaRPr lang="en-AU" sz="1800" dirty="0"/>
          </a:p>
        </p:txBody>
      </p:sp>
    </p:spTree>
    <p:extLst>
      <p:ext uri="{BB962C8B-B14F-4D97-AF65-F5344CB8AC3E}">
        <p14:creationId xmlns:p14="http://schemas.microsoft.com/office/powerpoint/2010/main" val="188297448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22777"/>
            <a:ext cx="7024744" cy="1143000"/>
          </a:xfrm>
        </p:spPr>
        <p:txBody>
          <a:bodyPr>
            <a:normAutofit/>
          </a:bodyPr>
          <a:lstStyle/>
          <a:p>
            <a:r>
              <a:rPr lang="en-AU" sz="3600" dirty="0"/>
              <a:t>Exam Review Question</a:t>
            </a:r>
          </a:p>
        </p:txBody>
      </p:sp>
      <p:pic>
        <p:nvPicPr>
          <p:cNvPr id="4" name="Content Placeholder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4605" y="1772816"/>
            <a:ext cx="4518502" cy="2952328"/>
          </a:xfrm>
        </p:spPr>
      </p:pic>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45501" y="1165777"/>
            <a:ext cx="4618274" cy="2534096"/>
          </a:xfrm>
          <a:prstGeom prst="rect">
            <a:avLst/>
          </a:prstGeom>
        </p:spPr>
      </p:pic>
      <p:pic>
        <p:nvPicPr>
          <p:cNvPr id="7" name="Picture 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92971" y="3691028"/>
            <a:ext cx="4570804" cy="2996952"/>
          </a:xfrm>
          <a:prstGeom prst="rect">
            <a:avLst/>
          </a:prstGeom>
        </p:spPr>
      </p:pic>
    </p:spTree>
    <p:extLst>
      <p:ext uri="{BB962C8B-B14F-4D97-AF65-F5344CB8AC3E}">
        <p14:creationId xmlns:p14="http://schemas.microsoft.com/office/powerpoint/2010/main" val="335420136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Moodle &amp; Textbook Work</a:t>
            </a:r>
          </a:p>
        </p:txBody>
      </p:sp>
      <p:sp>
        <p:nvSpPr>
          <p:cNvPr id="5" name="Content Placeholder 2"/>
          <p:cNvSpPr txBox="1">
            <a:spLocks/>
          </p:cNvSpPr>
          <p:nvPr/>
        </p:nvSpPr>
        <p:spPr>
          <a:xfrm>
            <a:off x="3275856" y="2564904"/>
            <a:ext cx="5461800" cy="1224136"/>
          </a:xfrm>
          <a:prstGeom prst="rect">
            <a:avLst/>
          </a:prstGeom>
        </p:spPr>
        <p:txBody>
          <a:bodyPr vert="horz" lIns="91440" tIns="45720" rIns="91440" bIns="45720" rtlCol="0">
            <a:normAutofit fontScale="85000" lnSpcReduction="20000"/>
          </a:bodyPr>
          <a:lstStyle>
            <a:lvl1pPr marL="342900" indent="-274320" algn="l" defTabSz="914400" rtl="0" eaLnBrk="1" latinLnBrk="0" hangingPunct="1">
              <a:spcBef>
                <a:spcPct val="20000"/>
              </a:spcBef>
              <a:buClr>
                <a:schemeClr val="accent1"/>
              </a:buClr>
              <a:buSzPct val="76000"/>
              <a:buFont typeface="Wingdings 2" pitchFamily="18" charset="2"/>
              <a:buChar char=""/>
              <a:defRPr sz="2400" kern="1200">
                <a:solidFill>
                  <a:schemeClr val="tx2"/>
                </a:solidFill>
                <a:latin typeface="+mn-lt"/>
                <a:ea typeface="+mn-ea"/>
                <a:cs typeface="+mn-cs"/>
              </a:defRPr>
            </a:lvl1pPr>
            <a:lvl2pPr marL="640080" indent="-274320" algn="l" defTabSz="914400" rtl="0" eaLnBrk="1" latinLnBrk="0" hangingPunct="1">
              <a:spcBef>
                <a:spcPct val="20000"/>
              </a:spcBef>
              <a:buClr>
                <a:schemeClr val="accent1"/>
              </a:buClr>
              <a:buSzPct val="76000"/>
              <a:buFont typeface="Wingdings 2" pitchFamily="18" charset="2"/>
              <a:buChar char=""/>
              <a:defRPr sz="2200" kern="1200">
                <a:solidFill>
                  <a:schemeClr val="tx2"/>
                </a:solidFill>
                <a:latin typeface="+mn-lt"/>
                <a:ea typeface="+mn-ea"/>
                <a:cs typeface="+mn-cs"/>
              </a:defRPr>
            </a:lvl2pPr>
            <a:lvl3pPr marL="914400" indent="-228600" algn="l" defTabSz="914400" rtl="0" eaLnBrk="1" latinLnBrk="0" hangingPunct="1">
              <a:spcBef>
                <a:spcPct val="20000"/>
              </a:spcBef>
              <a:buClr>
                <a:schemeClr val="accent1"/>
              </a:buClr>
              <a:buSzPct val="76000"/>
              <a:buFont typeface="Wingdings 2" pitchFamily="18" charset="2"/>
              <a:buChar char=""/>
              <a:defRPr sz="2000" kern="1200">
                <a:solidFill>
                  <a:schemeClr val="tx2"/>
                </a:solidFill>
                <a:latin typeface="+mn-lt"/>
                <a:ea typeface="+mn-ea"/>
                <a:cs typeface="+mn-cs"/>
              </a:defRPr>
            </a:lvl3pPr>
            <a:lvl4pPr marL="1124712" indent="-228600" algn="l" defTabSz="914400" rtl="0" eaLnBrk="1" latinLnBrk="0" hangingPunct="1">
              <a:spcBef>
                <a:spcPct val="20000"/>
              </a:spcBef>
              <a:buClr>
                <a:schemeClr val="accent1"/>
              </a:buClr>
              <a:buSzPct val="76000"/>
              <a:buFont typeface="Wingdings 2" pitchFamily="18" charset="2"/>
              <a:buChar char=""/>
              <a:defRPr sz="1800" kern="1200">
                <a:solidFill>
                  <a:schemeClr val="tx2"/>
                </a:solidFill>
                <a:latin typeface="+mn-lt"/>
                <a:ea typeface="+mn-ea"/>
                <a:cs typeface="+mn-cs"/>
              </a:defRPr>
            </a:lvl4pPr>
            <a:lvl5pPr marL="1325880" indent="-228600" algn="l" defTabSz="914400" rtl="0" eaLnBrk="1" latinLnBrk="0" hangingPunct="1">
              <a:spcBef>
                <a:spcPct val="20000"/>
              </a:spcBef>
              <a:buClr>
                <a:schemeClr val="accent1"/>
              </a:buClr>
              <a:buSzPct val="76000"/>
              <a:buFont typeface="Wingdings 2" pitchFamily="18" charset="2"/>
              <a:buChar char=""/>
              <a:defRPr sz="1600" kern="1200" baseline="0">
                <a:solidFill>
                  <a:schemeClr val="tx2"/>
                </a:solidFill>
                <a:latin typeface="+mn-lt"/>
                <a:ea typeface="+mn-ea"/>
                <a:cs typeface="+mn-cs"/>
              </a:defRPr>
            </a:lvl5pPr>
            <a:lvl6pPr marL="1517904"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6pPr>
            <a:lvl7pPr marL="1719072"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7pPr>
            <a:lvl8pPr marL="1920240"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8pPr>
            <a:lvl9pPr marL="2121408"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9pPr>
          </a:lstStyle>
          <a:p>
            <a:r>
              <a:rPr lang="en-AU" dirty="0"/>
              <a:t>Read Nelson pages 322-329</a:t>
            </a:r>
          </a:p>
          <a:p>
            <a:r>
              <a:rPr lang="en-AU" dirty="0"/>
              <a:t>Complete Scientific Literacy activity on 328</a:t>
            </a:r>
          </a:p>
          <a:p>
            <a:r>
              <a:rPr lang="en-AU" dirty="0"/>
              <a:t>Question sets 10.5 &amp; 10.6</a:t>
            </a: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2475" y="2348880"/>
            <a:ext cx="2088232" cy="2738141"/>
          </a:xfrm>
          <a:prstGeom prst="rect">
            <a:avLst/>
          </a:prstGeom>
        </p:spPr>
      </p:pic>
    </p:spTree>
    <p:extLst>
      <p:ext uri="{BB962C8B-B14F-4D97-AF65-F5344CB8AC3E}">
        <p14:creationId xmlns:p14="http://schemas.microsoft.com/office/powerpoint/2010/main" val="59453482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Student Feedback</a:t>
            </a:r>
            <a:endParaRPr lang="en-AU" dirty="0"/>
          </a:p>
        </p:txBody>
      </p:sp>
      <p:sp>
        <p:nvSpPr>
          <p:cNvPr id="3" name="Content Placeholder 2"/>
          <p:cNvSpPr>
            <a:spLocks noGrp="1"/>
          </p:cNvSpPr>
          <p:nvPr>
            <p:ph sz="quarter" idx="1"/>
          </p:nvPr>
        </p:nvSpPr>
        <p:spPr>
          <a:xfrm>
            <a:off x="971600" y="2420888"/>
            <a:ext cx="6777317" cy="3508977"/>
          </a:xfrm>
        </p:spPr>
        <p:txBody>
          <a:bodyPr>
            <a:normAutofit/>
          </a:bodyPr>
          <a:lstStyle/>
          <a:p>
            <a:r>
              <a:rPr lang="en-AU" dirty="0"/>
              <a:t>What I learnt today…..</a:t>
            </a:r>
          </a:p>
          <a:p>
            <a:endParaRPr lang="en-AU" dirty="0"/>
          </a:p>
          <a:p>
            <a:endParaRPr lang="en-AU" dirty="0"/>
          </a:p>
          <a:p>
            <a:endParaRPr lang="en-AU" dirty="0"/>
          </a:p>
          <a:p>
            <a:r>
              <a:rPr lang="en-AU" dirty="0"/>
              <a:t>What I need to revise….</a:t>
            </a:r>
          </a:p>
          <a:p>
            <a:endParaRPr lang="en-AU" dirty="0"/>
          </a:p>
          <a:p>
            <a:endParaRPr lang="en-AU" dirty="0"/>
          </a:p>
        </p:txBody>
      </p:sp>
    </p:spTree>
    <p:extLst>
      <p:ext uri="{BB962C8B-B14F-4D97-AF65-F5344CB8AC3E}">
        <p14:creationId xmlns:p14="http://schemas.microsoft.com/office/powerpoint/2010/main" val="27966397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ustin">
  <a:themeElements>
    <a:clrScheme name="Austin">
      <a:dk1>
        <a:sysClr val="windowText" lastClr="000000"/>
      </a:dk1>
      <a:lt1>
        <a:sysClr val="window" lastClr="FFFFFF"/>
      </a:lt1>
      <a:dk2>
        <a:srgbClr val="3E3D2D"/>
      </a:dk2>
      <a:lt2>
        <a:srgbClr val="CAF278"/>
      </a:lt2>
      <a:accent1>
        <a:srgbClr val="94C600"/>
      </a:accent1>
      <a:accent2>
        <a:srgbClr val="71685A"/>
      </a:accent2>
      <a:accent3>
        <a:srgbClr val="FF6700"/>
      </a:accent3>
      <a:accent4>
        <a:srgbClr val="909465"/>
      </a:accent4>
      <a:accent5>
        <a:srgbClr val="956B43"/>
      </a:accent5>
      <a:accent6>
        <a:srgbClr val="FEA022"/>
      </a:accent6>
      <a:hlink>
        <a:srgbClr val="E68200"/>
      </a:hlink>
      <a:folHlink>
        <a:srgbClr val="FFA94A"/>
      </a:folHlink>
    </a:clrScheme>
    <a:fontScheme name="Austin">
      <a:maj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Austin">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lumMod val="100000"/>
              </a:schemeClr>
            </a:gs>
          </a:gsLst>
          <a:lin ang="5040000" scaled="1"/>
        </a:gradFill>
        <a:gradFill rotWithShape="1">
          <a:gsLst>
            <a:gs pos="0">
              <a:schemeClr val="phClr"/>
            </a:gs>
            <a:gs pos="100000">
              <a:schemeClr val="phClr">
                <a:shade val="75000"/>
                <a:satMod val="120000"/>
                <a:lumMod val="9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scene3d>
            <a:camera prst="orthographicFront">
              <a:rot lat="0" lon="0" rev="0"/>
            </a:camera>
            <a:lightRig rig="threePt" dir="tl">
              <a:rot lat="0" lon="0" rev="20400000"/>
            </a:lightRig>
          </a:scene3d>
          <a:sp3d>
            <a:bevelT w="50800" h="12700" prst="softRound"/>
          </a:sp3d>
        </a:effectStyle>
        <a:effectStyle>
          <a:effectLst>
            <a:outerShdw blurRad="44450" dist="50800" dir="5400000" sx="96000" rotWithShape="0">
              <a:srgbClr val="000000">
                <a:alpha val="34000"/>
              </a:srgbClr>
            </a:outerShdw>
          </a:effectLst>
          <a:scene3d>
            <a:camera prst="orthographicFront">
              <a:rot lat="0" lon="0" rev="0"/>
            </a:camera>
            <a:lightRig rig="threePt" dir="tl">
              <a:rot lat="0" lon="0" rev="20400000"/>
            </a:lightRig>
          </a:scene3d>
          <a:sp3d contourW="15875" prstMaterial="metal">
            <a:bevelT w="101600" h="25400" prst="softRound"/>
            <a:contourClr>
              <a:schemeClr val="phClr">
                <a:shade val="30000"/>
              </a:schemeClr>
            </a:contourClr>
          </a:sp3d>
        </a:effectStyle>
      </a:effectStyleLst>
      <a:bgFillStyleLst>
        <a:solidFill>
          <a:schemeClr val="phClr"/>
        </a:solidFill>
        <a:gradFill rotWithShape="1">
          <a:gsLst>
            <a:gs pos="0">
              <a:schemeClr val="phClr">
                <a:shade val="94000"/>
                <a:satMod val="114000"/>
                <a:lumMod val="96000"/>
              </a:schemeClr>
            </a:gs>
            <a:gs pos="62000">
              <a:schemeClr val="phClr">
                <a:tint val="92000"/>
                <a:shade val="66000"/>
                <a:satMod val="110000"/>
                <a:lumMod val="80000"/>
              </a:schemeClr>
            </a:gs>
            <a:gs pos="100000">
              <a:schemeClr val="phClr">
                <a:tint val="89000"/>
                <a:shade val="62000"/>
                <a:satMod val="110000"/>
                <a:lumMod val="72000"/>
              </a:schemeClr>
            </a:gs>
          </a:gsLst>
          <a:lin ang="5400000" scaled="0"/>
        </a:gradFill>
        <a:blipFill rotWithShape="1">
          <a:blip xmlns:r="http://schemas.openxmlformats.org/officeDocument/2006/relationships" r:embed="rId1">
            <a:duotone>
              <a:schemeClr val="phClr">
                <a:tint val="80000"/>
                <a:shade val="58000"/>
              </a:schemeClr>
              <a:schemeClr val="phClr">
                <a:tint val="73000"/>
                <a:shade val="68000"/>
                <a:satMod val="15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Austin</Template>
  <TotalTime>779</TotalTime>
  <Words>1962</Words>
  <Application>Microsoft Office PowerPoint</Application>
  <PresentationFormat>On-screen Show (4:3)</PresentationFormat>
  <Paragraphs>251</Paragraphs>
  <Slides>35</Slides>
  <Notes>20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35</vt:i4>
      </vt:variant>
    </vt:vector>
  </HeadingPairs>
  <TitlesOfParts>
    <vt:vector size="42" baseType="lpstr">
      <vt:lpstr>Arial</vt:lpstr>
      <vt:lpstr>Calibri</vt:lpstr>
      <vt:lpstr>Century Gothic</vt:lpstr>
      <vt:lpstr>Lato</vt:lpstr>
      <vt:lpstr>Times New Roman</vt:lpstr>
      <vt:lpstr>Wingdings 2</vt:lpstr>
      <vt:lpstr>Austin</vt:lpstr>
      <vt:lpstr>11ATAR Biology  Week 25 - Photosynthesis</vt:lpstr>
      <vt:lpstr>Year 11 Biology Work Schedule</vt:lpstr>
      <vt:lpstr>Crash Course Biology</vt:lpstr>
      <vt:lpstr>Learning Intentions</vt:lpstr>
      <vt:lpstr>Previous Knowledge Check in</vt:lpstr>
      <vt:lpstr>Photosynthesis</vt:lpstr>
      <vt:lpstr>Photosynthesis</vt:lpstr>
      <vt:lpstr>Photosynthesis</vt:lpstr>
      <vt:lpstr>Pigments &amp; Light Absorption</vt:lpstr>
      <vt:lpstr>Photosynthetic Pigments</vt:lpstr>
      <vt:lpstr>Photosynthetic Pigments</vt:lpstr>
      <vt:lpstr>Photosynthetic Pigments</vt:lpstr>
      <vt:lpstr>Photosynthetic Pigments</vt:lpstr>
      <vt:lpstr>Autumn Leaves</vt:lpstr>
      <vt:lpstr>Leaf Structure</vt:lpstr>
      <vt:lpstr>The Chloroplast</vt:lpstr>
      <vt:lpstr>Photosynthesis</vt:lpstr>
      <vt:lpstr>Photosynthesis</vt:lpstr>
      <vt:lpstr>Light-dependent Stage</vt:lpstr>
      <vt:lpstr>Light-independent Stage</vt:lpstr>
      <vt:lpstr>A Summary of Photosynthesis</vt:lpstr>
      <vt:lpstr>PowerPoint Presentation</vt:lpstr>
      <vt:lpstr>PowerPoint Presentation</vt:lpstr>
      <vt:lpstr>Moodle &amp; Textbook Work</vt:lpstr>
      <vt:lpstr>Student Feedback</vt:lpstr>
      <vt:lpstr>PowerPoint Presentation</vt:lpstr>
      <vt:lpstr>Factors Affecting Photosynthetic Rate</vt:lpstr>
      <vt:lpstr>Factors Affecting Photosynthetic Rate</vt:lpstr>
      <vt:lpstr>Factors Affecting Photosynthetic Rate</vt:lpstr>
      <vt:lpstr>Factors Affecting Photosynthetic Rate</vt:lpstr>
      <vt:lpstr>Measuring the rate of photosynthesis</vt:lpstr>
      <vt:lpstr>PowerPoint Presentation</vt:lpstr>
      <vt:lpstr>Exam Review Question</vt:lpstr>
      <vt:lpstr>Moodle &amp; Textbook Work</vt:lpstr>
      <vt:lpstr>Student Feedback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Photosynthesis</dc:title>
  <dc:creator>HARDINGHAM Gillian</dc:creator>
  <cp:lastModifiedBy>HARTLAND Robbert [SIDE - Sch of Isol &amp; Dist Edu]</cp:lastModifiedBy>
  <cp:revision>62</cp:revision>
  <dcterms:created xsi:type="dcterms:W3CDTF">2015-08-13T02:48:00Z</dcterms:created>
  <dcterms:modified xsi:type="dcterms:W3CDTF">2023-08-14T02:28:38Z</dcterms:modified>
</cp:coreProperties>
</file>