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8" r:id="rId3"/>
  </p:sldMasterIdLst>
  <p:notesMasterIdLst>
    <p:notesMasterId r:id="rId33"/>
  </p:notesMasterIdLst>
  <p:handoutMasterIdLst>
    <p:handoutMasterId r:id="rId34"/>
  </p:handoutMasterIdLst>
  <p:sldIdLst>
    <p:sldId id="307" r:id="rId4"/>
    <p:sldId id="576" r:id="rId5"/>
    <p:sldId id="583" r:id="rId6"/>
    <p:sldId id="578" r:id="rId7"/>
    <p:sldId id="580" r:id="rId8"/>
    <p:sldId id="577" r:id="rId9"/>
    <p:sldId id="560" r:id="rId10"/>
    <p:sldId id="339" r:id="rId11"/>
    <p:sldId id="573" r:id="rId12"/>
    <p:sldId id="347" r:id="rId13"/>
    <p:sldId id="324" r:id="rId14"/>
    <p:sldId id="559" r:id="rId15"/>
    <p:sldId id="318" r:id="rId16"/>
    <p:sldId id="309" r:id="rId17"/>
    <p:sldId id="567" r:id="rId18"/>
    <p:sldId id="568" r:id="rId19"/>
    <p:sldId id="350" r:id="rId20"/>
    <p:sldId id="569" r:id="rId21"/>
    <p:sldId id="323" r:id="rId22"/>
    <p:sldId id="566" r:id="rId23"/>
    <p:sldId id="565" r:id="rId24"/>
    <p:sldId id="317" r:id="rId25"/>
    <p:sldId id="575" r:id="rId26"/>
    <p:sldId id="571" r:id="rId27"/>
    <p:sldId id="574" r:id="rId28"/>
    <p:sldId id="570" r:id="rId29"/>
    <p:sldId id="319" r:id="rId30"/>
    <p:sldId id="558" r:id="rId31"/>
    <p:sldId id="331" r:id="rId32"/>
  </p:sldIdLst>
  <p:sldSz cx="9144000" cy="6858000" type="screen4x3"/>
  <p:notesSz cx="6797675" cy="9926638"/>
  <p:defaultTextStyle>
    <a:defPPr>
      <a:defRPr lang="en-US"/>
    </a:defPPr>
    <a:lvl1pPr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00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862705-6845-4E09-81A6-B471E8CCEC55}" v="28" dt="2024-03-17T02:32:58.8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microsoft.com/office/2016/11/relationships/changesInfo" Target="changesInfos/changesInfo1.xml"/><Relationship Id="rId21" Type="http://schemas.openxmlformats.org/officeDocument/2006/relationships/slide" Target="slides/slide18.xml"/><Relationship Id="rId34"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RON Roslyn [SIDE - Sch of Isol &amp; Dist Edu]" userId="c183fb99-3050-4a1c-95bf-f26cb5acbba7" providerId="ADAL" clId="{07862705-6845-4E09-81A6-B471E8CCEC55}"/>
    <pc:docChg chg="undo custSel addSld delSld modSld sldOrd">
      <pc:chgData name="KERON Roslyn [SIDE - Sch of Isol &amp; Dist Edu]" userId="c183fb99-3050-4a1c-95bf-f26cb5acbba7" providerId="ADAL" clId="{07862705-6845-4E09-81A6-B471E8CCEC55}" dt="2024-03-17T02:33:02.828" v="1416" actId="20577"/>
      <pc:docMkLst>
        <pc:docMk/>
      </pc:docMkLst>
      <pc:sldChg chg="del">
        <pc:chgData name="KERON Roslyn [SIDE - Sch of Isol &amp; Dist Edu]" userId="c183fb99-3050-4a1c-95bf-f26cb5acbba7" providerId="ADAL" clId="{07862705-6845-4E09-81A6-B471E8CCEC55}" dt="2024-03-14T13:13:25.084" v="17" actId="2696"/>
        <pc:sldMkLst>
          <pc:docMk/>
          <pc:sldMk cId="0" sldId="303"/>
        </pc:sldMkLst>
      </pc:sldChg>
      <pc:sldChg chg="modSp mod">
        <pc:chgData name="KERON Roslyn [SIDE - Sch of Isol &amp; Dist Edu]" userId="c183fb99-3050-4a1c-95bf-f26cb5acbba7" providerId="ADAL" clId="{07862705-6845-4E09-81A6-B471E8CCEC55}" dt="2024-03-14T13:12:40.513" v="11" actId="20577"/>
        <pc:sldMkLst>
          <pc:docMk/>
          <pc:sldMk cId="0" sldId="307"/>
        </pc:sldMkLst>
        <pc:spChg chg="mod">
          <ac:chgData name="KERON Roslyn [SIDE - Sch of Isol &amp; Dist Edu]" userId="c183fb99-3050-4a1c-95bf-f26cb5acbba7" providerId="ADAL" clId="{07862705-6845-4E09-81A6-B471E8CCEC55}" dt="2024-03-14T13:12:40.513" v="11" actId="20577"/>
          <ac:spMkLst>
            <pc:docMk/>
            <pc:sldMk cId="0" sldId="307"/>
            <ac:spMk id="3" creationId="{ACC807C6-1E6A-6C0E-4C26-B16C56243171}"/>
          </ac:spMkLst>
        </pc:spChg>
        <pc:spChg chg="mod">
          <ac:chgData name="KERON Roslyn [SIDE - Sch of Isol &amp; Dist Edu]" userId="c183fb99-3050-4a1c-95bf-f26cb5acbba7" providerId="ADAL" clId="{07862705-6845-4E09-81A6-B471E8CCEC55}" dt="2024-03-14T13:12:28.496" v="5" actId="20577"/>
          <ac:spMkLst>
            <pc:docMk/>
            <pc:sldMk cId="0" sldId="307"/>
            <ac:spMk id="20482" creationId="{DCCEC2FB-5C83-7854-1581-FFC9C83C2B52}"/>
          </ac:spMkLst>
        </pc:spChg>
      </pc:sldChg>
      <pc:sldChg chg="modSp add mod">
        <pc:chgData name="KERON Roslyn [SIDE - Sch of Isol &amp; Dist Edu]" userId="c183fb99-3050-4a1c-95bf-f26cb5acbba7" providerId="ADAL" clId="{07862705-6845-4E09-81A6-B471E8CCEC55}" dt="2024-03-14T13:15:28.244" v="27" actId="12"/>
        <pc:sldMkLst>
          <pc:docMk/>
          <pc:sldMk cId="0" sldId="309"/>
        </pc:sldMkLst>
        <pc:spChg chg="mod">
          <ac:chgData name="KERON Roslyn [SIDE - Sch of Isol &amp; Dist Edu]" userId="c183fb99-3050-4a1c-95bf-f26cb5acbba7" providerId="ADAL" clId="{07862705-6845-4E09-81A6-B471E8CCEC55}" dt="2024-03-14T13:15:28.244" v="27" actId="12"/>
          <ac:spMkLst>
            <pc:docMk/>
            <pc:sldMk cId="0" sldId="309"/>
            <ac:spMk id="31747" creationId="{1CD79430-87E9-9948-5BC8-0E0E53720753}"/>
          </ac:spMkLst>
        </pc:spChg>
      </pc:sldChg>
      <pc:sldChg chg="del">
        <pc:chgData name="KERON Roslyn [SIDE - Sch of Isol &amp; Dist Edu]" userId="c183fb99-3050-4a1c-95bf-f26cb5acbba7" providerId="ADAL" clId="{07862705-6845-4E09-81A6-B471E8CCEC55}" dt="2024-03-14T13:21:14.859" v="151" actId="2696"/>
        <pc:sldMkLst>
          <pc:docMk/>
          <pc:sldMk cId="3402026128" sldId="316"/>
        </pc:sldMkLst>
      </pc:sldChg>
      <pc:sldChg chg="addSp modSp mod ord">
        <pc:chgData name="KERON Roslyn [SIDE - Sch of Isol &amp; Dist Edu]" userId="c183fb99-3050-4a1c-95bf-f26cb5acbba7" providerId="ADAL" clId="{07862705-6845-4E09-81A6-B471E8CCEC55}" dt="2024-03-17T02:14:00.176" v="825"/>
        <pc:sldMkLst>
          <pc:docMk/>
          <pc:sldMk cId="0" sldId="317"/>
        </pc:sldMkLst>
        <pc:spChg chg="add mod">
          <ac:chgData name="KERON Roslyn [SIDE - Sch of Isol &amp; Dist Edu]" userId="c183fb99-3050-4a1c-95bf-f26cb5acbba7" providerId="ADAL" clId="{07862705-6845-4E09-81A6-B471E8CCEC55}" dt="2024-03-17T02:13:52.300" v="823" actId="692"/>
          <ac:spMkLst>
            <pc:docMk/>
            <pc:sldMk cId="0" sldId="317"/>
            <ac:spMk id="2" creationId="{C6B4DC2A-9D8C-1587-C1E6-A3BE731016F1}"/>
          </ac:spMkLst>
        </pc:spChg>
      </pc:sldChg>
      <pc:sldChg chg="del">
        <pc:chgData name="KERON Roslyn [SIDE - Sch of Isol &amp; Dist Edu]" userId="c183fb99-3050-4a1c-95bf-f26cb5acbba7" providerId="ADAL" clId="{07862705-6845-4E09-81A6-B471E8CCEC55}" dt="2024-03-17T02:31:56.241" v="1412" actId="2696"/>
        <pc:sldMkLst>
          <pc:docMk/>
          <pc:sldMk cId="2975173095" sldId="318"/>
        </pc:sldMkLst>
      </pc:sldChg>
      <pc:sldChg chg="del">
        <pc:chgData name="KERON Roslyn [SIDE - Sch of Isol &amp; Dist Edu]" userId="c183fb99-3050-4a1c-95bf-f26cb5acbba7" providerId="ADAL" clId="{07862705-6845-4E09-81A6-B471E8CCEC55}" dt="2024-03-14T13:13:28.197" v="18" actId="2696"/>
        <pc:sldMkLst>
          <pc:docMk/>
          <pc:sldMk cId="0" sldId="320"/>
        </pc:sldMkLst>
      </pc:sldChg>
      <pc:sldChg chg="addSp delSp modSp mod">
        <pc:chgData name="KERON Roslyn [SIDE - Sch of Isol &amp; Dist Edu]" userId="c183fb99-3050-4a1c-95bf-f26cb5acbba7" providerId="ADAL" clId="{07862705-6845-4E09-81A6-B471E8CCEC55}" dt="2024-03-17T02:28:57.170" v="1409" actId="21"/>
        <pc:sldMkLst>
          <pc:docMk/>
          <pc:sldMk cId="0" sldId="323"/>
        </pc:sldMkLst>
        <pc:spChg chg="add mod">
          <ac:chgData name="KERON Roslyn [SIDE - Sch of Isol &amp; Dist Edu]" userId="c183fb99-3050-4a1c-95bf-f26cb5acbba7" providerId="ADAL" clId="{07862705-6845-4E09-81A6-B471E8CCEC55}" dt="2024-03-17T02:24:29.709" v="1129" actId="1076"/>
          <ac:spMkLst>
            <pc:docMk/>
            <pc:sldMk cId="0" sldId="323"/>
            <ac:spMk id="2" creationId="{701443F9-D740-30C8-268A-B3A7E6482EB9}"/>
          </ac:spMkLst>
        </pc:spChg>
        <pc:spChg chg="add mod">
          <ac:chgData name="KERON Roslyn [SIDE - Sch of Isol &amp; Dist Edu]" userId="c183fb99-3050-4a1c-95bf-f26cb5acbba7" providerId="ADAL" clId="{07862705-6845-4E09-81A6-B471E8CCEC55}" dt="2024-03-17T02:24:46.135" v="1153" actId="20577"/>
          <ac:spMkLst>
            <pc:docMk/>
            <pc:sldMk cId="0" sldId="323"/>
            <ac:spMk id="4" creationId="{8B955D80-EB5C-5C75-9EEE-2681E7A9F522}"/>
          </ac:spMkLst>
        </pc:spChg>
        <pc:spChg chg="add del mod">
          <ac:chgData name="KERON Roslyn [SIDE - Sch of Isol &amp; Dist Edu]" userId="c183fb99-3050-4a1c-95bf-f26cb5acbba7" providerId="ADAL" clId="{07862705-6845-4E09-81A6-B471E8CCEC55}" dt="2024-03-17T02:28:57.170" v="1409" actId="21"/>
          <ac:spMkLst>
            <pc:docMk/>
            <pc:sldMk cId="0" sldId="323"/>
            <ac:spMk id="5" creationId="{F7B0A17F-F23B-5BC3-4C3C-1E49E09A1733}"/>
          </ac:spMkLst>
        </pc:spChg>
        <pc:spChg chg="add mod">
          <ac:chgData name="KERON Roslyn [SIDE - Sch of Isol &amp; Dist Edu]" userId="c183fb99-3050-4a1c-95bf-f26cb5acbba7" providerId="ADAL" clId="{07862705-6845-4E09-81A6-B471E8CCEC55}" dt="2024-03-17T02:28:29.402" v="1389" actId="1076"/>
          <ac:spMkLst>
            <pc:docMk/>
            <pc:sldMk cId="0" sldId="323"/>
            <ac:spMk id="6" creationId="{D8B312E3-D983-5EC6-323C-3712ACDE0E79}"/>
          </ac:spMkLst>
        </pc:spChg>
        <pc:spChg chg="add mod">
          <ac:chgData name="KERON Roslyn [SIDE - Sch of Isol &amp; Dist Edu]" userId="c183fb99-3050-4a1c-95bf-f26cb5acbba7" providerId="ADAL" clId="{07862705-6845-4E09-81A6-B471E8CCEC55}" dt="2024-03-17T02:28:45.169" v="1406" actId="20577"/>
          <ac:spMkLst>
            <pc:docMk/>
            <pc:sldMk cId="0" sldId="323"/>
            <ac:spMk id="7" creationId="{5DA8AE1F-D836-D6F6-85EA-E5B531BEF58C}"/>
          </ac:spMkLst>
        </pc:spChg>
        <pc:graphicFrameChg chg="mod">
          <ac:chgData name="KERON Roslyn [SIDE - Sch of Isol &amp; Dist Edu]" userId="c183fb99-3050-4a1c-95bf-f26cb5acbba7" providerId="ADAL" clId="{07862705-6845-4E09-81A6-B471E8CCEC55}" dt="2024-03-17T02:26:24.001" v="1155" actId="1076"/>
          <ac:graphicFrameMkLst>
            <pc:docMk/>
            <pc:sldMk cId="0" sldId="323"/>
            <ac:graphicFrameMk id="3" creationId="{82C36638-2955-FB55-8EDA-3F1879289463}"/>
          </ac:graphicFrameMkLst>
        </pc:graphicFrameChg>
      </pc:sldChg>
      <pc:sldChg chg="del">
        <pc:chgData name="KERON Roslyn [SIDE - Sch of Isol &amp; Dist Edu]" userId="c183fb99-3050-4a1c-95bf-f26cb5acbba7" providerId="ADAL" clId="{07862705-6845-4E09-81A6-B471E8CCEC55}" dt="2024-03-14T13:13:53.293" v="22" actId="2696"/>
        <pc:sldMkLst>
          <pc:docMk/>
          <pc:sldMk cId="0" sldId="324"/>
        </pc:sldMkLst>
      </pc:sldChg>
      <pc:sldChg chg="del">
        <pc:chgData name="KERON Roslyn [SIDE - Sch of Isol &amp; Dist Edu]" userId="c183fb99-3050-4a1c-95bf-f26cb5acbba7" providerId="ADAL" clId="{07862705-6845-4E09-81A6-B471E8CCEC55}" dt="2024-03-14T13:13:53.293" v="22" actId="2696"/>
        <pc:sldMkLst>
          <pc:docMk/>
          <pc:sldMk cId="0" sldId="325"/>
        </pc:sldMkLst>
      </pc:sldChg>
      <pc:sldChg chg="del">
        <pc:chgData name="KERON Roslyn [SIDE - Sch of Isol &amp; Dist Edu]" userId="c183fb99-3050-4a1c-95bf-f26cb5acbba7" providerId="ADAL" clId="{07862705-6845-4E09-81A6-B471E8CCEC55}" dt="2024-03-14T13:13:53.293" v="22" actId="2696"/>
        <pc:sldMkLst>
          <pc:docMk/>
          <pc:sldMk cId="0" sldId="326"/>
        </pc:sldMkLst>
      </pc:sldChg>
      <pc:sldChg chg="del">
        <pc:chgData name="KERON Roslyn [SIDE - Sch of Isol &amp; Dist Edu]" userId="c183fb99-3050-4a1c-95bf-f26cb5acbba7" providerId="ADAL" clId="{07862705-6845-4E09-81A6-B471E8CCEC55}" dt="2024-03-14T13:13:53.293" v="22" actId="2696"/>
        <pc:sldMkLst>
          <pc:docMk/>
          <pc:sldMk cId="0" sldId="327"/>
        </pc:sldMkLst>
      </pc:sldChg>
      <pc:sldChg chg="del">
        <pc:chgData name="KERON Roslyn [SIDE - Sch of Isol &amp; Dist Edu]" userId="c183fb99-3050-4a1c-95bf-f26cb5acbba7" providerId="ADAL" clId="{07862705-6845-4E09-81A6-B471E8CCEC55}" dt="2024-03-14T13:13:53.293" v="22" actId="2696"/>
        <pc:sldMkLst>
          <pc:docMk/>
          <pc:sldMk cId="0" sldId="328"/>
        </pc:sldMkLst>
      </pc:sldChg>
      <pc:sldChg chg="del">
        <pc:chgData name="KERON Roslyn [SIDE - Sch of Isol &amp; Dist Edu]" userId="c183fb99-3050-4a1c-95bf-f26cb5acbba7" providerId="ADAL" clId="{07862705-6845-4E09-81A6-B471E8CCEC55}" dt="2024-03-14T13:13:53.293" v="22" actId="2696"/>
        <pc:sldMkLst>
          <pc:docMk/>
          <pc:sldMk cId="0" sldId="329"/>
        </pc:sldMkLst>
      </pc:sldChg>
      <pc:sldChg chg="del">
        <pc:chgData name="KERON Roslyn [SIDE - Sch of Isol &amp; Dist Edu]" userId="c183fb99-3050-4a1c-95bf-f26cb5acbba7" providerId="ADAL" clId="{07862705-6845-4E09-81A6-B471E8CCEC55}" dt="2024-03-14T13:13:35.776" v="20" actId="2696"/>
        <pc:sldMkLst>
          <pc:docMk/>
          <pc:sldMk cId="0" sldId="337"/>
        </pc:sldMkLst>
      </pc:sldChg>
      <pc:sldChg chg="modSp mod ord">
        <pc:chgData name="KERON Roslyn [SIDE - Sch of Isol &amp; Dist Edu]" userId="c183fb99-3050-4a1c-95bf-f26cb5acbba7" providerId="ADAL" clId="{07862705-6845-4E09-81A6-B471E8CCEC55}" dt="2024-03-14T13:12:58.478" v="14" actId="1076"/>
        <pc:sldMkLst>
          <pc:docMk/>
          <pc:sldMk cId="3548116175" sldId="339"/>
        </pc:sldMkLst>
        <pc:spChg chg="mod">
          <ac:chgData name="KERON Roslyn [SIDE - Sch of Isol &amp; Dist Edu]" userId="c183fb99-3050-4a1c-95bf-f26cb5acbba7" providerId="ADAL" clId="{07862705-6845-4E09-81A6-B471E8CCEC55}" dt="2024-03-14T13:12:58.478" v="14" actId="1076"/>
          <ac:spMkLst>
            <pc:docMk/>
            <pc:sldMk cId="3548116175" sldId="339"/>
            <ac:spMk id="3" creationId="{00000000-0000-0000-0000-000000000000}"/>
          </ac:spMkLst>
        </pc:spChg>
      </pc:sldChg>
      <pc:sldChg chg="modSp mod">
        <pc:chgData name="KERON Roslyn [SIDE - Sch of Isol &amp; Dist Edu]" userId="c183fb99-3050-4a1c-95bf-f26cb5acbba7" providerId="ADAL" clId="{07862705-6845-4E09-81A6-B471E8CCEC55}" dt="2024-03-17T01:13:38.641" v="728" actId="20577"/>
        <pc:sldMkLst>
          <pc:docMk/>
          <pc:sldMk cId="256559821" sldId="350"/>
        </pc:sldMkLst>
        <pc:spChg chg="mod">
          <ac:chgData name="KERON Roslyn [SIDE - Sch of Isol &amp; Dist Edu]" userId="c183fb99-3050-4a1c-95bf-f26cb5acbba7" providerId="ADAL" clId="{07862705-6845-4E09-81A6-B471E8CCEC55}" dt="2024-03-14T13:14:11.377" v="24" actId="1076"/>
          <ac:spMkLst>
            <pc:docMk/>
            <pc:sldMk cId="256559821" sldId="350"/>
            <ac:spMk id="2" creationId="{36289B3F-497A-0687-A180-EB1DE12983A5}"/>
          </ac:spMkLst>
        </pc:spChg>
        <pc:spChg chg="mod">
          <ac:chgData name="KERON Roslyn [SIDE - Sch of Isol &amp; Dist Edu]" userId="c183fb99-3050-4a1c-95bf-f26cb5acbba7" providerId="ADAL" clId="{07862705-6845-4E09-81A6-B471E8CCEC55}" dt="2024-03-17T01:13:38.641" v="728" actId="20577"/>
          <ac:spMkLst>
            <pc:docMk/>
            <pc:sldMk cId="256559821" sldId="350"/>
            <ac:spMk id="3" creationId="{A9523B7A-6FED-AEEF-FAC7-484A5AB5A99B}"/>
          </ac:spMkLst>
        </pc:spChg>
      </pc:sldChg>
      <pc:sldChg chg="ord">
        <pc:chgData name="KERON Roslyn [SIDE - Sch of Isol &amp; Dist Edu]" userId="c183fb99-3050-4a1c-95bf-f26cb5acbba7" providerId="ADAL" clId="{07862705-6845-4E09-81A6-B471E8CCEC55}" dt="2024-03-14T13:20:01.884" v="107"/>
        <pc:sldMkLst>
          <pc:docMk/>
          <pc:sldMk cId="0" sldId="559"/>
        </pc:sldMkLst>
      </pc:sldChg>
      <pc:sldChg chg="del">
        <pc:chgData name="KERON Roslyn [SIDE - Sch of Isol &amp; Dist Edu]" userId="c183fb99-3050-4a1c-95bf-f26cb5acbba7" providerId="ADAL" clId="{07862705-6845-4E09-81A6-B471E8CCEC55}" dt="2024-03-14T13:13:17.850" v="16" actId="2696"/>
        <pc:sldMkLst>
          <pc:docMk/>
          <pc:sldMk cId="3561062443" sldId="562"/>
        </pc:sldMkLst>
      </pc:sldChg>
      <pc:sldChg chg="del">
        <pc:chgData name="KERON Roslyn [SIDE - Sch of Isol &amp; Dist Edu]" userId="c183fb99-3050-4a1c-95bf-f26cb5acbba7" providerId="ADAL" clId="{07862705-6845-4E09-81A6-B471E8CCEC55}" dt="2024-03-14T13:20:17.664" v="108" actId="2696"/>
        <pc:sldMkLst>
          <pc:docMk/>
          <pc:sldMk cId="2340476824" sldId="564"/>
        </pc:sldMkLst>
      </pc:sldChg>
      <pc:sldChg chg="add del">
        <pc:chgData name="KERON Roslyn [SIDE - Sch of Isol &amp; Dist Edu]" userId="c183fb99-3050-4a1c-95bf-f26cb5acbba7" providerId="ADAL" clId="{07862705-6845-4E09-81A6-B471E8CCEC55}" dt="2024-03-14T13:13:37.939" v="21" actId="2696"/>
        <pc:sldMkLst>
          <pc:docMk/>
          <pc:sldMk cId="1198415501" sldId="567"/>
        </pc:sldMkLst>
      </pc:sldChg>
      <pc:sldChg chg="addSp modSp new mod">
        <pc:chgData name="KERON Roslyn [SIDE - Sch of Isol &amp; Dist Edu]" userId="c183fb99-3050-4a1c-95bf-f26cb5acbba7" providerId="ADAL" clId="{07862705-6845-4E09-81A6-B471E8CCEC55}" dt="2024-03-14T13:26:08.212" v="305" actId="688"/>
        <pc:sldMkLst>
          <pc:docMk/>
          <pc:sldMk cId="1718559152" sldId="567"/>
        </pc:sldMkLst>
        <pc:spChg chg="mod">
          <ac:chgData name="KERON Roslyn [SIDE - Sch of Isol &amp; Dist Edu]" userId="c183fb99-3050-4a1c-95bf-f26cb5acbba7" providerId="ADAL" clId="{07862705-6845-4E09-81A6-B471E8CCEC55}" dt="2024-03-14T13:17:16.805" v="88" actId="1076"/>
          <ac:spMkLst>
            <pc:docMk/>
            <pc:sldMk cId="1718559152" sldId="567"/>
            <ac:spMk id="2" creationId="{8DBBFBF4-E2E1-4F76-AE56-4C3DD316A4C0}"/>
          </ac:spMkLst>
        </pc:spChg>
        <pc:spChg chg="mod">
          <ac:chgData name="KERON Roslyn [SIDE - Sch of Isol &amp; Dist Edu]" userId="c183fb99-3050-4a1c-95bf-f26cb5acbba7" providerId="ADAL" clId="{07862705-6845-4E09-81A6-B471E8CCEC55}" dt="2024-03-14T13:17:32.192" v="94" actId="20577"/>
          <ac:spMkLst>
            <pc:docMk/>
            <pc:sldMk cId="1718559152" sldId="567"/>
            <ac:spMk id="3" creationId="{581D993E-5936-F4EA-E796-CB438FC3317F}"/>
          </ac:spMkLst>
        </pc:spChg>
        <pc:spChg chg="add mod">
          <ac:chgData name="KERON Roslyn [SIDE - Sch of Isol &amp; Dist Edu]" userId="c183fb99-3050-4a1c-95bf-f26cb5acbba7" providerId="ADAL" clId="{07862705-6845-4E09-81A6-B471E8CCEC55}" dt="2024-03-14T13:26:08.212" v="305" actId="688"/>
          <ac:spMkLst>
            <pc:docMk/>
            <pc:sldMk cId="1718559152" sldId="567"/>
            <ac:spMk id="4" creationId="{497720F7-8659-B6CF-BFE3-CBAADCF78E00}"/>
          </ac:spMkLst>
        </pc:spChg>
      </pc:sldChg>
      <pc:sldChg chg="modSp new mod">
        <pc:chgData name="KERON Roslyn [SIDE - Sch of Isol &amp; Dist Edu]" userId="c183fb99-3050-4a1c-95bf-f26cb5acbba7" providerId="ADAL" clId="{07862705-6845-4E09-81A6-B471E8CCEC55}" dt="2024-03-14T13:19:41.680" v="103" actId="13926"/>
        <pc:sldMkLst>
          <pc:docMk/>
          <pc:sldMk cId="1298594857" sldId="568"/>
        </pc:sldMkLst>
        <pc:spChg chg="mod">
          <ac:chgData name="KERON Roslyn [SIDE - Sch of Isol &amp; Dist Edu]" userId="c183fb99-3050-4a1c-95bf-f26cb5acbba7" providerId="ADAL" clId="{07862705-6845-4E09-81A6-B471E8CCEC55}" dt="2024-03-14T13:18:11.021" v="98" actId="255"/>
          <ac:spMkLst>
            <pc:docMk/>
            <pc:sldMk cId="1298594857" sldId="568"/>
            <ac:spMk id="2" creationId="{37CB2D6E-7B6B-8445-8734-D784EEAF5237}"/>
          </ac:spMkLst>
        </pc:spChg>
        <pc:spChg chg="mod">
          <ac:chgData name="KERON Roslyn [SIDE - Sch of Isol &amp; Dist Edu]" userId="c183fb99-3050-4a1c-95bf-f26cb5acbba7" providerId="ADAL" clId="{07862705-6845-4E09-81A6-B471E8CCEC55}" dt="2024-03-14T13:19:41.680" v="103" actId="13926"/>
          <ac:spMkLst>
            <pc:docMk/>
            <pc:sldMk cId="1298594857" sldId="568"/>
            <ac:spMk id="3" creationId="{5492E641-6B95-7AFB-FD15-ED0C61B8413F}"/>
          </ac:spMkLst>
        </pc:spChg>
      </pc:sldChg>
      <pc:sldChg chg="modSp add mod">
        <pc:chgData name="KERON Roslyn [SIDE - Sch of Isol &amp; Dist Edu]" userId="c183fb99-3050-4a1c-95bf-f26cb5acbba7" providerId="ADAL" clId="{07862705-6845-4E09-81A6-B471E8CCEC55}" dt="2024-03-14T13:29:17.073" v="439" actId="207"/>
        <pc:sldMkLst>
          <pc:docMk/>
          <pc:sldMk cId="3526077596" sldId="569"/>
        </pc:sldMkLst>
        <pc:spChg chg="mod">
          <ac:chgData name="KERON Roslyn [SIDE - Sch of Isol &amp; Dist Edu]" userId="c183fb99-3050-4a1c-95bf-f26cb5acbba7" providerId="ADAL" clId="{07862705-6845-4E09-81A6-B471E8CCEC55}" dt="2024-03-14T13:24:42.535" v="260" actId="1076"/>
          <ac:spMkLst>
            <pc:docMk/>
            <pc:sldMk cId="3526077596" sldId="569"/>
            <ac:spMk id="2" creationId="{57668087-85D1-8DCD-B467-F91F7F89074A}"/>
          </ac:spMkLst>
        </pc:spChg>
        <pc:spChg chg="mod">
          <ac:chgData name="KERON Roslyn [SIDE - Sch of Isol &amp; Dist Edu]" userId="c183fb99-3050-4a1c-95bf-f26cb5acbba7" providerId="ADAL" clId="{07862705-6845-4E09-81A6-B471E8CCEC55}" dt="2024-03-14T13:29:17.073" v="439" actId="207"/>
          <ac:spMkLst>
            <pc:docMk/>
            <pc:sldMk cId="3526077596" sldId="569"/>
            <ac:spMk id="3" creationId="{B0647114-A8CD-127E-3FA4-34E8CD15B7AC}"/>
          </ac:spMkLst>
        </pc:spChg>
      </pc:sldChg>
      <pc:sldChg chg="modSp new del mod">
        <pc:chgData name="KERON Roslyn [SIDE - Sch of Isol &amp; Dist Edu]" userId="c183fb99-3050-4a1c-95bf-f26cb5acbba7" providerId="ADAL" clId="{07862705-6845-4E09-81A6-B471E8CCEC55}" dt="2024-03-14T13:21:03.008" v="149" actId="2696"/>
        <pc:sldMkLst>
          <pc:docMk/>
          <pc:sldMk cId="4259975284" sldId="569"/>
        </pc:sldMkLst>
        <pc:spChg chg="mod">
          <ac:chgData name="KERON Roslyn [SIDE - Sch of Isol &amp; Dist Edu]" userId="c183fb99-3050-4a1c-95bf-f26cb5acbba7" providerId="ADAL" clId="{07862705-6845-4E09-81A6-B471E8CCEC55}" dt="2024-03-14T13:20:46.462" v="148" actId="20577"/>
          <ac:spMkLst>
            <pc:docMk/>
            <pc:sldMk cId="4259975284" sldId="569"/>
            <ac:spMk id="2" creationId="{57668087-85D1-8DCD-B467-F91F7F89074A}"/>
          </ac:spMkLst>
        </pc:spChg>
      </pc:sldChg>
      <pc:sldChg chg="modSp new mod">
        <pc:chgData name="KERON Roslyn [SIDE - Sch of Isol &amp; Dist Edu]" userId="c183fb99-3050-4a1c-95bf-f26cb5acbba7" providerId="ADAL" clId="{07862705-6845-4E09-81A6-B471E8CCEC55}" dt="2024-03-14T13:22:22.961" v="239" actId="27107"/>
        <pc:sldMkLst>
          <pc:docMk/>
          <pc:sldMk cId="1180271042" sldId="570"/>
        </pc:sldMkLst>
        <pc:spChg chg="mod">
          <ac:chgData name="KERON Roslyn [SIDE - Sch of Isol &amp; Dist Edu]" userId="c183fb99-3050-4a1c-95bf-f26cb5acbba7" providerId="ADAL" clId="{07862705-6845-4E09-81A6-B471E8CCEC55}" dt="2024-03-14T13:21:48.706" v="180" actId="20577"/>
          <ac:spMkLst>
            <pc:docMk/>
            <pc:sldMk cId="1180271042" sldId="570"/>
            <ac:spMk id="2" creationId="{7E406ABF-8B05-598D-1C90-1E36F1AE8266}"/>
          </ac:spMkLst>
        </pc:spChg>
        <pc:spChg chg="mod">
          <ac:chgData name="KERON Roslyn [SIDE - Sch of Isol &amp; Dist Edu]" userId="c183fb99-3050-4a1c-95bf-f26cb5acbba7" providerId="ADAL" clId="{07862705-6845-4E09-81A6-B471E8CCEC55}" dt="2024-03-14T13:22:22.961" v="239" actId="27107"/>
          <ac:spMkLst>
            <pc:docMk/>
            <pc:sldMk cId="1180271042" sldId="570"/>
            <ac:spMk id="3" creationId="{A8C5F6F1-9009-99B7-20E4-ADEF6AB91C6F}"/>
          </ac:spMkLst>
        </pc:spChg>
      </pc:sldChg>
      <pc:sldChg chg="addSp delSp modSp new mod setBg">
        <pc:chgData name="KERON Roslyn [SIDE - Sch of Isol &amp; Dist Edu]" userId="c183fb99-3050-4a1c-95bf-f26cb5acbba7" providerId="ADAL" clId="{07862705-6845-4E09-81A6-B471E8CCEC55}" dt="2024-03-17T02:07:26.470" v="799"/>
        <pc:sldMkLst>
          <pc:docMk/>
          <pc:sldMk cId="3323625361" sldId="571"/>
        </pc:sldMkLst>
        <pc:spChg chg="mod">
          <ac:chgData name="KERON Roslyn [SIDE - Sch of Isol &amp; Dist Edu]" userId="c183fb99-3050-4a1c-95bf-f26cb5acbba7" providerId="ADAL" clId="{07862705-6845-4E09-81A6-B471E8CCEC55}" dt="2024-03-17T02:06:43.821" v="797" actId="1076"/>
          <ac:spMkLst>
            <pc:docMk/>
            <pc:sldMk cId="3323625361" sldId="571"/>
            <ac:spMk id="2" creationId="{D0AED54C-FFEC-2D61-F473-61CD11AB7E94}"/>
          </ac:spMkLst>
        </pc:spChg>
        <pc:spChg chg="add mod">
          <ac:chgData name="KERON Roslyn [SIDE - Sch of Isol &amp; Dist Edu]" userId="c183fb99-3050-4a1c-95bf-f26cb5acbba7" providerId="ADAL" clId="{07862705-6845-4E09-81A6-B471E8CCEC55}" dt="2024-03-17T02:07:26.470" v="799"/>
          <ac:spMkLst>
            <pc:docMk/>
            <pc:sldMk cId="3323625361" sldId="571"/>
            <ac:spMk id="5" creationId="{31FA2E0A-87C9-44E8-C958-6765CC151535}"/>
          </ac:spMkLst>
        </pc:spChg>
        <pc:spChg chg="add del">
          <ac:chgData name="KERON Roslyn [SIDE - Sch of Isol &amp; Dist Edu]" userId="c183fb99-3050-4a1c-95bf-f26cb5acbba7" providerId="ADAL" clId="{07862705-6845-4E09-81A6-B471E8CCEC55}" dt="2024-03-17T02:06:08.434" v="764" actId="26606"/>
          <ac:spMkLst>
            <pc:docMk/>
            <pc:sldMk cId="3323625361" sldId="571"/>
            <ac:spMk id="37" creationId="{1996130F-9AB5-4DE9-8574-3AF891C5C172}"/>
          </ac:spMkLst>
        </pc:spChg>
        <pc:spChg chg="add del">
          <ac:chgData name="KERON Roslyn [SIDE - Sch of Isol &amp; Dist Edu]" userId="c183fb99-3050-4a1c-95bf-f26cb5acbba7" providerId="ADAL" clId="{07862705-6845-4E09-81A6-B471E8CCEC55}" dt="2024-03-17T02:06:08.434" v="764" actId="26606"/>
          <ac:spMkLst>
            <pc:docMk/>
            <pc:sldMk cId="3323625361" sldId="571"/>
            <ac:spMk id="39" creationId="{3623DEAC-F39C-45D6-86DC-1033F6429528}"/>
          </ac:spMkLst>
        </pc:spChg>
        <pc:spChg chg="add del">
          <ac:chgData name="KERON Roslyn [SIDE - Sch of Isol &amp; Dist Edu]" userId="c183fb99-3050-4a1c-95bf-f26cb5acbba7" providerId="ADAL" clId="{07862705-6845-4E09-81A6-B471E8CCEC55}" dt="2024-03-17T02:06:08.434" v="764" actId="26606"/>
          <ac:spMkLst>
            <pc:docMk/>
            <pc:sldMk cId="3323625361" sldId="571"/>
            <ac:spMk id="41" creationId="{CADF4631-3C8F-45EE-8D19-4D3E8426B34A}"/>
          </ac:spMkLst>
        </pc:spChg>
        <pc:spChg chg="add del">
          <ac:chgData name="KERON Roslyn [SIDE - Sch of Isol &amp; Dist Edu]" userId="c183fb99-3050-4a1c-95bf-f26cb5acbba7" providerId="ADAL" clId="{07862705-6845-4E09-81A6-B471E8CCEC55}" dt="2024-03-17T02:06:08.434" v="764" actId="26606"/>
          <ac:spMkLst>
            <pc:docMk/>
            <pc:sldMk cId="3323625361" sldId="571"/>
            <ac:spMk id="71" creationId="{46FA917F-43A3-4FA3-A085-59D0DC397EFA}"/>
          </ac:spMkLst>
        </pc:spChg>
        <pc:spChg chg="add del">
          <ac:chgData name="KERON Roslyn [SIDE - Sch of Isol &amp; Dist Edu]" userId="c183fb99-3050-4a1c-95bf-f26cb5acbba7" providerId="ADAL" clId="{07862705-6845-4E09-81A6-B471E8CCEC55}" dt="2024-03-17T02:06:08.434" v="764" actId="26606"/>
          <ac:spMkLst>
            <pc:docMk/>
            <pc:sldMk cId="3323625361" sldId="571"/>
            <ac:spMk id="73" creationId="{9CBF007B-8C8C-4F79-B037-9F4C61F9F954}"/>
          </ac:spMkLst>
        </pc:spChg>
        <pc:grpChg chg="add del">
          <ac:chgData name="KERON Roslyn [SIDE - Sch of Isol &amp; Dist Edu]" userId="c183fb99-3050-4a1c-95bf-f26cb5acbba7" providerId="ADAL" clId="{07862705-6845-4E09-81A6-B471E8CCEC55}" dt="2024-03-17T02:06:08.434" v="764" actId="26606"/>
          <ac:grpSpMkLst>
            <pc:docMk/>
            <pc:sldMk cId="3323625361" sldId="571"/>
            <ac:grpSpMk id="9" creationId="{166BF9EE-F7AC-4FA5-AC7E-001B3A642F75}"/>
          </ac:grpSpMkLst>
        </pc:grpChg>
        <pc:grpChg chg="add del">
          <ac:chgData name="KERON Roslyn [SIDE - Sch of Isol &amp; Dist Edu]" userId="c183fb99-3050-4a1c-95bf-f26cb5acbba7" providerId="ADAL" clId="{07862705-6845-4E09-81A6-B471E8CCEC55}" dt="2024-03-17T02:06:08.434" v="764" actId="26606"/>
          <ac:grpSpMkLst>
            <pc:docMk/>
            <pc:sldMk cId="3323625361" sldId="571"/>
            <ac:grpSpMk id="23" creationId="{E312DBA5-56D8-42B2-BA94-28168C2A6703}"/>
          </ac:grpSpMkLst>
        </pc:grpChg>
        <pc:grpChg chg="add del">
          <ac:chgData name="KERON Roslyn [SIDE - Sch of Isol &amp; Dist Edu]" userId="c183fb99-3050-4a1c-95bf-f26cb5acbba7" providerId="ADAL" clId="{07862705-6845-4E09-81A6-B471E8CCEC55}" dt="2024-03-17T02:06:08.434" v="764" actId="26606"/>
          <ac:grpSpMkLst>
            <pc:docMk/>
            <pc:sldMk cId="3323625361" sldId="571"/>
            <ac:grpSpMk id="43" creationId="{F291099C-17EE-4E0E-B096-C79975050035}"/>
          </ac:grpSpMkLst>
        </pc:grpChg>
        <pc:grpChg chg="add del">
          <ac:chgData name="KERON Roslyn [SIDE - Sch of Isol &amp; Dist Edu]" userId="c183fb99-3050-4a1c-95bf-f26cb5acbba7" providerId="ADAL" clId="{07862705-6845-4E09-81A6-B471E8CCEC55}" dt="2024-03-17T02:06:08.434" v="764" actId="26606"/>
          <ac:grpSpMkLst>
            <pc:docMk/>
            <pc:sldMk cId="3323625361" sldId="571"/>
            <ac:grpSpMk id="57" creationId="{6A54B62D-FC5C-4E1A-8D8B-279576FE5379}"/>
          </ac:grpSpMkLst>
        </pc:grpChg>
        <pc:picChg chg="add mod">
          <ac:chgData name="KERON Roslyn [SIDE - Sch of Isol &amp; Dist Edu]" userId="c183fb99-3050-4a1c-95bf-f26cb5acbba7" providerId="ADAL" clId="{07862705-6845-4E09-81A6-B471E8CCEC55}" dt="2024-03-17T02:06:19.578" v="769" actId="1076"/>
          <ac:picMkLst>
            <pc:docMk/>
            <pc:sldMk cId="3323625361" sldId="571"/>
            <ac:picMk id="4" creationId="{8B175B0F-6BF6-C75C-CEE1-0B2733C6FC52}"/>
          </ac:picMkLst>
        </pc:picChg>
      </pc:sldChg>
      <pc:sldChg chg="modSp new mod">
        <pc:chgData name="KERON Roslyn [SIDE - Sch of Isol &amp; Dist Edu]" userId="c183fb99-3050-4a1c-95bf-f26cb5acbba7" providerId="ADAL" clId="{07862705-6845-4E09-81A6-B471E8CCEC55}" dt="2024-03-17T01:50:42.121" v="761" actId="207"/>
        <pc:sldMkLst>
          <pc:docMk/>
          <pc:sldMk cId="3303188343" sldId="572"/>
        </pc:sldMkLst>
        <pc:spChg chg="mod">
          <ac:chgData name="KERON Roslyn [SIDE - Sch of Isol &amp; Dist Edu]" userId="c183fb99-3050-4a1c-95bf-f26cb5acbba7" providerId="ADAL" clId="{07862705-6845-4E09-81A6-B471E8CCEC55}" dt="2024-03-14T13:27:43.920" v="310"/>
          <ac:spMkLst>
            <pc:docMk/>
            <pc:sldMk cId="3303188343" sldId="572"/>
            <ac:spMk id="2" creationId="{54100FAD-E451-60D7-1DE5-5E58C59A9B49}"/>
          </ac:spMkLst>
        </pc:spChg>
        <pc:spChg chg="mod">
          <ac:chgData name="KERON Roslyn [SIDE - Sch of Isol &amp; Dist Edu]" userId="c183fb99-3050-4a1c-95bf-f26cb5acbba7" providerId="ADAL" clId="{07862705-6845-4E09-81A6-B471E8CCEC55}" dt="2024-03-17T01:50:42.121" v="761" actId="207"/>
          <ac:spMkLst>
            <pc:docMk/>
            <pc:sldMk cId="3303188343" sldId="572"/>
            <ac:spMk id="3" creationId="{9D11E486-A7FB-75DB-F770-F96A189576F4}"/>
          </ac:spMkLst>
        </pc:spChg>
      </pc:sldChg>
      <pc:sldChg chg="modSp mod">
        <pc:chgData name="KERON Roslyn [SIDE - Sch of Isol &amp; Dist Edu]" userId="c183fb99-3050-4a1c-95bf-f26cb5acbba7" providerId="ADAL" clId="{07862705-6845-4E09-81A6-B471E8CCEC55}" dt="2024-03-17T02:33:02.828" v="1416" actId="20577"/>
        <pc:sldMkLst>
          <pc:docMk/>
          <pc:sldMk cId="1614536385" sldId="573"/>
        </pc:sldMkLst>
        <pc:spChg chg="mod">
          <ac:chgData name="KERON Roslyn [SIDE - Sch of Isol &amp; Dist Edu]" userId="c183fb99-3050-4a1c-95bf-f26cb5acbba7" providerId="ADAL" clId="{07862705-6845-4E09-81A6-B471E8CCEC55}" dt="2024-03-17T02:33:02.828" v="1416" actId="20577"/>
          <ac:spMkLst>
            <pc:docMk/>
            <pc:sldMk cId="1614536385" sldId="573"/>
            <ac:spMk id="2" creationId="{AA5D6F5D-12BE-C9EA-C4F0-44F91CDD9C34}"/>
          </ac:spMkLst>
        </pc:spChg>
        <pc:spChg chg="mod">
          <ac:chgData name="KERON Roslyn [SIDE - Sch of Isol &amp; Dist Edu]" userId="c183fb99-3050-4a1c-95bf-f26cb5acbba7" providerId="ADAL" clId="{07862705-6845-4E09-81A6-B471E8CCEC55}" dt="2024-03-17T02:12:11.295" v="806" actId="207"/>
          <ac:spMkLst>
            <pc:docMk/>
            <pc:sldMk cId="1614536385" sldId="573"/>
            <ac:spMk id="3" creationId="{F2EB0830-EDA9-C36F-010A-27B8C4467DF4}"/>
          </ac:spMkLst>
        </pc:spChg>
      </pc:sldChg>
      <pc:sldChg chg="addSp modSp new mod">
        <pc:chgData name="KERON Roslyn [SIDE - Sch of Isol &amp; Dist Edu]" userId="c183fb99-3050-4a1c-95bf-f26cb5acbba7" providerId="ADAL" clId="{07862705-6845-4E09-81A6-B471E8CCEC55}" dt="2024-03-17T02:11:52.798" v="805" actId="1076"/>
        <pc:sldMkLst>
          <pc:docMk/>
          <pc:sldMk cId="3328212370" sldId="574"/>
        </pc:sldMkLst>
        <pc:spChg chg="add mod">
          <ac:chgData name="KERON Roslyn [SIDE - Sch of Isol &amp; Dist Edu]" userId="c183fb99-3050-4a1c-95bf-f26cb5acbba7" providerId="ADAL" clId="{07862705-6845-4E09-81A6-B471E8CCEC55}" dt="2024-03-17T02:11:52.798" v="805" actId="1076"/>
          <ac:spMkLst>
            <pc:docMk/>
            <pc:sldMk cId="3328212370" sldId="574"/>
            <ac:spMk id="4" creationId="{0F46545B-2735-802A-AF2C-B0806DA0AB78}"/>
          </ac:spMkLst>
        </pc:spChg>
        <pc:picChg chg="add mod">
          <ac:chgData name="KERON Roslyn [SIDE - Sch of Isol &amp; Dist Edu]" userId="c183fb99-3050-4a1c-95bf-f26cb5acbba7" providerId="ADAL" clId="{07862705-6845-4E09-81A6-B471E8CCEC55}" dt="2024-03-17T02:11:16.212" v="802" actId="1076"/>
          <ac:picMkLst>
            <pc:docMk/>
            <pc:sldMk cId="3328212370" sldId="574"/>
            <ac:picMk id="3" creationId="{CC96D1B2-70AE-63F1-A472-5A25A332932A}"/>
          </ac:picMkLst>
        </pc:picChg>
      </pc:sldChg>
      <pc:sldChg chg="addSp modSp new mod ord">
        <pc:chgData name="KERON Roslyn [SIDE - Sch of Isol &amp; Dist Edu]" userId="c183fb99-3050-4a1c-95bf-f26cb5acbba7" providerId="ADAL" clId="{07862705-6845-4E09-81A6-B471E8CCEC55}" dt="2024-03-17T02:31:08.956" v="1411" actId="20577"/>
        <pc:sldMkLst>
          <pc:docMk/>
          <pc:sldMk cId="3435362626" sldId="575"/>
        </pc:sldMkLst>
        <pc:spChg chg="mod">
          <ac:chgData name="KERON Roslyn [SIDE - Sch of Isol &amp; Dist Edu]" userId="c183fb99-3050-4a1c-95bf-f26cb5acbba7" providerId="ADAL" clId="{07862705-6845-4E09-81A6-B471E8CCEC55}" dt="2024-03-17T02:22:12.633" v="1125" actId="20577"/>
          <ac:spMkLst>
            <pc:docMk/>
            <pc:sldMk cId="3435362626" sldId="575"/>
            <ac:spMk id="2" creationId="{EB097898-91E4-67DA-330C-40EABA59FDD5}"/>
          </ac:spMkLst>
        </pc:spChg>
        <pc:spChg chg="add mod">
          <ac:chgData name="KERON Roslyn [SIDE - Sch of Isol &amp; Dist Edu]" userId="c183fb99-3050-4a1c-95bf-f26cb5acbba7" providerId="ADAL" clId="{07862705-6845-4E09-81A6-B471E8CCEC55}" dt="2024-03-17T02:31:08.956" v="1411" actId="20577"/>
          <ac:spMkLst>
            <pc:docMk/>
            <pc:sldMk cId="3435362626" sldId="575"/>
            <ac:spMk id="5" creationId="{B95F8CB3-B868-7E2A-52E8-20D71842A523}"/>
          </ac:spMkLst>
        </pc:spChg>
        <pc:spChg chg="add mod">
          <ac:chgData name="KERON Roslyn [SIDE - Sch of Isol &amp; Dist Edu]" userId="c183fb99-3050-4a1c-95bf-f26cb5acbba7" providerId="ADAL" clId="{07862705-6845-4E09-81A6-B471E8CCEC55}" dt="2024-03-17T02:21:29.491" v="1078" actId="20577"/>
          <ac:spMkLst>
            <pc:docMk/>
            <pc:sldMk cId="3435362626" sldId="575"/>
            <ac:spMk id="8" creationId="{9BBE7DC3-E424-9202-6ABE-1A6F76490351}"/>
          </ac:spMkLst>
        </pc:spChg>
        <pc:picChg chg="add mod">
          <ac:chgData name="KERON Roslyn [SIDE - Sch of Isol &amp; Dist Edu]" userId="c183fb99-3050-4a1c-95bf-f26cb5acbba7" providerId="ADAL" clId="{07862705-6845-4E09-81A6-B471E8CCEC55}" dt="2024-03-17T02:17:34.078" v="861" actId="1076"/>
          <ac:picMkLst>
            <pc:docMk/>
            <pc:sldMk cId="3435362626" sldId="575"/>
            <ac:picMk id="4" creationId="{7F002E9E-330D-013D-8973-C278F1DC4A15}"/>
          </ac:picMkLst>
        </pc:picChg>
        <pc:picChg chg="add mod">
          <ac:chgData name="KERON Roslyn [SIDE - Sch of Isol &amp; Dist Edu]" userId="c183fb99-3050-4a1c-95bf-f26cb5acbba7" providerId="ADAL" clId="{07862705-6845-4E09-81A6-B471E8CCEC55}" dt="2024-03-17T02:19:57.343" v="1004" actId="688"/>
          <ac:picMkLst>
            <pc:docMk/>
            <pc:sldMk cId="3435362626" sldId="575"/>
            <ac:picMk id="7" creationId="{4DF94990-C925-5160-A07A-09E18870B093}"/>
          </ac:picMkLst>
        </pc:picChg>
      </pc:sldChg>
    </pc:docChg>
  </pc:docChgLst>
  <pc:docChgLst>
    <pc:chgData name="KERON Roslyn [SIDE - Sch of Isol &amp; Dist Edu]" userId="c183fb99-3050-4a1c-95bf-f26cb5acbba7" providerId="ADAL" clId="{B3659A38-2DA4-44E3-8F27-8457248191C0}"/>
    <pc:docChg chg="custSel addSld delSld modSld">
      <pc:chgData name="KERON Roslyn [SIDE - Sch of Isol &amp; Dist Edu]" userId="c183fb99-3050-4a1c-95bf-f26cb5acbba7" providerId="ADAL" clId="{B3659A38-2DA4-44E3-8F27-8457248191C0}" dt="2024-03-07T08:22:53.691" v="120" actId="20577"/>
      <pc:docMkLst>
        <pc:docMk/>
      </pc:docMkLst>
      <pc:sldChg chg="del">
        <pc:chgData name="KERON Roslyn [SIDE - Sch of Isol &amp; Dist Edu]" userId="c183fb99-3050-4a1c-95bf-f26cb5acbba7" providerId="ADAL" clId="{B3659A38-2DA4-44E3-8F27-8457248191C0}" dt="2024-03-07T08:21:40.976" v="54" actId="2696"/>
        <pc:sldMkLst>
          <pc:docMk/>
          <pc:sldMk cId="0" sldId="284"/>
        </pc:sldMkLst>
      </pc:sldChg>
      <pc:sldChg chg="del">
        <pc:chgData name="KERON Roslyn [SIDE - Sch of Isol &amp; Dist Edu]" userId="c183fb99-3050-4a1c-95bf-f26cb5acbba7" providerId="ADAL" clId="{B3659A38-2DA4-44E3-8F27-8457248191C0}" dt="2024-03-07T08:22:12.902" v="58" actId="2696"/>
        <pc:sldMkLst>
          <pc:docMk/>
          <pc:sldMk cId="0" sldId="289"/>
        </pc:sldMkLst>
      </pc:sldChg>
      <pc:sldChg chg="del">
        <pc:chgData name="KERON Roslyn [SIDE - Sch of Isol &amp; Dist Edu]" userId="c183fb99-3050-4a1c-95bf-f26cb5acbba7" providerId="ADAL" clId="{B3659A38-2DA4-44E3-8F27-8457248191C0}" dt="2024-03-07T08:22:19.675" v="60" actId="2696"/>
        <pc:sldMkLst>
          <pc:docMk/>
          <pc:sldMk cId="0" sldId="290"/>
        </pc:sldMkLst>
      </pc:sldChg>
      <pc:sldChg chg="del">
        <pc:chgData name="KERON Roslyn [SIDE - Sch of Isol &amp; Dist Edu]" userId="c183fb99-3050-4a1c-95bf-f26cb5acbba7" providerId="ADAL" clId="{B3659A38-2DA4-44E3-8F27-8457248191C0}" dt="2024-03-07T08:22:23.724" v="61" actId="2696"/>
        <pc:sldMkLst>
          <pc:docMk/>
          <pc:sldMk cId="0" sldId="301"/>
        </pc:sldMkLst>
      </pc:sldChg>
      <pc:sldChg chg="del">
        <pc:chgData name="KERON Roslyn [SIDE - Sch of Isol &amp; Dist Edu]" userId="c183fb99-3050-4a1c-95bf-f26cb5acbba7" providerId="ADAL" clId="{B3659A38-2DA4-44E3-8F27-8457248191C0}" dt="2024-03-07T08:22:05.620" v="57" actId="2696"/>
        <pc:sldMkLst>
          <pc:docMk/>
          <pc:sldMk cId="0" sldId="302"/>
        </pc:sldMkLst>
      </pc:sldChg>
      <pc:sldChg chg="del">
        <pc:chgData name="KERON Roslyn [SIDE - Sch of Isol &amp; Dist Edu]" userId="c183fb99-3050-4a1c-95bf-f26cb5acbba7" providerId="ADAL" clId="{B3659A38-2DA4-44E3-8F27-8457248191C0}" dt="2024-03-07T08:21:35.818" v="53" actId="2696"/>
        <pc:sldMkLst>
          <pc:docMk/>
          <pc:sldMk cId="0" sldId="305"/>
        </pc:sldMkLst>
      </pc:sldChg>
      <pc:sldChg chg="modSp mod">
        <pc:chgData name="KERON Roslyn [SIDE - Sch of Isol &amp; Dist Edu]" userId="c183fb99-3050-4a1c-95bf-f26cb5acbba7" providerId="ADAL" clId="{B3659A38-2DA4-44E3-8F27-8457248191C0}" dt="2024-03-07T08:18:33.171" v="1" actId="20577"/>
        <pc:sldMkLst>
          <pc:docMk/>
          <pc:sldMk cId="0" sldId="307"/>
        </pc:sldMkLst>
        <pc:spChg chg="mod">
          <ac:chgData name="KERON Roslyn [SIDE - Sch of Isol &amp; Dist Edu]" userId="c183fb99-3050-4a1c-95bf-f26cb5acbba7" providerId="ADAL" clId="{B3659A38-2DA4-44E3-8F27-8457248191C0}" dt="2024-03-07T08:18:33.171" v="1" actId="20577"/>
          <ac:spMkLst>
            <pc:docMk/>
            <pc:sldMk cId="0" sldId="307"/>
            <ac:spMk id="3" creationId="{ACC807C6-1E6A-6C0E-4C26-B16C56243171}"/>
          </ac:spMkLst>
        </pc:spChg>
      </pc:sldChg>
      <pc:sldChg chg="modSp del mod">
        <pc:chgData name="KERON Roslyn [SIDE - Sch of Isol &amp; Dist Edu]" userId="c183fb99-3050-4a1c-95bf-f26cb5acbba7" providerId="ADAL" clId="{B3659A38-2DA4-44E3-8F27-8457248191C0}" dt="2024-03-07T08:20:26.578" v="49" actId="2696"/>
        <pc:sldMkLst>
          <pc:docMk/>
          <pc:sldMk cId="0" sldId="309"/>
        </pc:sldMkLst>
        <pc:spChg chg="mod">
          <ac:chgData name="KERON Roslyn [SIDE - Sch of Isol &amp; Dist Edu]" userId="c183fb99-3050-4a1c-95bf-f26cb5acbba7" providerId="ADAL" clId="{B3659A38-2DA4-44E3-8F27-8457248191C0}" dt="2024-03-07T08:19:03.641" v="45" actId="20577"/>
          <ac:spMkLst>
            <pc:docMk/>
            <pc:sldMk cId="0" sldId="309"/>
            <ac:spMk id="21507" creationId="{CD9E1F0C-02EE-8953-598A-C0414F9E6586}"/>
          </ac:spMkLst>
        </pc:spChg>
      </pc:sldChg>
      <pc:sldChg chg="del">
        <pc:chgData name="KERON Roslyn [SIDE - Sch of Isol &amp; Dist Edu]" userId="c183fb99-3050-4a1c-95bf-f26cb5acbba7" providerId="ADAL" clId="{B3659A38-2DA4-44E3-8F27-8457248191C0}" dt="2024-03-07T08:22:16.051" v="59" actId="2696"/>
        <pc:sldMkLst>
          <pc:docMk/>
          <pc:sldMk cId="0" sldId="313"/>
        </pc:sldMkLst>
      </pc:sldChg>
      <pc:sldChg chg="del">
        <pc:chgData name="KERON Roslyn [SIDE - Sch of Isol &amp; Dist Edu]" userId="c183fb99-3050-4a1c-95bf-f26cb5acbba7" providerId="ADAL" clId="{B3659A38-2DA4-44E3-8F27-8457248191C0}" dt="2024-03-07T08:22:01.969" v="56" actId="2696"/>
        <pc:sldMkLst>
          <pc:docMk/>
          <pc:sldMk cId="0" sldId="314"/>
        </pc:sldMkLst>
      </pc:sldChg>
      <pc:sldChg chg="del">
        <pc:chgData name="KERON Roslyn [SIDE - Sch of Isol &amp; Dist Edu]" userId="c183fb99-3050-4a1c-95bf-f26cb5acbba7" providerId="ADAL" clId="{B3659A38-2DA4-44E3-8F27-8457248191C0}" dt="2024-03-07T08:20:29.452" v="50" actId="2696"/>
        <pc:sldMkLst>
          <pc:docMk/>
          <pc:sldMk cId="0" sldId="322"/>
        </pc:sldMkLst>
      </pc:sldChg>
      <pc:sldChg chg="del">
        <pc:chgData name="KERON Roslyn [SIDE - Sch of Isol &amp; Dist Edu]" userId="c183fb99-3050-4a1c-95bf-f26cb5acbba7" providerId="ADAL" clId="{B3659A38-2DA4-44E3-8F27-8457248191C0}" dt="2024-03-07T08:21:59.565" v="55" actId="2696"/>
        <pc:sldMkLst>
          <pc:docMk/>
          <pc:sldMk cId="0" sldId="330"/>
        </pc:sldMkLst>
      </pc:sldChg>
      <pc:sldChg chg="del">
        <pc:chgData name="KERON Roslyn [SIDE - Sch of Isol &amp; Dist Edu]" userId="c183fb99-3050-4a1c-95bf-f26cb5acbba7" providerId="ADAL" clId="{B3659A38-2DA4-44E3-8F27-8457248191C0}" dt="2024-03-07T08:21:15.168" v="51" actId="2696"/>
        <pc:sldMkLst>
          <pc:docMk/>
          <pc:sldMk cId="0" sldId="332"/>
        </pc:sldMkLst>
      </pc:sldChg>
      <pc:sldChg chg="del">
        <pc:chgData name="KERON Roslyn [SIDE - Sch of Isol &amp; Dist Edu]" userId="c183fb99-3050-4a1c-95bf-f26cb5acbba7" providerId="ADAL" clId="{B3659A38-2DA4-44E3-8F27-8457248191C0}" dt="2024-03-07T08:21:15.168" v="51" actId="2696"/>
        <pc:sldMkLst>
          <pc:docMk/>
          <pc:sldMk cId="0" sldId="333"/>
        </pc:sldMkLst>
      </pc:sldChg>
      <pc:sldChg chg="del">
        <pc:chgData name="KERON Roslyn [SIDE - Sch of Isol &amp; Dist Edu]" userId="c183fb99-3050-4a1c-95bf-f26cb5acbba7" providerId="ADAL" clId="{B3659A38-2DA4-44E3-8F27-8457248191C0}" dt="2024-03-07T08:21:15.168" v="51" actId="2696"/>
        <pc:sldMkLst>
          <pc:docMk/>
          <pc:sldMk cId="0" sldId="334"/>
        </pc:sldMkLst>
      </pc:sldChg>
      <pc:sldChg chg="del">
        <pc:chgData name="KERON Roslyn [SIDE - Sch of Isol &amp; Dist Edu]" userId="c183fb99-3050-4a1c-95bf-f26cb5acbba7" providerId="ADAL" clId="{B3659A38-2DA4-44E3-8F27-8457248191C0}" dt="2024-03-07T08:21:15.168" v="51" actId="2696"/>
        <pc:sldMkLst>
          <pc:docMk/>
          <pc:sldMk cId="0" sldId="335"/>
        </pc:sldMkLst>
      </pc:sldChg>
      <pc:sldChg chg="del">
        <pc:chgData name="KERON Roslyn [SIDE - Sch of Isol &amp; Dist Edu]" userId="c183fb99-3050-4a1c-95bf-f26cb5acbba7" providerId="ADAL" clId="{B3659A38-2DA4-44E3-8F27-8457248191C0}" dt="2024-03-07T08:21:21.300" v="52" actId="2696"/>
        <pc:sldMkLst>
          <pc:docMk/>
          <pc:sldMk cId="0" sldId="336"/>
        </pc:sldMkLst>
      </pc:sldChg>
      <pc:sldChg chg="modSp add mod">
        <pc:chgData name="KERON Roslyn [SIDE - Sch of Isol &amp; Dist Edu]" userId="c183fb99-3050-4a1c-95bf-f26cb5acbba7" providerId="ADAL" clId="{B3659A38-2DA4-44E3-8F27-8457248191C0}" dt="2024-03-07T08:20:18.925" v="48" actId="1076"/>
        <pc:sldMkLst>
          <pc:docMk/>
          <pc:sldMk cId="3548116175" sldId="339"/>
        </pc:sldMkLst>
        <pc:spChg chg="mod">
          <ac:chgData name="KERON Roslyn [SIDE - Sch of Isol &amp; Dist Edu]" userId="c183fb99-3050-4a1c-95bf-f26cb5acbba7" providerId="ADAL" clId="{B3659A38-2DA4-44E3-8F27-8457248191C0}" dt="2024-03-07T08:20:18.925" v="48" actId="1076"/>
          <ac:spMkLst>
            <pc:docMk/>
            <pc:sldMk cId="3548116175" sldId="339"/>
            <ac:spMk id="3" creationId="{00000000-0000-0000-0000-000000000000}"/>
          </ac:spMkLst>
        </pc:spChg>
      </pc:sldChg>
      <pc:sldChg chg="add">
        <pc:chgData name="KERON Roslyn [SIDE - Sch of Isol &amp; Dist Edu]" userId="c183fb99-3050-4a1c-95bf-f26cb5acbba7" providerId="ADAL" clId="{B3659A38-2DA4-44E3-8F27-8457248191C0}" dt="2024-03-07T08:19:53.586" v="46"/>
        <pc:sldMkLst>
          <pc:docMk/>
          <pc:sldMk cId="256559821" sldId="350"/>
        </pc:sldMkLst>
      </pc:sldChg>
      <pc:sldChg chg="modSp add mod">
        <pc:chgData name="KERON Roslyn [SIDE - Sch of Isol &amp; Dist Edu]" userId="c183fb99-3050-4a1c-95bf-f26cb5acbba7" providerId="ADAL" clId="{B3659A38-2DA4-44E3-8F27-8457248191C0}" dt="2024-03-07T08:20:00.368" v="47" actId="20577"/>
        <pc:sldMkLst>
          <pc:docMk/>
          <pc:sldMk cId="0" sldId="560"/>
        </pc:sldMkLst>
        <pc:spChg chg="mod">
          <ac:chgData name="KERON Roslyn [SIDE - Sch of Isol &amp; Dist Edu]" userId="c183fb99-3050-4a1c-95bf-f26cb5acbba7" providerId="ADAL" clId="{B3659A38-2DA4-44E3-8F27-8457248191C0}" dt="2024-03-07T08:20:00.368" v="47" actId="20577"/>
          <ac:spMkLst>
            <pc:docMk/>
            <pc:sldMk cId="0" sldId="560"/>
            <ac:spMk id="23555" creationId="{F1E3CA01-DD07-59CD-2C74-802901FE3349}"/>
          </ac:spMkLst>
        </pc:spChg>
      </pc:sldChg>
      <pc:sldChg chg="add">
        <pc:chgData name="KERON Roslyn [SIDE - Sch of Isol &amp; Dist Edu]" userId="c183fb99-3050-4a1c-95bf-f26cb5acbba7" providerId="ADAL" clId="{B3659A38-2DA4-44E3-8F27-8457248191C0}" dt="2024-03-07T08:19:53.586" v="46"/>
        <pc:sldMkLst>
          <pc:docMk/>
          <pc:sldMk cId="3561062443" sldId="562"/>
        </pc:sldMkLst>
      </pc:sldChg>
      <pc:sldChg chg="modSp new mod">
        <pc:chgData name="KERON Roslyn [SIDE - Sch of Isol &amp; Dist Edu]" userId="c183fb99-3050-4a1c-95bf-f26cb5acbba7" providerId="ADAL" clId="{B3659A38-2DA4-44E3-8F27-8457248191C0}" dt="2024-03-07T08:22:53.691" v="120" actId="20577"/>
        <pc:sldMkLst>
          <pc:docMk/>
          <pc:sldMk cId="4042773272" sldId="563"/>
        </pc:sldMkLst>
        <pc:spChg chg="mod">
          <ac:chgData name="KERON Roslyn [SIDE - Sch of Isol &amp; Dist Edu]" userId="c183fb99-3050-4a1c-95bf-f26cb5acbba7" providerId="ADAL" clId="{B3659A38-2DA4-44E3-8F27-8457248191C0}" dt="2024-03-07T08:22:46.013" v="96" actId="20577"/>
          <ac:spMkLst>
            <pc:docMk/>
            <pc:sldMk cId="4042773272" sldId="563"/>
            <ac:spMk id="2" creationId="{A3D2CEA2-7DDC-5A6A-7A74-BBB1252CD86A}"/>
          </ac:spMkLst>
        </pc:spChg>
        <pc:spChg chg="mod">
          <ac:chgData name="KERON Roslyn [SIDE - Sch of Isol &amp; Dist Edu]" userId="c183fb99-3050-4a1c-95bf-f26cb5acbba7" providerId="ADAL" clId="{B3659A38-2DA4-44E3-8F27-8457248191C0}" dt="2024-03-07T08:22:53.691" v="120" actId="20577"/>
          <ac:spMkLst>
            <pc:docMk/>
            <pc:sldMk cId="4042773272" sldId="563"/>
            <ac:spMk id="3" creationId="{010515D3-061E-576E-1368-C5F5056FED8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41DD04-AA2E-4A59-8B5F-C56E36252906}"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US"/>
        </a:p>
      </dgm:t>
    </dgm:pt>
    <dgm:pt modelId="{6D67DA9C-C0EA-48F1-AA73-F767F609DED3}">
      <dgm:prSet phldrT="[Text]"/>
      <dgm:spPr>
        <a:solidFill>
          <a:srgbClr val="00B050"/>
        </a:solidFill>
      </dgm:spPr>
      <dgm:t>
        <a:bodyPr/>
        <a:lstStyle/>
        <a:p>
          <a:r>
            <a:rPr lang="en-US" dirty="0"/>
            <a:t>Places</a:t>
          </a:r>
        </a:p>
      </dgm:t>
    </dgm:pt>
    <dgm:pt modelId="{FA122911-6033-455C-B477-51E22292C572}" type="parTrans" cxnId="{D2E08E20-13E5-415C-BCE6-824510451E53}">
      <dgm:prSet/>
      <dgm:spPr/>
      <dgm:t>
        <a:bodyPr/>
        <a:lstStyle/>
        <a:p>
          <a:endParaRPr lang="en-US"/>
        </a:p>
      </dgm:t>
    </dgm:pt>
    <dgm:pt modelId="{2A9F8E95-952B-422E-9E13-4B955189C88B}" type="sibTrans" cxnId="{D2E08E20-13E5-415C-BCE6-824510451E53}">
      <dgm:prSet/>
      <dgm:spPr/>
      <dgm:t>
        <a:bodyPr/>
        <a:lstStyle/>
        <a:p>
          <a:endParaRPr lang="en-US"/>
        </a:p>
      </dgm:t>
    </dgm:pt>
    <dgm:pt modelId="{104368FA-9C0E-4C4B-9944-C618EBDD2FAB}">
      <dgm:prSet phldrT="[Text]"/>
      <dgm:spPr>
        <a:solidFill>
          <a:srgbClr val="FFC000"/>
        </a:solidFill>
      </dgm:spPr>
      <dgm:t>
        <a:bodyPr/>
        <a:lstStyle/>
        <a:p>
          <a:r>
            <a:rPr lang="en-US" dirty="0"/>
            <a:t>People</a:t>
          </a:r>
        </a:p>
      </dgm:t>
    </dgm:pt>
    <dgm:pt modelId="{C80CD822-EAD8-469C-B9E5-205CFC8192ED}" type="parTrans" cxnId="{3F7A65C5-3CE8-4DF4-9F4A-BE2180F73843}">
      <dgm:prSet/>
      <dgm:spPr/>
      <dgm:t>
        <a:bodyPr/>
        <a:lstStyle/>
        <a:p>
          <a:endParaRPr lang="en-US"/>
        </a:p>
      </dgm:t>
    </dgm:pt>
    <dgm:pt modelId="{8323EF96-1660-48A2-8F69-9A2A0BA65E88}" type="sibTrans" cxnId="{3F7A65C5-3CE8-4DF4-9F4A-BE2180F73843}">
      <dgm:prSet/>
      <dgm:spPr/>
      <dgm:t>
        <a:bodyPr/>
        <a:lstStyle/>
        <a:p>
          <a:endParaRPr lang="en-US"/>
        </a:p>
      </dgm:t>
    </dgm:pt>
    <dgm:pt modelId="{C04B4CEC-C97B-473A-BDEC-C73942F59919}">
      <dgm:prSet phldrT="[Text]"/>
      <dgm:spPr>
        <a:solidFill>
          <a:srgbClr val="FF0000"/>
        </a:solidFill>
      </dgm:spPr>
      <dgm:t>
        <a:bodyPr/>
        <a:lstStyle/>
        <a:p>
          <a:r>
            <a:rPr lang="en-US" dirty="0"/>
            <a:t>Other</a:t>
          </a:r>
        </a:p>
      </dgm:t>
    </dgm:pt>
    <dgm:pt modelId="{26556953-F854-4CFA-AE5B-E22547B58D27}" type="parTrans" cxnId="{467DA5A2-0534-4002-BB1A-3423C3D883CE}">
      <dgm:prSet/>
      <dgm:spPr/>
      <dgm:t>
        <a:bodyPr/>
        <a:lstStyle/>
        <a:p>
          <a:endParaRPr lang="en-US"/>
        </a:p>
      </dgm:t>
    </dgm:pt>
    <dgm:pt modelId="{A3170AB3-1357-454F-99A9-C492E028DBC9}" type="sibTrans" cxnId="{467DA5A2-0534-4002-BB1A-3423C3D883CE}">
      <dgm:prSet/>
      <dgm:spPr/>
      <dgm:t>
        <a:bodyPr/>
        <a:lstStyle/>
        <a:p>
          <a:endParaRPr lang="en-US"/>
        </a:p>
      </dgm:t>
    </dgm:pt>
    <dgm:pt modelId="{AAE7C727-45E7-4BAC-ACDC-2446B7E20549}">
      <dgm:prSet phldrT="[Text]"/>
      <dgm:spPr>
        <a:solidFill>
          <a:srgbClr val="7030A0"/>
        </a:solidFill>
      </dgm:spPr>
      <dgm:t>
        <a:bodyPr/>
        <a:lstStyle/>
        <a:p>
          <a:r>
            <a:rPr lang="en-US" dirty="0"/>
            <a:t>Events</a:t>
          </a:r>
        </a:p>
      </dgm:t>
    </dgm:pt>
    <dgm:pt modelId="{C591D817-ADDE-4C65-911C-AE2B011BC334}" type="parTrans" cxnId="{C3A0E69A-41A4-4148-A095-B4EFF3BE4237}">
      <dgm:prSet/>
      <dgm:spPr/>
      <dgm:t>
        <a:bodyPr/>
        <a:lstStyle/>
        <a:p>
          <a:endParaRPr lang="en-US"/>
        </a:p>
      </dgm:t>
    </dgm:pt>
    <dgm:pt modelId="{A09EF61C-2013-4D24-A71C-8F8F53BF397C}" type="sibTrans" cxnId="{C3A0E69A-41A4-4148-A095-B4EFF3BE4237}">
      <dgm:prSet/>
      <dgm:spPr/>
      <dgm:t>
        <a:bodyPr/>
        <a:lstStyle/>
        <a:p>
          <a:endParaRPr lang="en-US"/>
        </a:p>
      </dgm:t>
    </dgm:pt>
    <dgm:pt modelId="{447C33B5-24A9-4286-B4E0-84C38269AD90}">
      <dgm:prSet phldrT="[Text]"/>
      <dgm:spPr>
        <a:solidFill>
          <a:schemeClr val="accent3">
            <a:lumMod val="40000"/>
            <a:lumOff val="60000"/>
          </a:schemeClr>
        </a:solidFill>
      </dgm:spPr>
      <dgm:t>
        <a:bodyPr/>
        <a:lstStyle/>
        <a:p>
          <a:r>
            <a:rPr lang="en-US" dirty="0"/>
            <a:t>Terms</a:t>
          </a:r>
        </a:p>
      </dgm:t>
    </dgm:pt>
    <dgm:pt modelId="{8916882A-E7AF-44C6-B4AE-769B545407FA}" type="parTrans" cxnId="{BF7DCE69-CF90-47A2-A36B-DDE3D0F737E0}">
      <dgm:prSet/>
      <dgm:spPr/>
      <dgm:t>
        <a:bodyPr/>
        <a:lstStyle/>
        <a:p>
          <a:endParaRPr lang="en-US"/>
        </a:p>
      </dgm:t>
    </dgm:pt>
    <dgm:pt modelId="{21297686-382F-4A64-AA2D-DDD13DE85EEA}" type="sibTrans" cxnId="{BF7DCE69-CF90-47A2-A36B-DDE3D0F737E0}">
      <dgm:prSet/>
      <dgm:spPr/>
      <dgm:t>
        <a:bodyPr/>
        <a:lstStyle/>
        <a:p>
          <a:endParaRPr lang="en-US"/>
        </a:p>
      </dgm:t>
    </dgm:pt>
    <dgm:pt modelId="{7B73A6CA-D63E-45F9-B716-7790844B8971}" type="pres">
      <dgm:prSet presAssocID="{3841DD04-AA2E-4A59-8B5F-C56E36252906}" presName="cycle" presStyleCnt="0">
        <dgm:presLayoutVars>
          <dgm:dir/>
          <dgm:resizeHandles val="exact"/>
        </dgm:presLayoutVars>
      </dgm:prSet>
      <dgm:spPr/>
    </dgm:pt>
    <dgm:pt modelId="{66CF04A0-1879-4128-BEEE-6FC17C10ACDD}" type="pres">
      <dgm:prSet presAssocID="{6D67DA9C-C0EA-48F1-AA73-F767F609DED3}" presName="node" presStyleLbl="node1" presStyleIdx="0" presStyleCnt="5">
        <dgm:presLayoutVars>
          <dgm:bulletEnabled val="1"/>
        </dgm:presLayoutVars>
      </dgm:prSet>
      <dgm:spPr/>
    </dgm:pt>
    <dgm:pt modelId="{7D81CD63-69EA-4801-AF9E-2EC9B00FC0D0}" type="pres">
      <dgm:prSet presAssocID="{6D67DA9C-C0EA-48F1-AA73-F767F609DED3}" presName="spNode" presStyleCnt="0"/>
      <dgm:spPr/>
    </dgm:pt>
    <dgm:pt modelId="{E3A02EF7-8487-42B3-8558-ED89B5440433}" type="pres">
      <dgm:prSet presAssocID="{2A9F8E95-952B-422E-9E13-4B955189C88B}" presName="sibTrans" presStyleLbl="sibTrans1D1" presStyleIdx="0" presStyleCnt="5"/>
      <dgm:spPr/>
    </dgm:pt>
    <dgm:pt modelId="{FC36377A-6D0A-4274-A44A-F99BBEA975B2}" type="pres">
      <dgm:prSet presAssocID="{104368FA-9C0E-4C4B-9944-C618EBDD2FAB}" presName="node" presStyleLbl="node1" presStyleIdx="1" presStyleCnt="5">
        <dgm:presLayoutVars>
          <dgm:bulletEnabled val="1"/>
        </dgm:presLayoutVars>
      </dgm:prSet>
      <dgm:spPr/>
    </dgm:pt>
    <dgm:pt modelId="{40A406E8-DDF7-4EBE-852E-66C48AE160C9}" type="pres">
      <dgm:prSet presAssocID="{104368FA-9C0E-4C4B-9944-C618EBDD2FAB}" presName="spNode" presStyleCnt="0"/>
      <dgm:spPr/>
    </dgm:pt>
    <dgm:pt modelId="{B4ABFBD9-60AF-4D12-8B95-B47199EF609B}" type="pres">
      <dgm:prSet presAssocID="{8323EF96-1660-48A2-8F69-9A2A0BA65E88}" presName="sibTrans" presStyleLbl="sibTrans1D1" presStyleIdx="1" presStyleCnt="5"/>
      <dgm:spPr/>
    </dgm:pt>
    <dgm:pt modelId="{E767930C-321B-4C84-B590-BD41E0F6CA1D}" type="pres">
      <dgm:prSet presAssocID="{C04B4CEC-C97B-473A-BDEC-C73942F59919}" presName="node" presStyleLbl="node1" presStyleIdx="2" presStyleCnt="5">
        <dgm:presLayoutVars>
          <dgm:bulletEnabled val="1"/>
        </dgm:presLayoutVars>
      </dgm:prSet>
      <dgm:spPr/>
    </dgm:pt>
    <dgm:pt modelId="{9645F974-5330-42D9-AC7D-0A97C2C895E8}" type="pres">
      <dgm:prSet presAssocID="{C04B4CEC-C97B-473A-BDEC-C73942F59919}" presName="spNode" presStyleCnt="0"/>
      <dgm:spPr/>
    </dgm:pt>
    <dgm:pt modelId="{9E4820BD-9897-4A0D-BDC6-80377AA7498F}" type="pres">
      <dgm:prSet presAssocID="{A3170AB3-1357-454F-99A9-C492E028DBC9}" presName="sibTrans" presStyleLbl="sibTrans1D1" presStyleIdx="2" presStyleCnt="5"/>
      <dgm:spPr/>
    </dgm:pt>
    <dgm:pt modelId="{E2ED48A1-5BAF-41AA-81FF-387E5D9974E9}" type="pres">
      <dgm:prSet presAssocID="{AAE7C727-45E7-4BAC-ACDC-2446B7E20549}" presName="node" presStyleLbl="node1" presStyleIdx="3" presStyleCnt="5">
        <dgm:presLayoutVars>
          <dgm:bulletEnabled val="1"/>
        </dgm:presLayoutVars>
      </dgm:prSet>
      <dgm:spPr/>
    </dgm:pt>
    <dgm:pt modelId="{250965DA-F3A3-40C4-8A5B-A6D2BC2EC367}" type="pres">
      <dgm:prSet presAssocID="{AAE7C727-45E7-4BAC-ACDC-2446B7E20549}" presName="spNode" presStyleCnt="0"/>
      <dgm:spPr/>
    </dgm:pt>
    <dgm:pt modelId="{EC4792CB-D098-4C01-99FE-FD5A257D4BAB}" type="pres">
      <dgm:prSet presAssocID="{A09EF61C-2013-4D24-A71C-8F8F53BF397C}" presName="sibTrans" presStyleLbl="sibTrans1D1" presStyleIdx="3" presStyleCnt="5"/>
      <dgm:spPr/>
    </dgm:pt>
    <dgm:pt modelId="{4F297A40-BA69-4490-BDEB-3F05E9311D0E}" type="pres">
      <dgm:prSet presAssocID="{447C33B5-24A9-4286-B4E0-84C38269AD90}" presName="node" presStyleLbl="node1" presStyleIdx="4" presStyleCnt="5">
        <dgm:presLayoutVars>
          <dgm:bulletEnabled val="1"/>
        </dgm:presLayoutVars>
      </dgm:prSet>
      <dgm:spPr/>
    </dgm:pt>
    <dgm:pt modelId="{70F48AAF-3A31-4057-84C4-3C54400F1808}" type="pres">
      <dgm:prSet presAssocID="{447C33B5-24A9-4286-B4E0-84C38269AD90}" presName="spNode" presStyleCnt="0"/>
      <dgm:spPr/>
    </dgm:pt>
    <dgm:pt modelId="{73DE0824-FF80-41BE-A972-1086E94B37E5}" type="pres">
      <dgm:prSet presAssocID="{21297686-382F-4A64-AA2D-DDD13DE85EEA}" presName="sibTrans" presStyleLbl="sibTrans1D1" presStyleIdx="4" presStyleCnt="5"/>
      <dgm:spPr/>
    </dgm:pt>
  </dgm:ptLst>
  <dgm:cxnLst>
    <dgm:cxn modelId="{2A463312-47A2-4D38-A984-A3395EC69E54}" type="presOf" srcId="{21297686-382F-4A64-AA2D-DDD13DE85EEA}" destId="{73DE0824-FF80-41BE-A972-1086E94B37E5}" srcOrd="0" destOrd="0" presId="urn:microsoft.com/office/officeart/2005/8/layout/cycle5"/>
    <dgm:cxn modelId="{D2E08E20-13E5-415C-BCE6-824510451E53}" srcId="{3841DD04-AA2E-4A59-8B5F-C56E36252906}" destId="{6D67DA9C-C0EA-48F1-AA73-F767F609DED3}" srcOrd="0" destOrd="0" parTransId="{FA122911-6033-455C-B477-51E22292C572}" sibTransId="{2A9F8E95-952B-422E-9E13-4B955189C88B}"/>
    <dgm:cxn modelId="{F90F7731-7BD7-456A-A510-0563F26E23D4}" type="presOf" srcId="{C04B4CEC-C97B-473A-BDEC-C73942F59919}" destId="{E767930C-321B-4C84-B590-BD41E0F6CA1D}" srcOrd="0" destOrd="0" presId="urn:microsoft.com/office/officeart/2005/8/layout/cycle5"/>
    <dgm:cxn modelId="{1BAF663A-2EF2-45F4-A310-440FDAD59B83}" type="presOf" srcId="{6D67DA9C-C0EA-48F1-AA73-F767F609DED3}" destId="{66CF04A0-1879-4128-BEEE-6FC17C10ACDD}" srcOrd="0" destOrd="0" presId="urn:microsoft.com/office/officeart/2005/8/layout/cycle5"/>
    <dgm:cxn modelId="{23048B61-C8E4-4B1F-9DE6-535E1E36B28E}" type="presOf" srcId="{AAE7C727-45E7-4BAC-ACDC-2446B7E20549}" destId="{E2ED48A1-5BAF-41AA-81FF-387E5D9974E9}" srcOrd="0" destOrd="0" presId="urn:microsoft.com/office/officeart/2005/8/layout/cycle5"/>
    <dgm:cxn modelId="{BF7DCE69-CF90-47A2-A36B-DDE3D0F737E0}" srcId="{3841DD04-AA2E-4A59-8B5F-C56E36252906}" destId="{447C33B5-24A9-4286-B4E0-84C38269AD90}" srcOrd="4" destOrd="0" parTransId="{8916882A-E7AF-44C6-B4AE-769B545407FA}" sibTransId="{21297686-382F-4A64-AA2D-DDD13DE85EEA}"/>
    <dgm:cxn modelId="{5EC28A4C-8C21-44DB-AC66-956A77A6499E}" type="presOf" srcId="{3841DD04-AA2E-4A59-8B5F-C56E36252906}" destId="{7B73A6CA-D63E-45F9-B716-7790844B8971}" srcOrd="0" destOrd="0" presId="urn:microsoft.com/office/officeart/2005/8/layout/cycle5"/>
    <dgm:cxn modelId="{9E7E0381-BA50-4958-81B6-DA0C556CDBAF}" type="presOf" srcId="{8323EF96-1660-48A2-8F69-9A2A0BA65E88}" destId="{B4ABFBD9-60AF-4D12-8B95-B47199EF609B}" srcOrd="0" destOrd="0" presId="urn:microsoft.com/office/officeart/2005/8/layout/cycle5"/>
    <dgm:cxn modelId="{C3A0E69A-41A4-4148-A095-B4EFF3BE4237}" srcId="{3841DD04-AA2E-4A59-8B5F-C56E36252906}" destId="{AAE7C727-45E7-4BAC-ACDC-2446B7E20549}" srcOrd="3" destOrd="0" parTransId="{C591D817-ADDE-4C65-911C-AE2B011BC334}" sibTransId="{A09EF61C-2013-4D24-A71C-8F8F53BF397C}"/>
    <dgm:cxn modelId="{C95B3F9E-7341-494D-B745-4E224441408A}" type="presOf" srcId="{A3170AB3-1357-454F-99A9-C492E028DBC9}" destId="{9E4820BD-9897-4A0D-BDC6-80377AA7498F}" srcOrd="0" destOrd="0" presId="urn:microsoft.com/office/officeart/2005/8/layout/cycle5"/>
    <dgm:cxn modelId="{467DA5A2-0534-4002-BB1A-3423C3D883CE}" srcId="{3841DD04-AA2E-4A59-8B5F-C56E36252906}" destId="{C04B4CEC-C97B-473A-BDEC-C73942F59919}" srcOrd="2" destOrd="0" parTransId="{26556953-F854-4CFA-AE5B-E22547B58D27}" sibTransId="{A3170AB3-1357-454F-99A9-C492E028DBC9}"/>
    <dgm:cxn modelId="{B9CA30B7-A52A-4513-9927-06E4286DA7C6}" type="presOf" srcId="{A09EF61C-2013-4D24-A71C-8F8F53BF397C}" destId="{EC4792CB-D098-4C01-99FE-FD5A257D4BAB}" srcOrd="0" destOrd="0" presId="urn:microsoft.com/office/officeart/2005/8/layout/cycle5"/>
    <dgm:cxn modelId="{16084CBA-7965-4BB8-B5B3-F3D634F1FC91}" type="presOf" srcId="{104368FA-9C0E-4C4B-9944-C618EBDD2FAB}" destId="{FC36377A-6D0A-4274-A44A-F99BBEA975B2}" srcOrd="0" destOrd="0" presId="urn:microsoft.com/office/officeart/2005/8/layout/cycle5"/>
    <dgm:cxn modelId="{863C4AC4-788B-43D9-A39E-602E7795CDFD}" type="presOf" srcId="{2A9F8E95-952B-422E-9E13-4B955189C88B}" destId="{E3A02EF7-8487-42B3-8558-ED89B5440433}" srcOrd="0" destOrd="0" presId="urn:microsoft.com/office/officeart/2005/8/layout/cycle5"/>
    <dgm:cxn modelId="{3F7A65C5-3CE8-4DF4-9F4A-BE2180F73843}" srcId="{3841DD04-AA2E-4A59-8B5F-C56E36252906}" destId="{104368FA-9C0E-4C4B-9944-C618EBDD2FAB}" srcOrd="1" destOrd="0" parTransId="{C80CD822-EAD8-469C-B9E5-205CFC8192ED}" sibTransId="{8323EF96-1660-48A2-8F69-9A2A0BA65E88}"/>
    <dgm:cxn modelId="{C94EDDEC-9402-47F3-BEEB-11C604791548}" type="presOf" srcId="{447C33B5-24A9-4286-B4E0-84C38269AD90}" destId="{4F297A40-BA69-4490-BDEB-3F05E9311D0E}" srcOrd="0" destOrd="0" presId="urn:microsoft.com/office/officeart/2005/8/layout/cycle5"/>
    <dgm:cxn modelId="{61BBC924-0829-4030-84F4-9708DF38300E}" type="presParOf" srcId="{7B73A6CA-D63E-45F9-B716-7790844B8971}" destId="{66CF04A0-1879-4128-BEEE-6FC17C10ACDD}" srcOrd="0" destOrd="0" presId="urn:microsoft.com/office/officeart/2005/8/layout/cycle5"/>
    <dgm:cxn modelId="{3CB5882E-C5A3-429F-AAD2-3DCD5B1EFD8E}" type="presParOf" srcId="{7B73A6CA-D63E-45F9-B716-7790844B8971}" destId="{7D81CD63-69EA-4801-AF9E-2EC9B00FC0D0}" srcOrd="1" destOrd="0" presId="urn:microsoft.com/office/officeart/2005/8/layout/cycle5"/>
    <dgm:cxn modelId="{176827B8-1729-4171-93EB-0F04D4B6E0E8}" type="presParOf" srcId="{7B73A6CA-D63E-45F9-B716-7790844B8971}" destId="{E3A02EF7-8487-42B3-8558-ED89B5440433}" srcOrd="2" destOrd="0" presId="urn:microsoft.com/office/officeart/2005/8/layout/cycle5"/>
    <dgm:cxn modelId="{4F039289-8094-459E-ABB9-F91FDAAC1387}" type="presParOf" srcId="{7B73A6CA-D63E-45F9-B716-7790844B8971}" destId="{FC36377A-6D0A-4274-A44A-F99BBEA975B2}" srcOrd="3" destOrd="0" presId="urn:microsoft.com/office/officeart/2005/8/layout/cycle5"/>
    <dgm:cxn modelId="{45803951-638C-425C-A542-5E2565C19F13}" type="presParOf" srcId="{7B73A6CA-D63E-45F9-B716-7790844B8971}" destId="{40A406E8-DDF7-4EBE-852E-66C48AE160C9}" srcOrd="4" destOrd="0" presId="urn:microsoft.com/office/officeart/2005/8/layout/cycle5"/>
    <dgm:cxn modelId="{18FD818F-79A9-45C5-87E3-9B8D0EE64A5A}" type="presParOf" srcId="{7B73A6CA-D63E-45F9-B716-7790844B8971}" destId="{B4ABFBD9-60AF-4D12-8B95-B47199EF609B}" srcOrd="5" destOrd="0" presId="urn:microsoft.com/office/officeart/2005/8/layout/cycle5"/>
    <dgm:cxn modelId="{76B7BF4F-34A2-4434-B170-722300939E4E}" type="presParOf" srcId="{7B73A6CA-D63E-45F9-B716-7790844B8971}" destId="{E767930C-321B-4C84-B590-BD41E0F6CA1D}" srcOrd="6" destOrd="0" presId="urn:microsoft.com/office/officeart/2005/8/layout/cycle5"/>
    <dgm:cxn modelId="{70B7CF0A-8528-4FE8-874F-16B54BD75EDE}" type="presParOf" srcId="{7B73A6CA-D63E-45F9-B716-7790844B8971}" destId="{9645F974-5330-42D9-AC7D-0A97C2C895E8}" srcOrd="7" destOrd="0" presId="urn:microsoft.com/office/officeart/2005/8/layout/cycle5"/>
    <dgm:cxn modelId="{FF52B57A-D5C0-471D-897B-F80F2DA20CA4}" type="presParOf" srcId="{7B73A6CA-D63E-45F9-B716-7790844B8971}" destId="{9E4820BD-9897-4A0D-BDC6-80377AA7498F}" srcOrd="8" destOrd="0" presId="urn:microsoft.com/office/officeart/2005/8/layout/cycle5"/>
    <dgm:cxn modelId="{A6D891AD-9DC2-401F-A1EE-C468B7840DB8}" type="presParOf" srcId="{7B73A6CA-D63E-45F9-B716-7790844B8971}" destId="{E2ED48A1-5BAF-41AA-81FF-387E5D9974E9}" srcOrd="9" destOrd="0" presId="urn:microsoft.com/office/officeart/2005/8/layout/cycle5"/>
    <dgm:cxn modelId="{4D53522C-E0BB-4DC4-97D1-4C07B1CFE489}" type="presParOf" srcId="{7B73A6CA-D63E-45F9-B716-7790844B8971}" destId="{250965DA-F3A3-40C4-8A5B-A6D2BC2EC367}" srcOrd="10" destOrd="0" presId="urn:microsoft.com/office/officeart/2005/8/layout/cycle5"/>
    <dgm:cxn modelId="{0942C5C8-9A1D-415C-AFED-F3AE47C8E587}" type="presParOf" srcId="{7B73A6CA-D63E-45F9-B716-7790844B8971}" destId="{EC4792CB-D098-4C01-99FE-FD5A257D4BAB}" srcOrd="11" destOrd="0" presId="urn:microsoft.com/office/officeart/2005/8/layout/cycle5"/>
    <dgm:cxn modelId="{708EBD03-AC35-48B5-8540-34AFC6ACB79C}" type="presParOf" srcId="{7B73A6CA-D63E-45F9-B716-7790844B8971}" destId="{4F297A40-BA69-4490-BDEB-3F05E9311D0E}" srcOrd="12" destOrd="0" presId="urn:microsoft.com/office/officeart/2005/8/layout/cycle5"/>
    <dgm:cxn modelId="{E9C63062-D6B8-4A81-8B5A-5D33A66BB4DA}" type="presParOf" srcId="{7B73A6CA-D63E-45F9-B716-7790844B8971}" destId="{70F48AAF-3A31-4057-84C4-3C54400F1808}" srcOrd="13" destOrd="0" presId="urn:microsoft.com/office/officeart/2005/8/layout/cycle5"/>
    <dgm:cxn modelId="{0BBA2D1E-3A70-4C58-91FD-4C45421D0414}" type="presParOf" srcId="{7B73A6CA-D63E-45F9-B716-7790844B8971}" destId="{73DE0824-FF80-41BE-A972-1086E94B37E5}"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CF04A0-1879-4128-BEEE-6FC17C10ACDD}">
      <dsp:nvSpPr>
        <dsp:cNvPr id="0" name=""/>
        <dsp:cNvSpPr/>
      </dsp:nvSpPr>
      <dsp:spPr>
        <a:xfrm>
          <a:off x="1923815" y="1402"/>
          <a:ext cx="1168249" cy="759362"/>
        </a:xfrm>
        <a:prstGeom prst="roundRect">
          <a:avLst/>
        </a:prstGeom>
        <a:solidFill>
          <a:srgbClr val="00B05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Places</a:t>
          </a:r>
        </a:p>
      </dsp:txBody>
      <dsp:txXfrm>
        <a:off x="1960884" y="38471"/>
        <a:ext cx="1094111" cy="685224"/>
      </dsp:txXfrm>
    </dsp:sp>
    <dsp:sp modelId="{E3A02EF7-8487-42B3-8558-ED89B5440433}">
      <dsp:nvSpPr>
        <dsp:cNvPr id="0" name=""/>
        <dsp:cNvSpPr/>
      </dsp:nvSpPr>
      <dsp:spPr>
        <a:xfrm>
          <a:off x="989306" y="381083"/>
          <a:ext cx="3037267" cy="3037267"/>
        </a:xfrm>
        <a:custGeom>
          <a:avLst/>
          <a:gdLst/>
          <a:ahLst/>
          <a:cxnLst/>
          <a:rect l="0" t="0" r="0" b="0"/>
          <a:pathLst>
            <a:path>
              <a:moveTo>
                <a:pt x="2259633" y="193051"/>
              </a:moveTo>
              <a:arcTo wR="1518633" hR="1518633" stAng="17952310" swAng="1213326"/>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FC36377A-6D0A-4274-A44A-F99BBEA975B2}">
      <dsp:nvSpPr>
        <dsp:cNvPr id="0" name=""/>
        <dsp:cNvSpPr/>
      </dsp:nvSpPr>
      <dsp:spPr>
        <a:xfrm>
          <a:off x="3368121" y="1050752"/>
          <a:ext cx="1168249" cy="759362"/>
        </a:xfrm>
        <a:prstGeom prst="roundRect">
          <a:avLst/>
        </a:prstGeom>
        <a:solidFill>
          <a:srgbClr val="FFC00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People</a:t>
          </a:r>
        </a:p>
      </dsp:txBody>
      <dsp:txXfrm>
        <a:off x="3405190" y="1087821"/>
        <a:ext cx="1094111" cy="685224"/>
      </dsp:txXfrm>
    </dsp:sp>
    <dsp:sp modelId="{B4ABFBD9-60AF-4D12-8B95-B47199EF609B}">
      <dsp:nvSpPr>
        <dsp:cNvPr id="0" name=""/>
        <dsp:cNvSpPr/>
      </dsp:nvSpPr>
      <dsp:spPr>
        <a:xfrm>
          <a:off x="989306" y="381083"/>
          <a:ext cx="3037267" cy="3037267"/>
        </a:xfrm>
        <a:custGeom>
          <a:avLst/>
          <a:gdLst/>
          <a:ahLst/>
          <a:cxnLst/>
          <a:rect l="0" t="0" r="0" b="0"/>
          <a:pathLst>
            <a:path>
              <a:moveTo>
                <a:pt x="3033642" y="1623499"/>
              </a:moveTo>
              <a:arcTo wR="1518633" hR="1518633" stAng="21837574" swAng="1361109"/>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E767930C-321B-4C84-B590-BD41E0F6CA1D}">
      <dsp:nvSpPr>
        <dsp:cNvPr id="0" name=""/>
        <dsp:cNvSpPr/>
      </dsp:nvSpPr>
      <dsp:spPr>
        <a:xfrm>
          <a:off x="2816445" y="2748636"/>
          <a:ext cx="1168249" cy="759362"/>
        </a:xfrm>
        <a:prstGeom prst="roundRect">
          <a:avLst/>
        </a:prstGeom>
        <a:solidFill>
          <a:srgbClr val="FF000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Other</a:t>
          </a:r>
        </a:p>
      </dsp:txBody>
      <dsp:txXfrm>
        <a:off x="2853514" y="2785705"/>
        <a:ext cx="1094111" cy="685224"/>
      </dsp:txXfrm>
    </dsp:sp>
    <dsp:sp modelId="{9E4820BD-9897-4A0D-BDC6-80377AA7498F}">
      <dsp:nvSpPr>
        <dsp:cNvPr id="0" name=""/>
        <dsp:cNvSpPr/>
      </dsp:nvSpPr>
      <dsp:spPr>
        <a:xfrm>
          <a:off x="989306" y="381083"/>
          <a:ext cx="3037267" cy="3037267"/>
        </a:xfrm>
        <a:custGeom>
          <a:avLst/>
          <a:gdLst/>
          <a:ahLst/>
          <a:cxnLst/>
          <a:rect l="0" t="0" r="0" b="0"/>
          <a:pathLst>
            <a:path>
              <a:moveTo>
                <a:pt x="1705425" y="3025736"/>
              </a:moveTo>
              <a:arcTo wR="1518633" hR="1518633" stAng="4976084" swAng="847831"/>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E2ED48A1-5BAF-41AA-81FF-387E5D9974E9}">
      <dsp:nvSpPr>
        <dsp:cNvPr id="0" name=""/>
        <dsp:cNvSpPr/>
      </dsp:nvSpPr>
      <dsp:spPr>
        <a:xfrm>
          <a:off x="1031184" y="2748636"/>
          <a:ext cx="1168249" cy="759362"/>
        </a:xfrm>
        <a:prstGeom prst="roundRect">
          <a:avLst/>
        </a:prstGeom>
        <a:solidFill>
          <a:srgbClr val="7030A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Events</a:t>
          </a:r>
        </a:p>
      </dsp:txBody>
      <dsp:txXfrm>
        <a:off x="1068253" y="2785705"/>
        <a:ext cx="1094111" cy="685224"/>
      </dsp:txXfrm>
    </dsp:sp>
    <dsp:sp modelId="{EC4792CB-D098-4C01-99FE-FD5A257D4BAB}">
      <dsp:nvSpPr>
        <dsp:cNvPr id="0" name=""/>
        <dsp:cNvSpPr/>
      </dsp:nvSpPr>
      <dsp:spPr>
        <a:xfrm>
          <a:off x="989306" y="381083"/>
          <a:ext cx="3037267" cy="3037267"/>
        </a:xfrm>
        <a:custGeom>
          <a:avLst/>
          <a:gdLst/>
          <a:ahLst/>
          <a:cxnLst/>
          <a:rect l="0" t="0" r="0" b="0"/>
          <a:pathLst>
            <a:path>
              <a:moveTo>
                <a:pt x="161272" y="2199675"/>
              </a:moveTo>
              <a:arcTo wR="1518633" hR="1518633" stAng="9201317" swAng="1361109"/>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4F297A40-BA69-4490-BDEB-3F05E9311D0E}">
      <dsp:nvSpPr>
        <dsp:cNvPr id="0" name=""/>
        <dsp:cNvSpPr/>
      </dsp:nvSpPr>
      <dsp:spPr>
        <a:xfrm>
          <a:off x="479508" y="1050752"/>
          <a:ext cx="1168249" cy="759362"/>
        </a:xfrm>
        <a:prstGeom prst="roundRect">
          <a:avLst/>
        </a:prstGeom>
        <a:solidFill>
          <a:schemeClr val="accent3">
            <a:lumMod val="40000"/>
            <a:lumOff val="6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Terms</a:t>
          </a:r>
        </a:p>
      </dsp:txBody>
      <dsp:txXfrm>
        <a:off x="516577" y="1087821"/>
        <a:ext cx="1094111" cy="685224"/>
      </dsp:txXfrm>
    </dsp:sp>
    <dsp:sp modelId="{73DE0824-FF80-41BE-A972-1086E94B37E5}">
      <dsp:nvSpPr>
        <dsp:cNvPr id="0" name=""/>
        <dsp:cNvSpPr/>
      </dsp:nvSpPr>
      <dsp:spPr>
        <a:xfrm>
          <a:off x="989306" y="381083"/>
          <a:ext cx="3037267" cy="3037267"/>
        </a:xfrm>
        <a:custGeom>
          <a:avLst/>
          <a:gdLst/>
          <a:ahLst/>
          <a:cxnLst/>
          <a:rect l="0" t="0" r="0" b="0"/>
          <a:pathLst>
            <a:path>
              <a:moveTo>
                <a:pt x="365108" y="530894"/>
              </a:moveTo>
              <a:arcTo wR="1518633" hR="1518633" stAng="13234365" swAng="1213326"/>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54DA01B-0B4B-49BA-0B95-8BE6BD489822}"/>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eaLnBrk="1" fontAlgn="auto" hangingPunct="1">
              <a:spcBef>
                <a:spcPts val="0"/>
              </a:spcBef>
              <a:spcAft>
                <a:spcPts val="0"/>
              </a:spcAft>
              <a:defRPr sz="1200">
                <a:latin typeface="Arial" charset="0"/>
              </a:defRPr>
            </a:lvl1pPr>
          </a:lstStyle>
          <a:p>
            <a:pPr>
              <a:defRPr/>
            </a:pPr>
            <a:endParaRPr lang="en-AU"/>
          </a:p>
        </p:txBody>
      </p:sp>
      <p:sp>
        <p:nvSpPr>
          <p:cNvPr id="3" name="Date Placeholder 2">
            <a:extLst>
              <a:ext uri="{FF2B5EF4-FFF2-40B4-BE49-F238E27FC236}">
                <a16:creationId xmlns:a16="http://schemas.microsoft.com/office/drawing/2014/main" id="{9A95B36E-73A4-F32E-2EA4-52F37771C5F4}"/>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eaLnBrk="1" fontAlgn="auto" hangingPunct="1">
              <a:spcBef>
                <a:spcPts val="0"/>
              </a:spcBef>
              <a:spcAft>
                <a:spcPts val="0"/>
              </a:spcAft>
              <a:defRPr sz="1200">
                <a:latin typeface="Arial" charset="0"/>
              </a:defRPr>
            </a:lvl1pPr>
          </a:lstStyle>
          <a:p>
            <a:pPr>
              <a:defRPr/>
            </a:pPr>
            <a:fld id="{C00FBD04-BCA5-43AF-B9CE-4623C0F7039D}" type="datetimeFigureOut">
              <a:rPr lang="en-AU"/>
              <a:pPr>
                <a:defRPr/>
              </a:pPr>
              <a:t>18/03/2024</a:t>
            </a:fld>
            <a:endParaRPr lang="en-AU"/>
          </a:p>
        </p:txBody>
      </p:sp>
      <p:sp>
        <p:nvSpPr>
          <p:cNvPr id="4" name="Footer Placeholder 3">
            <a:extLst>
              <a:ext uri="{FF2B5EF4-FFF2-40B4-BE49-F238E27FC236}">
                <a16:creationId xmlns:a16="http://schemas.microsoft.com/office/drawing/2014/main" id="{EBFB996A-8599-D1E2-74C0-D616B6A0114F}"/>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Arial" charset="0"/>
              </a:defRPr>
            </a:lvl1pPr>
          </a:lstStyle>
          <a:p>
            <a:pPr>
              <a:defRPr/>
            </a:pPr>
            <a:endParaRPr lang="en-AU"/>
          </a:p>
        </p:txBody>
      </p:sp>
      <p:sp>
        <p:nvSpPr>
          <p:cNvPr id="5" name="Slide Number Placeholder 4">
            <a:extLst>
              <a:ext uri="{FF2B5EF4-FFF2-40B4-BE49-F238E27FC236}">
                <a16:creationId xmlns:a16="http://schemas.microsoft.com/office/drawing/2014/main" id="{0B42E95B-D05A-8A2B-9071-6CECBDA40BCD}"/>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8BDFE2FB-4229-4FB2-934D-D2AB4737B6E0}"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DF0798-7D8C-15AD-517A-C297BADFC442}"/>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eaLnBrk="1" fontAlgn="auto" hangingPunct="1">
              <a:spcBef>
                <a:spcPts val="0"/>
              </a:spcBef>
              <a:spcAft>
                <a:spcPts val="0"/>
              </a:spcAft>
              <a:defRPr sz="1200">
                <a:latin typeface="Arial" charset="0"/>
              </a:defRPr>
            </a:lvl1pPr>
          </a:lstStyle>
          <a:p>
            <a:pPr>
              <a:defRPr/>
            </a:pPr>
            <a:endParaRPr lang="en-AU"/>
          </a:p>
        </p:txBody>
      </p:sp>
      <p:sp>
        <p:nvSpPr>
          <p:cNvPr id="3" name="Date Placeholder 2">
            <a:extLst>
              <a:ext uri="{FF2B5EF4-FFF2-40B4-BE49-F238E27FC236}">
                <a16:creationId xmlns:a16="http://schemas.microsoft.com/office/drawing/2014/main" id="{23A7DCE3-7A7A-747F-1196-B44BF4B1F58A}"/>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eaLnBrk="1" fontAlgn="auto" hangingPunct="1">
              <a:spcBef>
                <a:spcPts val="0"/>
              </a:spcBef>
              <a:spcAft>
                <a:spcPts val="0"/>
              </a:spcAft>
              <a:defRPr sz="1200">
                <a:latin typeface="Arial" charset="0"/>
              </a:defRPr>
            </a:lvl1pPr>
          </a:lstStyle>
          <a:p>
            <a:pPr>
              <a:defRPr/>
            </a:pPr>
            <a:fld id="{61A3B5EB-93E9-47F8-8659-7568EB1C880A}" type="datetimeFigureOut">
              <a:rPr lang="en-AU"/>
              <a:pPr>
                <a:defRPr/>
              </a:pPr>
              <a:t>18/03/2024</a:t>
            </a:fld>
            <a:endParaRPr lang="en-AU"/>
          </a:p>
        </p:txBody>
      </p:sp>
      <p:sp>
        <p:nvSpPr>
          <p:cNvPr id="4" name="Slide Image Placeholder 3">
            <a:extLst>
              <a:ext uri="{FF2B5EF4-FFF2-40B4-BE49-F238E27FC236}">
                <a16:creationId xmlns:a16="http://schemas.microsoft.com/office/drawing/2014/main" id="{16BA5A01-358B-B0CB-E1BD-17CF96A76CAD}"/>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AU" noProof="0"/>
          </a:p>
        </p:txBody>
      </p:sp>
      <p:sp>
        <p:nvSpPr>
          <p:cNvPr id="5" name="Notes Placeholder 4">
            <a:extLst>
              <a:ext uri="{FF2B5EF4-FFF2-40B4-BE49-F238E27FC236}">
                <a16:creationId xmlns:a16="http://schemas.microsoft.com/office/drawing/2014/main" id="{DA9A228F-42CE-65B1-5977-3543F70D936E}"/>
              </a:ext>
            </a:extLst>
          </p:cNvPr>
          <p:cNvSpPr>
            <a:spLocks noGrp="1"/>
          </p:cNvSpPr>
          <p:nvPr>
            <p:ph type="body" sz="quarter" idx="3"/>
          </p:nvPr>
        </p:nvSpPr>
        <p:spPr>
          <a:xfrm>
            <a:off x="679450" y="4716463"/>
            <a:ext cx="5438775" cy="4465637"/>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a:extLst>
              <a:ext uri="{FF2B5EF4-FFF2-40B4-BE49-F238E27FC236}">
                <a16:creationId xmlns:a16="http://schemas.microsoft.com/office/drawing/2014/main" id="{15CAC0E2-F77E-05E1-1975-25BA2FFCED09}"/>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Arial" charset="0"/>
              </a:defRPr>
            </a:lvl1pPr>
          </a:lstStyle>
          <a:p>
            <a:pPr>
              <a:defRPr/>
            </a:pPr>
            <a:endParaRPr lang="en-AU"/>
          </a:p>
        </p:txBody>
      </p:sp>
      <p:sp>
        <p:nvSpPr>
          <p:cNvPr id="7" name="Slide Number Placeholder 6">
            <a:extLst>
              <a:ext uri="{FF2B5EF4-FFF2-40B4-BE49-F238E27FC236}">
                <a16:creationId xmlns:a16="http://schemas.microsoft.com/office/drawing/2014/main" id="{3F8FF3E9-8092-66A0-B24C-780FDC3EDFCA}"/>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A671D4F9-847D-4254-B1B2-657AB30BE453}"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398A6ACC-4DE3-ED1C-FE39-BCEDEC3CF7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50DA233B-8041-748C-053B-94AE020DA6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a:t>Send students off to their white boards to answer ONE of these questions only. </a:t>
            </a:r>
          </a:p>
        </p:txBody>
      </p:sp>
      <p:sp>
        <p:nvSpPr>
          <p:cNvPr id="24580" name="Slide Number Placeholder 3">
            <a:extLst>
              <a:ext uri="{FF2B5EF4-FFF2-40B4-BE49-F238E27FC236}">
                <a16:creationId xmlns:a16="http://schemas.microsoft.com/office/drawing/2014/main" id="{5BC39324-E810-DAC3-7978-66B7D12B68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fld id="{284E4664-C0B4-4020-BC92-BEEBD52398BA}" type="slidenum">
              <a:rPr lang="en-AU" altLang="en-US" smtClean="0"/>
              <a:pPr/>
              <a:t>12</a:t>
            </a:fld>
            <a:endParaRPr lang="en-AU"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4B1E2E43-BE7D-8DF2-067B-597D71EAB3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a:extLst>
              <a:ext uri="{FF2B5EF4-FFF2-40B4-BE49-F238E27FC236}">
                <a16:creationId xmlns:a16="http://schemas.microsoft.com/office/drawing/2014/main" id="{90845D10-5173-4BB4-D7BF-89770E7161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altLang="en-US"/>
              <a:t>Ask student if they know where the first 13 colonies were located. Asked students if they know the states in the union and confederacy. </a:t>
            </a:r>
          </a:p>
          <a:p>
            <a:r>
              <a:rPr lang="en-AU" altLang="en-US"/>
              <a:t>Introduce the term Manifest Destiny. Add to Glossary.</a:t>
            </a:r>
          </a:p>
        </p:txBody>
      </p:sp>
      <p:sp>
        <p:nvSpPr>
          <p:cNvPr id="35844" name="Slide Number Placeholder 3">
            <a:extLst>
              <a:ext uri="{FF2B5EF4-FFF2-40B4-BE49-F238E27FC236}">
                <a16:creationId xmlns:a16="http://schemas.microsoft.com/office/drawing/2014/main" id="{966CB077-9469-B583-1FCD-E775F62D9A7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fld id="{B9CC9EBC-E240-4B26-8288-5CAEB8B7D3B0}" type="slidenum">
              <a:rPr lang="en-AU" altLang="en-US" smtClean="0">
                <a:latin typeface="Calibri" panose="020F0502020204030204" pitchFamily="34" charset="0"/>
              </a:rPr>
              <a:pPr/>
              <a:t>22</a:t>
            </a:fld>
            <a:endParaRPr lang="en-AU"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FD5E4787-5D32-0A38-DA5E-3C1CCCE2E8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a:extLst>
              <a:ext uri="{FF2B5EF4-FFF2-40B4-BE49-F238E27FC236}">
                <a16:creationId xmlns:a16="http://schemas.microsoft.com/office/drawing/2014/main" id="{28A8234F-CC93-D60C-A8AC-0B3C9E45FE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a:t>Send students off to their white boards to answer ONE of these questions only. </a:t>
            </a:r>
          </a:p>
        </p:txBody>
      </p:sp>
      <p:sp>
        <p:nvSpPr>
          <p:cNvPr id="56324" name="Slide Number Placeholder 3">
            <a:extLst>
              <a:ext uri="{FF2B5EF4-FFF2-40B4-BE49-F238E27FC236}">
                <a16:creationId xmlns:a16="http://schemas.microsoft.com/office/drawing/2014/main" id="{683D6909-8325-3853-662E-D402E2831F5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fld id="{CCBB28E6-A04B-4454-84FA-8C29D64E9EB8}" type="slidenum">
              <a:rPr lang="en-AU" altLang="en-US" smtClean="0"/>
              <a:pPr/>
              <a:t>28</a:t>
            </a:fld>
            <a:endParaRPr lang="en-AU"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33">
            <a:extLst>
              <a:ext uri="{FF2B5EF4-FFF2-40B4-BE49-F238E27FC236}">
                <a16:creationId xmlns:a16="http://schemas.microsoft.com/office/drawing/2014/main" id="{22A83E09-1B43-C680-6924-1DDA99D7471F}"/>
              </a:ext>
            </a:extLst>
          </p:cNvPr>
          <p:cNvSpPr>
            <a:spLocks/>
          </p:cNvSpPr>
          <p:nvPr/>
        </p:nvSpPr>
        <p:spPr bwMode="auto">
          <a:xfrm>
            <a:off x="-31750" y="4321175"/>
            <a:ext cx="1395413" cy="781050"/>
          </a:xfrm>
          <a:custGeom>
            <a:avLst/>
            <a:gdLst>
              <a:gd name="T0" fmla="*/ 2147483646 w 8042"/>
              <a:gd name="T1" fmla="*/ 2147483646 h 10000"/>
              <a:gd name="T2" fmla="*/ 2147483646 w 8042"/>
              <a:gd name="T3" fmla="*/ 2147483646 h 10000"/>
              <a:gd name="T4" fmla="*/ 2147483646 w 8042"/>
              <a:gd name="T5" fmla="*/ 2147483646 h 10000"/>
              <a:gd name="T6" fmla="*/ 2147483646 w 8042"/>
              <a:gd name="T7" fmla="*/ 2147483646 h 10000"/>
              <a:gd name="T8" fmla="*/ 2147483646 w 8042"/>
              <a:gd name="T9" fmla="*/ 2147483646 h 10000"/>
              <a:gd name="T10" fmla="*/ 2147483646 w 8042"/>
              <a:gd name="T11" fmla="*/ 2147483646 h 10000"/>
              <a:gd name="T12" fmla="*/ 2147483646 w 8042"/>
              <a:gd name="T13" fmla="*/ 2147483646 h 10000"/>
              <a:gd name="T14" fmla="*/ 2147483646 w 8042"/>
              <a:gd name="T15" fmla="*/ 2147483646 h 10000"/>
              <a:gd name="T16" fmla="*/ 2147483646 w 8042"/>
              <a:gd name="T17" fmla="*/ 0 h 10000"/>
              <a:gd name="T18" fmla="*/ 0 w 8042"/>
              <a:gd name="T19" fmla="*/ 2147483646 h 10000"/>
              <a:gd name="T20" fmla="*/ 2147483646 w 8042"/>
              <a:gd name="T21" fmla="*/ 2147483646 h 100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Date Placeholder 3">
            <a:extLst>
              <a:ext uri="{FF2B5EF4-FFF2-40B4-BE49-F238E27FC236}">
                <a16:creationId xmlns:a16="http://schemas.microsoft.com/office/drawing/2014/main" id="{69791DF7-9892-3AC9-0708-D09B9CC86305}"/>
              </a:ext>
            </a:extLst>
          </p:cNvPr>
          <p:cNvSpPr>
            <a:spLocks noGrp="1"/>
          </p:cNvSpPr>
          <p:nvPr>
            <p:ph type="dt" sz="half" idx="10"/>
          </p:nvPr>
        </p:nvSpPr>
        <p:spPr/>
        <p:txBody>
          <a:bodyPr/>
          <a:lstStyle>
            <a:lvl1pPr>
              <a:defRPr/>
            </a:lvl1pPr>
          </a:lstStyle>
          <a:p>
            <a:pPr>
              <a:defRPr/>
            </a:pPr>
            <a:endParaRPr lang="en-AU" altLang="en-US"/>
          </a:p>
        </p:txBody>
      </p:sp>
      <p:sp>
        <p:nvSpPr>
          <p:cNvPr id="6" name="Footer Placeholder 4">
            <a:extLst>
              <a:ext uri="{FF2B5EF4-FFF2-40B4-BE49-F238E27FC236}">
                <a16:creationId xmlns:a16="http://schemas.microsoft.com/office/drawing/2014/main" id="{52F76389-4804-F9DE-DEBF-0C5D57AAE2EE}"/>
              </a:ext>
            </a:extLst>
          </p:cNvPr>
          <p:cNvSpPr>
            <a:spLocks noGrp="1"/>
          </p:cNvSpPr>
          <p:nvPr>
            <p:ph type="ftr" sz="quarter" idx="11"/>
          </p:nvPr>
        </p:nvSpPr>
        <p:spPr/>
        <p:txBody>
          <a:bodyPr/>
          <a:lstStyle>
            <a:lvl1pPr>
              <a:defRPr/>
            </a:lvl1pPr>
          </a:lstStyle>
          <a:p>
            <a:pPr>
              <a:defRPr/>
            </a:pPr>
            <a:endParaRPr lang="en-AU" altLang="en-US"/>
          </a:p>
        </p:txBody>
      </p:sp>
      <p:sp>
        <p:nvSpPr>
          <p:cNvPr id="7" name="Slide Number Placeholder 5">
            <a:extLst>
              <a:ext uri="{FF2B5EF4-FFF2-40B4-BE49-F238E27FC236}">
                <a16:creationId xmlns:a16="http://schemas.microsoft.com/office/drawing/2014/main" id="{04A17498-A58F-6413-9E1C-DDF320418104}"/>
              </a:ext>
            </a:extLst>
          </p:cNvPr>
          <p:cNvSpPr>
            <a:spLocks noGrp="1"/>
          </p:cNvSpPr>
          <p:nvPr>
            <p:ph type="sldNum" sz="quarter" idx="12"/>
          </p:nvPr>
        </p:nvSpPr>
        <p:spPr>
          <a:xfrm>
            <a:off x="423863" y="4529138"/>
            <a:ext cx="584200" cy="365125"/>
          </a:xfrm>
        </p:spPr>
        <p:txBody>
          <a:bodyPr/>
          <a:lstStyle>
            <a:lvl1pPr>
              <a:defRPr/>
            </a:lvl1pPr>
          </a:lstStyle>
          <a:p>
            <a:pPr>
              <a:defRPr/>
            </a:pPr>
            <a:fld id="{7C5F05E3-5251-417E-AB77-D0F25491DD28}" type="slidenum">
              <a:rPr lang="en-AU" altLang="en-US"/>
              <a:pPr>
                <a:defRPr/>
              </a:pPr>
              <a:t>‹#›</a:t>
            </a:fld>
            <a:endParaRPr lang="en-AU" altLang="en-US"/>
          </a:p>
        </p:txBody>
      </p:sp>
    </p:spTree>
    <p:extLst>
      <p:ext uri="{BB962C8B-B14F-4D97-AF65-F5344CB8AC3E}">
        <p14:creationId xmlns:p14="http://schemas.microsoft.com/office/powerpoint/2010/main" val="915338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5A378253-84BC-F022-695B-089D2FD87725}"/>
              </a:ext>
            </a:extLst>
          </p:cNvPr>
          <p:cNvSpPr>
            <a:spLocks/>
          </p:cNvSpPr>
          <p:nvPr/>
        </p:nvSpPr>
        <p:spPr bwMode="auto">
          <a:xfrm flipV="1">
            <a:off x="0" y="711200"/>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7C83F713-A612-648B-BAEC-883ED8A1D2E6}"/>
              </a:ext>
            </a:extLst>
          </p:cNvPr>
          <p:cNvSpPr>
            <a:spLocks noGrp="1"/>
          </p:cNvSpPr>
          <p:nvPr>
            <p:ph type="dt" sz="half" idx="10"/>
          </p:nvPr>
        </p:nvSpPr>
        <p:spPr/>
        <p:txBody>
          <a:bodyPr/>
          <a:lstStyle>
            <a:lvl1pPr>
              <a:defRPr/>
            </a:lvl1pPr>
          </a:lstStyle>
          <a:p>
            <a:pPr>
              <a:defRPr/>
            </a:pPr>
            <a:endParaRPr lang="en-AU" altLang="en-US"/>
          </a:p>
        </p:txBody>
      </p:sp>
      <p:sp>
        <p:nvSpPr>
          <p:cNvPr id="6" name="Footer Placeholder 4">
            <a:extLst>
              <a:ext uri="{FF2B5EF4-FFF2-40B4-BE49-F238E27FC236}">
                <a16:creationId xmlns:a16="http://schemas.microsoft.com/office/drawing/2014/main" id="{D56BA8F4-0D42-C211-C6C8-77716C422D8E}"/>
              </a:ext>
            </a:extLst>
          </p:cNvPr>
          <p:cNvSpPr>
            <a:spLocks noGrp="1"/>
          </p:cNvSpPr>
          <p:nvPr>
            <p:ph type="ftr" sz="quarter" idx="11"/>
          </p:nvPr>
        </p:nvSpPr>
        <p:spPr/>
        <p:txBody>
          <a:bodyPr/>
          <a:lstStyle>
            <a:lvl1pPr>
              <a:defRPr/>
            </a:lvl1pPr>
          </a:lstStyle>
          <a:p>
            <a:pPr>
              <a:defRPr/>
            </a:pPr>
            <a:endParaRPr lang="en-AU" altLang="en-US"/>
          </a:p>
        </p:txBody>
      </p:sp>
      <p:sp>
        <p:nvSpPr>
          <p:cNvPr id="7" name="Slide Number Placeholder 5">
            <a:extLst>
              <a:ext uri="{FF2B5EF4-FFF2-40B4-BE49-F238E27FC236}">
                <a16:creationId xmlns:a16="http://schemas.microsoft.com/office/drawing/2014/main" id="{03AE1424-CFEC-31FF-1C83-1EB878CFC31C}"/>
              </a:ext>
            </a:extLst>
          </p:cNvPr>
          <p:cNvSpPr>
            <a:spLocks noGrp="1"/>
          </p:cNvSpPr>
          <p:nvPr>
            <p:ph type="sldNum" sz="quarter" idx="12"/>
          </p:nvPr>
        </p:nvSpPr>
        <p:spPr/>
        <p:txBody>
          <a:bodyPr/>
          <a:lstStyle>
            <a:lvl1pPr>
              <a:defRPr/>
            </a:lvl1pPr>
          </a:lstStyle>
          <a:p>
            <a:pPr>
              <a:defRPr/>
            </a:pPr>
            <a:fld id="{9E6F7F1F-4CD1-4C5E-A22E-845392180D0F}" type="slidenum">
              <a:rPr lang="en-AU" altLang="en-US"/>
              <a:pPr>
                <a:defRPr/>
              </a:pPr>
              <a:t>‹#›</a:t>
            </a:fld>
            <a:endParaRPr lang="en-AU" altLang="en-US"/>
          </a:p>
        </p:txBody>
      </p:sp>
    </p:spTree>
    <p:extLst>
      <p:ext uri="{BB962C8B-B14F-4D97-AF65-F5344CB8AC3E}">
        <p14:creationId xmlns:p14="http://schemas.microsoft.com/office/powerpoint/2010/main" val="2434502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DFD1E943-A4BF-E320-EDFB-77938DDF3684}"/>
              </a:ext>
            </a:extLst>
          </p:cNvPr>
          <p:cNvSpPr>
            <a:spLocks/>
          </p:cNvSpPr>
          <p:nvPr/>
        </p:nvSpPr>
        <p:spPr bwMode="auto">
          <a:xfrm flipV="1">
            <a:off x="0" y="3167063"/>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a:extLst>
              <a:ext uri="{FF2B5EF4-FFF2-40B4-BE49-F238E27FC236}">
                <a16:creationId xmlns:a16="http://schemas.microsoft.com/office/drawing/2014/main" id="{BCF7E404-F31A-5512-CF36-8848C2CE20AB}"/>
              </a:ext>
            </a:extLst>
          </p:cNvPr>
          <p:cNvSpPr>
            <a:spLocks noGrp="1"/>
          </p:cNvSpPr>
          <p:nvPr>
            <p:ph type="dt" sz="half" idx="10"/>
          </p:nvPr>
        </p:nvSpPr>
        <p:spPr/>
        <p:txBody>
          <a:bodyPr/>
          <a:lstStyle>
            <a:lvl1pPr>
              <a:defRPr/>
            </a:lvl1pPr>
          </a:lstStyle>
          <a:p>
            <a:pPr>
              <a:defRPr/>
            </a:pPr>
            <a:endParaRPr lang="en-AU" altLang="en-US"/>
          </a:p>
        </p:txBody>
      </p:sp>
      <p:sp>
        <p:nvSpPr>
          <p:cNvPr id="6" name="Footer Placeholder 4">
            <a:extLst>
              <a:ext uri="{FF2B5EF4-FFF2-40B4-BE49-F238E27FC236}">
                <a16:creationId xmlns:a16="http://schemas.microsoft.com/office/drawing/2014/main" id="{21B62583-10D8-F877-9893-82388B881BA2}"/>
              </a:ext>
            </a:extLst>
          </p:cNvPr>
          <p:cNvSpPr>
            <a:spLocks noGrp="1"/>
          </p:cNvSpPr>
          <p:nvPr>
            <p:ph type="ftr" sz="quarter" idx="11"/>
          </p:nvPr>
        </p:nvSpPr>
        <p:spPr/>
        <p:txBody>
          <a:bodyPr/>
          <a:lstStyle>
            <a:lvl1pPr>
              <a:defRPr/>
            </a:lvl1pPr>
          </a:lstStyle>
          <a:p>
            <a:pPr>
              <a:defRPr/>
            </a:pPr>
            <a:endParaRPr lang="en-AU" altLang="en-US"/>
          </a:p>
        </p:txBody>
      </p:sp>
      <p:sp>
        <p:nvSpPr>
          <p:cNvPr id="7" name="Slide Number Placeholder 5">
            <a:extLst>
              <a:ext uri="{FF2B5EF4-FFF2-40B4-BE49-F238E27FC236}">
                <a16:creationId xmlns:a16="http://schemas.microsoft.com/office/drawing/2014/main" id="{01B4EC51-6911-B8B1-75B1-52BB5485018D}"/>
              </a:ext>
            </a:extLst>
          </p:cNvPr>
          <p:cNvSpPr>
            <a:spLocks noGrp="1"/>
          </p:cNvSpPr>
          <p:nvPr>
            <p:ph type="sldNum" sz="quarter" idx="12"/>
          </p:nvPr>
        </p:nvSpPr>
        <p:spPr>
          <a:xfrm>
            <a:off x="511175" y="3244850"/>
            <a:ext cx="585788" cy="365125"/>
          </a:xfrm>
        </p:spPr>
        <p:txBody>
          <a:bodyPr/>
          <a:lstStyle>
            <a:lvl1pPr>
              <a:defRPr/>
            </a:lvl1pPr>
          </a:lstStyle>
          <a:p>
            <a:pPr>
              <a:defRPr/>
            </a:pPr>
            <a:fld id="{BE431138-319F-42F6-9990-3219230A2A3D}" type="slidenum">
              <a:rPr lang="en-AU" altLang="en-US"/>
              <a:pPr>
                <a:defRPr/>
              </a:pPr>
              <a:t>‹#›</a:t>
            </a:fld>
            <a:endParaRPr lang="en-AU" altLang="en-US"/>
          </a:p>
        </p:txBody>
      </p:sp>
    </p:spTree>
    <p:extLst>
      <p:ext uri="{BB962C8B-B14F-4D97-AF65-F5344CB8AC3E}">
        <p14:creationId xmlns:p14="http://schemas.microsoft.com/office/powerpoint/2010/main" val="3750700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8044C53F-1F71-7565-6904-D72CD07006D8}"/>
              </a:ext>
            </a:extLst>
          </p:cNvPr>
          <p:cNvSpPr>
            <a:spLocks/>
          </p:cNvSpPr>
          <p:nvPr/>
        </p:nvSpPr>
        <p:spPr bwMode="auto">
          <a:xfrm flipV="1">
            <a:off x="0" y="711200"/>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83C2EDB-A52F-B69D-3E30-B07E13C8E15D}"/>
              </a:ext>
            </a:extLst>
          </p:cNvPr>
          <p:cNvSpPr>
            <a:spLocks noGrp="1"/>
          </p:cNvSpPr>
          <p:nvPr>
            <p:ph type="dt" sz="half" idx="10"/>
          </p:nvPr>
        </p:nvSpPr>
        <p:spPr/>
        <p:txBody>
          <a:bodyPr/>
          <a:lstStyle>
            <a:lvl1pPr>
              <a:defRPr/>
            </a:lvl1pPr>
          </a:lstStyle>
          <a:p>
            <a:pPr>
              <a:defRPr/>
            </a:pPr>
            <a:endParaRPr lang="en-AU" altLang="en-US"/>
          </a:p>
        </p:txBody>
      </p:sp>
      <p:sp>
        <p:nvSpPr>
          <p:cNvPr id="6" name="Footer Placeholder 5">
            <a:extLst>
              <a:ext uri="{FF2B5EF4-FFF2-40B4-BE49-F238E27FC236}">
                <a16:creationId xmlns:a16="http://schemas.microsoft.com/office/drawing/2014/main" id="{F28CDB89-8FDD-F87C-B8D8-4F0EB5DA044F}"/>
              </a:ext>
            </a:extLst>
          </p:cNvPr>
          <p:cNvSpPr>
            <a:spLocks noGrp="1"/>
          </p:cNvSpPr>
          <p:nvPr>
            <p:ph type="ftr" sz="quarter" idx="11"/>
          </p:nvPr>
        </p:nvSpPr>
        <p:spPr/>
        <p:txBody>
          <a:bodyPr/>
          <a:lstStyle>
            <a:lvl1pPr>
              <a:defRPr/>
            </a:lvl1pPr>
          </a:lstStyle>
          <a:p>
            <a:pPr>
              <a:defRPr/>
            </a:pPr>
            <a:endParaRPr lang="en-AU" altLang="en-US"/>
          </a:p>
        </p:txBody>
      </p:sp>
      <p:sp>
        <p:nvSpPr>
          <p:cNvPr id="7" name="Slide Number Placeholder 5">
            <a:extLst>
              <a:ext uri="{FF2B5EF4-FFF2-40B4-BE49-F238E27FC236}">
                <a16:creationId xmlns:a16="http://schemas.microsoft.com/office/drawing/2014/main" id="{8614C314-881F-C644-982C-576D604C49B5}"/>
              </a:ext>
            </a:extLst>
          </p:cNvPr>
          <p:cNvSpPr>
            <a:spLocks noGrp="1"/>
          </p:cNvSpPr>
          <p:nvPr>
            <p:ph type="sldNum" sz="quarter" idx="12"/>
          </p:nvPr>
        </p:nvSpPr>
        <p:spPr/>
        <p:txBody>
          <a:bodyPr/>
          <a:lstStyle>
            <a:lvl1pPr>
              <a:defRPr/>
            </a:lvl1pPr>
          </a:lstStyle>
          <a:p>
            <a:pPr>
              <a:defRPr/>
            </a:pPr>
            <a:fld id="{849EC51E-01DF-4115-A260-F2D644B33BD2}" type="slidenum">
              <a:rPr lang="en-AU" altLang="en-US"/>
              <a:pPr>
                <a:defRPr/>
              </a:pPr>
              <a:t>‹#›</a:t>
            </a:fld>
            <a:endParaRPr lang="en-AU" altLang="en-US"/>
          </a:p>
        </p:txBody>
      </p:sp>
    </p:spTree>
    <p:extLst>
      <p:ext uri="{BB962C8B-B14F-4D97-AF65-F5344CB8AC3E}">
        <p14:creationId xmlns:p14="http://schemas.microsoft.com/office/powerpoint/2010/main" val="1879155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19CF5440-1A67-2E45-70D2-296115B7DD28}"/>
              </a:ext>
            </a:extLst>
          </p:cNvPr>
          <p:cNvSpPr>
            <a:spLocks/>
          </p:cNvSpPr>
          <p:nvPr/>
        </p:nvSpPr>
        <p:spPr bwMode="auto">
          <a:xfrm flipV="1">
            <a:off x="0" y="711200"/>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85E18-ADB0-41DB-6B15-9A11E07A94B5}"/>
              </a:ext>
            </a:extLst>
          </p:cNvPr>
          <p:cNvSpPr>
            <a:spLocks noGrp="1"/>
          </p:cNvSpPr>
          <p:nvPr>
            <p:ph type="dt" sz="half" idx="10"/>
          </p:nvPr>
        </p:nvSpPr>
        <p:spPr/>
        <p:txBody>
          <a:bodyPr/>
          <a:lstStyle>
            <a:lvl1pPr>
              <a:defRPr/>
            </a:lvl1pPr>
          </a:lstStyle>
          <a:p>
            <a:pPr>
              <a:defRPr/>
            </a:pPr>
            <a:endParaRPr lang="en-AU" altLang="en-US"/>
          </a:p>
        </p:txBody>
      </p:sp>
      <p:sp>
        <p:nvSpPr>
          <p:cNvPr id="8" name="Footer Placeholder 7">
            <a:extLst>
              <a:ext uri="{FF2B5EF4-FFF2-40B4-BE49-F238E27FC236}">
                <a16:creationId xmlns:a16="http://schemas.microsoft.com/office/drawing/2014/main" id="{4DA80F5E-EA2E-1406-9A6E-08C6AA930C69}"/>
              </a:ext>
            </a:extLst>
          </p:cNvPr>
          <p:cNvSpPr>
            <a:spLocks noGrp="1"/>
          </p:cNvSpPr>
          <p:nvPr>
            <p:ph type="ftr" sz="quarter" idx="11"/>
          </p:nvPr>
        </p:nvSpPr>
        <p:spPr/>
        <p:txBody>
          <a:bodyPr/>
          <a:lstStyle>
            <a:lvl1pPr>
              <a:defRPr/>
            </a:lvl1pPr>
          </a:lstStyle>
          <a:p>
            <a:pPr>
              <a:defRPr/>
            </a:pPr>
            <a:endParaRPr lang="en-AU" altLang="en-US"/>
          </a:p>
        </p:txBody>
      </p:sp>
      <p:sp>
        <p:nvSpPr>
          <p:cNvPr id="9" name="Slide Number Placeholder 5">
            <a:extLst>
              <a:ext uri="{FF2B5EF4-FFF2-40B4-BE49-F238E27FC236}">
                <a16:creationId xmlns:a16="http://schemas.microsoft.com/office/drawing/2014/main" id="{E7EE95D9-28C9-7F8C-E815-0A86775F3F82}"/>
              </a:ext>
            </a:extLst>
          </p:cNvPr>
          <p:cNvSpPr>
            <a:spLocks noGrp="1"/>
          </p:cNvSpPr>
          <p:nvPr>
            <p:ph type="sldNum" sz="quarter" idx="12"/>
          </p:nvPr>
        </p:nvSpPr>
        <p:spPr/>
        <p:txBody>
          <a:bodyPr/>
          <a:lstStyle>
            <a:lvl1pPr>
              <a:defRPr/>
            </a:lvl1pPr>
          </a:lstStyle>
          <a:p>
            <a:pPr>
              <a:defRPr/>
            </a:pPr>
            <a:fld id="{BF736C79-F271-4CBC-ABE5-375009BD220A}" type="slidenum">
              <a:rPr lang="en-AU" altLang="en-US"/>
              <a:pPr>
                <a:defRPr/>
              </a:pPr>
              <a:t>‹#›</a:t>
            </a:fld>
            <a:endParaRPr lang="en-AU" altLang="en-US"/>
          </a:p>
        </p:txBody>
      </p:sp>
    </p:spTree>
    <p:extLst>
      <p:ext uri="{BB962C8B-B14F-4D97-AF65-F5344CB8AC3E}">
        <p14:creationId xmlns:p14="http://schemas.microsoft.com/office/powerpoint/2010/main" val="670475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D78E3645-75C2-FF85-5F12-877D4D37D8D4}"/>
              </a:ext>
            </a:extLst>
          </p:cNvPr>
          <p:cNvSpPr>
            <a:spLocks/>
          </p:cNvSpPr>
          <p:nvPr/>
        </p:nvSpPr>
        <p:spPr bwMode="auto">
          <a:xfrm flipV="1">
            <a:off x="0" y="711200"/>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4" name="Date Placeholder 2">
            <a:extLst>
              <a:ext uri="{FF2B5EF4-FFF2-40B4-BE49-F238E27FC236}">
                <a16:creationId xmlns:a16="http://schemas.microsoft.com/office/drawing/2014/main" id="{3011A9DD-55C2-054A-4BA6-653003DBE767}"/>
              </a:ext>
            </a:extLst>
          </p:cNvPr>
          <p:cNvSpPr>
            <a:spLocks noGrp="1"/>
          </p:cNvSpPr>
          <p:nvPr>
            <p:ph type="dt" sz="half" idx="10"/>
          </p:nvPr>
        </p:nvSpPr>
        <p:spPr/>
        <p:txBody>
          <a:bodyPr/>
          <a:lstStyle>
            <a:lvl1pPr>
              <a:defRPr/>
            </a:lvl1pPr>
          </a:lstStyle>
          <a:p>
            <a:pPr>
              <a:defRPr/>
            </a:pPr>
            <a:endParaRPr lang="en-AU" altLang="en-US"/>
          </a:p>
        </p:txBody>
      </p:sp>
      <p:sp>
        <p:nvSpPr>
          <p:cNvPr id="5" name="Footer Placeholder 3">
            <a:extLst>
              <a:ext uri="{FF2B5EF4-FFF2-40B4-BE49-F238E27FC236}">
                <a16:creationId xmlns:a16="http://schemas.microsoft.com/office/drawing/2014/main" id="{6864EB6E-FF09-20E3-F9B8-D2EB4FFB7D59}"/>
              </a:ext>
            </a:extLst>
          </p:cNvPr>
          <p:cNvSpPr>
            <a:spLocks noGrp="1"/>
          </p:cNvSpPr>
          <p:nvPr>
            <p:ph type="ftr" sz="quarter" idx="11"/>
          </p:nvPr>
        </p:nvSpPr>
        <p:spPr/>
        <p:txBody>
          <a:bodyPr/>
          <a:lstStyle>
            <a:lvl1pPr>
              <a:defRPr/>
            </a:lvl1pPr>
          </a:lstStyle>
          <a:p>
            <a:pPr>
              <a:defRPr/>
            </a:pPr>
            <a:endParaRPr lang="en-AU" altLang="en-US"/>
          </a:p>
        </p:txBody>
      </p:sp>
      <p:sp>
        <p:nvSpPr>
          <p:cNvPr id="6" name="Slide Number Placeholder 4">
            <a:extLst>
              <a:ext uri="{FF2B5EF4-FFF2-40B4-BE49-F238E27FC236}">
                <a16:creationId xmlns:a16="http://schemas.microsoft.com/office/drawing/2014/main" id="{64609D71-87AA-8BB7-CD02-59F7CDBE22DD}"/>
              </a:ext>
            </a:extLst>
          </p:cNvPr>
          <p:cNvSpPr>
            <a:spLocks noGrp="1"/>
          </p:cNvSpPr>
          <p:nvPr>
            <p:ph type="sldNum" sz="quarter" idx="12"/>
          </p:nvPr>
        </p:nvSpPr>
        <p:spPr/>
        <p:txBody>
          <a:bodyPr/>
          <a:lstStyle>
            <a:lvl1pPr>
              <a:defRPr/>
            </a:lvl1pPr>
          </a:lstStyle>
          <a:p>
            <a:pPr>
              <a:defRPr/>
            </a:pPr>
            <a:fld id="{554DBEF2-F59C-4134-B756-7706C2D5F1B9}" type="slidenum">
              <a:rPr lang="en-AU" altLang="en-US"/>
              <a:pPr>
                <a:defRPr/>
              </a:pPr>
              <a:t>‹#›</a:t>
            </a:fld>
            <a:endParaRPr lang="en-AU" altLang="en-US"/>
          </a:p>
        </p:txBody>
      </p:sp>
    </p:spTree>
    <p:extLst>
      <p:ext uri="{BB962C8B-B14F-4D97-AF65-F5344CB8AC3E}">
        <p14:creationId xmlns:p14="http://schemas.microsoft.com/office/powerpoint/2010/main" val="3771857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114B2665-F4EA-193C-3112-C9D5E4AFB769}"/>
              </a:ext>
            </a:extLst>
          </p:cNvPr>
          <p:cNvSpPr>
            <a:spLocks/>
          </p:cNvSpPr>
          <p:nvPr/>
        </p:nvSpPr>
        <p:spPr bwMode="auto">
          <a:xfrm flipV="1">
            <a:off x="0" y="711200"/>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 name="Date Placeholder 1">
            <a:extLst>
              <a:ext uri="{FF2B5EF4-FFF2-40B4-BE49-F238E27FC236}">
                <a16:creationId xmlns:a16="http://schemas.microsoft.com/office/drawing/2014/main" id="{555EB9A8-7665-157E-7830-E084DA445D97}"/>
              </a:ext>
            </a:extLst>
          </p:cNvPr>
          <p:cNvSpPr>
            <a:spLocks noGrp="1"/>
          </p:cNvSpPr>
          <p:nvPr>
            <p:ph type="dt" sz="half" idx="10"/>
          </p:nvPr>
        </p:nvSpPr>
        <p:spPr/>
        <p:txBody>
          <a:bodyPr/>
          <a:lstStyle>
            <a:lvl1pPr>
              <a:defRPr/>
            </a:lvl1pPr>
          </a:lstStyle>
          <a:p>
            <a:pPr>
              <a:defRPr/>
            </a:pPr>
            <a:endParaRPr lang="en-AU" altLang="en-US"/>
          </a:p>
        </p:txBody>
      </p:sp>
      <p:sp>
        <p:nvSpPr>
          <p:cNvPr id="4" name="Footer Placeholder 2">
            <a:extLst>
              <a:ext uri="{FF2B5EF4-FFF2-40B4-BE49-F238E27FC236}">
                <a16:creationId xmlns:a16="http://schemas.microsoft.com/office/drawing/2014/main" id="{703E5072-F6D4-E65A-3A6E-271419413EDB}"/>
              </a:ext>
            </a:extLst>
          </p:cNvPr>
          <p:cNvSpPr>
            <a:spLocks noGrp="1"/>
          </p:cNvSpPr>
          <p:nvPr>
            <p:ph type="ftr" sz="quarter" idx="11"/>
          </p:nvPr>
        </p:nvSpPr>
        <p:spPr/>
        <p:txBody>
          <a:bodyPr/>
          <a:lstStyle>
            <a:lvl1pPr>
              <a:defRPr/>
            </a:lvl1pPr>
          </a:lstStyle>
          <a:p>
            <a:pPr>
              <a:defRPr/>
            </a:pPr>
            <a:endParaRPr lang="en-AU" altLang="en-US"/>
          </a:p>
        </p:txBody>
      </p:sp>
      <p:sp>
        <p:nvSpPr>
          <p:cNvPr id="5" name="Slide Number Placeholder 3">
            <a:extLst>
              <a:ext uri="{FF2B5EF4-FFF2-40B4-BE49-F238E27FC236}">
                <a16:creationId xmlns:a16="http://schemas.microsoft.com/office/drawing/2014/main" id="{4446FB83-090C-FE6E-E76A-D652CAD566AF}"/>
              </a:ext>
            </a:extLst>
          </p:cNvPr>
          <p:cNvSpPr>
            <a:spLocks noGrp="1"/>
          </p:cNvSpPr>
          <p:nvPr>
            <p:ph type="sldNum" sz="quarter" idx="12"/>
          </p:nvPr>
        </p:nvSpPr>
        <p:spPr/>
        <p:txBody>
          <a:bodyPr/>
          <a:lstStyle>
            <a:lvl1pPr>
              <a:defRPr/>
            </a:lvl1pPr>
          </a:lstStyle>
          <a:p>
            <a:pPr>
              <a:defRPr/>
            </a:pPr>
            <a:fld id="{ECEDB16A-697B-4860-ADE8-AB3C2B1B7201}" type="slidenum">
              <a:rPr lang="en-AU" altLang="en-US"/>
              <a:pPr>
                <a:defRPr/>
              </a:pPr>
              <a:t>‹#›</a:t>
            </a:fld>
            <a:endParaRPr lang="en-AU" altLang="en-US"/>
          </a:p>
        </p:txBody>
      </p:sp>
    </p:spTree>
    <p:extLst>
      <p:ext uri="{BB962C8B-B14F-4D97-AF65-F5344CB8AC3E}">
        <p14:creationId xmlns:p14="http://schemas.microsoft.com/office/powerpoint/2010/main" val="244559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Freeform 11">
            <a:extLst>
              <a:ext uri="{FF2B5EF4-FFF2-40B4-BE49-F238E27FC236}">
                <a16:creationId xmlns:a16="http://schemas.microsoft.com/office/drawing/2014/main" id="{EF04E35D-6556-5F07-1934-6EFEC3045954}"/>
              </a:ext>
            </a:extLst>
          </p:cNvPr>
          <p:cNvSpPr>
            <a:spLocks/>
          </p:cNvSpPr>
          <p:nvPr/>
        </p:nvSpPr>
        <p:spPr bwMode="auto">
          <a:xfrm flipV="1">
            <a:off x="0" y="711200"/>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Date Placeholder 4">
            <a:extLst>
              <a:ext uri="{FF2B5EF4-FFF2-40B4-BE49-F238E27FC236}">
                <a16:creationId xmlns:a16="http://schemas.microsoft.com/office/drawing/2014/main" id="{30C2D367-4F69-00A7-D844-F2224BE3FDF8}"/>
              </a:ext>
            </a:extLst>
          </p:cNvPr>
          <p:cNvSpPr>
            <a:spLocks noGrp="1"/>
          </p:cNvSpPr>
          <p:nvPr>
            <p:ph type="dt" sz="half" idx="10"/>
          </p:nvPr>
        </p:nvSpPr>
        <p:spPr/>
        <p:txBody>
          <a:bodyPr/>
          <a:lstStyle>
            <a:lvl1pPr>
              <a:defRPr/>
            </a:lvl1pPr>
          </a:lstStyle>
          <a:p>
            <a:pPr>
              <a:defRPr/>
            </a:pPr>
            <a:endParaRPr lang="en-AU" altLang="en-US"/>
          </a:p>
        </p:txBody>
      </p:sp>
      <p:sp>
        <p:nvSpPr>
          <p:cNvPr id="7" name="Footer Placeholder 5">
            <a:extLst>
              <a:ext uri="{FF2B5EF4-FFF2-40B4-BE49-F238E27FC236}">
                <a16:creationId xmlns:a16="http://schemas.microsoft.com/office/drawing/2014/main" id="{CA50EA11-5431-7DD1-336C-D18384663987}"/>
              </a:ext>
            </a:extLst>
          </p:cNvPr>
          <p:cNvSpPr>
            <a:spLocks noGrp="1"/>
          </p:cNvSpPr>
          <p:nvPr>
            <p:ph type="ftr" sz="quarter" idx="11"/>
          </p:nvPr>
        </p:nvSpPr>
        <p:spPr/>
        <p:txBody>
          <a:bodyPr/>
          <a:lstStyle>
            <a:lvl1pPr>
              <a:defRPr/>
            </a:lvl1pPr>
          </a:lstStyle>
          <a:p>
            <a:pPr>
              <a:defRPr/>
            </a:pPr>
            <a:endParaRPr lang="en-AU" altLang="en-US"/>
          </a:p>
        </p:txBody>
      </p:sp>
      <p:sp>
        <p:nvSpPr>
          <p:cNvPr id="8" name="Slide Number Placeholder 6">
            <a:extLst>
              <a:ext uri="{FF2B5EF4-FFF2-40B4-BE49-F238E27FC236}">
                <a16:creationId xmlns:a16="http://schemas.microsoft.com/office/drawing/2014/main" id="{76E9E635-AC05-97AC-0549-8943AFB19FB4}"/>
              </a:ext>
            </a:extLst>
          </p:cNvPr>
          <p:cNvSpPr>
            <a:spLocks noGrp="1"/>
          </p:cNvSpPr>
          <p:nvPr>
            <p:ph type="sldNum" sz="quarter" idx="12"/>
          </p:nvPr>
        </p:nvSpPr>
        <p:spPr/>
        <p:txBody>
          <a:bodyPr/>
          <a:lstStyle>
            <a:lvl1pPr>
              <a:defRPr/>
            </a:lvl1pPr>
          </a:lstStyle>
          <a:p>
            <a:pPr>
              <a:defRPr/>
            </a:pPr>
            <a:fld id="{260DB426-72EA-4204-861A-68722E14B520}" type="slidenum">
              <a:rPr lang="en-AU" altLang="en-US"/>
              <a:pPr>
                <a:defRPr/>
              </a:pPr>
              <a:t>‹#›</a:t>
            </a:fld>
            <a:endParaRPr lang="en-AU" altLang="en-US"/>
          </a:p>
        </p:txBody>
      </p:sp>
    </p:spTree>
    <p:extLst>
      <p:ext uri="{BB962C8B-B14F-4D97-AF65-F5344CB8AC3E}">
        <p14:creationId xmlns:p14="http://schemas.microsoft.com/office/powerpoint/2010/main" val="2878251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Freeform 11">
            <a:extLst>
              <a:ext uri="{FF2B5EF4-FFF2-40B4-BE49-F238E27FC236}">
                <a16:creationId xmlns:a16="http://schemas.microsoft.com/office/drawing/2014/main" id="{F901ECA3-B265-51D9-0C20-70DC159CC340}"/>
              </a:ext>
            </a:extLst>
          </p:cNvPr>
          <p:cNvSpPr>
            <a:spLocks/>
          </p:cNvSpPr>
          <p:nvPr/>
        </p:nvSpPr>
        <p:spPr bwMode="auto">
          <a:xfrm flipV="1">
            <a:off x="0" y="4910138"/>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Date Placeholder 4">
            <a:extLst>
              <a:ext uri="{FF2B5EF4-FFF2-40B4-BE49-F238E27FC236}">
                <a16:creationId xmlns:a16="http://schemas.microsoft.com/office/drawing/2014/main" id="{74AF53BB-07AE-FC30-26DC-FD551BA23CC3}"/>
              </a:ext>
            </a:extLst>
          </p:cNvPr>
          <p:cNvSpPr>
            <a:spLocks noGrp="1"/>
          </p:cNvSpPr>
          <p:nvPr>
            <p:ph type="dt" sz="half" idx="10"/>
          </p:nvPr>
        </p:nvSpPr>
        <p:spPr/>
        <p:txBody>
          <a:bodyPr/>
          <a:lstStyle>
            <a:lvl1pPr>
              <a:defRPr/>
            </a:lvl1pPr>
          </a:lstStyle>
          <a:p>
            <a:pPr>
              <a:defRPr/>
            </a:pPr>
            <a:endParaRPr lang="en-AU" altLang="en-US"/>
          </a:p>
        </p:txBody>
      </p:sp>
      <p:sp>
        <p:nvSpPr>
          <p:cNvPr id="7" name="Footer Placeholder 5">
            <a:extLst>
              <a:ext uri="{FF2B5EF4-FFF2-40B4-BE49-F238E27FC236}">
                <a16:creationId xmlns:a16="http://schemas.microsoft.com/office/drawing/2014/main" id="{868E4F25-A2E1-B9DB-50CE-F1CC74D8864F}"/>
              </a:ext>
            </a:extLst>
          </p:cNvPr>
          <p:cNvSpPr>
            <a:spLocks noGrp="1"/>
          </p:cNvSpPr>
          <p:nvPr>
            <p:ph type="ftr" sz="quarter" idx="11"/>
          </p:nvPr>
        </p:nvSpPr>
        <p:spPr/>
        <p:txBody>
          <a:bodyPr/>
          <a:lstStyle>
            <a:lvl1pPr>
              <a:defRPr/>
            </a:lvl1pPr>
          </a:lstStyle>
          <a:p>
            <a:pPr>
              <a:defRPr/>
            </a:pPr>
            <a:endParaRPr lang="en-AU" altLang="en-US"/>
          </a:p>
        </p:txBody>
      </p:sp>
      <p:sp>
        <p:nvSpPr>
          <p:cNvPr id="8" name="Slide Number Placeholder 6">
            <a:extLst>
              <a:ext uri="{FF2B5EF4-FFF2-40B4-BE49-F238E27FC236}">
                <a16:creationId xmlns:a16="http://schemas.microsoft.com/office/drawing/2014/main" id="{20AA0096-EE17-5EB2-7C7A-F5B9FEB0B2EB}"/>
              </a:ext>
            </a:extLst>
          </p:cNvPr>
          <p:cNvSpPr>
            <a:spLocks noGrp="1"/>
          </p:cNvSpPr>
          <p:nvPr>
            <p:ph type="sldNum" sz="quarter" idx="12"/>
          </p:nvPr>
        </p:nvSpPr>
        <p:spPr>
          <a:xfrm>
            <a:off x="511175" y="4983163"/>
            <a:ext cx="585788" cy="365125"/>
          </a:xfrm>
        </p:spPr>
        <p:txBody>
          <a:bodyPr/>
          <a:lstStyle>
            <a:lvl1pPr>
              <a:defRPr/>
            </a:lvl1pPr>
          </a:lstStyle>
          <a:p>
            <a:pPr>
              <a:defRPr/>
            </a:pPr>
            <a:fld id="{493B5E36-54DE-4149-993F-DCA8FE7378BE}" type="slidenum">
              <a:rPr lang="en-AU" altLang="en-US"/>
              <a:pPr>
                <a:defRPr/>
              </a:pPr>
              <a:t>‹#›</a:t>
            </a:fld>
            <a:endParaRPr lang="en-AU" altLang="en-US"/>
          </a:p>
        </p:txBody>
      </p:sp>
    </p:spTree>
    <p:extLst>
      <p:ext uri="{BB962C8B-B14F-4D97-AF65-F5344CB8AC3E}">
        <p14:creationId xmlns:p14="http://schemas.microsoft.com/office/powerpoint/2010/main" val="380009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D8E6ACAD-CAD3-951D-5780-DE2B17010B29}"/>
              </a:ext>
            </a:extLst>
          </p:cNvPr>
          <p:cNvSpPr>
            <a:spLocks/>
          </p:cNvSpPr>
          <p:nvPr/>
        </p:nvSpPr>
        <p:spPr bwMode="auto">
          <a:xfrm flipV="1">
            <a:off x="0" y="3167063"/>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a:extLst>
              <a:ext uri="{FF2B5EF4-FFF2-40B4-BE49-F238E27FC236}">
                <a16:creationId xmlns:a16="http://schemas.microsoft.com/office/drawing/2014/main" id="{AA059A9B-EEC1-2745-34A7-7AD37DDAF247}"/>
              </a:ext>
            </a:extLst>
          </p:cNvPr>
          <p:cNvSpPr>
            <a:spLocks noGrp="1"/>
          </p:cNvSpPr>
          <p:nvPr>
            <p:ph type="dt" sz="half" idx="10"/>
          </p:nvPr>
        </p:nvSpPr>
        <p:spPr/>
        <p:txBody>
          <a:bodyPr/>
          <a:lstStyle>
            <a:lvl1pPr>
              <a:defRPr/>
            </a:lvl1pPr>
          </a:lstStyle>
          <a:p>
            <a:pPr>
              <a:defRPr/>
            </a:pPr>
            <a:endParaRPr lang="en-AU" altLang="en-US"/>
          </a:p>
        </p:txBody>
      </p:sp>
      <p:sp>
        <p:nvSpPr>
          <p:cNvPr id="6" name="Footer Placeholder 4">
            <a:extLst>
              <a:ext uri="{FF2B5EF4-FFF2-40B4-BE49-F238E27FC236}">
                <a16:creationId xmlns:a16="http://schemas.microsoft.com/office/drawing/2014/main" id="{812D7A44-8E7C-F3B5-30F7-7DD55BDAAF40}"/>
              </a:ext>
            </a:extLst>
          </p:cNvPr>
          <p:cNvSpPr>
            <a:spLocks noGrp="1"/>
          </p:cNvSpPr>
          <p:nvPr>
            <p:ph type="ftr" sz="quarter" idx="11"/>
          </p:nvPr>
        </p:nvSpPr>
        <p:spPr/>
        <p:txBody>
          <a:bodyPr/>
          <a:lstStyle>
            <a:lvl1pPr>
              <a:defRPr/>
            </a:lvl1pPr>
          </a:lstStyle>
          <a:p>
            <a:pPr>
              <a:defRPr/>
            </a:pPr>
            <a:endParaRPr lang="en-AU" altLang="en-US"/>
          </a:p>
        </p:txBody>
      </p:sp>
      <p:sp>
        <p:nvSpPr>
          <p:cNvPr id="7" name="Slide Number Placeholder 5">
            <a:extLst>
              <a:ext uri="{FF2B5EF4-FFF2-40B4-BE49-F238E27FC236}">
                <a16:creationId xmlns:a16="http://schemas.microsoft.com/office/drawing/2014/main" id="{46361815-D149-667A-31E9-5B1C42B669F2}"/>
              </a:ext>
            </a:extLst>
          </p:cNvPr>
          <p:cNvSpPr>
            <a:spLocks noGrp="1"/>
          </p:cNvSpPr>
          <p:nvPr>
            <p:ph type="sldNum" sz="quarter" idx="12"/>
          </p:nvPr>
        </p:nvSpPr>
        <p:spPr>
          <a:xfrm>
            <a:off x="511175" y="3244850"/>
            <a:ext cx="585788" cy="365125"/>
          </a:xfrm>
        </p:spPr>
        <p:txBody>
          <a:bodyPr/>
          <a:lstStyle>
            <a:lvl1pPr>
              <a:defRPr/>
            </a:lvl1pPr>
          </a:lstStyle>
          <a:p>
            <a:pPr>
              <a:defRPr/>
            </a:pPr>
            <a:fld id="{AC041E83-7B9F-425E-B67A-E1C5CCDB95E8}" type="slidenum">
              <a:rPr lang="en-AU" altLang="en-US"/>
              <a:pPr>
                <a:defRPr/>
              </a:pPr>
              <a:t>‹#›</a:t>
            </a:fld>
            <a:endParaRPr lang="en-AU" altLang="en-US"/>
          </a:p>
        </p:txBody>
      </p:sp>
    </p:spTree>
    <p:extLst>
      <p:ext uri="{BB962C8B-B14F-4D97-AF65-F5344CB8AC3E}">
        <p14:creationId xmlns:p14="http://schemas.microsoft.com/office/powerpoint/2010/main" val="1168925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4455A92B-F2BB-6334-F7FF-7C478CCB0655}"/>
              </a:ext>
            </a:extLst>
          </p:cNvPr>
          <p:cNvSpPr>
            <a:spLocks/>
          </p:cNvSpPr>
          <p:nvPr/>
        </p:nvSpPr>
        <p:spPr bwMode="auto">
          <a:xfrm flipV="1">
            <a:off x="0" y="3167063"/>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 name="TextBox 4">
            <a:extLst>
              <a:ext uri="{FF2B5EF4-FFF2-40B4-BE49-F238E27FC236}">
                <a16:creationId xmlns:a16="http://schemas.microsoft.com/office/drawing/2014/main" id="{622BB114-954A-6675-4EDC-899CF1078A21}"/>
              </a:ext>
            </a:extLst>
          </p:cNvPr>
          <p:cNvSpPr txBox="1">
            <a:spLocks noChangeArrowheads="1"/>
          </p:cNvSpPr>
          <p:nvPr/>
        </p:nvSpPr>
        <p:spPr bwMode="auto">
          <a:xfrm>
            <a:off x="1808163" y="647700"/>
            <a:ext cx="457200" cy="585788"/>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eaLnBrk="1" hangingPunct="1">
              <a:defRPr/>
            </a:pPr>
            <a:r>
              <a:rPr lang="en-US" altLang="en-US" sz="8000">
                <a:solidFill>
                  <a:schemeClr val="accent1"/>
                </a:solidFill>
                <a:latin typeface="Arial" panose="020B0604020202020204" pitchFamily="34" charset="0"/>
              </a:rPr>
              <a:t>“</a:t>
            </a:r>
          </a:p>
        </p:txBody>
      </p:sp>
      <p:sp>
        <p:nvSpPr>
          <p:cNvPr id="6" name="TextBox 62">
            <a:extLst>
              <a:ext uri="{FF2B5EF4-FFF2-40B4-BE49-F238E27FC236}">
                <a16:creationId xmlns:a16="http://schemas.microsoft.com/office/drawing/2014/main" id="{884C7564-0BB7-1D66-9F47-50BFF875F6A3}"/>
              </a:ext>
            </a:extLst>
          </p:cNvPr>
          <p:cNvSpPr txBox="1">
            <a:spLocks noChangeArrowheads="1"/>
          </p:cNvSpPr>
          <p:nvPr/>
        </p:nvSpPr>
        <p:spPr bwMode="auto">
          <a:xfrm>
            <a:off x="8169275" y="2905125"/>
            <a:ext cx="457200" cy="584200"/>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eaLnBrk="1" hangingPunct="1">
              <a:defRPr/>
            </a:pPr>
            <a:r>
              <a:rPr lang="en-US" altLang="en-US" sz="8000">
                <a:solidFill>
                  <a:schemeClr val="accent1"/>
                </a:solidFill>
                <a:latin typeface="Arial" panose="020B0604020202020204" pitchFamily="34" charset="0"/>
              </a:rPr>
              <a:t>”</a:t>
            </a:r>
          </a:p>
        </p:txBody>
      </p:sp>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7" name="Date Placeholder 3">
            <a:extLst>
              <a:ext uri="{FF2B5EF4-FFF2-40B4-BE49-F238E27FC236}">
                <a16:creationId xmlns:a16="http://schemas.microsoft.com/office/drawing/2014/main" id="{E6247C2C-8854-B85B-6DC6-D4275A80A8BA}"/>
              </a:ext>
            </a:extLst>
          </p:cNvPr>
          <p:cNvSpPr>
            <a:spLocks noGrp="1"/>
          </p:cNvSpPr>
          <p:nvPr>
            <p:ph type="dt" sz="half" idx="14"/>
          </p:nvPr>
        </p:nvSpPr>
        <p:spPr/>
        <p:txBody>
          <a:bodyPr/>
          <a:lstStyle>
            <a:lvl1pPr>
              <a:defRPr/>
            </a:lvl1pPr>
          </a:lstStyle>
          <a:p>
            <a:pPr>
              <a:defRPr/>
            </a:pPr>
            <a:endParaRPr lang="en-AU" altLang="en-US"/>
          </a:p>
        </p:txBody>
      </p:sp>
      <p:sp>
        <p:nvSpPr>
          <p:cNvPr id="8" name="Footer Placeholder 4">
            <a:extLst>
              <a:ext uri="{FF2B5EF4-FFF2-40B4-BE49-F238E27FC236}">
                <a16:creationId xmlns:a16="http://schemas.microsoft.com/office/drawing/2014/main" id="{22E16806-D8CA-1BA0-C89D-7550650495EF}"/>
              </a:ext>
            </a:extLst>
          </p:cNvPr>
          <p:cNvSpPr>
            <a:spLocks noGrp="1"/>
          </p:cNvSpPr>
          <p:nvPr>
            <p:ph type="ftr" sz="quarter" idx="15"/>
          </p:nvPr>
        </p:nvSpPr>
        <p:spPr/>
        <p:txBody>
          <a:bodyPr/>
          <a:lstStyle>
            <a:lvl1pPr>
              <a:defRPr/>
            </a:lvl1pPr>
          </a:lstStyle>
          <a:p>
            <a:pPr>
              <a:defRPr/>
            </a:pPr>
            <a:endParaRPr lang="en-AU" altLang="en-US"/>
          </a:p>
        </p:txBody>
      </p:sp>
      <p:sp>
        <p:nvSpPr>
          <p:cNvPr id="9" name="Slide Number Placeholder 5">
            <a:extLst>
              <a:ext uri="{FF2B5EF4-FFF2-40B4-BE49-F238E27FC236}">
                <a16:creationId xmlns:a16="http://schemas.microsoft.com/office/drawing/2014/main" id="{AB430E58-842B-0273-EB4B-DFB18FB26C43}"/>
              </a:ext>
            </a:extLst>
          </p:cNvPr>
          <p:cNvSpPr>
            <a:spLocks noGrp="1"/>
          </p:cNvSpPr>
          <p:nvPr>
            <p:ph type="sldNum" sz="quarter" idx="16"/>
          </p:nvPr>
        </p:nvSpPr>
        <p:spPr>
          <a:xfrm>
            <a:off x="511175" y="3244850"/>
            <a:ext cx="585788" cy="365125"/>
          </a:xfrm>
        </p:spPr>
        <p:txBody>
          <a:bodyPr/>
          <a:lstStyle>
            <a:lvl1pPr>
              <a:defRPr/>
            </a:lvl1pPr>
          </a:lstStyle>
          <a:p>
            <a:pPr>
              <a:defRPr/>
            </a:pPr>
            <a:fld id="{A9E1BB82-3F53-48DA-96D9-81B6B1427E91}" type="slidenum">
              <a:rPr lang="en-AU" altLang="en-US"/>
              <a:pPr>
                <a:defRPr/>
              </a:pPr>
              <a:t>‹#›</a:t>
            </a:fld>
            <a:endParaRPr lang="en-AU" altLang="en-US"/>
          </a:p>
        </p:txBody>
      </p:sp>
    </p:spTree>
    <p:extLst>
      <p:ext uri="{BB962C8B-B14F-4D97-AF65-F5344CB8AC3E}">
        <p14:creationId xmlns:p14="http://schemas.microsoft.com/office/powerpoint/2010/main" val="2192149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2A00B2EC-9800-AAB0-DC6C-B4650AF9A149}"/>
              </a:ext>
            </a:extLst>
          </p:cNvPr>
          <p:cNvSpPr>
            <a:spLocks/>
          </p:cNvSpPr>
          <p:nvPr/>
        </p:nvSpPr>
        <p:spPr bwMode="auto">
          <a:xfrm flipV="1">
            <a:off x="0" y="4910138"/>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rtlCol="0">
            <a:normAutofit/>
          </a:bodyPr>
          <a:lstStyle>
            <a:lvl1pPr>
              <a:buNone/>
              <a:defRPr lang="en-US">
                <a:solidFill>
                  <a:schemeClr val="tx1">
                    <a:lumMod val="65000"/>
                    <a:lumOff val="35000"/>
                  </a:schemeClr>
                </a:solidFill>
              </a:defRPr>
            </a:lvl1pPr>
          </a:lstStyle>
          <a:p>
            <a:pPr lvl="0"/>
            <a:r>
              <a:rPr lang="en-US"/>
              <a:t>Edit Master text styles</a:t>
            </a:r>
          </a:p>
        </p:txBody>
      </p:sp>
      <p:sp>
        <p:nvSpPr>
          <p:cNvPr id="5" name="Date Placeholder 4">
            <a:extLst>
              <a:ext uri="{FF2B5EF4-FFF2-40B4-BE49-F238E27FC236}">
                <a16:creationId xmlns:a16="http://schemas.microsoft.com/office/drawing/2014/main" id="{AD6B0E59-F9E2-5EC3-D92D-E91226A9205E}"/>
              </a:ext>
            </a:extLst>
          </p:cNvPr>
          <p:cNvSpPr>
            <a:spLocks noGrp="1"/>
          </p:cNvSpPr>
          <p:nvPr>
            <p:ph type="dt" sz="half" idx="10"/>
          </p:nvPr>
        </p:nvSpPr>
        <p:spPr/>
        <p:txBody>
          <a:bodyPr/>
          <a:lstStyle>
            <a:lvl1pPr>
              <a:defRPr/>
            </a:lvl1pPr>
          </a:lstStyle>
          <a:p>
            <a:pPr>
              <a:defRPr/>
            </a:pPr>
            <a:endParaRPr lang="en-AU" altLang="en-US"/>
          </a:p>
        </p:txBody>
      </p:sp>
      <p:sp>
        <p:nvSpPr>
          <p:cNvPr id="6" name="Footer Placeholder 5">
            <a:extLst>
              <a:ext uri="{FF2B5EF4-FFF2-40B4-BE49-F238E27FC236}">
                <a16:creationId xmlns:a16="http://schemas.microsoft.com/office/drawing/2014/main" id="{6AF51C95-1C5A-72E7-5E6F-F6807594D04A}"/>
              </a:ext>
            </a:extLst>
          </p:cNvPr>
          <p:cNvSpPr>
            <a:spLocks noGrp="1"/>
          </p:cNvSpPr>
          <p:nvPr>
            <p:ph type="ftr" sz="quarter" idx="11"/>
          </p:nvPr>
        </p:nvSpPr>
        <p:spPr/>
        <p:txBody>
          <a:bodyPr/>
          <a:lstStyle>
            <a:lvl1pPr>
              <a:defRPr/>
            </a:lvl1pPr>
          </a:lstStyle>
          <a:p>
            <a:pPr>
              <a:defRPr/>
            </a:pPr>
            <a:endParaRPr lang="en-AU" altLang="en-US"/>
          </a:p>
        </p:txBody>
      </p:sp>
      <p:sp>
        <p:nvSpPr>
          <p:cNvPr id="7" name="Slide Number Placeholder 6">
            <a:extLst>
              <a:ext uri="{FF2B5EF4-FFF2-40B4-BE49-F238E27FC236}">
                <a16:creationId xmlns:a16="http://schemas.microsoft.com/office/drawing/2014/main" id="{36AB40DF-8054-85B1-DB6C-393DFA78FB46}"/>
              </a:ext>
            </a:extLst>
          </p:cNvPr>
          <p:cNvSpPr>
            <a:spLocks noGrp="1"/>
          </p:cNvSpPr>
          <p:nvPr>
            <p:ph type="sldNum" sz="quarter" idx="12"/>
          </p:nvPr>
        </p:nvSpPr>
        <p:spPr>
          <a:xfrm>
            <a:off x="511175" y="4983163"/>
            <a:ext cx="585788" cy="365125"/>
          </a:xfrm>
        </p:spPr>
        <p:txBody>
          <a:bodyPr/>
          <a:lstStyle>
            <a:lvl1pPr>
              <a:defRPr/>
            </a:lvl1pPr>
          </a:lstStyle>
          <a:p>
            <a:pPr>
              <a:defRPr/>
            </a:pPr>
            <a:fld id="{651F1B9A-47CF-40A3-A4EE-F32CF84E9CAC}" type="slidenum">
              <a:rPr lang="en-AU" altLang="en-US"/>
              <a:pPr>
                <a:defRPr/>
              </a:pPr>
              <a:t>‹#›</a:t>
            </a:fld>
            <a:endParaRPr lang="en-AU" altLang="en-US"/>
          </a:p>
        </p:txBody>
      </p:sp>
    </p:spTree>
    <p:extLst>
      <p:ext uri="{BB962C8B-B14F-4D97-AF65-F5344CB8AC3E}">
        <p14:creationId xmlns:p14="http://schemas.microsoft.com/office/powerpoint/2010/main" val="778890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73BEB4D1-DD24-6468-65B7-37BE7C6C4184}"/>
              </a:ext>
            </a:extLst>
          </p:cNvPr>
          <p:cNvSpPr>
            <a:spLocks/>
          </p:cNvSpPr>
          <p:nvPr/>
        </p:nvSpPr>
        <p:spPr bwMode="auto">
          <a:xfrm flipV="1">
            <a:off x="0" y="4910138"/>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 name="TextBox 2">
            <a:extLst>
              <a:ext uri="{FF2B5EF4-FFF2-40B4-BE49-F238E27FC236}">
                <a16:creationId xmlns:a16="http://schemas.microsoft.com/office/drawing/2014/main" id="{08EF31D4-80F3-A6DC-226C-2F278B46CE98}"/>
              </a:ext>
            </a:extLst>
          </p:cNvPr>
          <p:cNvSpPr txBox="1">
            <a:spLocks noChangeArrowheads="1"/>
          </p:cNvSpPr>
          <p:nvPr/>
        </p:nvSpPr>
        <p:spPr bwMode="auto">
          <a:xfrm>
            <a:off x="1808163" y="647700"/>
            <a:ext cx="457200" cy="585788"/>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eaLnBrk="1" hangingPunct="1">
              <a:defRPr/>
            </a:pPr>
            <a:r>
              <a:rPr lang="en-US" altLang="en-US" sz="8000">
                <a:solidFill>
                  <a:schemeClr val="accent1"/>
                </a:solidFill>
                <a:latin typeface="Arial" panose="020B0604020202020204" pitchFamily="34" charset="0"/>
              </a:rPr>
              <a:t>“</a:t>
            </a:r>
          </a:p>
        </p:txBody>
      </p:sp>
      <p:sp>
        <p:nvSpPr>
          <p:cNvPr id="5" name="TextBox 62">
            <a:extLst>
              <a:ext uri="{FF2B5EF4-FFF2-40B4-BE49-F238E27FC236}">
                <a16:creationId xmlns:a16="http://schemas.microsoft.com/office/drawing/2014/main" id="{AF684106-9D4F-E960-D9AE-8041315AB38F}"/>
              </a:ext>
            </a:extLst>
          </p:cNvPr>
          <p:cNvSpPr txBox="1">
            <a:spLocks noChangeArrowheads="1"/>
          </p:cNvSpPr>
          <p:nvPr/>
        </p:nvSpPr>
        <p:spPr bwMode="auto">
          <a:xfrm>
            <a:off x="8169275" y="2905125"/>
            <a:ext cx="457200" cy="584200"/>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eaLnBrk="1" hangingPunct="1">
              <a:defRPr/>
            </a:pPr>
            <a:r>
              <a:rPr lang="en-US" altLang="en-US" sz="8000">
                <a:solidFill>
                  <a:schemeClr val="accent1"/>
                </a:solidFill>
                <a:latin typeface="Arial" panose="020B0604020202020204" pitchFamily="34" charset="0"/>
              </a:rPr>
              <a:t>”</a:t>
            </a:r>
          </a:p>
        </p:txBody>
      </p:sp>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688292" cy="729622"/>
          </a:xfrm>
        </p:spPr>
        <p:txBody>
          <a:bodyPr rtlCol="0">
            <a:normAutofit/>
          </a:bodyPr>
          <a:lstStyle>
            <a:lvl1pPr>
              <a:buNone/>
              <a:defRPr lang="en-US">
                <a:solidFill>
                  <a:schemeClr val="tx1">
                    <a:lumMod val="65000"/>
                    <a:lumOff val="35000"/>
                  </a:schemeClr>
                </a:solidFill>
              </a:defRPr>
            </a:lvl1pPr>
          </a:lstStyle>
          <a:p>
            <a:pPr lvl="0"/>
            <a:r>
              <a:rPr lang="en-US"/>
              <a:t>Edit Master text styles</a:t>
            </a:r>
          </a:p>
        </p:txBody>
      </p:sp>
      <p:sp>
        <p:nvSpPr>
          <p:cNvPr id="6" name="Date Placeholder 4">
            <a:extLst>
              <a:ext uri="{FF2B5EF4-FFF2-40B4-BE49-F238E27FC236}">
                <a16:creationId xmlns:a16="http://schemas.microsoft.com/office/drawing/2014/main" id="{0CA7EAAD-C0BC-57C9-2055-FA696F7242CF}"/>
              </a:ext>
            </a:extLst>
          </p:cNvPr>
          <p:cNvSpPr>
            <a:spLocks noGrp="1"/>
          </p:cNvSpPr>
          <p:nvPr>
            <p:ph type="dt" sz="half" idx="14"/>
          </p:nvPr>
        </p:nvSpPr>
        <p:spPr/>
        <p:txBody>
          <a:bodyPr/>
          <a:lstStyle>
            <a:lvl1pPr>
              <a:defRPr/>
            </a:lvl1pPr>
          </a:lstStyle>
          <a:p>
            <a:pPr>
              <a:defRPr/>
            </a:pPr>
            <a:endParaRPr lang="en-AU" altLang="en-US"/>
          </a:p>
        </p:txBody>
      </p:sp>
      <p:sp>
        <p:nvSpPr>
          <p:cNvPr id="7" name="Footer Placeholder 5">
            <a:extLst>
              <a:ext uri="{FF2B5EF4-FFF2-40B4-BE49-F238E27FC236}">
                <a16:creationId xmlns:a16="http://schemas.microsoft.com/office/drawing/2014/main" id="{C7E75EA8-5E22-D085-BBA5-FCA1573B59F3}"/>
              </a:ext>
            </a:extLst>
          </p:cNvPr>
          <p:cNvSpPr>
            <a:spLocks noGrp="1"/>
          </p:cNvSpPr>
          <p:nvPr>
            <p:ph type="ftr" sz="quarter" idx="15"/>
          </p:nvPr>
        </p:nvSpPr>
        <p:spPr/>
        <p:txBody>
          <a:bodyPr/>
          <a:lstStyle>
            <a:lvl1pPr>
              <a:defRPr/>
            </a:lvl1pPr>
          </a:lstStyle>
          <a:p>
            <a:pPr>
              <a:defRPr/>
            </a:pPr>
            <a:endParaRPr lang="en-AU" altLang="en-US"/>
          </a:p>
        </p:txBody>
      </p:sp>
      <p:sp>
        <p:nvSpPr>
          <p:cNvPr id="8" name="Slide Number Placeholder 6">
            <a:extLst>
              <a:ext uri="{FF2B5EF4-FFF2-40B4-BE49-F238E27FC236}">
                <a16:creationId xmlns:a16="http://schemas.microsoft.com/office/drawing/2014/main" id="{35CF1CF3-E5AC-335F-32A2-FE6B1D96CA14}"/>
              </a:ext>
            </a:extLst>
          </p:cNvPr>
          <p:cNvSpPr>
            <a:spLocks noGrp="1"/>
          </p:cNvSpPr>
          <p:nvPr>
            <p:ph type="sldNum" sz="quarter" idx="16"/>
          </p:nvPr>
        </p:nvSpPr>
        <p:spPr>
          <a:xfrm>
            <a:off x="511175" y="4983163"/>
            <a:ext cx="585788" cy="365125"/>
          </a:xfrm>
        </p:spPr>
        <p:txBody>
          <a:bodyPr/>
          <a:lstStyle>
            <a:lvl1pPr>
              <a:defRPr/>
            </a:lvl1pPr>
          </a:lstStyle>
          <a:p>
            <a:pPr>
              <a:defRPr/>
            </a:pPr>
            <a:fld id="{03275E9D-8F9D-4554-A329-0D2BC98FE73C}" type="slidenum">
              <a:rPr lang="en-AU" altLang="en-US"/>
              <a:pPr>
                <a:defRPr/>
              </a:pPr>
              <a:t>‹#›</a:t>
            </a:fld>
            <a:endParaRPr lang="en-AU" altLang="en-US"/>
          </a:p>
        </p:txBody>
      </p:sp>
    </p:spTree>
    <p:extLst>
      <p:ext uri="{BB962C8B-B14F-4D97-AF65-F5344CB8AC3E}">
        <p14:creationId xmlns:p14="http://schemas.microsoft.com/office/powerpoint/2010/main" val="1256790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C2E4CF4D-F161-8B5E-D004-E131354B7A51}"/>
              </a:ext>
            </a:extLst>
          </p:cNvPr>
          <p:cNvSpPr>
            <a:spLocks/>
          </p:cNvSpPr>
          <p:nvPr/>
        </p:nvSpPr>
        <p:spPr bwMode="auto">
          <a:xfrm flipV="1">
            <a:off x="0" y="4910138"/>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591985" cy="729622"/>
          </a:xfrm>
        </p:spPr>
        <p:txBody>
          <a:bodyPr rtlCol="0">
            <a:normAutofit/>
          </a:bodyPr>
          <a:lstStyle>
            <a:lvl1pPr>
              <a:buNone/>
              <a:defRPr lang="en-US">
                <a:solidFill>
                  <a:schemeClr val="tx1">
                    <a:lumMod val="65000"/>
                    <a:lumOff val="35000"/>
                  </a:schemeClr>
                </a:solidFill>
              </a:defRPr>
            </a:lvl1pPr>
          </a:lstStyle>
          <a:p>
            <a:pPr lvl="0"/>
            <a:r>
              <a:rPr lang="en-US"/>
              <a:t>Edit Master text styles</a:t>
            </a:r>
          </a:p>
        </p:txBody>
      </p:sp>
      <p:sp>
        <p:nvSpPr>
          <p:cNvPr id="5" name="Date Placeholder 4">
            <a:extLst>
              <a:ext uri="{FF2B5EF4-FFF2-40B4-BE49-F238E27FC236}">
                <a16:creationId xmlns:a16="http://schemas.microsoft.com/office/drawing/2014/main" id="{4776AE53-B568-AB71-75EC-3DA695F01561}"/>
              </a:ext>
            </a:extLst>
          </p:cNvPr>
          <p:cNvSpPr>
            <a:spLocks noGrp="1"/>
          </p:cNvSpPr>
          <p:nvPr>
            <p:ph type="dt" sz="half" idx="14"/>
          </p:nvPr>
        </p:nvSpPr>
        <p:spPr/>
        <p:txBody>
          <a:bodyPr/>
          <a:lstStyle>
            <a:lvl1pPr>
              <a:defRPr/>
            </a:lvl1pPr>
          </a:lstStyle>
          <a:p>
            <a:pPr>
              <a:defRPr/>
            </a:pPr>
            <a:endParaRPr lang="en-AU" altLang="en-US"/>
          </a:p>
        </p:txBody>
      </p:sp>
      <p:sp>
        <p:nvSpPr>
          <p:cNvPr id="6" name="Footer Placeholder 5">
            <a:extLst>
              <a:ext uri="{FF2B5EF4-FFF2-40B4-BE49-F238E27FC236}">
                <a16:creationId xmlns:a16="http://schemas.microsoft.com/office/drawing/2014/main" id="{DEB6D39E-78CD-DAD7-EE94-2CA51D8D6BE4}"/>
              </a:ext>
            </a:extLst>
          </p:cNvPr>
          <p:cNvSpPr>
            <a:spLocks noGrp="1"/>
          </p:cNvSpPr>
          <p:nvPr>
            <p:ph type="ftr" sz="quarter" idx="15"/>
          </p:nvPr>
        </p:nvSpPr>
        <p:spPr/>
        <p:txBody>
          <a:bodyPr/>
          <a:lstStyle>
            <a:lvl1pPr>
              <a:defRPr/>
            </a:lvl1pPr>
          </a:lstStyle>
          <a:p>
            <a:pPr>
              <a:defRPr/>
            </a:pPr>
            <a:endParaRPr lang="en-AU" altLang="en-US"/>
          </a:p>
        </p:txBody>
      </p:sp>
      <p:sp>
        <p:nvSpPr>
          <p:cNvPr id="7" name="Slide Number Placeholder 6">
            <a:extLst>
              <a:ext uri="{FF2B5EF4-FFF2-40B4-BE49-F238E27FC236}">
                <a16:creationId xmlns:a16="http://schemas.microsoft.com/office/drawing/2014/main" id="{42C35341-6D41-2331-33C6-400F3F87B4EE}"/>
              </a:ext>
            </a:extLst>
          </p:cNvPr>
          <p:cNvSpPr>
            <a:spLocks noGrp="1"/>
          </p:cNvSpPr>
          <p:nvPr>
            <p:ph type="sldNum" sz="quarter" idx="16"/>
          </p:nvPr>
        </p:nvSpPr>
        <p:spPr>
          <a:xfrm>
            <a:off x="511175" y="4983163"/>
            <a:ext cx="585788" cy="365125"/>
          </a:xfrm>
        </p:spPr>
        <p:txBody>
          <a:bodyPr/>
          <a:lstStyle>
            <a:lvl1pPr>
              <a:defRPr/>
            </a:lvl1pPr>
          </a:lstStyle>
          <a:p>
            <a:pPr>
              <a:defRPr/>
            </a:pPr>
            <a:fld id="{0FA18549-676F-4AD5-94E9-E8FBC12750E2}" type="slidenum">
              <a:rPr lang="en-AU" altLang="en-US"/>
              <a:pPr>
                <a:defRPr/>
              </a:pPr>
              <a:t>‹#›</a:t>
            </a:fld>
            <a:endParaRPr lang="en-AU" altLang="en-US"/>
          </a:p>
        </p:txBody>
      </p:sp>
    </p:spTree>
    <p:extLst>
      <p:ext uri="{BB962C8B-B14F-4D97-AF65-F5344CB8AC3E}">
        <p14:creationId xmlns:p14="http://schemas.microsoft.com/office/powerpoint/2010/main" val="1024357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AD87FDD3-3062-63EB-1DFB-197F5CCA8C8C}"/>
              </a:ext>
            </a:extLst>
          </p:cNvPr>
          <p:cNvSpPr>
            <a:spLocks/>
          </p:cNvSpPr>
          <p:nvPr/>
        </p:nvSpPr>
        <p:spPr bwMode="auto">
          <a:xfrm flipV="1">
            <a:off x="0" y="711200"/>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E0A09512-FEC0-6102-A67A-EA3887CB34E6}"/>
              </a:ext>
            </a:extLst>
          </p:cNvPr>
          <p:cNvSpPr>
            <a:spLocks noGrp="1"/>
          </p:cNvSpPr>
          <p:nvPr>
            <p:ph type="dt" sz="half" idx="10"/>
          </p:nvPr>
        </p:nvSpPr>
        <p:spPr/>
        <p:txBody>
          <a:bodyPr/>
          <a:lstStyle>
            <a:lvl1pPr>
              <a:defRPr/>
            </a:lvl1pPr>
          </a:lstStyle>
          <a:p>
            <a:pPr>
              <a:defRPr/>
            </a:pPr>
            <a:endParaRPr lang="en-AU" altLang="en-US"/>
          </a:p>
        </p:txBody>
      </p:sp>
      <p:sp>
        <p:nvSpPr>
          <p:cNvPr id="6" name="Footer Placeholder 4">
            <a:extLst>
              <a:ext uri="{FF2B5EF4-FFF2-40B4-BE49-F238E27FC236}">
                <a16:creationId xmlns:a16="http://schemas.microsoft.com/office/drawing/2014/main" id="{AED7EF08-B855-0C47-33EF-87E65BDF19D3}"/>
              </a:ext>
            </a:extLst>
          </p:cNvPr>
          <p:cNvSpPr>
            <a:spLocks noGrp="1"/>
          </p:cNvSpPr>
          <p:nvPr>
            <p:ph type="ftr" sz="quarter" idx="11"/>
          </p:nvPr>
        </p:nvSpPr>
        <p:spPr/>
        <p:txBody>
          <a:bodyPr/>
          <a:lstStyle>
            <a:lvl1pPr>
              <a:defRPr/>
            </a:lvl1pPr>
          </a:lstStyle>
          <a:p>
            <a:pPr>
              <a:defRPr/>
            </a:pPr>
            <a:endParaRPr lang="en-AU" altLang="en-US"/>
          </a:p>
        </p:txBody>
      </p:sp>
      <p:sp>
        <p:nvSpPr>
          <p:cNvPr id="7" name="Slide Number Placeholder 5">
            <a:extLst>
              <a:ext uri="{FF2B5EF4-FFF2-40B4-BE49-F238E27FC236}">
                <a16:creationId xmlns:a16="http://schemas.microsoft.com/office/drawing/2014/main" id="{AC5B7BD6-40EF-0FB8-DA3A-9FF819EC776C}"/>
              </a:ext>
            </a:extLst>
          </p:cNvPr>
          <p:cNvSpPr>
            <a:spLocks noGrp="1"/>
          </p:cNvSpPr>
          <p:nvPr>
            <p:ph type="sldNum" sz="quarter" idx="12"/>
          </p:nvPr>
        </p:nvSpPr>
        <p:spPr/>
        <p:txBody>
          <a:bodyPr/>
          <a:lstStyle>
            <a:lvl1pPr>
              <a:defRPr/>
            </a:lvl1pPr>
          </a:lstStyle>
          <a:p>
            <a:pPr>
              <a:defRPr/>
            </a:pPr>
            <a:fld id="{54F47F3D-A0A0-4B3C-832C-7C614F36A316}" type="slidenum">
              <a:rPr lang="en-AU" altLang="en-US"/>
              <a:pPr>
                <a:defRPr/>
              </a:pPr>
              <a:t>‹#›</a:t>
            </a:fld>
            <a:endParaRPr lang="en-AU" altLang="en-US"/>
          </a:p>
        </p:txBody>
      </p:sp>
    </p:spTree>
    <p:extLst>
      <p:ext uri="{BB962C8B-B14F-4D97-AF65-F5344CB8AC3E}">
        <p14:creationId xmlns:p14="http://schemas.microsoft.com/office/powerpoint/2010/main" val="3497673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EEEF4E85-5637-3C70-CB65-929E9A39430B}"/>
              </a:ext>
            </a:extLst>
          </p:cNvPr>
          <p:cNvSpPr>
            <a:spLocks/>
          </p:cNvSpPr>
          <p:nvPr/>
        </p:nvSpPr>
        <p:spPr bwMode="auto">
          <a:xfrm flipV="1">
            <a:off x="0" y="711200"/>
            <a:ext cx="1358900"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726B9F28-F096-BC41-C0FA-06BC34172C90}"/>
              </a:ext>
            </a:extLst>
          </p:cNvPr>
          <p:cNvSpPr>
            <a:spLocks noGrp="1"/>
          </p:cNvSpPr>
          <p:nvPr>
            <p:ph type="dt" sz="half" idx="10"/>
          </p:nvPr>
        </p:nvSpPr>
        <p:spPr/>
        <p:txBody>
          <a:bodyPr/>
          <a:lstStyle>
            <a:lvl1pPr>
              <a:defRPr/>
            </a:lvl1pPr>
          </a:lstStyle>
          <a:p>
            <a:pPr>
              <a:defRPr/>
            </a:pPr>
            <a:endParaRPr lang="en-AU" altLang="en-US"/>
          </a:p>
        </p:txBody>
      </p:sp>
      <p:sp>
        <p:nvSpPr>
          <p:cNvPr id="6" name="Footer Placeholder 4">
            <a:extLst>
              <a:ext uri="{FF2B5EF4-FFF2-40B4-BE49-F238E27FC236}">
                <a16:creationId xmlns:a16="http://schemas.microsoft.com/office/drawing/2014/main" id="{075B2A12-342D-5C3D-DBA8-A4F3C59D06A4}"/>
              </a:ext>
            </a:extLst>
          </p:cNvPr>
          <p:cNvSpPr>
            <a:spLocks noGrp="1"/>
          </p:cNvSpPr>
          <p:nvPr>
            <p:ph type="ftr" sz="quarter" idx="11"/>
          </p:nvPr>
        </p:nvSpPr>
        <p:spPr/>
        <p:txBody>
          <a:bodyPr/>
          <a:lstStyle>
            <a:lvl1pPr>
              <a:defRPr/>
            </a:lvl1pPr>
          </a:lstStyle>
          <a:p>
            <a:pPr>
              <a:defRPr/>
            </a:pPr>
            <a:endParaRPr lang="en-AU" altLang="en-US"/>
          </a:p>
        </p:txBody>
      </p:sp>
      <p:sp>
        <p:nvSpPr>
          <p:cNvPr id="7" name="Slide Number Placeholder 5">
            <a:extLst>
              <a:ext uri="{FF2B5EF4-FFF2-40B4-BE49-F238E27FC236}">
                <a16:creationId xmlns:a16="http://schemas.microsoft.com/office/drawing/2014/main" id="{AA1B27BD-549C-A59A-C7D8-E14ACF4C622E}"/>
              </a:ext>
            </a:extLst>
          </p:cNvPr>
          <p:cNvSpPr>
            <a:spLocks noGrp="1"/>
          </p:cNvSpPr>
          <p:nvPr>
            <p:ph type="sldNum" sz="quarter" idx="12"/>
          </p:nvPr>
        </p:nvSpPr>
        <p:spPr/>
        <p:txBody>
          <a:bodyPr/>
          <a:lstStyle>
            <a:lvl1pPr>
              <a:defRPr/>
            </a:lvl1pPr>
          </a:lstStyle>
          <a:p>
            <a:pPr>
              <a:defRPr/>
            </a:pPr>
            <a:fld id="{FA6261A7-9DA8-4D32-B0D6-71B668005BE5}" type="slidenum">
              <a:rPr lang="en-AU" altLang="en-US"/>
              <a:pPr>
                <a:defRPr/>
              </a:pPr>
              <a:t>‹#›</a:t>
            </a:fld>
            <a:endParaRPr lang="en-AU" altLang="en-US"/>
          </a:p>
        </p:txBody>
      </p:sp>
    </p:spTree>
    <p:extLst>
      <p:ext uri="{BB962C8B-B14F-4D97-AF65-F5344CB8AC3E}">
        <p14:creationId xmlns:p14="http://schemas.microsoft.com/office/powerpoint/2010/main" val="1874976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C5DEE5"/>
            </a:gs>
          </a:gsLst>
          <a:lin ang="5400000"/>
        </a:gradFill>
        <a:effectLst/>
      </p:bgPr>
    </p:bg>
    <p:spTree>
      <p:nvGrpSpPr>
        <p:cNvPr id="1" name=""/>
        <p:cNvGrpSpPr/>
        <p:nvPr/>
      </p:nvGrpSpPr>
      <p:grpSpPr>
        <a:xfrm>
          <a:off x="0" y="0"/>
          <a:ext cx="0" cy="0"/>
          <a:chOff x="0" y="0"/>
          <a:chExt cx="0" cy="0"/>
        </a:xfrm>
      </p:grpSpPr>
      <p:grpSp>
        <p:nvGrpSpPr>
          <p:cNvPr id="1026" name="Group 35">
            <a:extLst>
              <a:ext uri="{FF2B5EF4-FFF2-40B4-BE49-F238E27FC236}">
                <a16:creationId xmlns:a16="http://schemas.microsoft.com/office/drawing/2014/main" id="{50551F10-5898-FD25-E51A-E2908A40A4C9}"/>
              </a:ext>
            </a:extLst>
          </p:cNvPr>
          <p:cNvGrpSpPr>
            <a:grpSpLocks/>
          </p:cNvGrpSpPr>
          <p:nvPr/>
        </p:nvGrpSpPr>
        <p:grpSpPr bwMode="auto">
          <a:xfrm>
            <a:off x="0" y="228600"/>
            <a:ext cx="1981200" cy="6638925"/>
            <a:chOff x="2487613" y="285750"/>
            <a:chExt cx="2428875" cy="5654676"/>
          </a:xfrm>
        </p:grpSpPr>
        <p:sp>
          <p:nvSpPr>
            <p:cNvPr id="1046" name="Freeform 11">
              <a:extLst>
                <a:ext uri="{FF2B5EF4-FFF2-40B4-BE49-F238E27FC236}">
                  <a16:creationId xmlns:a16="http://schemas.microsoft.com/office/drawing/2014/main" id="{6CCDFA4B-5EF2-46B7-1D2C-1F4068CEBB0D}"/>
                </a:ext>
              </a:extLst>
            </p:cNvPr>
            <p:cNvSpPr>
              <a:spLocks/>
            </p:cNvSpPr>
            <p:nvPr/>
          </p:nvSpPr>
          <p:spPr bwMode="auto">
            <a:xfrm>
              <a:off x="2487613" y="2284413"/>
              <a:ext cx="85725" cy="533400"/>
            </a:xfrm>
            <a:custGeom>
              <a:avLst/>
              <a:gdLst>
                <a:gd name="T0" fmla="*/ 2147483646 w 22"/>
                <a:gd name="T1" fmla="*/ 2147483646 h 136"/>
                <a:gd name="T2" fmla="*/ 2147483646 w 22"/>
                <a:gd name="T3" fmla="*/ 2147483646 h 136"/>
                <a:gd name="T4" fmla="*/ 0 w 22"/>
                <a:gd name="T5" fmla="*/ 0 h 136"/>
                <a:gd name="T6" fmla="*/ 0 w 22"/>
                <a:gd name="T7" fmla="*/ 2147483646 h 136"/>
                <a:gd name="T8" fmla="*/ 2147483646 w 22"/>
                <a:gd name="T9" fmla="*/ 2147483646 h 136"/>
                <a:gd name="T10" fmla="*/ 2147483646 w 22"/>
                <a:gd name="T11" fmla="*/ 2147483646 h 1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7" name="Freeform 12">
              <a:extLst>
                <a:ext uri="{FF2B5EF4-FFF2-40B4-BE49-F238E27FC236}">
                  <a16:creationId xmlns:a16="http://schemas.microsoft.com/office/drawing/2014/main" id="{1876227A-848A-64B0-213A-AAD78501F423}"/>
                </a:ext>
              </a:extLst>
            </p:cNvPr>
            <p:cNvSpPr>
              <a:spLocks/>
            </p:cNvSpPr>
            <p:nvPr/>
          </p:nvSpPr>
          <p:spPr bwMode="auto">
            <a:xfrm>
              <a:off x="2597151" y="2779713"/>
              <a:ext cx="550863" cy="1978025"/>
            </a:xfrm>
            <a:custGeom>
              <a:avLst/>
              <a:gdLst>
                <a:gd name="T0" fmla="*/ 2147483646 w 140"/>
                <a:gd name="T1" fmla="*/ 2147483646 h 504"/>
                <a:gd name="T2" fmla="*/ 2147483646 w 140"/>
                <a:gd name="T3" fmla="*/ 2147483646 h 504"/>
                <a:gd name="T4" fmla="*/ 2147483646 w 140"/>
                <a:gd name="T5" fmla="*/ 2147483646 h 504"/>
                <a:gd name="T6" fmla="*/ 2147483646 w 140"/>
                <a:gd name="T7" fmla="*/ 2147483646 h 504"/>
                <a:gd name="T8" fmla="*/ 0 w 140"/>
                <a:gd name="T9" fmla="*/ 0 h 504"/>
                <a:gd name="T10" fmla="*/ 2147483646 w 140"/>
                <a:gd name="T11" fmla="*/ 2147483646 h 504"/>
                <a:gd name="T12" fmla="*/ 2147483646 w 140"/>
                <a:gd name="T13" fmla="*/ 2147483646 h 50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8" name="Freeform 13">
              <a:extLst>
                <a:ext uri="{FF2B5EF4-FFF2-40B4-BE49-F238E27FC236}">
                  <a16:creationId xmlns:a16="http://schemas.microsoft.com/office/drawing/2014/main" id="{682D5228-1CFB-531A-9E20-332806909084}"/>
                </a:ext>
              </a:extLst>
            </p:cNvPr>
            <p:cNvSpPr>
              <a:spLocks/>
            </p:cNvSpPr>
            <p:nvPr/>
          </p:nvSpPr>
          <p:spPr bwMode="auto">
            <a:xfrm>
              <a:off x="3175001" y="4730750"/>
              <a:ext cx="519113" cy="1209675"/>
            </a:xfrm>
            <a:custGeom>
              <a:avLst/>
              <a:gdLst>
                <a:gd name="T0" fmla="*/ 2147483646 w 132"/>
                <a:gd name="T1" fmla="*/ 2147483646 h 308"/>
                <a:gd name="T2" fmla="*/ 0 w 132"/>
                <a:gd name="T3" fmla="*/ 0 h 308"/>
                <a:gd name="T4" fmla="*/ 0 w 132"/>
                <a:gd name="T5" fmla="*/ 2147483646 h 308"/>
                <a:gd name="T6" fmla="*/ 2147483646 w 132"/>
                <a:gd name="T7" fmla="*/ 2147483646 h 308"/>
                <a:gd name="T8" fmla="*/ 2147483646 w 132"/>
                <a:gd name="T9" fmla="*/ 2147483646 h 308"/>
                <a:gd name="T10" fmla="*/ 2147483646 w 132"/>
                <a:gd name="T11" fmla="*/ 2147483646 h 308"/>
                <a:gd name="T12" fmla="*/ 2147483646 w 132"/>
                <a:gd name="T13" fmla="*/ 2147483646 h 308"/>
                <a:gd name="T14" fmla="*/ 2147483646 w 132"/>
                <a:gd name="T15" fmla="*/ 2147483646 h 30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9" name="Freeform 14">
              <a:extLst>
                <a:ext uri="{FF2B5EF4-FFF2-40B4-BE49-F238E27FC236}">
                  <a16:creationId xmlns:a16="http://schemas.microsoft.com/office/drawing/2014/main" id="{10C9B8BF-D41A-4648-A841-725323C0ACE9}"/>
                </a:ext>
              </a:extLst>
            </p:cNvPr>
            <p:cNvSpPr>
              <a:spLocks/>
            </p:cNvSpPr>
            <p:nvPr/>
          </p:nvSpPr>
          <p:spPr bwMode="auto">
            <a:xfrm>
              <a:off x="3305176" y="5630863"/>
              <a:ext cx="146050" cy="309563"/>
            </a:xfrm>
            <a:custGeom>
              <a:avLst/>
              <a:gdLst>
                <a:gd name="T0" fmla="*/ 2147483646 w 37"/>
                <a:gd name="T1" fmla="*/ 2147483646 h 79"/>
                <a:gd name="T2" fmla="*/ 2147483646 w 37"/>
                <a:gd name="T3" fmla="*/ 2147483646 h 79"/>
                <a:gd name="T4" fmla="*/ 0 w 37"/>
                <a:gd name="T5" fmla="*/ 0 h 79"/>
                <a:gd name="T6" fmla="*/ 2147483646 w 37"/>
                <a:gd name="T7" fmla="*/ 2147483646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0" name="Freeform 15">
              <a:extLst>
                <a:ext uri="{FF2B5EF4-FFF2-40B4-BE49-F238E27FC236}">
                  <a16:creationId xmlns:a16="http://schemas.microsoft.com/office/drawing/2014/main" id="{B8D42D1A-D4A4-ED15-E603-3B89B8BAA69D}"/>
                </a:ext>
              </a:extLst>
            </p:cNvPr>
            <p:cNvSpPr>
              <a:spLocks/>
            </p:cNvSpPr>
            <p:nvPr/>
          </p:nvSpPr>
          <p:spPr bwMode="auto">
            <a:xfrm>
              <a:off x="2573338" y="2817813"/>
              <a:ext cx="700088" cy="2835275"/>
            </a:xfrm>
            <a:custGeom>
              <a:avLst/>
              <a:gdLst>
                <a:gd name="T0" fmla="*/ 2147483646 w 178"/>
                <a:gd name="T1" fmla="*/ 2147483646 h 722"/>
                <a:gd name="T2" fmla="*/ 2147483646 w 178"/>
                <a:gd name="T3" fmla="*/ 2147483646 h 722"/>
                <a:gd name="T4" fmla="*/ 2147483646 w 178"/>
                <a:gd name="T5" fmla="*/ 2147483646 h 722"/>
                <a:gd name="T6" fmla="*/ 2147483646 w 178"/>
                <a:gd name="T7" fmla="*/ 2147483646 h 722"/>
                <a:gd name="T8" fmla="*/ 0 w 178"/>
                <a:gd name="T9" fmla="*/ 0 h 722"/>
                <a:gd name="T10" fmla="*/ 2147483646 w 178"/>
                <a:gd name="T11" fmla="*/ 2147483646 h 722"/>
                <a:gd name="T12" fmla="*/ 2147483646 w 178"/>
                <a:gd name="T13" fmla="*/ 2147483646 h 722"/>
                <a:gd name="T14" fmla="*/ 2147483646 w 178"/>
                <a:gd name="T15" fmla="*/ 2147483646 h 722"/>
                <a:gd name="T16" fmla="*/ 2147483646 w 178"/>
                <a:gd name="T17" fmla="*/ 2147483646 h 722"/>
                <a:gd name="T18" fmla="*/ 2147483646 w 178"/>
                <a:gd name="T19" fmla="*/ 2147483646 h 722"/>
                <a:gd name="T20" fmla="*/ 2147483646 w 178"/>
                <a:gd name="T21" fmla="*/ 2147483646 h 7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1" name="Freeform 16">
              <a:extLst>
                <a:ext uri="{FF2B5EF4-FFF2-40B4-BE49-F238E27FC236}">
                  <a16:creationId xmlns:a16="http://schemas.microsoft.com/office/drawing/2014/main" id="{B29D2E91-A951-EB47-16E6-7DF25FA4C9B3}"/>
                </a:ext>
              </a:extLst>
            </p:cNvPr>
            <p:cNvSpPr>
              <a:spLocks/>
            </p:cNvSpPr>
            <p:nvPr/>
          </p:nvSpPr>
          <p:spPr bwMode="auto">
            <a:xfrm>
              <a:off x="2506663" y="285750"/>
              <a:ext cx="90488" cy="2493963"/>
            </a:xfrm>
            <a:custGeom>
              <a:avLst/>
              <a:gdLst>
                <a:gd name="T0" fmla="*/ 2147483646 w 23"/>
                <a:gd name="T1" fmla="*/ 2147483646 h 635"/>
                <a:gd name="T2" fmla="*/ 2147483646 w 23"/>
                <a:gd name="T3" fmla="*/ 2147483646 h 635"/>
                <a:gd name="T4" fmla="*/ 2147483646 w 23"/>
                <a:gd name="T5" fmla="*/ 2147483646 h 635"/>
                <a:gd name="T6" fmla="*/ 2147483646 w 23"/>
                <a:gd name="T7" fmla="*/ 2147483646 h 635"/>
                <a:gd name="T8" fmla="*/ 2147483646 w 23"/>
                <a:gd name="T9" fmla="*/ 2147483646 h 635"/>
                <a:gd name="T10" fmla="*/ 2147483646 w 23"/>
                <a:gd name="T11" fmla="*/ 2147483646 h 635"/>
                <a:gd name="T12" fmla="*/ 2147483646 w 23"/>
                <a:gd name="T13" fmla="*/ 0 h 635"/>
                <a:gd name="T14" fmla="*/ 2147483646 w 23"/>
                <a:gd name="T15" fmla="*/ 0 h 635"/>
                <a:gd name="T16" fmla="*/ 2147483646 w 23"/>
                <a:gd name="T17" fmla="*/ 2147483646 h 635"/>
                <a:gd name="T18" fmla="*/ 2147483646 w 23"/>
                <a:gd name="T19" fmla="*/ 2147483646 h 6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2" name="Freeform 17">
              <a:extLst>
                <a:ext uri="{FF2B5EF4-FFF2-40B4-BE49-F238E27FC236}">
                  <a16:creationId xmlns:a16="http://schemas.microsoft.com/office/drawing/2014/main" id="{A2CAF6B3-BF35-1266-324D-0738E8E99099}"/>
                </a:ext>
              </a:extLst>
            </p:cNvPr>
            <p:cNvSpPr>
              <a:spLocks/>
            </p:cNvSpPr>
            <p:nvPr/>
          </p:nvSpPr>
          <p:spPr bwMode="auto">
            <a:xfrm>
              <a:off x="2554288" y="2598738"/>
              <a:ext cx="66675" cy="420688"/>
            </a:xfrm>
            <a:custGeom>
              <a:avLst/>
              <a:gdLst>
                <a:gd name="T0" fmla="*/ 0 w 17"/>
                <a:gd name="T1" fmla="*/ 0 h 107"/>
                <a:gd name="T2" fmla="*/ 2147483646 w 17"/>
                <a:gd name="T3" fmla="*/ 2147483646 h 107"/>
                <a:gd name="T4" fmla="*/ 2147483646 w 17"/>
                <a:gd name="T5" fmla="*/ 2147483646 h 107"/>
                <a:gd name="T6" fmla="*/ 2147483646 w 17"/>
                <a:gd name="T7" fmla="*/ 2147483646 h 107"/>
                <a:gd name="T8" fmla="*/ 2147483646 w 17"/>
                <a:gd name="T9" fmla="*/ 2147483646 h 107"/>
                <a:gd name="T10" fmla="*/ 0 w 17"/>
                <a:gd name="T11" fmla="*/ 0 h 10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3" name="Freeform 18">
              <a:extLst>
                <a:ext uri="{FF2B5EF4-FFF2-40B4-BE49-F238E27FC236}">
                  <a16:creationId xmlns:a16="http://schemas.microsoft.com/office/drawing/2014/main" id="{B04BA5A1-5E9C-8033-8510-FD19D766942D}"/>
                </a:ext>
              </a:extLst>
            </p:cNvPr>
            <p:cNvSpPr>
              <a:spLocks/>
            </p:cNvSpPr>
            <p:nvPr/>
          </p:nvSpPr>
          <p:spPr bwMode="auto">
            <a:xfrm>
              <a:off x="3143251" y="4757738"/>
              <a:ext cx="161925" cy="873125"/>
            </a:xfrm>
            <a:custGeom>
              <a:avLst/>
              <a:gdLst>
                <a:gd name="T0" fmla="*/ 0 w 41"/>
                <a:gd name="T1" fmla="*/ 0 h 222"/>
                <a:gd name="T2" fmla="*/ 2147483646 w 41"/>
                <a:gd name="T3" fmla="*/ 2147483646 h 222"/>
                <a:gd name="T4" fmla="*/ 2147483646 w 41"/>
                <a:gd name="T5" fmla="*/ 2147483646 h 222"/>
                <a:gd name="T6" fmla="*/ 2147483646 w 41"/>
                <a:gd name="T7" fmla="*/ 2147483646 h 222"/>
                <a:gd name="T8" fmla="*/ 2147483646 w 41"/>
                <a:gd name="T9" fmla="*/ 2147483646 h 222"/>
                <a:gd name="T10" fmla="*/ 2147483646 w 41"/>
                <a:gd name="T11" fmla="*/ 2147483646 h 222"/>
                <a:gd name="T12" fmla="*/ 2147483646 w 41"/>
                <a:gd name="T13" fmla="*/ 2147483646 h 222"/>
                <a:gd name="T14" fmla="*/ 2147483646 w 41"/>
                <a:gd name="T15" fmla="*/ 2147483646 h 222"/>
                <a:gd name="T16" fmla="*/ 2147483646 w 41"/>
                <a:gd name="T17" fmla="*/ 2147483646 h 222"/>
                <a:gd name="T18" fmla="*/ 0 w 41"/>
                <a:gd name="T19" fmla="*/ 0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4" name="Freeform 19">
              <a:extLst>
                <a:ext uri="{FF2B5EF4-FFF2-40B4-BE49-F238E27FC236}">
                  <a16:creationId xmlns:a16="http://schemas.microsoft.com/office/drawing/2014/main" id="{AE4CD359-8617-F538-A6DC-83661E576F97}"/>
                </a:ext>
              </a:extLst>
            </p:cNvPr>
            <p:cNvSpPr>
              <a:spLocks/>
            </p:cNvSpPr>
            <p:nvPr/>
          </p:nvSpPr>
          <p:spPr bwMode="auto">
            <a:xfrm>
              <a:off x="3148013" y="1282700"/>
              <a:ext cx="1768475" cy="3448050"/>
            </a:xfrm>
            <a:custGeom>
              <a:avLst/>
              <a:gdLst>
                <a:gd name="T0" fmla="*/ 2147483646 w 450"/>
                <a:gd name="T1" fmla="*/ 2147483646 h 878"/>
                <a:gd name="T2" fmla="*/ 2147483646 w 450"/>
                <a:gd name="T3" fmla="*/ 2147483646 h 878"/>
                <a:gd name="T4" fmla="*/ 2147483646 w 450"/>
                <a:gd name="T5" fmla="*/ 2147483646 h 878"/>
                <a:gd name="T6" fmla="*/ 2147483646 w 450"/>
                <a:gd name="T7" fmla="*/ 2147483646 h 878"/>
                <a:gd name="T8" fmla="*/ 2147483646 w 450"/>
                <a:gd name="T9" fmla="*/ 2147483646 h 878"/>
                <a:gd name="T10" fmla="*/ 2147483646 w 450"/>
                <a:gd name="T11" fmla="*/ 2147483646 h 878"/>
                <a:gd name="T12" fmla="*/ 2147483646 w 450"/>
                <a:gd name="T13" fmla="*/ 2147483646 h 878"/>
                <a:gd name="T14" fmla="*/ 2147483646 w 450"/>
                <a:gd name="T15" fmla="*/ 0 h 878"/>
                <a:gd name="T16" fmla="*/ 2147483646 w 450"/>
                <a:gd name="T17" fmla="*/ 2147483646 h 878"/>
                <a:gd name="T18" fmla="*/ 2147483646 w 450"/>
                <a:gd name="T19" fmla="*/ 2147483646 h 878"/>
                <a:gd name="T20" fmla="*/ 2147483646 w 450"/>
                <a:gd name="T21" fmla="*/ 2147483646 h 878"/>
                <a:gd name="T22" fmla="*/ 2147483646 w 450"/>
                <a:gd name="T23" fmla="*/ 2147483646 h 878"/>
                <a:gd name="T24" fmla="*/ 2147483646 w 450"/>
                <a:gd name="T25" fmla="*/ 2147483646 h 878"/>
                <a:gd name="T26" fmla="*/ 0 w 450"/>
                <a:gd name="T27" fmla="*/ 2147483646 h 878"/>
                <a:gd name="T28" fmla="*/ 0 w 450"/>
                <a:gd name="T29" fmla="*/ 2147483646 h 878"/>
                <a:gd name="T30" fmla="*/ 2147483646 w 450"/>
                <a:gd name="T31" fmla="*/ 2147483646 h 878"/>
                <a:gd name="T32" fmla="*/ 2147483646 w 450"/>
                <a:gd name="T33" fmla="*/ 2147483646 h 87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5" name="Freeform 20">
              <a:extLst>
                <a:ext uri="{FF2B5EF4-FFF2-40B4-BE49-F238E27FC236}">
                  <a16:creationId xmlns:a16="http://schemas.microsoft.com/office/drawing/2014/main" id="{21BFDA16-382B-7029-3E10-D6501D82A5E0}"/>
                </a:ext>
              </a:extLst>
            </p:cNvPr>
            <p:cNvSpPr>
              <a:spLocks/>
            </p:cNvSpPr>
            <p:nvPr/>
          </p:nvSpPr>
          <p:spPr bwMode="auto">
            <a:xfrm>
              <a:off x="3273426" y="5653088"/>
              <a:ext cx="138113" cy="287338"/>
            </a:xfrm>
            <a:custGeom>
              <a:avLst/>
              <a:gdLst>
                <a:gd name="T0" fmla="*/ 0 w 35"/>
                <a:gd name="T1" fmla="*/ 0 h 73"/>
                <a:gd name="T2" fmla="*/ 2147483646 w 35"/>
                <a:gd name="T3" fmla="*/ 2147483646 h 73"/>
                <a:gd name="T4" fmla="*/ 2147483646 w 35"/>
                <a:gd name="T5" fmla="*/ 2147483646 h 73"/>
                <a:gd name="T6" fmla="*/ 0 w 35"/>
                <a:gd name="T7" fmla="*/ 0 h 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6" name="Freeform 21">
              <a:extLst>
                <a:ext uri="{FF2B5EF4-FFF2-40B4-BE49-F238E27FC236}">
                  <a16:creationId xmlns:a16="http://schemas.microsoft.com/office/drawing/2014/main" id="{BB39BE81-8A92-346D-1C76-F89A343799BE}"/>
                </a:ext>
              </a:extLst>
            </p:cNvPr>
            <p:cNvSpPr>
              <a:spLocks/>
            </p:cNvSpPr>
            <p:nvPr/>
          </p:nvSpPr>
          <p:spPr bwMode="auto">
            <a:xfrm>
              <a:off x="3143251" y="4656138"/>
              <a:ext cx="31750" cy="188913"/>
            </a:xfrm>
            <a:custGeom>
              <a:avLst/>
              <a:gdLst>
                <a:gd name="T0" fmla="*/ 2147483646 w 8"/>
                <a:gd name="T1" fmla="*/ 2147483646 h 48"/>
                <a:gd name="T2" fmla="*/ 2147483646 w 8"/>
                <a:gd name="T3" fmla="*/ 2147483646 h 48"/>
                <a:gd name="T4" fmla="*/ 2147483646 w 8"/>
                <a:gd name="T5" fmla="*/ 2147483646 h 48"/>
                <a:gd name="T6" fmla="*/ 2147483646 w 8"/>
                <a:gd name="T7" fmla="*/ 0 h 48"/>
                <a:gd name="T8" fmla="*/ 0 w 8"/>
                <a:gd name="T9" fmla="*/ 2147483646 h 48"/>
                <a:gd name="T10" fmla="*/ 2147483646 w 8"/>
                <a:gd name="T11" fmla="*/ 2147483646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7" name="Freeform 22">
              <a:extLst>
                <a:ext uri="{FF2B5EF4-FFF2-40B4-BE49-F238E27FC236}">
                  <a16:creationId xmlns:a16="http://schemas.microsoft.com/office/drawing/2014/main" id="{883A6BBE-070B-F1C6-A93A-E6E41AABF74C}"/>
                </a:ext>
              </a:extLst>
            </p:cNvPr>
            <p:cNvSpPr>
              <a:spLocks/>
            </p:cNvSpPr>
            <p:nvPr/>
          </p:nvSpPr>
          <p:spPr bwMode="auto">
            <a:xfrm>
              <a:off x="3211513" y="5410200"/>
              <a:ext cx="203200" cy="530225"/>
            </a:xfrm>
            <a:custGeom>
              <a:avLst/>
              <a:gdLst>
                <a:gd name="T0" fmla="*/ 2147483646 w 52"/>
                <a:gd name="T1" fmla="*/ 2147483646 h 135"/>
                <a:gd name="T2" fmla="*/ 0 w 52"/>
                <a:gd name="T3" fmla="*/ 0 h 135"/>
                <a:gd name="T4" fmla="*/ 2147483646 w 52"/>
                <a:gd name="T5" fmla="*/ 2147483646 h 135"/>
                <a:gd name="T6" fmla="*/ 2147483646 w 52"/>
                <a:gd name="T7" fmla="*/ 2147483646 h 135"/>
                <a:gd name="T8" fmla="*/ 2147483646 w 52"/>
                <a:gd name="T9" fmla="*/ 2147483646 h 135"/>
                <a:gd name="T10" fmla="*/ 2147483646 w 52"/>
                <a:gd name="T11" fmla="*/ 2147483646 h 135"/>
                <a:gd name="T12" fmla="*/ 2147483646 w 52"/>
                <a:gd name="T13" fmla="*/ 2147483646 h 135"/>
                <a:gd name="T14" fmla="*/ 2147483646 w 52"/>
                <a:gd name="T15" fmla="*/ 2147483646 h 1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1027" name="Group 48">
            <a:extLst>
              <a:ext uri="{FF2B5EF4-FFF2-40B4-BE49-F238E27FC236}">
                <a16:creationId xmlns:a16="http://schemas.microsoft.com/office/drawing/2014/main" id="{307F78D2-2C68-0F2B-A54E-8B90115E2DCA}"/>
              </a:ext>
            </a:extLst>
          </p:cNvPr>
          <p:cNvGrpSpPr>
            <a:grpSpLocks/>
          </p:cNvGrpSpPr>
          <p:nvPr/>
        </p:nvGrpSpPr>
        <p:grpSpPr bwMode="auto">
          <a:xfrm>
            <a:off x="20638" y="0"/>
            <a:ext cx="1952625" cy="6853238"/>
            <a:chOff x="6627813" y="196102"/>
            <a:chExt cx="1952625" cy="5677649"/>
          </a:xfrm>
        </p:grpSpPr>
        <p:sp>
          <p:nvSpPr>
            <p:cNvPr id="1034" name="Freeform 27">
              <a:extLst>
                <a:ext uri="{FF2B5EF4-FFF2-40B4-BE49-F238E27FC236}">
                  <a16:creationId xmlns:a16="http://schemas.microsoft.com/office/drawing/2014/main" id="{25E77E81-DC22-4F6D-5869-74C3053D166A}"/>
                </a:ext>
              </a:extLst>
            </p:cNvPr>
            <p:cNvSpPr>
              <a:spLocks/>
            </p:cNvSpPr>
            <p:nvPr/>
          </p:nvSpPr>
          <p:spPr bwMode="auto">
            <a:xfrm>
              <a:off x="6627813" y="196102"/>
              <a:ext cx="409575" cy="3646488"/>
            </a:xfrm>
            <a:custGeom>
              <a:avLst/>
              <a:gdLst>
                <a:gd name="T0" fmla="*/ 2147483646 w 103"/>
                <a:gd name="T1" fmla="*/ 2147483646 h 920"/>
                <a:gd name="T2" fmla="*/ 2147483646 w 103"/>
                <a:gd name="T3" fmla="*/ 2147483646 h 920"/>
                <a:gd name="T4" fmla="*/ 2147483646 w 103"/>
                <a:gd name="T5" fmla="*/ 2147483646 h 920"/>
                <a:gd name="T6" fmla="*/ 2147483646 w 103"/>
                <a:gd name="T7" fmla="*/ 2147483646 h 920"/>
                <a:gd name="T8" fmla="*/ 2147483646 w 103"/>
                <a:gd name="T9" fmla="*/ 2147483646 h 920"/>
                <a:gd name="T10" fmla="*/ 2147483646 w 103"/>
                <a:gd name="T11" fmla="*/ 2147483646 h 920"/>
                <a:gd name="T12" fmla="*/ 2147483646 w 103"/>
                <a:gd name="T13" fmla="*/ 2147483646 h 920"/>
                <a:gd name="T14" fmla="*/ 2147483646 w 103"/>
                <a:gd name="T15" fmla="*/ 2147483646 h 920"/>
                <a:gd name="T16" fmla="*/ 2147483646 w 103"/>
                <a:gd name="T17" fmla="*/ 2147483646 h 920"/>
                <a:gd name="T18" fmla="*/ 2147483646 w 103"/>
                <a:gd name="T19" fmla="*/ 2147483646 h 920"/>
                <a:gd name="T20" fmla="*/ 2147483646 w 103"/>
                <a:gd name="T21" fmla="*/ 2147483646 h 920"/>
                <a:gd name="T22" fmla="*/ 2147483646 w 103"/>
                <a:gd name="T23" fmla="*/ 0 h 920"/>
                <a:gd name="T24" fmla="*/ 0 w 103"/>
                <a:gd name="T25" fmla="*/ 0 h 920"/>
                <a:gd name="T26" fmla="*/ 2147483646 w 103"/>
                <a:gd name="T27" fmla="*/ 2147483646 h 920"/>
                <a:gd name="T28" fmla="*/ 2147483646 w 103"/>
                <a:gd name="T29" fmla="*/ 2147483646 h 9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35" name="Freeform 28">
              <a:extLst>
                <a:ext uri="{FF2B5EF4-FFF2-40B4-BE49-F238E27FC236}">
                  <a16:creationId xmlns:a16="http://schemas.microsoft.com/office/drawing/2014/main" id="{1CC6AF0A-9796-257B-687C-5BA039B38BEF}"/>
                </a:ext>
              </a:extLst>
            </p:cNvPr>
            <p:cNvSpPr>
              <a:spLocks/>
            </p:cNvSpPr>
            <p:nvPr/>
          </p:nvSpPr>
          <p:spPr bwMode="auto">
            <a:xfrm>
              <a:off x="7061201" y="3771900"/>
              <a:ext cx="350838" cy="1309688"/>
            </a:xfrm>
            <a:custGeom>
              <a:avLst/>
              <a:gdLst>
                <a:gd name="T0" fmla="*/ 2147483646 w 88"/>
                <a:gd name="T1" fmla="*/ 2147483646 h 330"/>
                <a:gd name="T2" fmla="*/ 2147483646 w 88"/>
                <a:gd name="T3" fmla="*/ 2147483646 h 330"/>
                <a:gd name="T4" fmla="*/ 2147483646 w 88"/>
                <a:gd name="T5" fmla="*/ 2147483646 h 330"/>
                <a:gd name="T6" fmla="*/ 2147483646 w 88"/>
                <a:gd name="T7" fmla="*/ 2147483646 h 330"/>
                <a:gd name="T8" fmla="*/ 2147483646 w 88"/>
                <a:gd name="T9" fmla="*/ 2147483646 h 330"/>
                <a:gd name="T10" fmla="*/ 0 w 88"/>
                <a:gd name="T11" fmla="*/ 0 h 330"/>
                <a:gd name="T12" fmla="*/ 2147483646 w 88"/>
                <a:gd name="T13" fmla="*/ 2147483646 h 330"/>
                <a:gd name="T14" fmla="*/ 2147483646 w 88"/>
                <a:gd name="T15" fmla="*/ 2147483646 h 33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36" name="Freeform 29">
              <a:extLst>
                <a:ext uri="{FF2B5EF4-FFF2-40B4-BE49-F238E27FC236}">
                  <a16:creationId xmlns:a16="http://schemas.microsoft.com/office/drawing/2014/main" id="{E7C6DB02-A36E-3D20-FC9B-8C5EC6D38345}"/>
                </a:ext>
              </a:extLst>
            </p:cNvPr>
            <p:cNvSpPr>
              <a:spLocks/>
            </p:cNvSpPr>
            <p:nvPr/>
          </p:nvSpPr>
          <p:spPr bwMode="auto">
            <a:xfrm>
              <a:off x="7439026" y="5053013"/>
              <a:ext cx="357188" cy="820738"/>
            </a:xfrm>
            <a:custGeom>
              <a:avLst/>
              <a:gdLst>
                <a:gd name="T0" fmla="*/ 2147483646 w 90"/>
                <a:gd name="T1" fmla="*/ 2147483646 h 207"/>
                <a:gd name="T2" fmla="*/ 0 w 90"/>
                <a:gd name="T3" fmla="*/ 0 h 207"/>
                <a:gd name="T4" fmla="*/ 2147483646 w 90"/>
                <a:gd name="T5" fmla="*/ 2147483646 h 207"/>
                <a:gd name="T6" fmla="*/ 2147483646 w 90"/>
                <a:gd name="T7" fmla="*/ 2147483646 h 207"/>
                <a:gd name="T8" fmla="*/ 2147483646 w 90"/>
                <a:gd name="T9" fmla="*/ 2147483646 h 207"/>
                <a:gd name="T10" fmla="*/ 2147483646 w 90"/>
                <a:gd name="T11" fmla="*/ 2147483646 h 207"/>
                <a:gd name="T12" fmla="*/ 2147483646 w 90"/>
                <a:gd name="T13" fmla="*/ 2147483646 h 207"/>
                <a:gd name="T14" fmla="*/ 2147483646 w 90"/>
                <a:gd name="T15" fmla="*/ 2147483646 h 20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37" name="Freeform 30">
              <a:extLst>
                <a:ext uri="{FF2B5EF4-FFF2-40B4-BE49-F238E27FC236}">
                  <a16:creationId xmlns:a16="http://schemas.microsoft.com/office/drawing/2014/main" id="{9F0886A2-D344-E353-1A1B-11CC39DC30F7}"/>
                </a:ext>
              </a:extLst>
            </p:cNvPr>
            <p:cNvSpPr>
              <a:spLocks/>
            </p:cNvSpPr>
            <p:nvPr/>
          </p:nvSpPr>
          <p:spPr bwMode="auto">
            <a:xfrm>
              <a:off x="7037388" y="3811588"/>
              <a:ext cx="457200" cy="1852613"/>
            </a:xfrm>
            <a:custGeom>
              <a:avLst/>
              <a:gdLst>
                <a:gd name="T0" fmla="*/ 2147483646 w 115"/>
                <a:gd name="T1" fmla="*/ 2147483646 h 467"/>
                <a:gd name="T2" fmla="*/ 2147483646 w 115"/>
                <a:gd name="T3" fmla="*/ 2147483646 h 467"/>
                <a:gd name="T4" fmla="*/ 2147483646 w 115"/>
                <a:gd name="T5" fmla="*/ 2147483646 h 467"/>
                <a:gd name="T6" fmla="*/ 2147483646 w 115"/>
                <a:gd name="T7" fmla="*/ 2147483646 h 467"/>
                <a:gd name="T8" fmla="*/ 0 w 115"/>
                <a:gd name="T9" fmla="*/ 0 h 467"/>
                <a:gd name="T10" fmla="*/ 2147483646 w 115"/>
                <a:gd name="T11" fmla="*/ 2147483646 h 467"/>
                <a:gd name="T12" fmla="*/ 2147483646 w 115"/>
                <a:gd name="T13" fmla="*/ 2147483646 h 467"/>
                <a:gd name="T14" fmla="*/ 2147483646 w 115"/>
                <a:gd name="T15" fmla="*/ 2147483646 h 467"/>
                <a:gd name="T16" fmla="*/ 2147483646 w 115"/>
                <a:gd name="T17" fmla="*/ 2147483646 h 467"/>
                <a:gd name="T18" fmla="*/ 2147483646 w 115"/>
                <a:gd name="T19" fmla="*/ 2147483646 h 467"/>
                <a:gd name="T20" fmla="*/ 2147483646 w 115"/>
                <a:gd name="T21" fmla="*/ 2147483646 h 4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38" name="Freeform 31">
              <a:extLst>
                <a:ext uri="{FF2B5EF4-FFF2-40B4-BE49-F238E27FC236}">
                  <a16:creationId xmlns:a16="http://schemas.microsoft.com/office/drawing/2014/main" id="{E1F5DE1D-0155-802E-597B-0B21837FF1B7}"/>
                </a:ext>
              </a:extLst>
            </p:cNvPr>
            <p:cNvSpPr>
              <a:spLocks/>
            </p:cNvSpPr>
            <p:nvPr/>
          </p:nvSpPr>
          <p:spPr bwMode="auto">
            <a:xfrm>
              <a:off x="6992938" y="1263650"/>
              <a:ext cx="144463" cy="2508250"/>
            </a:xfrm>
            <a:custGeom>
              <a:avLst/>
              <a:gdLst>
                <a:gd name="T0" fmla="*/ 2147483646 w 36"/>
                <a:gd name="T1" fmla="*/ 2147483646 h 633"/>
                <a:gd name="T2" fmla="*/ 2147483646 w 36"/>
                <a:gd name="T3" fmla="*/ 2147483646 h 633"/>
                <a:gd name="T4" fmla="*/ 2147483646 w 36"/>
                <a:gd name="T5" fmla="*/ 2147483646 h 633"/>
                <a:gd name="T6" fmla="*/ 2147483646 w 36"/>
                <a:gd name="T7" fmla="*/ 2147483646 h 633"/>
                <a:gd name="T8" fmla="*/ 2147483646 w 36"/>
                <a:gd name="T9" fmla="*/ 2147483646 h 633"/>
                <a:gd name="T10" fmla="*/ 2147483646 w 36"/>
                <a:gd name="T11" fmla="*/ 0 h 633"/>
                <a:gd name="T12" fmla="*/ 2147483646 w 36"/>
                <a:gd name="T13" fmla="*/ 0 h 633"/>
                <a:gd name="T14" fmla="*/ 2147483646 w 36"/>
                <a:gd name="T15" fmla="*/ 2147483646 h 633"/>
                <a:gd name="T16" fmla="*/ 2147483646 w 36"/>
                <a:gd name="T17" fmla="*/ 2147483646 h 633"/>
                <a:gd name="T18" fmla="*/ 2147483646 w 36"/>
                <a:gd name="T19" fmla="*/ 2147483646 h 633"/>
                <a:gd name="T20" fmla="*/ 2147483646 w 36"/>
                <a:gd name="T21" fmla="*/ 2147483646 h 633"/>
                <a:gd name="T22" fmla="*/ 2147483646 w 36"/>
                <a:gd name="T23" fmla="*/ 2147483646 h 633"/>
                <a:gd name="T24" fmla="*/ 2147483646 w 36"/>
                <a:gd name="T25" fmla="*/ 2147483646 h 6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39" name="Freeform 32">
              <a:extLst>
                <a:ext uri="{FF2B5EF4-FFF2-40B4-BE49-F238E27FC236}">
                  <a16:creationId xmlns:a16="http://schemas.microsoft.com/office/drawing/2014/main" id="{5CBEC296-85A8-A40C-47AF-AEAF6CA97B3B}"/>
                </a:ext>
              </a:extLst>
            </p:cNvPr>
            <p:cNvSpPr>
              <a:spLocks/>
            </p:cNvSpPr>
            <p:nvPr/>
          </p:nvSpPr>
          <p:spPr bwMode="auto">
            <a:xfrm>
              <a:off x="7526338" y="5640388"/>
              <a:ext cx="111125" cy="233363"/>
            </a:xfrm>
            <a:custGeom>
              <a:avLst/>
              <a:gdLst>
                <a:gd name="T0" fmla="*/ 2147483646 w 28"/>
                <a:gd name="T1" fmla="*/ 2147483646 h 59"/>
                <a:gd name="T2" fmla="*/ 2147483646 w 28"/>
                <a:gd name="T3" fmla="*/ 2147483646 h 59"/>
                <a:gd name="T4" fmla="*/ 0 w 28"/>
                <a:gd name="T5" fmla="*/ 0 h 59"/>
                <a:gd name="T6" fmla="*/ 2147483646 w 28"/>
                <a:gd name="T7" fmla="*/ 2147483646 h 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0" name="Freeform 33">
              <a:extLst>
                <a:ext uri="{FF2B5EF4-FFF2-40B4-BE49-F238E27FC236}">
                  <a16:creationId xmlns:a16="http://schemas.microsoft.com/office/drawing/2014/main" id="{F0021CB0-F5B1-7832-6445-78FF57896AC7}"/>
                </a:ext>
              </a:extLst>
            </p:cNvPr>
            <p:cNvSpPr>
              <a:spLocks/>
            </p:cNvSpPr>
            <p:nvPr/>
          </p:nvSpPr>
          <p:spPr bwMode="auto">
            <a:xfrm>
              <a:off x="7021513" y="3598863"/>
              <a:ext cx="68263" cy="423863"/>
            </a:xfrm>
            <a:custGeom>
              <a:avLst/>
              <a:gdLst>
                <a:gd name="T0" fmla="*/ 2147483646 w 17"/>
                <a:gd name="T1" fmla="*/ 2147483646 h 107"/>
                <a:gd name="T2" fmla="*/ 2147483646 w 17"/>
                <a:gd name="T3" fmla="*/ 2147483646 h 107"/>
                <a:gd name="T4" fmla="*/ 2147483646 w 17"/>
                <a:gd name="T5" fmla="*/ 2147483646 h 107"/>
                <a:gd name="T6" fmla="*/ 2147483646 w 17"/>
                <a:gd name="T7" fmla="*/ 2147483646 h 107"/>
                <a:gd name="T8" fmla="*/ 0 w 17"/>
                <a:gd name="T9" fmla="*/ 0 h 107"/>
                <a:gd name="T10" fmla="*/ 0 w 17"/>
                <a:gd name="T11" fmla="*/ 2147483646 h 107"/>
                <a:gd name="T12" fmla="*/ 2147483646 w 17"/>
                <a:gd name="T13" fmla="*/ 2147483646 h 10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1" name="Freeform 34">
              <a:extLst>
                <a:ext uri="{FF2B5EF4-FFF2-40B4-BE49-F238E27FC236}">
                  <a16:creationId xmlns:a16="http://schemas.microsoft.com/office/drawing/2014/main" id="{C7F995A1-10B3-C4A0-D6B8-490715A0F21B}"/>
                </a:ext>
              </a:extLst>
            </p:cNvPr>
            <p:cNvSpPr>
              <a:spLocks/>
            </p:cNvSpPr>
            <p:nvPr/>
          </p:nvSpPr>
          <p:spPr bwMode="auto">
            <a:xfrm>
              <a:off x="7412038" y="2801938"/>
              <a:ext cx="1168400" cy="2251075"/>
            </a:xfrm>
            <a:custGeom>
              <a:avLst/>
              <a:gdLst>
                <a:gd name="T0" fmla="*/ 2147483646 w 294"/>
                <a:gd name="T1" fmla="*/ 2147483646 h 568"/>
                <a:gd name="T2" fmla="*/ 2147483646 w 294"/>
                <a:gd name="T3" fmla="*/ 2147483646 h 568"/>
                <a:gd name="T4" fmla="*/ 2147483646 w 294"/>
                <a:gd name="T5" fmla="*/ 2147483646 h 568"/>
                <a:gd name="T6" fmla="*/ 2147483646 w 294"/>
                <a:gd name="T7" fmla="*/ 2147483646 h 568"/>
                <a:gd name="T8" fmla="*/ 2147483646 w 294"/>
                <a:gd name="T9" fmla="*/ 2147483646 h 568"/>
                <a:gd name="T10" fmla="*/ 2147483646 w 294"/>
                <a:gd name="T11" fmla="*/ 2147483646 h 568"/>
                <a:gd name="T12" fmla="*/ 2147483646 w 294"/>
                <a:gd name="T13" fmla="*/ 0 h 568"/>
                <a:gd name="T14" fmla="*/ 2147483646 w 294"/>
                <a:gd name="T15" fmla="*/ 0 h 568"/>
                <a:gd name="T16" fmla="*/ 2147483646 w 294"/>
                <a:gd name="T17" fmla="*/ 2147483646 h 568"/>
                <a:gd name="T18" fmla="*/ 2147483646 w 294"/>
                <a:gd name="T19" fmla="*/ 2147483646 h 568"/>
                <a:gd name="T20" fmla="*/ 2147483646 w 294"/>
                <a:gd name="T21" fmla="*/ 2147483646 h 568"/>
                <a:gd name="T22" fmla="*/ 2147483646 w 294"/>
                <a:gd name="T23" fmla="*/ 2147483646 h 568"/>
                <a:gd name="T24" fmla="*/ 2147483646 w 294"/>
                <a:gd name="T25" fmla="*/ 2147483646 h 568"/>
                <a:gd name="T26" fmla="*/ 0 w 294"/>
                <a:gd name="T27" fmla="*/ 2147483646 h 568"/>
                <a:gd name="T28" fmla="*/ 2147483646 w 294"/>
                <a:gd name="T29" fmla="*/ 2147483646 h 568"/>
                <a:gd name="T30" fmla="*/ 2147483646 w 294"/>
                <a:gd name="T31" fmla="*/ 2147483646 h 5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2" name="Freeform 35">
              <a:extLst>
                <a:ext uri="{FF2B5EF4-FFF2-40B4-BE49-F238E27FC236}">
                  <a16:creationId xmlns:a16="http://schemas.microsoft.com/office/drawing/2014/main" id="{84525677-16FF-9B0F-41D7-030F0571B803}"/>
                </a:ext>
              </a:extLst>
            </p:cNvPr>
            <p:cNvSpPr>
              <a:spLocks/>
            </p:cNvSpPr>
            <p:nvPr/>
          </p:nvSpPr>
          <p:spPr bwMode="auto">
            <a:xfrm>
              <a:off x="7494588" y="5664200"/>
              <a:ext cx="100013" cy="209550"/>
            </a:xfrm>
            <a:custGeom>
              <a:avLst/>
              <a:gdLst>
                <a:gd name="T0" fmla="*/ 0 w 25"/>
                <a:gd name="T1" fmla="*/ 0 h 53"/>
                <a:gd name="T2" fmla="*/ 2147483646 w 25"/>
                <a:gd name="T3" fmla="*/ 2147483646 h 53"/>
                <a:gd name="T4" fmla="*/ 2147483646 w 25"/>
                <a:gd name="T5" fmla="*/ 2147483646 h 53"/>
                <a:gd name="T6" fmla="*/ 0 w 25"/>
                <a:gd name="T7" fmla="*/ 0 h 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3" name="Freeform 36">
              <a:extLst>
                <a:ext uri="{FF2B5EF4-FFF2-40B4-BE49-F238E27FC236}">
                  <a16:creationId xmlns:a16="http://schemas.microsoft.com/office/drawing/2014/main" id="{41DBAAF4-3DA2-E635-86C7-8A5B73A28DE2}"/>
                </a:ext>
              </a:extLst>
            </p:cNvPr>
            <p:cNvSpPr>
              <a:spLocks/>
            </p:cNvSpPr>
            <p:nvPr/>
          </p:nvSpPr>
          <p:spPr bwMode="auto">
            <a:xfrm>
              <a:off x="7412038" y="5081588"/>
              <a:ext cx="114300" cy="558800"/>
            </a:xfrm>
            <a:custGeom>
              <a:avLst/>
              <a:gdLst>
                <a:gd name="T0" fmla="*/ 0 w 29"/>
                <a:gd name="T1" fmla="*/ 0 h 141"/>
                <a:gd name="T2" fmla="*/ 2147483646 w 29"/>
                <a:gd name="T3" fmla="*/ 2147483646 h 141"/>
                <a:gd name="T4" fmla="*/ 2147483646 w 29"/>
                <a:gd name="T5" fmla="*/ 2147483646 h 141"/>
                <a:gd name="T6" fmla="*/ 2147483646 w 29"/>
                <a:gd name="T7" fmla="*/ 2147483646 h 141"/>
                <a:gd name="T8" fmla="*/ 2147483646 w 29"/>
                <a:gd name="T9" fmla="*/ 2147483646 h 141"/>
                <a:gd name="T10" fmla="*/ 2147483646 w 29"/>
                <a:gd name="T11" fmla="*/ 2147483646 h 141"/>
                <a:gd name="T12" fmla="*/ 2147483646 w 29"/>
                <a:gd name="T13" fmla="*/ 2147483646 h 141"/>
                <a:gd name="T14" fmla="*/ 0 w 29"/>
                <a:gd name="T15" fmla="*/ 0 h 1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4" name="Freeform 37">
              <a:extLst>
                <a:ext uri="{FF2B5EF4-FFF2-40B4-BE49-F238E27FC236}">
                  <a16:creationId xmlns:a16="http://schemas.microsoft.com/office/drawing/2014/main" id="{5328AF64-278F-A0A5-4409-4A56CF6FCF6B}"/>
                </a:ext>
              </a:extLst>
            </p:cNvPr>
            <p:cNvSpPr>
              <a:spLocks/>
            </p:cNvSpPr>
            <p:nvPr/>
          </p:nvSpPr>
          <p:spPr bwMode="auto">
            <a:xfrm>
              <a:off x="7412038" y="4978400"/>
              <a:ext cx="31750" cy="188913"/>
            </a:xfrm>
            <a:custGeom>
              <a:avLst/>
              <a:gdLst>
                <a:gd name="T0" fmla="*/ 0 w 8"/>
                <a:gd name="T1" fmla="*/ 2147483646 h 48"/>
                <a:gd name="T2" fmla="*/ 2147483646 w 8"/>
                <a:gd name="T3" fmla="*/ 2147483646 h 48"/>
                <a:gd name="T4" fmla="*/ 2147483646 w 8"/>
                <a:gd name="T5" fmla="*/ 2147483646 h 48"/>
                <a:gd name="T6" fmla="*/ 2147483646 w 8"/>
                <a:gd name="T7" fmla="*/ 2147483646 h 48"/>
                <a:gd name="T8" fmla="*/ 0 w 8"/>
                <a:gd name="T9" fmla="*/ 0 h 48"/>
                <a:gd name="T10" fmla="*/ 0 w 8"/>
                <a:gd name="T11" fmla="*/ 2147483646 h 48"/>
                <a:gd name="T12" fmla="*/ 0 w 8"/>
                <a:gd name="T13" fmla="*/ 2147483646 h 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5" name="Freeform 38">
              <a:extLst>
                <a:ext uri="{FF2B5EF4-FFF2-40B4-BE49-F238E27FC236}">
                  <a16:creationId xmlns:a16="http://schemas.microsoft.com/office/drawing/2014/main" id="{15CF26E3-E460-773A-0582-D71492066B76}"/>
                </a:ext>
              </a:extLst>
            </p:cNvPr>
            <p:cNvSpPr>
              <a:spLocks/>
            </p:cNvSpPr>
            <p:nvPr/>
          </p:nvSpPr>
          <p:spPr bwMode="auto">
            <a:xfrm>
              <a:off x="7439026" y="5434013"/>
              <a:ext cx="174625" cy="439738"/>
            </a:xfrm>
            <a:custGeom>
              <a:avLst/>
              <a:gdLst>
                <a:gd name="T0" fmla="*/ 2147483646 w 44"/>
                <a:gd name="T1" fmla="*/ 2147483646 h 111"/>
                <a:gd name="T2" fmla="*/ 0 w 44"/>
                <a:gd name="T3" fmla="*/ 0 h 111"/>
                <a:gd name="T4" fmla="*/ 2147483646 w 44"/>
                <a:gd name="T5" fmla="*/ 2147483646 h 111"/>
                <a:gd name="T6" fmla="*/ 2147483646 w 44"/>
                <a:gd name="T7" fmla="*/ 2147483646 h 111"/>
                <a:gd name="T8" fmla="*/ 2147483646 w 44"/>
                <a:gd name="T9" fmla="*/ 2147483646 h 111"/>
                <a:gd name="T10" fmla="*/ 2147483646 w 44"/>
                <a:gd name="T11" fmla="*/ 2147483646 h 111"/>
                <a:gd name="T12" fmla="*/ 2147483646 w 44"/>
                <a:gd name="T13" fmla="*/ 2147483646 h 111"/>
                <a:gd name="T14" fmla="*/ 2147483646 w 44"/>
                <a:gd name="T15" fmla="*/ 2147483646 h 1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sp>
        <p:nvSpPr>
          <p:cNvPr id="62" name="Rectangle 61">
            <a:extLst>
              <a:ext uri="{FF2B5EF4-FFF2-40B4-BE49-F238E27FC236}">
                <a16:creationId xmlns:a16="http://schemas.microsoft.com/office/drawing/2014/main" id="{1B273163-B81D-AED9-9A58-94DD6ED0F3E9}"/>
              </a:ext>
            </a:extLst>
          </p:cNvPr>
          <p:cNvSpPr/>
          <p:nvPr/>
        </p:nvSpPr>
        <p:spPr>
          <a:xfrm>
            <a:off x="0" y="0"/>
            <a:ext cx="182563"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029" name="Title Placeholder 1">
            <a:extLst>
              <a:ext uri="{FF2B5EF4-FFF2-40B4-BE49-F238E27FC236}">
                <a16:creationId xmlns:a16="http://schemas.microsoft.com/office/drawing/2014/main" id="{2D515B48-5819-276D-6444-5EAF769EE04A}"/>
              </a:ext>
            </a:extLst>
          </p:cNvPr>
          <p:cNvSpPr>
            <a:spLocks noGrp="1"/>
          </p:cNvSpPr>
          <p:nvPr>
            <p:ph type="title"/>
          </p:nvPr>
        </p:nvSpPr>
        <p:spPr bwMode="auto">
          <a:xfrm>
            <a:off x="1944688" y="623888"/>
            <a:ext cx="6589712" cy="128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30" name="Text Placeholder 2">
            <a:extLst>
              <a:ext uri="{FF2B5EF4-FFF2-40B4-BE49-F238E27FC236}">
                <a16:creationId xmlns:a16="http://schemas.microsoft.com/office/drawing/2014/main" id="{AB0DFDA7-5ED5-C027-477F-C4671BD28981}"/>
              </a:ext>
            </a:extLst>
          </p:cNvPr>
          <p:cNvSpPr>
            <a:spLocks noGrp="1"/>
          </p:cNvSpPr>
          <p:nvPr>
            <p:ph type="body" idx="1"/>
          </p:nvPr>
        </p:nvSpPr>
        <p:spPr bwMode="auto">
          <a:xfrm>
            <a:off x="1943100" y="2133600"/>
            <a:ext cx="65913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67F11C0-7A4F-9D07-61B1-DAA10172A621}"/>
              </a:ext>
            </a:extLst>
          </p:cNvPr>
          <p:cNvSpPr>
            <a:spLocks noGrp="1"/>
          </p:cNvSpPr>
          <p:nvPr>
            <p:ph type="dt" sz="half" idx="2"/>
          </p:nvPr>
        </p:nvSpPr>
        <p:spPr>
          <a:xfrm>
            <a:off x="7772400" y="6135688"/>
            <a:ext cx="766763" cy="369887"/>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defRPr>
            </a:lvl1pPr>
          </a:lstStyle>
          <a:p>
            <a:pPr>
              <a:defRPr/>
            </a:pPr>
            <a:endParaRPr lang="en-AU" altLang="en-US"/>
          </a:p>
        </p:txBody>
      </p:sp>
      <p:sp>
        <p:nvSpPr>
          <p:cNvPr id="5" name="Footer Placeholder 4">
            <a:extLst>
              <a:ext uri="{FF2B5EF4-FFF2-40B4-BE49-F238E27FC236}">
                <a16:creationId xmlns:a16="http://schemas.microsoft.com/office/drawing/2014/main" id="{41DDE527-9DA2-DD9C-37C7-31998EF35A10}"/>
              </a:ext>
            </a:extLst>
          </p:cNvPr>
          <p:cNvSpPr>
            <a:spLocks noGrp="1"/>
          </p:cNvSpPr>
          <p:nvPr>
            <p:ph type="ftr" sz="quarter" idx="3"/>
          </p:nvPr>
        </p:nvSpPr>
        <p:spPr>
          <a:xfrm>
            <a:off x="1943100" y="6135688"/>
            <a:ext cx="5716588"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endParaRPr lang="en-AU" altLang="en-US"/>
          </a:p>
        </p:txBody>
      </p:sp>
      <p:sp>
        <p:nvSpPr>
          <p:cNvPr id="6" name="Slide Number Placeholder 5">
            <a:extLst>
              <a:ext uri="{FF2B5EF4-FFF2-40B4-BE49-F238E27FC236}">
                <a16:creationId xmlns:a16="http://schemas.microsoft.com/office/drawing/2014/main" id="{9CE216B6-48C3-BFC3-0D7E-37118B89E606}"/>
              </a:ext>
            </a:extLst>
          </p:cNvPr>
          <p:cNvSpPr>
            <a:spLocks noGrp="1"/>
          </p:cNvSpPr>
          <p:nvPr>
            <p:ph type="sldNum" sz="quarter" idx="4"/>
          </p:nvPr>
        </p:nvSpPr>
        <p:spPr bwMode="gray">
          <a:xfrm>
            <a:off x="511175" y="787400"/>
            <a:ext cx="585788"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000">
                <a:solidFill>
                  <a:srgbClr val="FEFFFF"/>
                </a:solidFill>
              </a:defRPr>
            </a:lvl1pPr>
          </a:lstStyle>
          <a:p>
            <a:pPr>
              <a:defRPr/>
            </a:pPr>
            <a:fld id="{14C88789-6CCA-4BC3-92D6-CB159B6EE484}"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sldLayoutIdLst>
    <p:sldLayoutId id="2147484559" r:id="rId1"/>
    <p:sldLayoutId id="2147484560" r:id="rId2"/>
    <p:sldLayoutId id="2147484561" r:id="rId3"/>
    <p:sldLayoutId id="2147484562" r:id="rId4"/>
    <p:sldLayoutId id="2147484563" r:id="rId5"/>
    <p:sldLayoutId id="2147484564" r:id="rId6"/>
    <p:sldLayoutId id="2147484565" r:id="rId7"/>
    <p:sldLayoutId id="2147484566" r:id="rId8"/>
    <p:sldLayoutId id="2147484567" r:id="rId9"/>
    <p:sldLayoutId id="2147484568" r:id="rId10"/>
    <p:sldLayoutId id="2147484569" r:id="rId11"/>
    <p:sldLayoutId id="2147484570" r:id="rId12"/>
    <p:sldLayoutId id="2147484571" r:id="rId13"/>
    <p:sldLayoutId id="2147484572" r:id="rId14"/>
    <p:sldLayoutId id="2147484573" r:id="rId15"/>
    <p:sldLayoutId id="2147484574" r:id="rId16"/>
  </p:sldLayoutIdLst>
  <p:txStyles>
    <p:titleStyle>
      <a:lvl1pPr algn="l" defTabSz="457200" rtl="0" eaLnBrk="0" fontAlgn="base" hangingPunct="0">
        <a:spcBef>
          <a:spcPct val="0"/>
        </a:spcBef>
        <a:spcAft>
          <a:spcPct val="0"/>
        </a:spcAft>
        <a:defRPr sz="3600" kern="1200">
          <a:solidFill>
            <a:srgbClr val="1581AA"/>
          </a:solidFill>
          <a:latin typeface="+mj-lt"/>
          <a:ea typeface="+mj-ea"/>
          <a:cs typeface="+mj-cs"/>
        </a:defRPr>
      </a:lvl1pPr>
      <a:lvl2pPr algn="l" defTabSz="457200" rtl="0" eaLnBrk="0" fontAlgn="base" hangingPunct="0">
        <a:spcBef>
          <a:spcPct val="0"/>
        </a:spcBef>
        <a:spcAft>
          <a:spcPct val="0"/>
        </a:spcAft>
        <a:defRPr sz="3600">
          <a:solidFill>
            <a:srgbClr val="1581AA"/>
          </a:solidFill>
          <a:latin typeface="Century Gothic" panose="020B0502020202020204" pitchFamily="34" charset="0"/>
        </a:defRPr>
      </a:lvl2pPr>
      <a:lvl3pPr algn="l" defTabSz="457200" rtl="0" eaLnBrk="0" fontAlgn="base" hangingPunct="0">
        <a:spcBef>
          <a:spcPct val="0"/>
        </a:spcBef>
        <a:spcAft>
          <a:spcPct val="0"/>
        </a:spcAft>
        <a:defRPr sz="3600">
          <a:solidFill>
            <a:srgbClr val="1581AA"/>
          </a:solidFill>
          <a:latin typeface="Century Gothic" panose="020B0502020202020204" pitchFamily="34" charset="0"/>
        </a:defRPr>
      </a:lvl3pPr>
      <a:lvl4pPr algn="l" defTabSz="457200" rtl="0" eaLnBrk="0" fontAlgn="base" hangingPunct="0">
        <a:spcBef>
          <a:spcPct val="0"/>
        </a:spcBef>
        <a:spcAft>
          <a:spcPct val="0"/>
        </a:spcAft>
        <a:defRPr sz="3600">
          <a:solidFill>
            <a:srgbClr val="1581AA"/>
          </a:solidFill>
          <a:latin typeface="Century Gothic" panose="020B0502020202020204" pitchFamily="34" charset="0"/>
        </a:defRPr>
      </a:lvl4pPr>
      <a:lvl5pPr algn="l" defTabSz="457200" rtl="0" eaLnBrk="0" fontAlgn="base" hangingPunct="0">
        <a:spcBef>
          <a:spcPct val="0"/>
        </a:spcBef>
        <a:spcAft>
          <a:spcPct val="0"/>
        </a:spcAft>
        <a:defRPr sz="3600">
          <a:solidFill>
            <a:srgbClr val="1581AA"/>
          </a:solidFill>
          <a:latin typeface="Century Gothic" panose="020B0502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0" fontAlgn="base" hangingPunct="0">
        <a:spcBef>
          <a:spcPts val="1000"/>
        </a:spcBef>
        <a:spcAft>
          <a:spcPct val="0"/>
        </a:spcAft>
        <a:buClr>
          <a:schemeClr val="accent1"/>
        </a:buClr>
        <a:buFont typeface="Wingdings 3" panose="05040102010807070707" pitchFamily="18" charset="2"/>
        <a:buChar char=""/>
        <a:defRPr kern="1200">
          <a:solidFill>
            <a:srgbClr val="404040"/>
          </a:solidFill>
          <a:latin typeface="+mn-lt"/>
          <a:ea typeface="+mn-ea"/>
          <a:cs typeface="+mn-cs"/>
        </a:defRPr>
      </a:lvl1pPr>
      <a:lvl2pPr marL="742950" indent="-285750" algn="l" defTabSz="457200" rtl="0" eaLnBrk="0" fontAlgn="base" hangingPunct="0">
        <a:spcBef>
          <a:spcPts val="1000"/>
        </a:spcBef>
        <a:spcAft>
          <a:spcPct val="0"/>
        </a:spcAft>
        <a:buClr>
          <a:schemeClr val="accent1"/>
        </a:buClr>
        <a:buFont typeface="Wingdings 3" panose="05040102010807070707" pitchFamily="18" charset="2"/>
        <a:buChar char=""/>
        <a:defRPr sz="1600" kern="1200">
          <a:solidFill>
            <a:srgbClr val="404040"/>
          </a:solidFill>
          <a:latin typeface="+mn-lt"/>
          <a:ea typeface="+mn-ea"/>
          <a:cs typeface="+mn-cs"/>
        </a:defRPr>
      </a:lvl2pPr>
      <a:lvl3pPr marL="1143000" indent="-228600" algn="l" defTabSz="457200" rtl="0" eaLnBrk="0" fontAlgn="base" hangingPunct="0">
        <a:spcBef>
          <a:spcPts val="1000"/>
        </a:spcBef>
        <a:spcAft>
          <a:spcPct val="0"/>
        </a:spcAft>
        <a:buClr>
          <a:schemeClr val="accent1"/>
        </a:buClr>
        <a:buFont typeface="Wingdings 3" panose="05040102010807070707" pitchFamily="18" charset="2"/>
        <a:buChar char=""/>
        <a:defRPr sz="1400" kern="1200">
          <a:solidFill>
            <a:srgbClr val="404040"/>
          </a:solidFill>
          <a:latin typeface="+mn-lt"/>
          <a:ea typeface="+mn-ea"/>
          <a:cs typeface="+mn-cs"/>
        </a:defRPr>
      </a:lvl3pPr>
      <a:lvl4pPr marL="1600200" indent="-228600" algn="l" defTabSz="457200" rtl="0" eaLnBrk="0" fontAlgn="base" hangingPunct="0">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4pPr>
      <a:lvl5pPr marL="2057400" indent="-228600" algn="l" defTabSz="457200" rtl="0" eaLnBrk="0" fontAlgn="base" hangingPunct="0">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hyperlink" Target="https://www.publicdomainpictures.net/en/view-image.php?image=175863&amp;picture=forest" TargetMode="External"/><Relationship Id="rId7" Type="http://schemas.openxmlformats.org/officeDocument/2006/relationships/hyperlink" Target="https://pxhere.com/en/photo/981959" TargetMode="External"/><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hyperlink" Target="https://pixabay.com/en/outback-australia-flinders-ranges-2906993/" TargetMode="External"/><Relationship Id="rId4" Type="http://schemas.openxmlformats.org/officeDocument/2006/relationships/image" Target="../media/image4.jpg"/><Relationship Id="rId9" Type="http://schemas.openxmlformats.org/officeDocument/2006/relationships/hyperlink" Target="https://www.wallpaperflare.com/hd-paradise-beach-sunset-wallpaper-uxtgx"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hyperlink" Target="https://www.mappingmediafreedom.org/2016/08/02/report-journalists-increasingly-caught-in-the-middl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gmprimaria6.blogspot.com/2018/05/mercat-icape-20172018.html" TargetMode="External"/><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hyperlink" Target="https://www.splcenter.org/20110228/ku-klux-klan-history-racism#the%20klan%E2%80%99s%20version"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DCCEC2FB-5C83-7854-1581-FFC9C83C2B52}"/>
              </a:ext>
            </a:extLst>
          </p:cNvPr>
          <p:cNvSpPr>
            <a:spLocks noGrp="1"/>
          </p:cNvSpPr>
          <p:nvPr>
            <p:ph type="ctrTitle"/>
          </p:nvPr>
        </p:nvSpPr>
        <p:spPr>
          <a:xfrm>
            <a:off x="1943100" y="2514600"/>
            <a:ext cx="6599238" cy="2262188"/>
          </a:xfrm>
        </p:spPr>
        <p:txBody>
          <a:bodyPr/>
          <a:lstStyle/>
          <a:p>
            <a:pPr eaLnBrk="1" hangingPunct="1"/>
            <a:r>
              <a:rPr lang="en-AU" altLang="en-US" dirty="0"/>
              <a:t>Term 1 Week 8</a:t>
            </a:r>
          </a:p>
        </p:txBody>
      </p:sp>
      <p:sp>
        <p:nvSpPr>
          <p:cNvPr id="3" name="Subtitle 2">
            <a:extLst>
              <a:ext uri="{FF2B5EF4-FFF2-40B4-BE49-F238E27FC236}">
                <a16:creationId xmlns:a16="http://schemas.microsoft.com/office/drawing/2014/main" id="{ACC807C6-1E6A-6C0E-4C26-B16C56243171}"/>
              </a:ext>
            </a:extLst>
          </p:cNvPr>
          <p:cNvSpPr>
            <a:spLocks noGrp="1"/>
          </p:cNvSpPr>
          <p:nvPr>
            <p:ph type="subTitle" idx="1"/>
          </p:nvPr>
        </p:nvSpPr>
        <p:spPr>
          <a:xfrm>
            <a:off x="1943100" y="4776788"/>
            <a:ext cx="6599238" cy="1127125"/>
          </a:xfrm>
        </p:spPr>
        <p:txBody>
          <a:bodyPr rtlCol="0">
            <a:normAutofit/>
          </a:bodyPr>
          <a:lstStyle/>
          <a:p>
            <a:pPr eaLnBrk="1" fontAlgn="auto" hangingPunct="1">
              <a:spcAft>
                <a:spcPts val="0"/>
              </a:spcAft>
              <a:buFont typeface="Wingdings 3" charset="2"/>
              <a:buNone/>
              <a:defRPr/>
            </a:pPr>
            <a:r>
              <a:rPr lang="en-AU" altLang="en-US" dirty="0">
                <a:solidFill>
                  <a:schemeClr val="accent1">
                    <a:lumMod val="75000"/>
                  </a:schemeClr>
                </a:solidFill>
              </a:rPr>
              <a:t>FINAL Preparation for Source Analysis Test:</a:t>
            </a:r>
          </a:p>
          <a:p>
            <a:pPr eaLnBrk="1" fontAlgn="auto" hangingPunct="1">
              <a:spcAft>
                <a:spcPts val="0"/>
              </a:spcAft>
              <a:buFont typeface="Wingdings 3" charset="2"/>
              <a:buNone/>
              <a:defRPr/>
            </a:pPr>
            <a:r>
              <a:rPr lang="en-AU" dirty="0">
                <a:solidFill>
                  <a:schemeClr val="accent1">
                    <a:lumMod val="75000"/>
                  </a:schemeClr>
                </a:solidFill>
              </a:rPr>
              <a:t>America in the 1920s</a:t>
            </a:r>
            <a:endParaRPr lang="en-AU" dirty="0"/>
          </a:p>
        </p:txBody>
      </p:sp>
      <p:pic>
        <p:nvPicPr>
          <p:cNvPr id="20484" name="Picture 3">
            <a:extLst>
              <a:ext uri="{FF2B5EF4-FFF2-40B4-BE49-F238E27FC236}">
                <a16:creationId xmlns:a16="http://schemas.microsoft.com/office/drawing/2014/main" id="{6A509E53-E635-AA9B-24C9-7B9F42414A9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650" y="620713"/>
            <a:ext cx="82804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il_fi" descr="usa-flags">
            <a:extLst>
              <a:ext uri="{FF2B5EF4-FFF2-40B4-BE49-F238E27FC236}">
                <a16:creationId xmlns:a16="http://schemas.microsoft.com/office/drawing/2014/main" id="{3A271C3D-293A-6CE8-4BC1-989766FD12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1989138"/>
            <a:ext cx="3338513"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20AFA-AB15-7758-84D3-22BB595A9CF7}"/>
              </a:ext>
            </a:extLst>
          </p:cNvPr>
          <p:cNvSpPr>
            <a:spLocks noGrp="1"/>
          </p:cNvSpPr>
          <p:nvPr>
            <p:ph type="title"/>
          </p:nvPr>
        </p:nvSpPr>
        <p:spPr>
          <a:xfrm>
            <a:off x="1835696" y="404664"/>
            <a:ext cx="6589199" cy="1280890"/>
          </a:xfrm>
        </p:spPr>
        <p:txBody>
          <a:bodyPr/>
          <a:lstStyle/>
          <a:p>
            <a:r>
              <a:rPr lang="en-AU" sz="1800" dirty="0"/>
              <a:t>Mike Check Question:</a:t>
            </a:r>
            <a:br>
              <a:rPr lang="en-AU" sz="1800" dirty="0"/>
            </a:br>
            <a:r>
              <a:rPr lang="en-AU" sz="1800" dirty="0"/>
              <a:t>Where would you prefer to spend your holiday?</a:t>
            </a:r>
          </a:p>
        </p:txBody>
      </p:sp>
      <p:pic>
        <p:nvPicPr>
          <p:cNvPr id="5" name="Content Placeholder 4" descr="A green field with trees and blue sky&#10;&#10;Description automatically generated">
            <a:extLst>
              <a:ext uri="{FF2B5EF4-FFF2-40B4-BE49-F238E27FC236}">
                <a16:creationId xmlns:a16="http://schemas.microsoft.com/office/drawing/2014/main" id="{5AE67504-25D7-6CDA-4B54-AB9EBBE149E9}"/>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88865" y="1198195"/>
            <a:ext cx="2456321" cy="1637547"/>
          </a:xfrm>
        </p:spPr>
      </p:pic>
      <p:pic>
        <p:nvPicPr>
          <p:cNvPr id="7" name="Picture 6" descr="A dirt road with trees and mountains in the background&#10;&#10;Description automatically generated">
            <a:extLst>
              <a:ext uri="{FF2B5EF4-FFF2-40B4-BE49-F238E27FC236}">
                <a16:creationId xmlns:a16="http://schemas.microsoft.com/office/drawing/2014/main" id="{C9466BBA-6ED8-F10D-DEC7-E4D1CA7FC9E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4993306" y="1107304"/>
            <a:ext cx="3993814" cy="1497680"/>
          </a:xfrm>
          <a:prstGeom prst="rect">
            <a:avLst/>
          </a:prstGeom>
        </p:spPr>
      </p:pic>
      <p:pic>
        <p:nvPicPr>
          <p:cNvPr id="11" name="Picture 10" descr="A snowy mountain range with blue sky&#10;&#10;Description automatically generated">
            <a:extLst>
              <a:ext uri="{FF2B5EF4-FFF2-40B4-BE49-F238E27FC236}">
                <a16:creationId xmlns:a16="http://schemas.microsoft.com/office/drawing/2014/main" id="{04ED4237-964D-FB22-C9B7-040A9496095C}"/>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467544" y="3789040"/>
            <a:ext cx="3131840" cy="2348880"/>
          </a:xfrm>
          <a:prstGeom prst="rect">
            <a:avLst/>
          </a:prstGeom>
        </p:spPr>
      </p:pic>
      <p:pic>
        <p:nvPicPr>
          <p:cNvPr id="13" name="Picture 12" descr="A beach with palm trees and blue water&#10;&#10;Description automatically generated">
            <a:extLst>
              <a:ext uri="{FF2B5EF4-FFF2-40B4-BE49-F238E27FC236}">
                <a16:creationId xmlns:a16="http://schemas.microsoft.com/office/drawing/2014/main" id="{706BAEAC-B66D-1E5C-51C6-B90C22617205}"/>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5120437" y="3574715"/>
            <a:ext cx="3035052" cy="2021978"/>
          </a:xfrm>
          <a:prstGeom prst="rect">
            <a:avLst/>
          </a:prstGeom>
        </p:spPr>
      </p:pic>
      <p:sp>
        <p:nvSpPr>
          <p:cNvPr id="14" name="TextBox 13">
            <a:extLst>
              <a:ext uri="{FF2B5EF4-FFF2-40B4-BE49-F238E27FC236}">
                <a16:creationId xmlns:a16="http://schemas.microsoft.com/office/drawing/2014/main" id="{022050FB-2485-B32F-D58C-9EB3A718290D}"/>
              </a:ext>
            </a:extLst>
          </p:cNvPr>
          <p:cNvSpPr txBox="1"/>
          <p:nvPr/>
        </p:nvSpPr>
        <p:spPr>
          <a:xfrm>
            <a:off x="588865" y="3068960"/>
            <a:ext cx="2456321" cy="369332"/>
          </a:xfrm>
          <a:prstGeom prst="rect">
            <a:avLst/>
          </a:prstGeom>
          <a:noFill/>
        </p:spPr>
        <p:txBody>
          <a:bodyPr wrap="square" rtlCol="0">
            <a:spAutoFit/>
          </a:bodyPr>
          <a:lstStyle/>
          <a:p>
            <a:r>
              <a:rPr lang="en-AU" dirty="0"/>
              <a:t>Forest </a:t>
            </a:r>
          </a:p>
        </p:txBody>
      </p:sp>
      <p:sp>
        <p:nvSpPr>
          <p:cNvPr id="15" name="TextBox 14">
            <a:extLst>
              <a:ext uri="{FF2B5EF4-FFF2-40B4-BE49-F238E27FC236}">
                <a16:creationId xmlns:a16="http://schemas.microsoft.com/office/drawing/2014/main" id="{584F5C9B-320F-FC7F-6C6F-053BF88CD7A4}"/>
              </a:ext>
            </a:extLst>
          </p:cNvPr>
          <p:cNvSpPr txBox="1"/>
          <p:nvPr/>
        </p:nvSpPr>
        <p:spPr>
          <a:xfrm>
            <a:off x="6200516" y="2816376"/>
            <a:ext cx="2808312" cy="369332"/>
          </a:xfrm>
          <a:prstGeom prst="rect">
            <a:avLst/>
          </a:prstGeom>
          <a:noFill/>
        </p:spPr>
        <p:txBody>
          <a:bodyPr wrap="square" rtlCol="0">
            <a:spAutoFit/>
          </a:bodyPr>
          <a:lstStyle/>
          <a:p>
            <a:r>
              <a:rPr lang="en-AU" dirty="0"/>
              <a:t>Outback</a:t>
            </a:r>
          </a:p>
        </p:txBody>
      </p:sp>
      <p:sp>
        <p:nvSpPr>
          <p:cNvPr id="16" name="TextBox 15">
            <a:extLst>
              <a:ext uri="{FF2B5EF4-FFF2-40B4-BE49-F238E27FC236}">
                <a16:creationId xmlns:a16="http://schemas.microsoft.com/office/drawing/2014/main" id="{16C37244-0957-B6EF-2262-D15643F72938}"/>
              </a:ext>
            </a:extLst>
          </p:cNvPr>
          <p:cNvSpPr txBox="1"/>
          <p:nvPr/>
        </p:nvSpPr>
        <p:spPr>
          <a:xfrm>
            <a:off x="1331640" y="6309320"/>
            <a:ext cx="1944216" cy="369332"/>
          </a:xfrm>
          <a:prstGeom prst="rect">
            <a:avLst/>
          </a:prstGeom>
          <a:noFill/>
        </p:spPr>
        <p:txBody>
          <a:bodyPr wrap="square" rtlCol="0">
            <a:spAutoFit/>
          </a:bodyPr>
          <a:lstStyle/>
          <a:p>
            <a:r>
              <a:rPr lang="en-AU" dirty="0"/>
              <a:t>Mountains</a:t>
            </a:r>
          </a:p>
        </p:txBody>
      </p:sp>
      <p:sp>
        <p:nvSpPr>
          <p:cNvPr id="17" name="TextBox 16">
            <a:extLst>
              <a:ext uri="{FF2B5EF4-FFF2-40B4-BE49-F238E27FC236}">
                <a16:creationId xmlns:a16="http://schemas.microsoft.com/office/drawing/2014/main" id="{FE5139CB-76CF-2640-2F30-F4829026BF0D}"/>
              </a:ext>
            </a:extLst>
          </p:cNvPr>
          <p:cNvSpPr txBox="1"/>
          <p:nvPr/>
        </p:nvSpPr>
        <p:spPr>
          <a:xfrm>
            <a:off x="6764293" y="5985700"/>
            <a:ext cx="2160240" cy="369332"/>
          </a:xfrm>
          <a:prstGeom prst="rect">
            <a:avLst/>
          </a:prstGeom>
          <a:noFill/>
        </p:spPr>
        <p:txBody>
          <a:bodyPr wrap="square" rtlCol="0">
            <a:spAutoFit/>
          </a:bodyPr>
          <a:lstStyle/>
          <a:p>
            <a:r>
              <a:rPr lang="en-AU" dirty="0"/>
              <a:t>Beach</a:t>
            </a:r>
          </a:p>
        </p:txBody>
      </p:sp>
    </p:spTree>
    <p:extLst>
      <p:ext uri="{BB962C8B-B14F-4D97-AF65-F5344CB8AC3E}">
        <p14:creationId xmlns:p14="http://schemas.microsoft.com/office/powerpoint/2010/main" val="802497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D5FD43-B6AE-5CE6-E929-1DECC25265B8}"/>
              </a:ext>
            </a:extLst>
          </p:cNvPr>
          <p:cNvPicPr>
            <a:picLocks noChangeAspect="1"/>
          </p:cNvPicPr>
          <p:nvPr/>
        </p:nvPicPr>
        <p:blipFill>
          <a:blip r:embed="rId2"/>
          <a:stretch>
            <a:fillRect/>
          </a:stretch>
        </p:blipFill>
        <p:spPr>
          <a:xfrm>
            <a:off x="1547664" y="1412776"/>
            <a:ext cx="6256221" cy="3253235"/>
          </a:xfrm>
          <a:prstGeom prst="rect">
            <a:avLst/>
          </a:prstGeom>
        </p:spPr>
      </p:pic>
    </p:spTree>
    <p:extLst>
      <p:ext uri="{BB962C8B-B14F-4D97-AF65-F5344CB8AC3E}">
        <p14:creationId xmlns:p14="http://schemas.microsoft.com/office/powerpoint/2010/main" val="1898097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BA3907AB-3417-61AC-EC88-1BE749905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0" y="1412875"/>
            <a:ext cx="81915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tar: 5 Points 3">
            <a:extLst>
              <a:ext uri="{FF2B5EF4-FFF2-40B4-BE49-F238E27FC236}">
                <a16:creationId xmlns:a16="http://schemas.microsoft.com/office/drawing/2014/main" id="{72E0AC08-22DF-2291-6C23-EC12C4736530}"/>
              </a:ext>
            </a:extLst>
          </p:cNvPr>
          <p:cNvSpPr/>
          <p:nvPr/>
        </p:nvSpPr>
        <p:spPr>
          <a:xfrm>
            <a:off x="3851275" y="5610225"/>
            <a:ext cx="504825" cy="406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AU"/>
          </a:p>
        </p:txBody>
      </p:sp>
      <p:pic>
        <p:nvPicPr>
          <p:cNvPr id="22532" name="Picture 5" descr="A red confetti popper with confetti&#10;&#10;Description automatically generated">
            <a:extLst>
              <a:ext uri="{FF2B5EF4-FFF2-40B4-BE49-F238E27FC236}">
                <a16:creationId xmlns:a16="http://schemas.microsoft.com/office/drawing/2014/main" id="{18723170-7051-B91A-AEB6-DCFAFE3244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3429000"/>
            <a:ext cx="2919413"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64549-00BF-0BD0-5B03-28734E13E36A}"/>
              </a:ext>
            </a:extLst>
          </p:cNvPr>
          <p:cNvSpPr>
            <a:spLocks noGrp="1"/>
          </p:cNvSpPr>
          <p:nvPr>
            <p:ph type="title"/>
          </p:nvPr>
        </p:nvSpPr>
        <p:spPr>
          <a:xfrm>
            <a:off x="1850635" y="332656"/>
            <a:ext cx="6683765" cy="960668"/>
          </a:xfrm>
        </p:spPr>
        <p:txBody>
          <a:bodyPr>
            <a:normAutofit/>
          </a:bodyPr>
          <a:lstStyle/>
          <a:p>
            <a:r>
              <a:rPr lang="en-AU" sz="1400" dirty="0"/>
              <a:t>Difference between message and perspective, according to Heather from HTAWA:</a:t>
            </a:r>
          </a:p>
        </p:txBody>
      </p:sp>
      <p:sp>
        <p:nvSpPr>
          <p:cNvPr id="3" name="Content Placeholder 2">
            <a:extLst>
              <a:ext uri="{FF2B5EF4-FFF2-40B4-BE49-F238E27FC236}">
                <a16:creationId xmlns:a16="http://schemas.microsoft.com/office/drawing/2014/main" id="{E1F49379-436B-9333-BBDB-F83C01CB67E3}"/>
              </a:ext>
            </a:extLst>
          </p:cNvPr>
          <p:cNvSpPr>
            <a:spLocks noGrp="1"/>
          </p:cNvSpPr>
          <p:nvPr>
            <p:ph idx="1"/>
          </p:nvPr>
        </p:nvSpPr>
        <p:spPr>
          <a:xfrm>
            <a:off x="1763688" y="812990"/>
            <a:ext cx="6591985" cy="3777622"/>
          </a:xfrm>
        </p:spPr>
        <p:txBody>
          <a:bodyPr/>
          <a:lstStyle/>
          <a:p>
            <a:r>
              <a:rPr lang="en-AU" b="1" dirty="0"/>
              <a:t>Message</a:t>
            </a:r>
            <a:r>
              <a:rPr lang="en-AU" dirty="0"/>
              <a:t> = </a:t>
            </a:r>
            <a:r>
              <a:rPr lang="en-AU" dirty="0">
                <a:highlight>
                  <a:srgbClr val="FFFF00"/>
                </a:highlight>
              </a:rPr>
              <a:t>what they say</a:t>
            </a:r>
          </a:p>
          <a:p>
            <a:r>
              <a:rPr lang="en-AU" dirty="0"/>
              <a:t>From SCSA: </a:t>
            </a:r>
            <a:r>
              <a:rPr lang="en-AU" sz="1800" b="0" i="0" u="none" strike="noStrike" baseline="0" dirty="0">
                <a:solidFill>
                  <a:srgbClr val="000000"/>
                </a:solidFill>
                <a:latin typeface="Aptos" panose="020B0004020202020204" pitchFamily="34" charset="0"/>
              </a:rPr>
              <a:t>The message of the source refers to what the author is saying, inferring, or trying to tell the reader/viewer of the source. Students can identify the message in a source using the historical skills of interpretation, analysis, and synthesis. It is the product of the interpretation, analysis and / or synthesis of evidence combined with the demonstration of the student’s historical knowledge and understanding of the content of the unit studied. </a:t>
            </a:r>
            <a:endParaRPr lang="en-AU" dirty="0"/>
          </a:p>
          <a:p>
            <a:r>
              <a:rPr lang="en-AU" b="1" dirty="0"/>
              <a:t>Perspective</a:t>
            </a:r>
            <a:r>
              <a:rPr lang="en-AU" dirty="0"/>
              <a:t> = </a:t>
            </a:r>
            <a:r>
              <a:rPr lang="en-AU" dirty="0">
                <a:highlight>
                  <a:srgbClr val="FFFF00"/>
                </a:highlight>
              </a:rPr>
              <a:t>what they think</a:t>
            </a:r>
            <a:r>
              <a:rPr lang="en-AU" dirty="0"/>
              <a:t>, why they hold that opinion, how they view a certain idea</a:t>
            </a:r>
            <a:r>
              <a:rPr lang="en-AU"/>
              <a:t>, person. </a:t>
            </a:r>
            <a:endParaRPr lang="en-AU" dirty="0"/>
          </a:p>
          <a:p>
            <a:r>
              <a:rPr lang="en-AU" dirty="0"/>
              <a:t>Example: 2024 State of the Union address by President Joseph Biden.</a:t>
            </a:r>
          </a:p>
          <a:p>
            <a:r>
              <a:rPr lang="en-AU" dirty="0"/>
              <a:t>Democratic or Biden supporter – best State of the Union Speech ever, strong, articulate, passionate, visionary uniting the nation.</a:t>
            </a:r>
          </a:p>
          <a:p>
            <a:r>
              <a:rPr lang="en-AU" dirty="0"/>
              <a:t>Republican or Trump supporter – dark, angry, mad man rant dividing the nation.</a:t>
            </a:r>
          </a:p>
        </p:txBody>
      </p:sp>
    </p:spTree>
    <p:extLst>
      <p:ext uri="{BB962C8B-B14F-4D97-AF65-F5344CB8AC3E}">
        <p14:creationId xmlns:p14="http://schemas.microsoft.com/office/powerpoint/2010/main" val="2748667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4F3B7-2B06-FEF2-21F4-BE9F9C12FBA3}"/>
              </a:ext>
            </a:extLst>
          </p:cNvPr>
          <p:cNvSpPr>
            <a:spLocks noGrp="1"/>
          </p:cNvSpPr>
          <p:nvPr>
            <p:ph type="title"/>
          </p:nvPr>
        </p:nvSpPr>
        <p:spPr/>
        <p:txBody>
          <a:bodyPr/>
          <a:lstStyle/>
          <a:p>
            <a:r>
              <a:rPr lang="en-AU" dirty="0"/>
              <a:t>Ukrainian</a:t>
            </a:r>
          </a:p>
        </p:txBody>
      </p:sp>
      <p:sp>
        <p:nvSpPr>
          <p:cNvPr id="3" name="Content Placeholder 2">
            <a:extLst>
              <a:ext uri="{FF2B5EF4-FFF2-40B4-BE49-F238E27FC236}">
                <a16:creationId xmlns:a16="http://schemas.microsoft.com/office/drawing/2014/main" id="{C443E880-F661-A636-84A5-B5A641C81684}"/>
              </a:ext>
            </a:extLst>
          </p:cNvPr>
          <p:cNvSpPr>
            <a:spLocks noGrp="1"/>
          </p:cNvSpPr>
          <p:nvPr>
            <p:ph idx="1"/>
          </p:nvPr>
        </p:nvSpPr>
        <p:spPr/>
        <p:txBody>
          <a:bodyPr/>
          <a:lstStyle/>
          <a:p>
            <a:r>
              <a:rPr lang="en-AU" dirty="0"/>
              <a:t>Tak</a:t>
            </a:r>
          </a:p>
          <a:p>
            <a:endParaRPr lang="en-AU" dirty="0"/>
          </a:p>
          <a:p>
            <a:endParaRPr lang="en-AU" dirty="0"/>
          </a:p>
        </p:txBody>
      </p:sp>
      <p:pic>
        <p:nvPicPr>
          <p:cNvPr id="6" name="Picture 5">
            <a:extLst>
              <a:ext uri="{FF2B5EF4-FFF2-40B4-BE49-F238E27FC236}">
                <a16:creationId xmlns:a16="http://schemas.microsoft.com/office/drawing/2014/main" id="{CD928B65-979D-B0C2-8CFC-44DA2FBDEE78}"/>
              </a:ext>
            </a:extLst>
          </p:cNvPr>
          <p:cNvPicPr>
            <a:picLocks noChangeAspect="1"/>
          </p:cNvPicPr>
          <p:nvPr/>
        </p:nvPicPr>
        <p:blipFill>
          <a:blip r:embed="rId2"/>
          <a:stretch>
            <a:fillRect/>
          </a:stretch>
        </p:blipFill>
        <p:spPr>
          <a:xfrm>
            <a:off x="1619672" y="2852936"/>
            <a:ext cx="2571429" cy="723810"/>
          </a:xfrm>
          <a:prstGeom prst="rect">
            <a:avLst/>
          </a:prstGeom>
        </p:spPr>
      </p:pic>
      <p:pic>
        <p:nvPicPr>
          <p:cNvPr id="8" name="Picture 7" descr="A blue and yellow flag&#10;&#10;Description automatically generated">
            <a:extLst>
              <a:ext uri="{FF2B5EF4-FFF2-40B4-BE49-F238E27FC236}">
                <a16:creationId xmlns:a16="http://schemas.microsoft.com/office/drawing/2014/main" id="{6C867C44-D5CE-94A1-4F9B-93080D29902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rot="446935">
            <a:off x="5238407" y="2276872"/>
            <a:ext cx="2325115" cy="1550077"/>
          </a:xfrm>
          <a:prstGeom prst="rect">
            <a:avLst/>
          </a:prstGeom>
        </p:spPr>
      </p:pic>
      <p:sp>
        <p:nvSpPr>
          <p:cNvPr id="10" name="TextBox 9">
            <a:extLst>
              <a:ext uri="{FF2B5EF4-FFF2-40B4-BE49-F238E27FC236}">
                <a16:creationId xmlns:a16="http://schemas.microsoft.com/office/drawing/2014/main" id="{76976244-5BA3-DAEF-7C8F-2C2CA640CCEF}"/>
              </a:ext>
            </a:extLst>
          </p:cNvPr>
          <p:cNvSpPr txBox="1"/>
          <p:nvPr/>
        </p:nvSpPr>
        <p:spPr>
          <a:xfrm>
            <a:off x="1835696" y="4941168"/>
            <a:ext cx="4752528" cy="923330"/>
          </a:xfrm>
          <a:prstGeom prst="rect">
            <a:avLst/>
          </a:prstGeom>
          <a:noFill/>
        </p:spPr>
        <p:txBody>
          <a:bodyPr wrap="square" rtlCol="0">
            <a:spAutoFit/>
          </a:bodyPr>
          <a:lstStyle/>
          <a:p>
            <a:r>
              <a:rPr lang="en-AU" dirty="0"/>
              <a:t>Slava Ukraini = National salute.</a:t>
            </a:r>
          </a:p>
          <a:p>
            <a:endParaRPr lang="en-AU" dirty="0"/>
          </a:p>
          <a:p>
            <a:r>
              <a:rPr lang="en-AU" dirty="0"/>
              <a:t>Glory to Ukraine</a:t>
            </a:r>
          </a:p>
        </p:txBody>
      </p:sp>
    </p:spTree>
    <p:extLst>
      <p:ext uri="{BB962C8B-B14F-4D97-AF65-F5344CB8AC3E}">
        <p14:creationId xmlns:p14="http://schemas.microsoft.com/office/powerpoint/2010/main" val="3382133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C0680FE8-1CD8-F2D6-5DC5-72EB58DC1322}"/>
              </a:ext>
            </a:extLst>
          </p:cNvPr>
          <p:cNvSpPr>
            <a:spLocks noGrp="1"/>
          </p:cNvSpPr>
          <p:nvPr>
            <p:ph type="title"/>
          </p:nvPr>
        </p:nvSpPr>
        <p:spPr>
          <a:xfrm>
            <a:off x="1944688" y="623888"/>
            <a:ext cx="6589712" cy="1281112"/>
          </a:xfrm>
        </p:spPr>
        <p:txBody>
          <a:bodyPr/>
          <a:lstStyle/>
          <a:p>
            <a:pPr eaLnBrk="1" hangingPunct="1"/>
            <a:r>
              <a:rPr lang="en-AU" altLang="en-US"/>
              <a:t>Today’s Learning Intentions</a:t>
            </a:r>
          </a:p>
        </p:txBody>
      </p:sp>
      <p:sp>
        <p:nvSpPr>
          <p:cNvPr id="23555" name="Content Placeholder 2">
            <a:extLst>
              <a:ext uri="{FF2B5EF4-FFF2-40B4-BE49-F238E27FC236}">
                <a16:creationId xmlns:a16="http://schemas.microsoft.com/office/drawing/2014/main" id="{F1E3CA01-DD07-59CD-2C74-802901FE3349}"/>
              </a:ext>
            </a:extLst>
          </p:cNvPr>
          <p:cNvSpPr>
            <a:spLocks noGrp="1"/>
          </p:cNvSpPr>
          <p:nvPr>
            <p:ph idx="1"/>
          </p:nvPr>
        </p:nvSpPr>
        <p:spPr>
          <a:xfrm>
            <a:off x="1619672" y="1905000"/>
            <a:ext cx="6591300" cy="3778250"/>
          </a:xfrm>
        </p:spPr>
        <p:txBody>
          <a:bodyPr/>
          <a:lstStyle/>
          <a:p>
            <a:pPr eaLnBrk="1" hangingPunct="1"/>
            <a:r>
              <a:rPr lang="en-AU" altLang="en-US" dirty="0"/>
              <a:t>Students will be able to:</a:t>
            </a:r>
          </a:p>
          <a:p>
            <a:pPr eaLnBrk="1" hangingPunct="1"/>
            <a:r>
              <a:rPr lang="en-AU" altLang="en-US" dirty="0"/>
              <a:t>develop an understanding of the social features of American society in the 1920s.</a:t>
            </a:r>
          </a:p>
          <a:p>
            <a:pPr eaLnBrk="1" hangingPunct="1"/>
            <a:r>
              <a:rPr lang="en-AU" altLang="en-US" dirty="0"/>
              <a:t>Identify the elements in a source and the questions which may be asked in the Source Analysis Test in Week 8.</a:t>
            </a:r>
          </a:p>
          <a:p>
            <a:pPr marL="0" indent="0" eaLnBrk="1" hangingPunct="1">
              <a:buNone/>
            </a:pPr>
            <a:endParaRPr lang="en-AU" altLang="en-US" dirty="0"/>
          </a:p>
          <a:p>
            <a:pPr eaLnBrk="1" hangingPunct="1"/>
            <a:endParaRPr lang="en-AU"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Semester 1: We are here:</a:t>
            </a:r>
          </a:p>
        </p:txBody>
      </p:sp>
      <p:sp>
        <p:nvSpPr>
          <p:cNvPr id="3" name="Down Arrow 2"/>
          <p:cNvSpPr/>
          <p:nvPr/>
        </p:nvSpPr>
        <p:spPr>
          <a:xfrm>
            <a:off x="5580112" y="1556792"/>
            <a:ext cx="484632" cy="978408"/>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4">
            <a:extLst>
              <a:ext uri="{FF2B5EF4-FFF2-40B4-BE49-F238E27FC236}">
                <a16:creationId xmlns:a16="http://schemas.microsoft.com/office/drawing/2014/main" id="{DB63EA80-E89E-6C98-602E-1FD0B5105C17}"/>
              </a:ext>
            </a:extLst>
          </p:cNvPr>
          <p:cNvPicPr>
            <a:picLocks noChangeAspect="1"/>
          </p:cNvPicPr>
          <p:nvPr/>
        </p:nvPicPr>
        <p:blipFill>
          <a:blip r:embed="rId2"/>
          <a:stretch>
            <a:fillRect/>
          </a:stretch>
        </p:blipFill>
        <p:spPr>
          <a:xfrm>
            <a:off x="683568" y="2780928"/>
            <a:ext cx="8056424" cy="2655669"/>
          </a:xfrm>
          <a:prstGeom prst="rect">
            <a:avLst/>
          </a:prstGeom>
        </p:spPr>
      </p:pic>
    </p:spTree>
    <p:extLst>
      <p:ext uri="{BB962C8B-B14F-4D97-AF65-F5344CB8AC3E}">
        <p14:creationId xmlns:p14="http://schemas.microsoft.com/office/powerpoint/2010/main" val="3548116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D6F5D-12BE-C9EA-C4F0-44F91CDD9C34}"/>
              </a:ext>
            </a:extLst>
          </p:cNvPr>
          <p:cNvSpPr>
            <a:spLocks noGrp="1"/>
          </p:cNvSpPr>
          <p:nvPr>
            <p:ph type="title"/>
          </p:nvPr>
        </p:nvSpPr>
        <p:spPr>
          <a:xfrm>
            <a:off x="1265751" y="620688"/>
            <a:ext cx="3102795" cy="1280890"/>
          </a:xfrm>
        </p:spPr>
        <p:txBody>
          <a:bodyPr>
            <a:normAutofit/>
          </a:bodyPr>
          <a:lstStyle/>
          <a:p>
            <a:pPr>
              <a:lnSpc>
                <a:spcPct val="90000"/>
              </a:lnSpc>
            </a:pPr>
            <a:r>
              <a:rPr lang="en-AU" sz="2800" dirty="0"/>
              <a:t>Assessment Task 1</a:t>
            </a:r>
            <a:r>
              <a:rPr lang="en-AU" sz="2800"/>
              <a:t>: Self-Reflections</a:t>
            </a:r>
            <a:endParaRPr lang="en-AU" sz="2800" dirty="0"/>
          </a:p>
        </p:txBody>
      </p:sp>
      <p:sp>
        <p:nvSpPr>
          <p:cNvPr id="3" name="Content Placeholder 2">
            <a:extLst>
              <a:ext uri="{FF2B5EF4-FFF2-40B4-BE49-F238E27FC236}">
                <a16:creationId xmlns:a16="http://schemas.microsoft.com/office/drawing/2014/main" id="{F2EB0830-EDA9-C36F-010A-27B8C4467DF4}"/>
              </a:ext>
            </a:extLst>
          </p:cNvPr>
          <p:cNvSpPr>
            <a:spLocks noGrp="1"/>
          </p:cNvSpPr>
          <p:nvPr>
            <p:ph idx="1"/>
          </p:nvPr>
        </p:nvSpPr>
        <p:spPr>
          <a:xfrm>
            <a:off x="1262967" y="2133600"/>
            <a:ext cx="3105579" cy="3777622"/>
          </a:xfrm>
        </p:spPr>
        <p:txBody>
          <a:bodyPr>
            <a:normAutofit/>
          </a:bodyPr>
          <a:lstStyle/>
          <a:p>
            <a:r>
              <a:rPr lang="en-AU" sz="1400" dirty="0">
                <a:solidFill>
                  <a:srgbClr val="000000"/>
                </a:solidFill>
              </a:rPr>
              <a:t>These Self-Reflections are</a:t>
            </a:r>
            <a:r>
              <a:rPr lang="en-AU" sz="1400" dirty="0">
                <a:solidFill>
                  <a:srgbClr val="FF0000"/>
                </a:solidFill>
              </a:rPr>
              <a:t> due now</a:t>
            </a:r>
            <a:r>
              <a:rPr lang="en-AU" sz="1400" dirty="0">
                <a:solidFill>
                  <a:srgbClr val="000000"/>
                </a:solidFill>
              </a:rPr>
              <a:t>. Please complete as soon as possible and upload for feedback.</a:t>
            </a:r>
          </a:p>
          <a:p>
            <a:r>
              <a:rPr lang="en-AU" sz="1400" dirty="0">
                <a:solidFill>
                  <a:srgbClr val="000000"/>
                </a:solidFill>
              </a:rPr>
              <a:t>Below is an excellent example of a student who really understood my critical feedback. </a:t>
            </a:r>
          </a:p>
          <a:p>
            <a:endParaRPr lang="en-AU" sz="1400" dirty="0">
              <a:solidFill>
                <a:srgbClr val="000000"/>
              </a:solidFill>
            </a:endParaRPr>
          </a:p>
        </p:txBody>
      </p:sp>
      <p:pic>
        <p:nvPicPr>
          <p:cNvPr id="7" name="Picture 6" descr="A yellow emoticon pointing at something&#10;&#10;Description automatically generated">
            <a:extLst>
              <a:ext uri="{FF2B5EF4-FFF2-40B4-BE49-F238E27FC236}">
                <a16:creationId xmlns:a16="http://schemas.microsoft.com/office/drawing/2014/main" id="{D5C6AFB4-11FC-6FC9-E638-EF9C1560FBC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472191" y="1620033"/>
            <a:ext cx="1920799" cy="1479015"/>
          </a:xfrm>
          <a:prstGeom prst="rect">
            <a:avLst/>
          </a:prstGeom>
        </p:spPr>
      </p:pic>
      <p:pic>
        <p:nvPicPr>
          <p:cNvPr id="5" name="Picture 4">
            <a:extLst>
              <a:ext uri="{FF2B5EF4-FFF2-40B4-BE49-F238E27FC236}">
                <a16:creationId xmlns:a16="http://schemas.microsoft.com/office/drawing/2014/main" id="{12CB3B59-A953-00F5-E7CA-742AC5F7C8E8}"/>
              </a:ext>
            </a:extLst>
          </p:cNvPr>
          <p:cNvPicPr>
            <a:picLocks noChangeAspect="1"/>
          </p:cNvPicPr>
          <p:nvPr/>
        </p:nvPicPr>
        <p:blipFill>
          <a:blip r:embed="rId4"/>
          <a:stretch>
            <a:fillRect/>
          </a:stretch>
        </p:blipFill>
        <p:spPr>
          <a:xfrm>
            <a:off x="1115616" y="4293096"/>
            <a:ext cx="6294134" cy="1510591"/>
          </a:xfrm>
          <a:prstGeom prst="rect">
            <a:avLst/>
          </a:prstGeom>
        </p:spPr>
      </p:pic>
    </p:spTree>
    <p:extLst>
      <p:ext uri="{BB962C8B-B14F-4D97-AF65-F5344CB8AC3E}">
        <p14:creationId xmlns:p14="http://schemas.microsoft.com/office/powerpoint/2010/main" val="1614536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20DEB286-D4DE-052D-43E1-8DED56D183AE}"/>
              </a:ext>
            </a:extLst>
          </p:cNvPr>
          <p:cNvSpPr>
            <a:spLocks noGrp="1"/>
          </p:cNvSpPr>
          <p:nvPr>
            <p:ph type="title"/>
          </p:nvPr>
        </p:nvSpPr>
        <p:spPr>
          <a:xfrm>
            <a:off x="1944688" y="623888"/>
            <a:ext cx="6589712" cy="1281112"/>
          </a:xfrm>
        </p:spPr>
        <p:txBody>
          <a:bodyPr/>
          <a:lstStyle/>
          <a:p>
            <a:r>
              <a:rPr lang="en-AU" altLang="en-US"/>
              <a:t>Before Google:</a:t>
            </a:r>
          </a:p>
        </p:txBody>
      </p:sp>
      <p:pic>
        <p:nvPicPr>
          <p:cNvPr id="21507" name="Picture 2">
            <a:extLst>
              <a:ext uri="{FF2B5EF4-FFF2-40B4-BE49-F238E27FC236}">
                <a16:creationId xmlns:a16="http://schemas.microsoft.com/office/drawing/2014/main" id="{531AAEC0-5740-C1E1-06E7-BD770B606D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8863" y="2198688"/>
            <a:ext cx="4298950" cy="331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3BDF2916-06C0-A16F-9EFC-DE1EC815BD83}"/>
              </a:ext>
            </a:extLst>
          </p:cNvPr>
          <p:cNvSpPr>
            <a:spLocks noGrp="1"/>
          </p:cNvSpPr>
          <p:nvPr>
            <p:ph type="title"/>
          </p:nvPr>
        </p:nvSpPr>
        <p:spPr>
          <a:xfrm>
            <a:off x="1944688" y="623888"/>
            <a:ext cx="6589712" cy="1281112"/>
          </a:xfrm>
        </p:spPr>
        <p:txBody>
          <a:bodyPr/>
          <a:lstStyle/>
          <a:p>
            <a:r>
              <a:rPr lang="en-AU" altLang="en-US"/>
              <a:t>Question time:</a:t>
            </a:r>
          </a:p>
        </p:txBody>
      </p:sp>
      <p:sp>
        <p:nvSpPr>
          <p:cNvPr id="24579" name="Content Placeholder 2">
            <a:extLst>
              <a:ext uri="{FF2B5EF4-FFF2-40B4-BE49-F238E27FC236}">
                <a16:creationId xmlns:a16="http://schemas.microsoft.com/office/drawing/2014/main" id="{9FC8D89E-EB98-9EBF-221C-6EC531EEF99F}"/>
              </a:ext>
            </a:extLst>
          </p:cNvPr>
          <p:cNvSpPr>
            <a:spLocks noGrp="1"/>
          </p:cNvSpPr>
          <p:nvPr>
            <p:ph idx="1"/>
          </p:nvPr>
        </p:nvSpPr>
        <p:spPr>
          <a:xfrm>
            <a:off x="1619672" y="1273570"/>
            <a:ext cx="6591300" cy="3776662"/>
          </a:xfrm>
        </p:spPr>
        <p:txBody>
          <a:bodyPr/>
          <a:lstStyle/>
          <a:p>
            <a:r>
              <a:rPr lang="en-AU" altLang="en-US" dirty="0"/>
              <a:t>Do you have any questions to ask me?</a:t>
            </a:r>
          </a:p>
        </p:txBody>
      </p:sp>
      <p:pic>
        <p:nvPicPr>
          <p:cNvPr id="24580" name="Picture 3" descr="Grammar &amp; Usage - Excelsior College OWL">
            <a:extLst>
              <a:ext uri="{FF2B5EF4-FFF2-40B4-BE49-F238E27FC236}">
                <a16:creationId xmlns:a16="http://schemas.microsoft.com/office/drawing/2014/main" id="{2F0153BE-3999-DD50-4820-5124C7C764B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56325" y="2133600"/>
            <a:ext cx="1989138"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AB8FC1E7-B793-DAE0-9330-169D07C8B080}"/>
              </a:ext>
            </a:extLst>
          </p:cNvPr>
          <p:cNvSpPr txBox="1"/>
          <p:nvPr/>
        </p:nvSpPr>
        <p:spPr>
          <a:xfrm>
            <a:off x="1196801" y="2740258"/>
            <a:ext cx="5112717" cy="369332"/>
          </a:xfrm>
          <a:prstGeom prst="rect">
            <a:avLst/>
          </a:prstGeom>
          <a:noFill/>
        </p:spPr>
        <p:txBody>
          <a:bodyPr wrap="square" rtlCol="0">
            <a:spAutoFit/>
          </a:bodyPr>
          <a:lstStyle/>
          <a:p>
            <a:r>
              <a:rPr lang="en-AU" dirty="0">
                <a:solidFill>
                  <a:srgbClr val="FF0000"/>
                </a:solidFill>
                <a:latin typeface="Gloucester MT Extra Condensed" panose="02030808020601010101" pitchFamily="18" charset="0"/>
              </a:rPr>
              <a:t>Yes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61B7A24E-50CA-60FD-5C4B-55A9FDF919CB}"/>
              </a:ext>
            </a:extLst>
          </p:cNvPr>
          <p:cNvSpPr>
            <a:spLocks noGrp="1"/>
          </p:cNvSpPr>
          <p:nvPr>
            <p:ph type="title"/>
          </p:nvPr>
        </p:nvSpPr>
        <p:spPr>
          <a:xfrm>
            <a:off x="1944688" y="623888"/>
            <a:ext cx="6589712" cy="1281112"/>
          </a:xfrm>
        </p:spPr>
        <p:txBody>
          <a:bodyPr/>
          <a:lstStyle/>
          <a:p>
            <a:r>
              <a:rPr lang="en-AU" altLang="en-US" sz="2000"/>
              <a:t>Review of Webex Lesson if you miss the lesson: To be sent within seven days of missing the lesson.</a:t>
            </a:r>
          </a:p>
        </p:txBody>
      </p:sp>
      <p:sp>
        <p:nvSpPr>
          <p:cNvPr id="4" name="Content Placeholder 2">
            <a:extLst>
              <a:ext uri="{FF2B5EF4-FFF2-40B4-BE49-F238E27FC236}">
                <a16:creationId xmlns:a16="http://schemas.microsoft.com/office/drawing/2014/main" id="{D7B0836D-B12B-1383-4540-502E2EE70881}"/>
              </a:ext>
            </a:extLst>
          </p:cNvPr>
          <p:cNvSpPr>
            <a:spLocks noGrp="1"/>
          </p:cNvSpPr>
          <p:nvPr>
            <p:ph idx="1"/>
          </p:nvPr>
        </p:nvSpPr>
        <p:spPr>
          <a:xfrm>
            <a:off x="1116013" y="1752600"/>
            <a:ext cx="7023100" cy="4481513"/>
          </a:xfrm>
          <a:solidFill>
            <a:schemeClr val="accent4">
              <a:lumMod val="20000"/>
              <a:lumOff val="80000"/>
            </a:schemeClr>
          </a:solidFill>
          <a:ln>
            <a:solidFill>
              <a:schemeClr val="accent1"/>
            </a:solidFill>
          </a:ln>
        </p:spPr>
        <p:txBody>
          <a:bodyPr/>
          <a:lstStyle/>
          <a:p>
            <a:pPr>
              <a:defRPr/>
            </a:pPr>
            <a:r>
              <a:rPr lang="en-AU" dirty="0"/>
              <a:t>What I learnt today:</a:t>
            </a:r>
          </a:p>
          <a:p>
            <a:pPr>
              <a:defRPr/>
            </a:pPr>
            <a:endParaRPr lang="en-AU" dirty="0"/>
          </a:p>
          <a:p>
            <a:pPr>
              <a:defRPr/>
            </a:pPr>
            <a:endParaRPr lang="en-AU" dirty="0"/>
          </a:p>
          <a:p>
            <a:pPr>
              <a:defRPr/>
            </a:pPr>
            <a:r>
              <a:rPr lang="en-AU" dirty="0"/>
              <a:t>What went well:</a:t>
            </a:r>
          </a:p>
          <a:p>
            <a:pPr>
              <a:defRPr/>
            </a:pPr>
            <a:endParaRPr lang="en-AU" dirty="0"/>
          </a:p>
          <a:p>
            <a:pPr>
              <a:defRPr/>
            </a:pPr>
            <a:endParaRPr lang="en-AU" dirty="0"/>
          </a:p>
          <a:p>
            <a:pPr>
              <a:defRPr/>
            </a:pPr>
            <a:r>
              <a:rPr lang="en-AU" dirty="0"/>
              <a:t>Even better if: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36149BD4-FA9A-6194-6160-8D0E66B7DAEA}"/>
              </a:ext>
            </a:extLst>
          </p:cNvPr>
          <p:cNvSpPr>
            <a:spLocks noGrp="1"/>
          </p:cNvSpPr>
          <p:nvPr>
            <p:ph type="title"/>
          </p:nvPr>
        </p:nvSpPr>
        <p:spPr>
          <a:xfrm>
            <a:off x="1944688" y="623888"/>
            <a:ext cx="6589712" cy="1281112"/>
          </a:xfrm>
        </p:spPr>
        <p:txBody>
          <a:bodyPr/>
          <a:lstStyle/>
          <a:p>
            <a:r>
              <a:rPr lang="en-AU" altLang="en-US"/>
              <a:t>Where are you right now?</a:t>
            </a:r>
          </a:p>
        </p:txBody>
      </p:sp>
      <p:pic>
        <p:nvPicPr>
          <p:cNvPr id="54275" name="Picture 2" descr="Sea Floor, Sea Depth, Sea Sand Underwater, Sea Bottom | Flickr">
            <a:extLst>
              <a:ext uri="{FF2B5EF4-FFF2-40B4-BE49-F238E27FC236}">
                <a16:creationId xmlns:a16="http://schemas.microsoft.com/office/drawing/2014/main" id="{0065362D-50E6-EAFA-473E-01E31718DE8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2349500"/>
            <a:ext cx="5835650" cy="437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6" name="Picture 3" descr="Yacht PNG Transparent Images | PNG All">
            <a:extLst>
              <a:ext uri="{FF2B5EF4-FFF2-40B4-BE49-F238E27FC236}">
                <a16:creationId xmlns:a16="http://schemas.microsoft.com/office/drawing/2014/main" id="{5745A02A-5CD8-2EEA-729C-B33FB53DD4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94050" y="1116013"/>
            <a:ext cx="2974975"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5173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F4EFFC3C-F63B-2AC0-5D89-E2EA010F9455}"/>
              </a:ext>
            </a:extLst>
          </p:cNvPr>
          <p:cNvSpPr>
            <a:spLocks noGrp="1"/>
          </p:cNvSpPr>
          <p:nvPr>
            <p:ph type="title"/>
          </p:nvPr>
        </p:nvSpPr>
        <p:spPr>
          <a:xfrm>
            <a:off x="1944688" y="623888"/>
            <a:ext cx="6589712" cy="1281112"/>
          </a:xfrm>
        </p:spPr>
        <p:txBody>
          <a:bodyPr/>
          <a:lstStyle/>
          <a:p>
            <a:r>
              <a:rPr lang="en-AU" altLang="en-US"/>
              <a:t>FIVE (5) key steps to success in Source Analysis</a:t>
            </a:r>
          </a:p>
        </p:txBody>
      </p:sp>
      <p:sp>
        <p:nvSpPr>
          <p:cNvPr id="31747" name="Content Placeholder 2">
            <a:extLst>
              <a:ext uri="{FF2B5EF4-FFF2-40B4-BE49-F238E27FC236}">
                <a16:creationId xmlns:a16="http://schemas.microsoft.com/office/drawing/2014/main" id="{1CD79430-87E9-9948-5BC8-0E0E53720753}"/>
              </a:ext>
            </a:extLst>
          </p:cNvPr>
          <p:cNvSpPr>
            <a:spLocks noGrp="1"/>
          </p:cNvSpPr>
          <p:nvPr>
            <p:ph idx="1"/>
          </p:nvPr>
        </p:nvSpPr>
        <p:spPr>
          <a:xfrm>
            <a:off x="1943100" y="2133600"/>
            <a:ext cx="6591300" cy="3778250"/>
          </a:xfrm>
        </p:spPr>
        <p:txBody>
          <a:bodyPr/>
          <a:lstStyle/>
          <a:p>
            <a:pPr marL="0" indent="0">
              <a:buFont typeface="Wingdings 3" panose="05040102010807070707" pitchFamily="18" charset="2"/>
              <a:buNone/>
              <a:defRPr/>
            </a:pPr>
            <a:endParaRPr lang="en-AU" dirty="0"/>
          </a:p>
          <a:p>
            <a:pPr>
              <a:buFont typeface="+mj-lt"/>
              <a:buAutoNum type="arabicPeriod"/>
              <a:defRPr/>
            </a:pPr>
            <a:r>
              <a:rPr lang="en-AU" sz="1600" dirty="0"/>
              <a:t>Know your content knowledge</a:t>
            </a:r>
          </a:p>
          <a:p>
            <a:pPr>
              <a:buFont typeface="+mj-lt"/>
              <a:buAutoNum type="arabicPeriod"/>
              <a:defRPr/>
            </a:pPr>
            <a:r>
              <a:rPr lang="en-AU" sz="1600" dirty="0"/>
              <a:t>Understand the intent of each question – that is, what is being asked in each question</a:t>
            </a:r>
          </a:p>
          <a:p>
            <a:pPr>
              <a:buFont typeface="+mj-lt"/>
              <a:buAutoNum type="arabicPeriod"/>
              <a:defRPr/>
            </a:pPr>
            <a:r>
              <a:rPr lang="en-AU" sz="1600" dirty="0"/>
              <a:t>Practise analysing sources and acquire a sound general knowledge</a:t>
            </a:r>
          </a:p>
          <a:p>
            <a:pPr>
              <a:buFont typeface="+mj-lt"/>
              <a:buAutoNum type="arabicPeriod"/>
              <a:defRPr/>
            </a:pPr>
            <a:r>
              <a:rPr lang="en-AU" sz="1600" dirty="0"/>
              <a:t>Good time management</a:t>
            </a:r>
          </a:p>
          <a:p>
            <a:pPr>
              <a:buFont typeface="+mj-lt"/>
              <a:buAutoNum type="arabicPeriod"/>
              <a:defRPr/>
            </a:pPr>
            <a:r>
              <a:rPr lang="en-AU" sz="1600" dirty="0"/>
              <a:t>Planning of all responses</a:t>
            </a:r>
          </a:p>
          <a:p>
            <a:pPr>
              <a:defRPr/>
            </a:pPr>
            <a:endParaRPr lang="en-AU"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BFBF4-E2E1-4F76-AE56-4C3DD316A4C0}"/>
              </a:ext>
            </a:extLst>
          </p:cNvPr>
          <p:cNvSpPr>
            <a:spLocks noGrp="1"/>
          </p:cNvSpPr>
          <p:nvPr>
            <p:ph type="title"/>
          </p:nvPr>
        </p:nvSpPr>
        <p:spPr>
          <a:xfrm>
            <a:off x="1691680" y="188640"/>
            <a:ext cx="6589199" cy="1280890"/>
          </a:xfrm>
        </p:spPr>
        <p:txBody>
          <a:bodyPr/>
          <a:lstStyle/>
          <a:p>
            <a:r>
              <a:rPr lang="en-AU" sz="2800" dirty="0"/>
              <a:t>Content which may be covered in the three sources:</a:t>
            </a:r>
          </a:p>
        </p:txBody>
      </p:sp>
      <p:sp>
        <p:nvSpPr>
          <p:cNvPr id="3" name="Content Placeholder 2">
            <a:extLst>
              <a:ext uri="{FF2B5EF4-FFF2-40B4-BE49-F238E27FC236}">
                <a16:creationId xmlns:a16="http://schemas.microsoft.com/office/drawing/2014/main" id="{581D993E-5936-F4EA-E796-CB438FC3317F}"/>
              </a:ext>
            </a:extLst>
          </p:cNvPr>
          <p:cNvSpPr>
            <a:spLocks noGrp="1"/>
          </p:cNvSpPr>
          <p:nvPr>
            <p:ph idx="1"/>
          </p:nvPr>
        </p:nvSpPr>
        <p:spPr>
          <a:xfrm>
            <a:off x="1691680" y="980728"/>
            <a:ext cx="6591985" cy="3777622"/>
          </a:xfrm>
        </p:spPr>
        <p:txBody>
          <a:bodyPr/>
          <a:lstStyle/>
          <a:p>
            <a:pPr marL="342900" lvl="0" indent="-342900">
              <a:lnSpc>
                <a:spcPct val="115000"/>
              </a:lnSpc>
              <a:spcAft>
                <a:spcPts val="600"/>
              </a:spcAft>
              <a:buFont typeface="Symbol" panose="05050102010706020507" pitchFamily="18"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the impact on American capitalism of </a:t>
            </a:r>
          </a:p>
          <a:p>
            <a:pPr marL="342900" lvl="0" indent="-342900">
              <a:lnSpc>
                <a:spcPct val="115000"/>
              </a:lnSpc>
              <a:spcAft>
                <a:spcPts val="600"/>
              </a:spcAft>
              <a:buFont typeface="Wingdings" panose="05000000000000000000" pitchFamily="2"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the 1920s </a:t>
            </a:r>
          </a:p>
          <a:p>
            <a:pPr marL="342900" lvl="0" indent="-342900">
              <a:lnSpc>
                <a:spcPct val="115000"/>
              </a:lnSpc>
              <a:spcAft>
                <a:spcPts val="600"/>
              </a:spcAft>
              <a:buFont typeface="Wingdings" panose="05000000000000000000" pitchFamily="2"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the growth of consumerism</a:t>
            </a:r>
          </a:p>
          <a:p>
            <a:pPr marL="342900" lvl="0" indent="-342900">
              <a:lnSpc>
                <a:spcPct val="115000"/>
              </a:lnSpc>
              <a:spcAft>
                <a:spcPts val="600"/>
              </a:spcAft>
              <a:buFont typeface="Symbol" panose="05050102010706020507" pitchFamily="18"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the nature of American capitalism and the shaping of American values, for example:</a:t>
            </a:r>
          </a:p>
          <a:p>
            <a:pPr marL="342900" lvl="0" indent="-342900">
              <a:lnSpc>
                <a:spcPct val="115000"/>
              </a:lnSpc>
              <a:spcAft>
                <a:spcPts val="600"/>
              </a:spcAft>
              <a:buFont typeface="Wingdings" panose="05000000000000000000" pitchFamily="2"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film and fashion</a:t>
            </a:r>
          </a:p>
          <a:p>
            <a:pPr marL="342900" lvl="0" indent="-342900">
              <a:lnSpc>
                <a:spcPct val="115000"/>
              </a:lnSpc>
              <a:spcAft>
                <a:spcPts val="600"/>
              </a:spcAft>
              <a:buFont typeface="Wingdings" panose="05000000000000000000" pitchFamily="2"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prohibition</a:t>
            </a:r>
          </a:p>
          <a:p>
            <a:pPr marL="342900" lvl="0" indent="-342900">
              <a:lnSpc>
                <a:spcPct val="115000"/>
              </a:lnSpc>
              <a:spcAft>
                <a:spcPts val="600"/>
              </a:spcAft>
              <a:buFont typeface="Wingdings" panose="05000000000000000000" pitchFamily="2"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the ‘Jazz Age’</a:t>
            </a:r>
          </a:p>
          <a:p>
            <a:pPr marL="342900" lvl="0" indent="-342900">
              <a:lnSpc>
                <a:spcPct val="115000"/>
              </a:lnSpc>
              <a:spcAft>
                <a:spcPts val="600"/>
              </a:spcAft>
              <a:buFont typeface="Wingdings" panose="05000000000000000000" pitchFamily="2"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the Ku Klux Klan </a:t>
            </a:r>
          </a:p>
          <a:p>
            <a:pPr marL="342900" lvl="0" indent="-342900">
              <a:lnSpc>
                <a:spcPct val="115000"/>
              </a:lnSpc>
              <a:spcAft>
                <a:spcPts val="600"/>
              </a:spcAft>
              <a:buFont typeface="Wingdings" panose="05000000000000000000" pitchFamily="2"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social Darwinism </a:t>
            </a:r>
          </a:p>
          <a:p>
            <a:pPr marL="342900" lvl="0" indent="-342900">
              <a:lnSpc>
                <a:spcPct val="115000"/>
              </a:lnSpc>
              <a:spcAft>
                <a:spcPts val="600"/>
              </a:spcAft>
              <a:buFont typeface="Wingdings" panose="05000000000000000000" pitchFamily="2"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the American Dream</a:t>
            </a:r>
          </a:p>
          <a:p>
            <a:endParaRPr lang="en-AU" dirty="0"/>
          </a:p>
        </p:txBody>
      </p:sp>
      <p:sp>
        <p:nvSpPr>
          <p:cNvPr id="4" name="TextBox 3">
            <a:extLst>
              <a:ext uri="{FF2B5EF4-FFF2-40B4-BE49-F238E27FC236}">
                <a16:creationId xmlns:a16="http://schemas.microsoft.com/office/drawing/2014/main" id="{497720F7-8659-B6CF-BFE3-CBAADCF78E00}"/>
              </a:ext>
            </a:extLst>
          </p:cNvPr>
          <p:cNvSpPr txBox="1"/>
          <p:nvPr/>
        </p:nvSpPr>
        <p:spPr>
          <a:xfrm rot="20875166">
            <a:off x="5148064" y="1700808"/>
            <a:ext cx="2880320" cy="369332"/>
          </a:xfrm>
          <a:prstGeom prst="rect">
            <a:avLst/>
          </a:prstGeom>
          <a:noFill/>
        </p:spPr>
        <p:txBody>
          <a:bodyPr wrap="square" rtlCol="0">
            <a:spAutoFit/>
          </a:bodyPr>
          <a:lstStyle/>
          <a:p>
            <a:r>
              <a:rPr lang="en-AU" dirty="0">
                <a:solidFill>
                  <a:srgbClr val="FF0000"/>
                </a:solidFill>
              </a:rPr>
              <a:t>Remember LACK PANTS</a:t>
            </a:r>
          </a:p>
        </p:txBody>
      </p:sp>
    </p:spTree>
    <p:extLst>
      <p:ext uri="{BB962C8B-B14F-4D97-AF65-F5344CB8AC3E}">
        <p14:creationId xmlns:p14="http://schemas.microsoft.com/office/powerpoint/2010/main" val="1718559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B2D6E-7B6B-8445-8734-D784EEAF5237}"/>
              </a:ext>
            </a:extLst>
          </p:cNvPr>
          <p:cNvSpPr>
            <a:spLocks noGrp="1"/>
          </p:cNvSpPr>
          <p:nvPr>
            <p:ph type="title"/>
          </p:nvPr>
        </p:nvSpPr>
        <p:spPr>
          <a:xfrm>
            <a:off x="1475656" y="306333"/>
            <a:ext cx="6589199" cy="1280890"/>
          </a:xfrm>
        </p:spPr>
        <p:txBody>
          <a:bodyPr/>
          <a:lstStyle/>
          <a:p>
            <a:r>
              <a:rPr lang="en-AU" sz="2800" dirty="0"/>
              <a:t>Content which may be covered in the three sources:</a:t>
            </a:r>
          </a:p>
        </p:txBody>
      </p:sp>
      <p:sp>
        <p:nvSpPr>
          <p:cNvPr id="3" name="Content Placeholder 2">
            <a:extLst>
              <a:ext uri="{FF2B5EF4-FFF2-40B4-BE49-F238E27FC236}">
                <a16:creationId xmlns:a16="http://schemas.microsoft.com/office/drawing/2014/main" id="{5492E641-6B95-7AFB-FD15-ED0C61B8413F}"/>
              </a:ext>
            </a:extLst>
          </p:cNvPr>
          <p:cNvSpPr>
            <a:spLocks noGrp="1"/>
          </p:cNvSpPr>
          <p:nvPr>
            <p:ph idx="1"/>
          </p:nvPr>
        </p:nvSpPr>
        <p:spPr>
          <a:xfrm>
            <a:off x="1331640" y="1540189"/>
            <a:ext cx="6591985" cy="3777622"/>
          </a:xfrm>
        </p:spPr>
        <p:txBody>
          <a:bodyPr/>
          <a:lstStyle/>
          <a:p>
            <a:r>
              <a:rPr lang="en-AU" sz="1800" dirty="0">
                <a:effectLst/>
                <a:latin typeface="Calibri" panose="020F0502020204030204" pitchFamily="34" charset="0"/>
                <a:ea typeface="MS PGothic" panose="020B0600070205080204" pitchFamily="34" charset="-128"/>
                <a:cs typeface="Latha" panose="020B0604020202020204" pitchFamily="34" charset="0"/>
              </a:rPr>
              <a:t>the impact of capitalism on different groups within American society</a:t>
            </a:r>
          </a:p>
          <a:p>
            <a:r>
              <a:rPr lang="en-AU" sz="1800" dirty="0">
                <a:effectLst/>
                <a:latin typeface="Calibri" panose="020F0502020204030204" pitchFamily="34" charset="0"/>
                <a:ea typeface="MS PGothic" panose="020B0600070205080204" pitchFamily="34" charset="-128"/>
                <a:cs typeface="Latha" panose="020B0604020202020204" pitchFamily="34" charset="0"/>
              </a:rPr>
              <a:t>Calvin Coolidge</a:t>
            </a:r>
          </a:p>
          <a:p>
            <a:pPr marL="342900" lvl="0" indent="-342900">
              <a:lnSpc>
                <a:spcPct val="115000"/>
              </a:lnSpc>
              <a:spcAft>
                <a:spcPts val="600"/>
              </a:spcAft>
              <a:buFont typeface="Wingdings" panose="05000000000000000000" pitchFamily="2"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Helena Rubinstein</a:t>
            </a:r>
          </a:p>
          <a:p>
            <a:pPr marL="342900" lvl="0" indent="-342900">
              <a:lnSpc>
                <a:spcPct val="115000"/>
              </a:lnSpc>
              <a:spcAft>
                <a:spcPts val="600"/>
              </a:spcAft>
              <a:buFont typeface="Wingdings" panose="05000000000000000000" pitchFamily="2"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Florence Nightingale Graham, aka Elizabeth Arden </a:t>
            </a:r>
          </a:p>
          <a:p>
            <a:pPr marL="342900" lvl="0" indent="-342900">
              <a:lnSpc>
                <a:spcPct val="115000"/>
              </a:lnSpc>
              <a:spcAft>
                <a:spcPts val="600"/>
              </a:spcAft>
              <a:buFont typeface="Symbol" panose="05050102010706020507" pitchFamily="18" charset="2"/>
              <a:buChar char=""/>
            </a:pPr>
            <a:r>
              <a:rPr lang="en-AU" sz="1800" dirty="0">
                <a:effectLst/>
                <a:latin typeface="Calibri" panose="020F0502020204030204" pitchFamily="34" charset="0"/>
                <a:ea typeface="MS PGothic" panose="020B0600070205080204" pitchFamily="34" charset="-128"/>
                <a:cs typeface="Latha" panose="020B0604020202020204" pitchFamily="34" charset="0"/>
              </a:rPr>
              <a:t>the significance of capitalism as an idea in this period</a:t>
            </a:r>
          </a:p>
          <a:p>
            <a:endParaRPr lang="en-AU" dirty="0"/>
          </a:p>
        </p:txBody>
      </p:sp>
    </p:spTree>
    <p:extLst>
      <p:ext uri="{BB962C8B-B14F-4D97-AF65-F5344CB8AC3E}">
        <p14:creationId xmlns:p14="http://schemas.microsoft.com/office/powerpoint/2010/main" val="1298594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89B3F-497A-0687-A180-EB1DE12983A5}"/>
              </a:ext>
            </a:extLst>
          </p:cNvPr>
          <p:cNvSpPr>
            <a:spLocks noGrp="1"/>
          </p:cNvSpPr>
          <p:nvPr>
            <p:ph type="title"/>
          </p:nvPr>
        </p:nvSpPr>
        <p:spPr>
          <a:xfrm>
            <a:off x="1403648" y="908720"/>
            <a:ext cx="6589199" cy="1280890"/>
          </a:xfrm>
        </p:spPr>
        <p:txBody>
          <a:bodyPr/>
          <a:lstStyle/>
          <a:p>
            <a:r>
              <a:rPr lang="en-AU" sz="2400" dirty="0"/>
              <a:t>Assessment Task 2: Source Analysis Test – 10% Week 8</a:t>
            </a:r>
          </a:p>
        </p:txBody>
      </p:sp>
      <p:sp>
        <p:nvSpPr>
          <p:cNvPr id="3" name="Content Placeholder 2">
            <a:extLst>
              <a:ext uri="{FF2B5EF4-FFF2-40B4-BE49-F238E27FC236}">
                <a16:creationId xmlns:a16="http://schemas.microsoft.com/office/drawing/2014/main" id="{A9523B7A-6FED-AEEF-FAC7-484A5AB5A99B}"/>
              </a:ext>
            </a:extLst>
          </p:cNvPr>
          <p:cNvSpPr>
            <a:spLocks noGrp="1"/>
          </p:cNvSpPr>
          <p:nvPr>
            <p:ph idx="1"/>
          </p:nvPr>
        </p:nvSpPr>
        <p:spPr>
          <a:xfrm>
            <a:off x="1403648" y="2348880"/>
            <a:ext cx="6591985" cy="3777622"/>
          </a:xfrm>
        </p:spPr>
        <p:txBody>
          <a:bodyPr/>
          <a:lstStyle/>
          <a:p>
            <a:pPr eaLnBrk="1" hangingPunct="1"/>
            <a:r>
              <a:rPr lang="en-AU" altLang="en-US" sz="1600" i="1" dirty="0"/>
              <a:t>Please Note: Your Source Analysis Tests were sent to your Supervisors on Friday afternoon. Please check early in the week to see that they have received them. Not on the morning of the test please. </a:t>
            </a:r>
          </a:p>
          <a:p>
            <a:pPr eaLnBrk="1" hangingPunct="1"/>
            <a:endParaRPr lang="en-AU" altLang="en-US" sz="1600" i="1" dirty="0"/>
          </a:p>
          <a:p>
            <a:pPr eaLnBrk="1" hangingPunct="1"/>
            <a:r>
              <a:rPr lang="en-AU" altLang="en-US" sz="1600" dirty="0"/>
              <a:t>You will have THREE Sources ONLY based on Book 4.</a:t>
            </a:r>
          </a:p>
          <a:p>
            <a:pPr eaLnBrk="1" hangingPunct="1"/>
            <a:r>
              <a:rPr lang="en-AU" altLang="en-US" sz="1600" dirty="0"/>
              <a:t>You will have </a:t>
            </a:r>
            <a:r>
              <a:rPr lang="en-AU" altLang="en-US" sz="1600" b="1" dirty="0"/>
              <a:t>50 minutes </a:t>
            </a:r>
            <a:r>
              <a:rPr lang="en-AU" altLang="en-US" sz="1600" dirty="0"/>
              <a:t>for the test. </a:t>
            </a:r>
            <a:r>
              <a:rPr lang="en-AU" altLang="en-US" sz="1600" b="1" dirty="0"/>
              <a:t>5 minutes </a:t>
            </a:r>
            <a:r>
              <a:rPr lang="en-AU" altLang="en-US" sz="1600" dirty="0"/>
              <a:t>reading,</a:t>
            </a:r>
            <a:r>
              <a:rPr lang="en-AU" altLang="en-US" sz="1600" b="1" dirty="0"/>
              <a:t> 45 minutes </a:t>
            </a:r>
            <a:r>
              <a:rPr lang="en-AU" altLang="en-US" sz="1600" dirty="0"/>
              <a:t>writing time. </a:t>
            </a:r>
          </a:p>
          <a:p>
            <a:pPr eaLnBrk="1" hangingPunct="1"/>
            <a:r>
              <a:rPr lang="en-AU" altLang="en-US" sz="1600" dirty="0"/>
              <a:t>You will have </a:t>
            </a:r>
            <a:r>
              <a:rPr lang="en-AU" altLang="en-US" sz="1600" b="1" dirty="0"/>
              <a:t>five</a:t>
            </a:r>
            <a:r>
              <a:rPr lang="en-AU" altLang="en-US" sz="1600" dirty="0"/>
              <a:t> questions adding up to </a:t>
            </a:r>
            <a:r>
              <a:rPr lang="en-AU" altLang="en-US" sz="1600" b="1" dirty="0"/>
              <a:t>20 marks.</a:t>
            </a:r>
          </a:p>
          <a:p>
            <a:endParaRPr lang="en-AU" dirty="0"/>
          </a:p>
        </p:txBody>
      </p:sp>
    </p:spTree>
    <p:extLst>
      <p:ext uri="{BB962C8B-B14F-4D97-AF65-F5344CB8AC3E}">
        <p14:creationId xmlns:p14="http://schemas.microsoft.com/office/powerpoint/2010/main" val="256559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68087-85D1-8DCD-B467-F91F7F89074A}"/>
              </a:ext>
            </a:extLst>
          </p:cNvPr>
          <p:cNvSpPr>
            <a:spLocks noGrp="1"/>
          </p:cNvSpPr>
          <p:nvPr>
            <p:ph type="title"/>
          </p:nvPr>
        </p:nvSpPr>
        <p:spPr>
          <a:xfrm>
            <a:off x="1475656" y="34762"/>
            <a:ext cx="6589199" cy="1280890"/>
          </a:xfrm>
        </p:spPr>
        <p:txBody>
          <a:bodyPr/>
          <a:lstStyle/>
          <a:p>
            <a:r>
              <a:rPr lang="en-AU" dirty="0"/>
              <a:t>Questions which will be in your test:</a:t>
            </a:r>
          </a:p>
        </p:txBody>
      </p:sp>
      <p:sp>
        <p:nvSpPr>
          <p:cNvPr id="3" name="Content Placeholder 2">
            <a:extLst>
              <a:ext uri="{FF2B5EF4-FFF2-40B4-BE49-F238E27FC236}">
                <a16:creationId xmlns:a16="http://schemas.microsoft.com/office/drawing/2014/main" id="{B0647114-A8CD-127E-3FA4-34E8CD15B7AC}"/>
              </a:ext>
            </a:extLst>
          </p:cNvPr>
          <p:cNvSpPr>
            <a:spLocks noGrp="1"/>
          </p:cNvSpPr>
          <p:nvPr>
            <p:ph idx="1"/>
          </p:nvPr>
        </p:nvSpPr>
        <p:spPr>
          <a:xfrm>
            <a:off x="971600" y="1124744"/>
            <a:ext cx="6591985" cy="3777622"/>
          </a:xfrm>
        </p:spPr>
        <p:txBody>
          <a:bodyPr/>
          <a:lstStyle/>
          <a:p>
            <a:pPr marL="0" indent="0" algn="just">
              <a:lnSpc>
                <a:spcPct val="115000"/>
              </a:lnSpc>
              <a:buNone/>
            </a:pPr>
            <a:r>
              <a:rPr lang="en-AU" sz="1800" dirty="0">
                <a:effectLst/>
                <a:latin typeface="Calibri" panose="020F0502020204030204" pitchFamily="34" charset="0"/>
                <a:ea typeface="Times New Roman" panose="02020603050405020304" pitchFamily="18" charset="0"/>
                <a:cs typeface="Arial" panose="020B0604020202020204" pitchFamily="34" charset="0"/>
              </a:rPr>
              <a:t> </a:t>
            </a:r>
          </a:p>
          <a:p>
            <a:pPr marL="226695" indent="-226695" algn="just">
              <a:lnSpc>
                <a:spcPct val="115000"/>
              </a:lnSpc>
              <a:spcAft>
                <a:spcPts val="600"/>
              </a:spcAft>
            </a:pPr>
            <a:r>
              <a:rPr lang="en-AU" sz="1800" dirty="0">
                <a:effectLst/>
                <a:latin typeface="Calibri" panose="020F0502020204030204" pitchFamily="34" charset="0"/>
                <a:ea typeface="Times New Roman" panose="02020603050405020304" pitchFamily="18" charset="0"/>
                <a:cs typeface="Arial" panose="020B0604020202020204" pitchFamily="34" charset="0"/>
              </a:rPr>
              <a:t>(a) Identify the origins of </a:t>
            </a:r>
            <a:r>
              <a:rPr lang="en-AU" sz="1800" b="1" dirty="0">
                <a:effectLst/>
                <a:latin typeface="Calibri" panose="020F0502020204030204" pitchFamily="34" charset="0"/>
                <a:ea typeface="Times New Roman" panose="02020603050405020304" pitchFamily="18" charset="0"/>
                <a:cs typeface="Arial" panose="020B0604020202020204" pitchFamily="34" charset="0"/>
              </a:rPr>
              <a:t>Source 1</a:t>
            </a:r>
            <a:r>
              <a:rPr lang="en-AU" sz="1800" dirty="0">
                <a:effectLst/>
                <a:latin typeface="Calibri" panose="020F0502020204030204" pitchFamily="34" charset="0"/>
                <a:ea typeface="Times New Roman" panose="02020603050405020304" pitchFamily="18" charset="0"/>
                <a:cs typeface="Arial" panose="020B0604020202020204" pitchFamily="34" charset="0"/>
              </a:rPr>
              <a:t>.		(1 mark)</a:t>
            </a:r>
          </a:p>
          <a:p>
            <a:pPr marL="226695" indent="-226695" algn="just">
              <a:lnSpc>
                <a:spcPct val="115000"/>
              </a:lnSpc>
              <a:spcAft>
                <a:spcPts val="600"/>
              </a:spcAft>
            </a:pPr>
            <a:r>
              <a:rPr lang="en-AU" sz="1800" dirty="0">
                <a:effectLst/>
                <a:latin typeface="Calibri" panose="020F0502020204030204" pitchFamily="34" charset="0"/>
                <a:ea typeface="Calibri" panose="020F0502020204030204" pitchFamily="34" charset="0"/>
                <a:cs typeface="Calibri Light (Headings)"/>
              </a:rPr>
              <a:t>(b) Explain the historical context of </a:t>
            </a:r>
            <a:r>
              <a:rPr lang="en-AU" sz="1800" b="1" dirty="0">
                <a:effectLst/>
                <a:latin typeface="Calibri" panose="020F0502020204030204" pitchFamily="34" charset="0"/>
                <a:ea typeface="Calibri" panose="020F0502020204030204" pitchFamily="34" charset="0"/>
                <a:cs typeface="Calibri Light (Headings)"/>
              </a:rPr>
              <a:t>Source 1</a:t>
            </a:r>
            <a:r>
              <a:rPr lang="en-AU" sz="1800" dirty="0">
                <a:effectLst/>
                <a:latin typeface="Calibri" panose="020F0502020204030204" pitchFamily="34" charset="0"/>
                <a:ea typeface="Calibri" panose="020F0502020204030204" pitchFamily="34" charset="0"/>
                <a:cs typeface="Calibri Light (Headings)"/>
              </a:rPr>
              <a:t>. Include the relevant events, people and ideas depicted or represented in the source. 		   (4 marks)</a:t>
            </a:r>
            <a:endParaRPr lang="en-AU" dirty="0">
              <a:latin typeface="Calibri" panose="020F0502020204030204" pitchFamily="34" charset="0"/>
              <a:ea typeface="Calibri" panose="020F0502020204030204" pitchFamily="34" charset="0"/>
              <a:cs typeface="Arial" panose="020B0604020202020204" pitchFamily="34" charset="0"/>
            </a:endParaRPr>
          </a:p>
          <a:p>
            <a:pPr marL="226695" indent="-226695" algn="just">
              <a:lnSpc>
                <a:spcPct val="115000"/>
              </a:lnSpc>
              <a:spcAft>
                <a:spcPts val="600"/>
              </a:spcAft>
            </a:pPr>
            <a:r>
              <a:rPr lang="en-AU" sz="1800" dirty="0">
                <a:effectLst/>
                <a:latin typeface="Calibri" panose="020F0502020204030204" pitchFamily="34" charset="0"/>
                <a:ea typeface="Times New Roman" panose="02020603050405020304" pitchFamily="18" charset="0"/>
                <a:cs typeface="Arial" panose="020B0604020202020204" pitchFamily="34" charset="0"/>
              </a:rPr>
              <a:t>(c) Compare and contrast the messages of </a:t>
            </a:r>
            <a:r>
              <a:rPr lang="en-AU" sz="1800" b="1" dirty="0">
                <a:effectLst/>
                <a:latin typeface="Calibri" panose="020F0502020204030204" pitchFamily="34" charset="0"/>
                <a:ea typeface="Times New Roman" panose="02020603050405020304" pitchFamily="18" charset="0"/>
                <a:cs typeface="Arial" panose="020B0604020202020204" pitchFamily="34" charset="0"/>
              </a:rPr>
              <a:t>Source 2</a:t>
            </a:r>
            <a:r>
              <a:rPr lang="en-AU" sz="1800" dirty="0">
                <a:effectLst/>
                <a:latin typeface="Calibri" panose="020F0502020204030204" pitchFamily="34" charset="0"/>
                <a:ea typeface="Times New Roman" panose="02020603050405020304" pitchFamily="18" charset="0"/>
                <a:cs typeface="Arial" panose="020B0604020202020204" pitchFamily="34" charset="0"/>
              </a:rPr>
              <a:t> and </a:t>
            </a:r>
            <a:r>
              <a:rPr lang="en-AU" sz="1800" b="1" dirty="0">
                <a:effectLst/>
                <a:latin typeface="Calibri" panose="020F0502020204030204" pitchFamily="34" charset="0"/>
                <a:ea typeface="Times New Roman" panose="02020603050405020304" pitchFamily="18" charset="0"/>
                <a:cs typeface="Arial" panose="020B0604020202020204" pitchFamily="34" charset="0"/>
              </a:rPr>
              <a:t>Source 3</a:t>
            </a:r>
            <a:r>
              <a:rPr lang="en-AU" sz="1800" dirty="0">
                <a:effectLst/>
                <a:latin typeface="Calibri" panose="020F0502020204030204" pitchFamily="34" charset="0"/>
                <a:ea typeface="Times New Roman" panose="02020603050405020304" pitchFamily="18" charset="0"/>
                <a:cs typeface="Arial" panose="020B0604020202020204" pitchFamily="34" charset="0"/>
              </a:rPr>
              <a:t> relating to ………………………</a:t>
            </a:r>
            <a:r>
              <a:rPr lang="en-AU" sz="1800" dirty="0">
                <a:solidFill>
                  <a:srgbClr val="FF0000"/>
                </a:solidFill>
                <a:effectLst/>
                <a:latin typeface="Calibri" panose="020F0502020204030204" pitchFamily="34" charset="0"/>
                <a:ea typeface="Times New Roman" panose="02020603050405020304" pitchFamily="18" charset="0"/>
                <a:cs typeface="Arial" panose="020B0604020202020204" pitchFamily="34" charset="0"/>
              </a:rPr>
              <a:t>tag of question       </a:t>
            </a:r>
            <a:r>
              <a:rPr lang="en-AU" sz="1800" dirty="0">
                <a:effectLst/>
                <a:latin typeface="Calibri" panose="020F0502020204030204" pitchFamily="34" charset="0"/>
                <a:ea typeface="Times New Roman" panose="02020603050405020304" pitchFamily="18" charset="0"/>
                <a:cs typeface="Arial" panose="020B0604020202020204" pitchFamily="34" charset="0"/>
              </a:rPr>
              <a:t>(4 marks)</a:t>
            </a:r>
          </a:p>
          <a:p>
            <a:pPr marL="226695" indent="-226695">
              <a:lnSpc>
                <a:spcPct val="115000"/>
              </a:lnSpc>
            </a:pPr>
            <a:r>
              <a:rPr lang="en-AU" sz="1800" dirty="0">
                <a:effectLst/>
                <a:latin typeface="Calibri" panose="020F0502020204030204" pitchFamily="34" charset="0"/>
                <a:ea typeface="Times New Roman" panose="02020603050405020304" pitchFamily="18" charset="0"/>
                <a:cs typeface="Arial" panose="020B0604020202020204" pitchFamily="34" charset="0"/>
              </a:rPr>
              <a:t>(d) Discuss how </a:t>
            </a:r>
            <a:r>
              <a:rPr lang="en-AU" sz="1800" b="1" dirty="0">
                <a:effectLst/>
                <a:latin typeface="Calibri" panose="020F0502020204030204" pitchFamily="34" charset="0"/>
                <a:ea typeface="Times New Roman" panose="02020603050405020304" pitchFamily="18" charset="0"/>
                <a:cs typeface="Arial" panose="020B0604020202020204" pitchFamily="34" charset="0"/>
              </a:rPr>
              <a:t>Source 2</a:t>
            </a:r>
            <a:r>
              <a:rPr lang="en-AU" sz="1800" dirty="0">
                <a:effectLst/>
                <a:latin typeface="Calibri" panose="020F0502020204030204" pitchFamily="34" charset="0"/>
                <a:ea typeface="Times New Roman" panose="02020603050405020304" pitchFamily="18" charset="0"/>
                <a:cs typeface="Arial" panose="020B0604020202020204" pitchFamily="34" charset="0"/>
              </a:rPr>
              <a:t> and </a:t>
            </a:r>
            <a:r>
              <a:rPr lang="en-AU" sz="1800" b="1" dirty="0">
                <a:effectLst/>
                <a:latin typeface="Calibri" panose="020F0502020204030204" pitchFamily="34" charset="0"/>
                <a:ea typeface="Times New Roman" panose="02020603050405020304" pitchFamily="18" charset="0"/>
                <a:cs typeface="Arial" panose="020B0604020202020204" pitchFamily="34" charset="0"/>
              </a:rPr>
              <a:t>Source 3</a:t>
            </a:r>
            <a:r>
              <a:rPr lang="en-AU" sz="1800" dirty="0">
                <a:effectLst/>
                <a:latin typeface="Calibri" panose="020F0502020204030204" pitchFamily="34" charset="0"/>
                <a:ea typeface="Times New Roman" panose="02020603050405020304" pitchFamily="18" charset="0"/>
                <a:cs typeface="Arial" panose="020B0604020202020204" pitchFamily="34" charset="0"/>
              </a:rPr>
              <a:t> provide useful information for a historian …………………..</a:t>
            </a:r>
            <a:r>
              <a:rPr lang="en-AU" sz="1800" dirty="0">
                <a:solidFill>
                  <a:srgbClr val="FF0000"/>
                </a:solidFill>
                <a:effectLst/>
                <a:latin typeface="Calibri" panose="020F0502020204030204" pitchFamily="34" charset="0"/>
                <a:ea typeface="Times New Roman" panose="02020603050405020304" pitchFamily="18" charset="0"/>
                <a:cs typeface="Arial" panose="020B0604020202020204" pitchFamily="34" charset="0"/>
              </a:rPr>
              <a:t>tag of question</a:t>
            </a:r>
            <a:r>
              <a:rPr lang="en-AU" sz="1800" dirty="0">
                <a:effectLst/>
                <a:latin typeface="Calibri" panose="020F0502020204030204" pitchFamily="34" charset="0"/>
                <a:ea typeface="Times New Roman" panose="02020603050405020304" pitchFamily="18" charset="0"/>
                <a:cs typeface="Arial" panose="020B0604020202020204" pitchFamily="34" charset="0"/>
              </a:rPr>
              <a:t>	(5 marks)</a:t>
            </a:r>
          </a:p>
          <a:p>
            <a:pPr marL="226695" indent="-226695">
              <a:lnSpc>
                <a:spcPct val="115000"/>
              </a:lnSpc>
            </a:pPr>
            <a:r>
              <a:rPr lang="en-AU" sz="1800" dirty="0">
                <a:solidFill>
                  <a:schemeClr val="tx1"/>
                </a:solidFill>
                <a:effectLst/>
                <a:latin typeface="Calibri" panose="020F0502020204030204" pitchFamily="34" charset="0"/>
                <a:ea typeface="Calibri" panose="020F0502020204030204" pitchFamily="34" charset="0"/>
                <a:cs typeface="Calibri Light (Headings)"/>
              </a:rPr>
              <a:t>(e) Assess the extent to which </a:t>
            </a:r>
            <a:r>
              <a:rPr lang="en-AU" sz="1800" b="1" dirty="0">
                <a:solidFill>
                  <a:schemeClr val="tx1"/>
                </a:solidFill>
                <a:effectLst/>
                <a:latin typeface="Calibri" panose="020F0502020204030204" pitchFamily="34" charset="0"/>
                <a:ea typeface="Calibri" panose="020F0502020204030204" pitchFamily="34" charset="0"/>
                <a:cs typeface="Calibri Light (Headings)"/>
              </a:rPr>
              <a:t>Source 1, Source 2 and Source 3</a:t>
            </a:r>
            <a:r>
              <a:rPr lang="en-AU" sz="1800" dirty="0">
                <a:solidFill>
                  <a:schemeClr val="tx1"/>
                </a:solidFill>
                <a:effectLst/>
                <a:latin typeface="Calibri" panose="020F0502020204030204" pitchFamily="34" charset="0"/>
                <a:ea typeface="Calibri" panose="020F0502020204030204" pitchFamily="34" charset="0"/>
                <a:cs typeface="Calibri Light (Headings)"/>
              </a:rPr>
              <a:t> convey the impacts of …….</a:t>
            </a:r>
            <a:r>
              <a:rPr lang="en-AU" sz="1800" dirty="0">
                <a:solidFill>
                  <a:srgbClr val="FF0000"/>
                </a:solidFill>
                <a:effectLst/>
                <a:latin typeface="Calibri" panose="020F0502020204030204" pitchFamily="34" charset="0"/>
                <a:ea typeface="Calibri" panose="020F0502020204030204" pitchFamily="34" charset="0"/>
                <a:cs typeface="Calibri Light (Headings)"/>
              </a:rPr>
              <a:t>Tag of Question.</a:t>
            </a:r>
            <a:endParaRPr lang="en-AU" dirty="0">
              <a:solidFill>
                <a:srgbClr val="FF0000"/>
              </a:solidFill>
              <a:latin typeface="Calibri" panose="020F0502020204030204" pitchFamily="34" charset="0"/>
              <a:ea typeface="Times New Roman" panose="02020603050405020304" pitchFamily="18" charset="0"/>
              <a:cs typeface="Arial" panose="020B0604020202020204" pitchFamily="34" charset="0"/>
            </a:endParaRPr>
          </a:p>
          <a:p>
            <a:pPr marL="226695" indent="-226695">
              <a:lnSpc>
                <a:spcPct val="115000"/>
              </a:lnSpc>
            </a:pPr>
            <a:endParaRPr lang="en-AU" sz="1800" dirty="0">
              <a:effectLst/>
              <a:latin typeface="Calibri" panose="020F0502020204030204" pitchFamily="34" charset="0"/>
              <a:ea typeface="Times New Roman" panose="02020603050405020304" pitchFamily="18" charset="0"/>
              <a:cs typeface="Arial" panose="020B0604020202020204" pitchFamily="34" charset="0"/>
            </a:endParaRPr>
          </a:p>
          <a:p>
            <a:pPr marL="226695" indent="-226695">
              <a:lnSpc>
                <a:spcPct val="115000"/>
              </a:lnSpc>
            </a:pPr>
            <a:r>
              <a:rPr lang="en-AU" dirty="0">
                <a:solidFill>
                  <a:srgbClr val="FF0000"/>
                </a:solidFill>
                <a:latin typeface="Calibri" panose="020F0502020204030204" pitchFamily="34" charset="0"/>
                <a:ea typeface="Times New Roman" panose="02020603050405020304" pitchFamily="18" charset="0"/>
                <a:cs typeface="Arial" panose="020B0604020202020204" pitchFamily="34" charset="0"/>
              </a:rPr>
              <a:t>This question will be scaffolded for you. </a:t>
            </a:r>
            <a:endParaRPr lang="en-AU" sz="1800" dirty="0">
              <a:solidFill>
                <a:srgbClr val="FF0000"/>
              </a:solidFill>
              <a:effectLst/>
              <a:latin typeface="Calibri" panose="020F0502020204030204" pitchFamily="34" charset="0"/>
              <a:ea typeface="Times New Roman" panose="02020603050405020304" pitchFamily="18" charset="0"/>
              <a:cs typeface="Arial" panose="020B0604020202020204" pitchFamily="34" charset="0"/>
            </a:endParaRPr>
          </a:p>
          <a:p>
            <a:pPr marL="226695" indent="-226695">
              <a:lnSpc>
                <a:spcPct val="115000"/>
              </a:lnSpc>
            </a:pPr>
            <a:endParaRPr lang="en-AU" sz="1800" dirty="0">
              <a:effectLst/>
              <a:latin typeface="Calibri" panose="020F0502020204030204" pitchFamily="34" charset="0"/>
              <a:ea typeface="Times New Roman" panose="02020603050405020304" pitchFamily="18" charset="0"/>
              <a:cs typeface="Arial" panose="020B0604020202020204" pitchFamily="34" charset="0"/>
            </a:endParaRPr>
          </a:p>
          <a:p>
            <a:pPr marL="226695" indent="-226695" algn="just">
              <a:lnSpc>
                <a:spcPct val="115000"/>
              </a:lnSpc>
              <a:spcAft>
                <a:spcPts val="600"/>
              </a:spcAft>
            </a:pPr>
            <a:endParaRPr lang="en-AU" sz="1800" dirty="0">
              <a:effectLst/>
              <a:latin typeface="Calibri" panose="020F0502020204030204" pitchFamily="34" charset="0"/>
              <a:ea typeface="Times New Roman" panose="02020603050405020304" pitchFamily="18" charset="0"/>
              <a:cs typeface="Arial" panose="020B0604020202020204" pitchFamily="34" charset="0"/>
            </a:endParaRPr>
          </a:p>
          <a:p>
            <a:pPr marL="226695" indent="-226695" algn="just">
              <a:lnSpc>
                <a:spcPct val="115000"/>
              </a:lnSpc>
              <a:spcAft>
                <a:spcPts val="600"/>
              </a:spcAft>
            </a:pPr>
            <a:endParaRPr lang="en-AU" sz="1800" dirty="0">
              <a:effectLst/>
              <a:latin typeface="Calibri" panose="020F0502020204030204" pitchFamily="34" charset="0"/>
              <a:ea typeface="Times New Roman" panose="02020603050405020304" pitchFamily="18" charset="0"/>
              <a:cs typeface="Arial" panose="020B0604020202020204" pitchFamily="34" charset="0"/>
            </a:endParaRPr>
          </a:p>
          <a:p>
            <a:endParaRPr lang="en-AU" dirty="0"/>
          </a:p>
        </p:txBody>
      </p:sp>
    </p:spTree>
    <p:extLst>
      <p:ext uri="{BB962C8B-B14F-4D97-AF65-F5344CB8AC3E}">
        <p14:creationId xmlns:p14="http://schemas.microsoft.com/office/powerpoint/2010/main" val="3526077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360BE184-8874-3D4E-279B-452B63187169}"/>
              </a:ext>
            </a:extLst>
          </p:cNvPr>
          <p:cNvSpPr>
            <a:spLocks noGrp="1"/>
          </p:cNvSpPr>
          <p:nvPr>
            <p:ph type="title"/>
          </p:nvPr>
        </p:nvSpPr>
        <p:spPr>
          <a:xfrm>
            <a:off x="1944688" y="623888"/>
            <a:ext cx="6589712" cy="1281112"/>
          </a:xfrm>
        </p:spPr>
        <p:txBody>
          <a:bodyPr/>
          <a:lstStyle/>
          <a:p>
            <a:r>
              <a:rPr lang="en-AU" altLang="en-US" dirty="0"/>
              <a:t>Glossary</a:t>
            </a:r>
          </a:p>
        </p:txBody>
      </p:sp>
      <p:graphicFrame>
        <p:nvGraphicFramePr>
          <p:cNvPr id="3" name="Diagram 2">
            <a:extLst>
              <a:ext uri="{FF2B5EF4-FFF2-40B4-BE49-F238E27FC236}">
                <a16:creationId xmlns:a16="http://schemas.microsoft.com/office/drawing/2014/main" id="{82C36638-2955-FB55-8EDA-3F1879289463}"/>
              </a:ext>
            </a:extLst>
          </p:cNvPr>
          <p:cNvGraphicFramePr/>
          <p:nvPr>
            <p:extLst>
              <p:ext uri="{D42A27DB-BD31-4B8C-83A1-F6EECF244321}">
                <p14:modId xmlns:p14="http://schemas.microsoft.com/office/powerpoint/2010/main" val="3332311488"/>
              </p:ext>
            </p:extLst>
          </p:nvPr>
        </p:nvGraphicFramePr>
        <p:xfrm>
          <a:off x="3000164" y="1793044"/>
          <a:ext cx="5015880" cy="35599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701443F9-D740-30C8-268A-B3A7E6482EB9}"/>
              </a:ext>
            </a:extLst>
          </p:cNvPr>
          <p:cNvSpPr txBox="1"/>
          <p:nvPr/>
        </p:nvSpPr>
        <p:spPr>
          <a:xfrm>
            <a:off x="611560" y="2492896"/>
            <a:ext cx="4896544" cy="369332"/>
          </a:xfrm>
          <a:prstGeom prst="rect">
            <a:avLst/>
          </a:prstGeom>
          <a:noFill/>
        </p:spPr>
        <p:txBody>
          <a:bodyPr wrap="square" rtlCol="0">
            <a:spAutoFit/>
          </a:bodyPr>
          <a:lstStyle/>
          <a:p>
            <a:r>
              <a:rPr lang="en-AU" dirty="0">
                <a:solidFill>
                  <a:srgbClr val="FF0000"/>
                </a:solidFill>
              </a:rPr>
              <a:t>LACK PANTS</a:t>
            </a:r>
          </a:p>
        </p:txBody>
      </p:sp>
      <p:sp>
        <p:nvSpPr>
          <p:cNvPr id="4" name="TextBox 3">
            <a:extLst>
              <a:ext uri="{FF2B5EF4-FFF2-40B4-BE49-F238E27FC236}">
                <a16:creationId xmlns:a16="http://schemas.microsoft.com/office/drawing/2014/main" id="{8B955D80-EB5C-5C75-9EEE-2681E7A9F522}"/>
              </a:ext>
            </a:extLst>
          </p:cNvPr>
          <p:cNvSpPr txBox="1"/>
          <p:nvPr/>
        </p:nvSpPr>
        <p:spPr>
          <a:xfrm>
            <a:off x="683568" y="3573016"/>
            <a:ext cx="1728192" cy="646331"/>
          </a:xfrm>
          <a:prstGeom prst="rect">
            <a:avLst/>
          </a:prstGeom>
          <a:noFill/>
        </p:spPr>
        <p:txBody>
          <a:bodyPr wrap="square" rtlCol="0">
            <a:spAutoFit/>
          </a:bodyPr>
          <a:lstStyle/>
          <a:p>
            <a:r>
              <a:rPr lang="en-AU" dirty="0"/>
              <a:t>1925 Butler Act</a:t>
            </a:r>
          </a:p>
        </p:txBody>
      </p:sp>
      <p:sp>
        <p:nvSpPr>
          <p:cNvPr id="6" name="TextBox 5">
            <a:extLst>
              <a:ext uri="{FF2B5EF4-FFF2-40B4-BE49-F238E27FC236}">
                <a16:creationId xmlns:a16="http://schemas.microsoft.com/office/drawing/2014/main" id="{D8B312E3-D983-5EC6-323C-3712ACDE0E79}"/>
              </a:ext>
            </a:extLst>
          </p:cNvPr>
          <p:cNvSpPr txBox="1"/>
          <p:nvPr/>
        </p:nvSpPr>
        <p:spPr>
          <a:xfrm>
            <a:off x="1012794" y="4257311"/>
            <a:ext cx="3386336" cy="2308324"/>
          </a:xfrm>
          <a:prstGeom prst="rect">
            <a:avLst/>
          </a:prstGeom>
          <a:noFill/>
        </p:spPr>
        <p:txBody>
          <a:bodyPr wrap="square" rtlCol="0">
            <a:spAutoFit/>
          </a:bodyPr>
          <a:lstStyle/>
          <a:p>
            <a:r>
              <a:rPr lang="en-AU" dirty="0"/>
              <a:t>The Tennessee legislature passed the Butler Act in March 1925. This Act declared unlawful the teaching of any doctrine denying the divine creation of man as taught in the bible. </a:t>
            </a:r>
          </a:p>
        </p:txBody>
      </p:sp>
      <p:sp>
        <p:nvSpPr>
          <p:cNvPr id="7" name="TextBox 6">
            <a:extLst>
              <a:ext uri="{FF2B5EF4-FFF2-40B4-BE49-F238E27FC236}">
                <a16:creationId xmlns:a16="http://schemas.microsoft.com/office/drawing/2014/main" id="{5DA8AE1F-D836-D6F6-85EA-E5B531BEF58C}"/>
              </a:ext>
            </a:extLst>
          </p:cNvPr>
          <p:cNvSpPr txBox="1"/>
          <p:nvPr/>
        </p:nvSpPr>
        <p:spPr>
          <a:xfrm>
            <a:off x="4572000" y="5661248"/>
            <a:ext cx="1512168" cy="646331"/>
          </a:xfrm>
          <a:prstGeom prst="rect">
            <a:avLst/>
          </a:prstGeom>
          <a:noFill/>
        </p:spPr>
        <p:txBody>
          <a:bodyPr wrap="square" rtlCol="0">
            <a:spAutoFit/>
          </a:bodyPr>
          <a:lstStyle/>
          <a:p>
            <a:r>
              <a:rPr lang="en-AU" dirty="0"/>
              <a:t>Scope Trial 1925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6B7E3-7FC7-D533-B6DB-8470CA5BAEAD}"/>
              </a:ext>
            </a:extLst>
          </p:cNvPr>
          <p:cNvSpPr>
            <a:spLocks noGrp="1"/>
          </p:cNvSpPr>
          <p:nvPr>
            <p:ph type="title"/>
          </p:nvPr>
        </p:nvSpPr>
        <p:spPr/>
        <p:txBody>
          <a:bodyPr/>
          <a:lstStyle/>
          <a:p>
            <a:r>
              <a:rPr lang="en-AU" dirty="0"/>
              <a:t>The Birth of a Nation</a:t>
            </a:r>
            <a:br>
              <a:rPr lang="en-AU" dirty="0"/>
            </a:br>
            <a:r>
              <a:rPr lang="en-AU" dirty="0"/>
              <a:t>1915 – viewed in the White House. Increasing intolerance.</a:t>
            </a:r>
          </a:p>
        </p:txBody>
      </p:sp>
      <p:pic>
        <p:nvPicPr>
          <p:cNvPr id="4" name="Picture 3">
            <a:extLst>
              <a:ext uri="{FF2B5EF4-FFF2-40B4-BE49-F238E27FC236}">
                <a16:creationId xmlns:a16="http://schemas.microsoft.com/office/drawing/2014/main" id="{3195299C-7B93-26BA-ABC3-D5B4AB4E8A4F}"/>
              </a:ext>
            </a:extLst>
          </p:cNvPr>
          <p:cNvPicPr>
            <a:picLocks noChangeAspect="1"/>
          </p:cNvPicPr>
          <p:nvPr/>
        </p:nvPicPr>
        <p:blipFill>
          <a:blip r:embed="rId2"/>
          <a:stretch>
            <a:fillRect/>
          </a:stretch>
        </p:blipFill>
        <p:spPr>
          <a:xfrm>
            <a:off x="5868144" y="3140968"/>
            <a:ext cx="2245456" cy="3321506"/>
          </a:xfrm>
          <a:prstGeom prst="rect">
            <a:avLst/>
          </a:prstGeom>
        </p:spPr>
      </p:pic>
      <p:sp>
        <p:nvSpPr>
          <p:cNvPr id="5" name="TextBox 4">
            <a:extLst>
              <a:ext uri="{FF2B5EF4-FFF2-40B4-BE49-F238E27FC236}">
                <a16:creationId xmlns:a16="http://schemas.microsoft.com/office/drawing/2014/main" id="{976BE9B7-3022-52E0-B985-25533B1A0A51}"/>
              </a:ext>
            </a:extLst>
          </p:cNvPr>
          <p:cNvSpPr txBox="1"/>
          <p:nvPr/>
        </p:nvSpPr>
        <p:spPr>
          <a:xfrm>
            <a:off x="971600" y="3284984"/>
            <a:ext cx="3888432" cy="923330"/>
          </a:xfrm>
          <a:prstGeom prst="rect">
            <a:avLst/>
          </a:prstGeom>
          <a:noFill/>
        </p:spPr>
        <p:txBody>
          <a:bodyPr wrap="square" rtlCol="0">
            <a:spAutoFit/>
          </a:bodyPr>
          <a:lstStyle/>
          <a:p>
            <a:r>
              <a:rPr lang="en-AU" dirty="0"/>
              <a:t>Caption: The Klan was romanticised as the saviour of the South., </a:t>
            </a:r>
          </a:p>
        </p:txBody>
      </p:sp>
    </p:spTree>
    <p:extLst>
      <p:ext uri="{BB962C8B-B14F-4D97-AF65-F5344CB8AC3E}">
        <p14:creationId xmlns:p14="http://schemas.microsoft.com/office/powerpoint/2010/main" val="1357048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9B5DE-B6EB-C5E6-A0A9-57B9F6492EB1}"/>
              </a:ext>
            </a:extLst>
          </p:cNvPr>
          <p:cNvSpPr>
            <a:spLocks noGrp="1"/>
          </p:cNvSpPr>
          <p:nvPr>
            <p:ph type="title"/>
          </p:nvPr>
        </p:nvSpPr>
        <p:spPr>
          <a:xfrm>
            <a:off x="1763688" y="0"/>
            <a:ext cx="6589199" cy="1280890"/>
          </a:xfrm>
        </p:spPr>
        <p:txBody>
          <a:bodyPr/>
          <a:lstStyle/>
          <a:p>
            <a:r>
              <a:rPr lang="en-AU" dirty="0"/>
              <a:t>KKK: Violence of the Klan in the 1920s.</a:t>
            </a:r>
          </a:p>
        </p:txBody>
      </p:sp>
      <p:sp>
        <p:nvSpPr>
          <p:cNvPr id="3" name="Content Placeholder 2">
            <a:extLst>
              <a:ext uri="{FF2B5EF4-FFF2-40B4-BE49-F238E27FC236}">
                <a16:creationId xmlns:a16="http://schemas.microsoft.com/office/drawing/2014/main" id="{C2679011-CD7B-C993-93E1-7168FDF3C9A7}"/>
              </a:ext>
            </a:extLst>
          </p:cNvPr>
          <p:cNvSpPr>
            <a:spLocks noGrp="1"/>
          </p:cNvSpPr>
          <p:nvPr>
            <p:ph idx="1"/>
          </p:nvPr>
        </p:nvSpPr>
        <p:spPr>
          <a:xfrm>
            <a:off x="2051720" y="1124744"/>
            <a:ext cx="6591985" cy="3777622"/>
          </a:xfrm>
        </p:spPr>
        <p:txBody>
          <a:bodyPr/>
          <a:lstStyle/>
          <a:p>
            <a:pPr algn="l"/>
            <a:r>
              <a:rPr lang="en-AU" sz="1400" b="0" i="0" dirty="0">
                <a:solidFill>
                  <a:srgbClr val="000000"/>
                </a:solidFill>
                <a:effectLst/>
                <a:latin typeface="PTSerifRegular"/>
              </a:rPr>
              <a:t>And its violence was clearly revealed. Under Evans, the Klan launched a campaign of terrorism in the early and mid-1920S, and many communities found themselves firmly in the grasp of the organization. Lynching’s, shootings and whippings were the methods employed by the Klan. Blacks, Jews, Catholics, Mexicans and various immigrants were usually the victims.</a:t>
            </a:r>
          </a:p>
          <a:p>
            <a:pPr algn="l"/>
            <a:r>
              <a:rPr lang="en-AU" sz="1400" b="0" i="0" dirty="0">
                <a:solidFill>
                  <a:srgbClr val="000000"/>
                </a:solidFill>
                <a:effectLst/>
                <a:latin typeface="PTSerifRegular"/>
              </a:rPr>
              <a:t>But not infrequently, the Klan’s targets were whites, Protestants and females who were considered “immoral” or “traitors” to their race or gender. In Alabama, for example, a divorcee with two children was flogged for the “crime” of remarrying and then given a jar of Vaseline for her wounds. In Georgia, a woman was given 60 lashes for a vague charge of “immorality and failure to go to church”; when her 15-year-old son ran to her rescue, he received the same treatment. In both cases, ministers led the Klansmen responsible for the violence.</a:t>
            </a:r>
          </a:p>
          <a:p>
            <a:pPr algn="l"/>
            <a:r>
              <a:rPr lang="en-AU" sz="1400" b="0" i="0" dirty="0">
                <a:solidFill>
                  <a:srgbClr val="000000"/>
                </a:solidFill>
                <a:effectLst/>
                <a:latin typeface="PTSerifRegular"/>
              </a:rPr>
              <a:t>But such instances were not confined to the South. In Oklahoma, Klansmen applied the lash to girls caught riding in automobiles with young men, and very early in the Klan revival, women were flogged and even tortured in the San Joaquin Valley of California.</a:t>
            </a:r>
          </a:p>
          <a:p>
            <a:pPr algn="l"/>
            <a:r>
              <a:rPr lang="en-AU" sz="1400" b="0" i="0" dirty="0">
                <a:solidFill>
                  <a:srgbClr val="000000"/>
                </a:solidFill>
                <a:effectLst/>
                <a:latin typeface="PTSerifRegular"/>
              </a:rPr>
              <a:t>In a period when many women were fighting for the vote, for a place in the job market and for personal and cultural freedom, the Klan claimed to stand for “pure womanhood” and frequently attacked women who sought independence</a:t>
            </a:r>
          </a:p>
          <a:p>
            <a:endParaRPr lang="en-AU" dirty="0"/>
          </a:p>
        </p:txBody>
      </p:sp>
      <p:sp>
        <p:nvSpPr>
          <p:cNvPr id="4" name="TextBox 3">
            <a:extLst>
              <a:ext uri="{FF2B5EF4-FFF2-40B4-BE49-F238E27FC236}">
                <a16:creationId xmlns:a16="http://schemas.microsoft.com/office/drawing/2014/main" id="{ABA2BEA2-152C-BD69-00D8-DF6E6E82A52E}"/>
              </a:ext>
            </a:extLst>
          </p:cNvPr>
          <p:cNvSpPr txBox="1"/>
          <p:nvPr/>
        </p:nvSpPr>
        <p:spPr>
          <a:xfrm>
            <a:off x="1187624" y="1412776"/>
            <a:ext cx="1152128" cy="4524315"/>
          </a:xfrm>
          <a:prstGeom prst="rect">
            <a:avLst/>
          </a:prstGeom>
          <a:noFill/>
        </p:spPr>
        <p:txBody>
          <a:bodyPr wrap="square" rtlCol="0">
            <a:spAutoFit/>
          </a:bodyPr>
          <a:lstStyle/>
          <a:p>
            <a:r>
              <a:rPr lang="en-AU" dirty="0">
                <a:solidFill>
                  <a:srgbClr val="FF0000"/>
                </a:solidFill>
              </a:rPr>
              <a:t>E</a:t>
            </a:r>
          </a:p>
          <a:p>
            <a:endParaRPr lang="en-AU" dirty="0">
              <a:solidFill>
                <a:srgbClr val="FF0000"/>
              </a:solidFill>
            </a:endParaRPr>
          </a:p>
          <a:p>
            <a:r>
              <a:rPr lang="en-AU" dirty="0">
                <a:solidFill>
                  <a:srgbClr val="FF0000"/>
                </a:solidFill>
              </a:rPr>
              <a:t>HC</a:t>
            </a:r>
          </a:p>
          <a:p>
            <a:endParaRPr lang="en-AU" dirty="0">
              <a:solidFill>
                <a:srgbClr val="FF0000"/>
              </a:solidFill>
            </a:endParaRPr>
          </a:p>
          <a:p>
            <a:r>
              <a:rPr lang="en-AU" dirty="0">
                <a:solidFill>
                  <a:srgbClr val="FF0000"/>
                </a:solidFill>
              </a:rPr>
              <a:t>A + O</a:t>
            </a:r>
          </a:p>
          <a:p>
            <a:endParaRPr lang="en-AU" dirty="0">
              <a:solidFill>
                <a:srgbClr val="FF0000"/>
              </a:solidFill>
            </a:endParaRPr>
          </a:p>
          <a:p>
            <a:r>
              <a:rPr lang="en-AU" dirty="0">
                <a:solidFill>
                  <a:srgbClr val="FF0000"/>
                </a:solidFill>
              </a:rPr>
              <a:t>Ps</a:t>
            </a:r>
          </a:p>
          <a:p>
            <a:endParaRPr lang="en-AU" dirty="0">
              <a:solidFill>
                <a:srgbClr val="FF0000"/>
              </a:solidFill>
            </a:endParaRPr>
          </a:p>
          <a:p>
            <a:r>
              <a:rPr lang="en-AU" dirty="0">
                <a:solidFill>
                  <a:srgbClr val="FF0000"/>
                </a:solidFill>
              </a:rPr>
              <a:t>Mo</a:t>
            </a:r>
          </a:p>
          <a:p>
            <a:endParaRPr lang="en-AU" dirty="0">
              <a:solidFill>
                <a:srgbClr val="FF0000"/>
              </a:solidFill>
            </a:endParaRPr>
          </a:p>
          <a:p>
            <a:r>
              <a:rPr lang="en-AU" dirty="0">
                <a:solidFill>
                  <a:srgbClr val="FF0000"/>
                </a:solidFill>
              </a:rPr>
              <a:t>Pp</a:t>
            </a:r>
          </a:p>
          <a:p>
            <a:endParaRPr lang="en-AU" dirty="0">
              <a:solidFill>
                <a:srgbClr val="FF0000"/>
              </a:solidFill>
            </a:endParaRPr>
          </a:p>
          <a:p>
            <a:r>
              <a:rPr lang="en-AU" dirty="0">
                <a:solidFill>
                  <a:srgbClr val="FF0000"/>
                </a:solidFill>
              </a:rPr>
              <a:t>M</a:t>
            </a:r>
          </a:p>
          <a:p>
            <a:endParaRPr lang="en-AU" dirty="0">
              <a:solidFill>
                <a:srgbClr val="FF0000"/>
              </a:solidFill>
            </a:endParaRPr>
          </a:p>
          <a:p>
            <a:r>
              <a:rPr lang="en-AU" dirty="0">
                <a:solidFill>
                  <a:srgbClr val="FF0000"/>
                </a:solidFill>
              </a:rPr>
              <a:t>U </a:t>
            </a:r>
          </a:p>
          <a:p>
            <a:endParaRPr lang="en-AU" dirty="0"/>
          </a:p>
        </p:txBody>
      </p:sp>
      <p:sp>
        <p:nvSpPr>
          <p:cNvPr id="5" name="TextBox 4">
            <a:extLst>
              <a:ext uri="{FF2B5EF4-FFF2-40B4-BE49-F238E27FC236}">
                <a16:creationId xmlns:a16="http://schemas.microsoft.com/office/drawing/2014/main" id="{B1E374AD-3625-E1BC-2666-F5C5D0CA4915}"/>
              </a:ext>
            </a:extLst>
          </p:cNvPr>
          <p:cNvSpPr txBox="1"/>
          <p:nvPr/>
        </p:nvSpPr>
        <p:spPr>
          <a:xfrm>
            <a:off x="971600" y="6165304"/>
            <a:ext cx="7848872" cy="461665"/>
          </a:xfrm>
          <a:prstGeom prst="rect">
            <a:avLst/>
          </a:prstGeom>
          <a:noFill/>
        </p:spPr>
        <p:txBody>
          <a:bodyPr wrap="square" rtlCol="0">
            <a:spAutoFit/>
          </a:bodyPr>
          <a:lstStyle/>
          <a:p>
            <a:r>
              <a:rPr lang="en-AU" sz="1200" i="1" dirty="0"/>
              <a:t>KKK: A History of racism: </a:t>
            </a:r>
            <a:r>
              <a:rPr lang="en-AU" sz="1200" i="1" dirty="0">
                <a:hlinkClick r:id="rId2"/>
              </a:rPr>
              <a:t>Ku Klux Klan: A History of Racism | Southern Poverty Law </a:t>
            </a:r>
            <a:r>
              <a:rPr lang="en-AU" sz="1200" i="1" dirty="0" err="1">
                <a:hlinkClick r:id="rId2"/>
              </a:rPr>
              <a:t>Center</a:t>
            </a:r>
            <a:r>
              <a:rPr lang="en-AU" sz="1200" i="1" dirty="0">
                <a:hlinkClick r:id="rId2"/>
              </a:rPr>
              <a:t> (splcenter.org)</a:t>
            </a:r>
            <a:r>
              <a:rPr lang="en-AU" sz="1200" i="1" dirty="0"/>
              <a:t> Date Accessed: 10</a:t>
            </a:r>
            <a:r>
              <a:rPr lang="en-AU" sz="1200" i="1" baseline="30000" dirty="0"/>
              <a:t>th</a:t>
            </a:r>
            <a:r>
              <a:rPr lang="en-AU" sz="1200" i="1" dirty="0"/>
              <a:t> March 2024</a:t>
            </a:r>
          </a:p>
        </p:txBody>
      </p:sp>
    </p:spTree>
    <p:extLst>
      <p:ext uri="{BB962C8B-B14F-4D97-AF65-F5344CB8AC3E}">
        <p14:creationId xmlns:p14="http://schemas.microsoft.com/office/powerpoint/2010/main" val="169359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02A9D218-9B5D-58F8-EBC9-54BF2962E21A}"/>
              </a:ext>
            </a:extLst>
          </p:cNvPr>
          <p:cNvSpPr>
            <a:spLocks noGrp="1"/>
          </p:cNvSpPr>
          <p:nvPr>
            <p:ph type="title"/>
          </p:nvPr>
        </p:nvSpPr>
        <p:spPr>
          <a:xfrm>
            <a:off x="1944688" y="623888"/>
            <a:ext cx="6589712" cy="1281112"/>
          </a:xfrm>
        </p:spPr>
        <p:txBody>
          <a:bodyPr/>
          <a:lstStyle/>
          <a:p>
            <a:r>
              <a:rPr lang="en-AU" altLang="en-US">
                <a:solidFill>
                  <a:srgbClr val="FF0000"/>
                </a:solidFill>
              </a:rPr>
              <a:t>The USA</a:t>
            </a:r>
            <a:endParaRPr lang="en-AU" altLang="en-US"/>
          </a:p>
        </p:txBody>
      </p:sp>
      <p:pic>
        <p:nvPicPr>
          <p:cNvPr id="34819" name="Picture 2">
            <a:extLst>
              <a:ext uri="{FF2B5EF4-FFF2-40B4-BE49-F238E27FC236}">
                <a16:creationId xmlns:a16="http://schemas.microsoft.com/office/drawing/2014/main" id="{50E6BCDF-5347-97A4-692D-7148B80970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663" y="1700213"/>
            <a:ext cx="6923087" cy="4514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Oval 1">
            <a:extLst>
              <a:ext uri="{FF2B5EF4-FFF2-40B4-BE49-F238E27FC236}">
                <a16:creationId xmlns:a16="http://schemas.microsoft.com/office/drawing/2014/main" id="{C6B4DC2A-9D8C-1587-C1E6-A3BE731016F1}"/>
              </a:ext>
            </a:extLst>
          </p:cNvPr>
          <p:cNvSpPr/>
          <p:nvPr/>
        </p:nvSpPr>
        <p:spPr>
          <a:xfrm>
            <a:off x="5508104" y="3933056"/>
            <a:ext cx="1008112" cy="864096"/>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97898-91E4-67DA-330C-40EABA59FDD5}"/>
              </a:ext>
            </a:extLst>
          </p:cNvPr>
          <p:cNvSpPr>
            <a:spLocks noGrp="1"/>
          </p:cNvSpPr>
          <p:nvPr>
            <p:ph type="title"/>
          </p:nvPr>
        </p:nvSpPr>
        <p:spPr>
          <a:xfrm>
            <a:off x="1331640" y="128530"/>
            <a:ext cx="6589200" cy="1280890"/>
          </a:xfrm>
        </p:spPr>
        <p:txBody>
          <a:bodyPr/>
          <a:lstStyle/>
          <a:p>
            <a:r>
              <a:rPr lang="en-AU" dirty="0"/>
              <a:t>Two lawyers who became famous: Two of the best orators of the era.</a:t>
            </a:r>
          </a:p>
        </p:txBody>
      </p:sp>
      <p:pic>
        <p:nvPicPr>
          <p:cNvPr id="4" name="Picture 3">
            <a:extLst>
              <a:ext uri="{FF2B5EF4-FFF2-40B4-BE49-F238E27FC236}">
                <a16:creationId xmlns:a16="http://schemas.microsoft.com/office/drawing/2014/main" id="{7F002E9E-330D-013D-8973-C278F1DC4A15}"/>
              </a:ext>
            </a:extLst>
          </p:cNvPr>
          <p:cNvPicPr>
            <a:picLocks noChangeAspect="1"/>
          </p:cNvPicPr>
          <p:nvPr/>
        </p:nvPicPr>
        <p:blipFill>
          <a:blip r:embed="rId2"/>
          <a:stretch>
            <a:fillRect/>
          </a:stretch>
        </p:blipFill>
        <p:spPr>
          <a:xfrm rot="20665773">
            <a:off x="1113871" y="2232616"/>
            <a:ext cx="2835418" cy="1984229"/>
          </a:xfrm>
          <a:prstGeom prst="rect">
            <a:avLst/>
          </a:prstGeom>
        </p:spPr>
      </p:pic>
      <p:sp>
        <p:nvSpPr>
          <p:cNvPr id="5" name="TextBox 4">
            <a:extLst>
              <a:ext uri="{FF2B5EF4-FFF2-40B4-BE49-F238E27FC236}">
                <a16:creationId xmlns:a16="http://schemas.microsoft.com/office/drawing/2014/main" id="{B95F8CB3-B868-7E2A-52E8-20D71842A523}"/>
              </a:ext>
            </a:extLst>
          </p:cNvPr>
          <p:cNvSpPr txBox="1"/>
          <p:nvPr/>
        </p:nvSpPr>
        <p:spPr>
          <a:xfrm>
            <a:off x="4396145" y="2268671"/>
            <a:ext cx="3913584" cy="1200329"/>
          </a:xfrm>
          <a:prstGeom prst="rect">
            <a:avLst/>
          </a:prstGeom>
          <a:noFill/>
        </p:spPr>
        <p:txBody>
          <a:bodyPr wrap="square" rtlCol="0">
            <a:spAutoFit/>
          </a:bodyPr>
          <a:lstStyle/>
          <a:p>
            <a:r>
              <a:rPr lang="en-AU" dirty="0"/>
              <a:t>Clarence Darrow – defending Science Teacher John Scopes</a:t>
            </a:r>
          </a:p>
          <a:p>
            <a:r>
              <a:rPr lang="en-AU" dirty="0"/>
              <a:t>Lost the case and the law was not repealed until 1967.</a:t>
            </a:r>
          </a:p>
        </p:txBody>
      </p:sp>
      <p:pic>
        <p:nvPicPr>
          <p:cNvPr id="7" name="Picture 6">
            <a:extLst>
              <a:ext uri="{FF2B5EF4-FFF2-40B4-BE49-F238E27FC236}">
                <a16:creationId xmlns:a16="http://schemas.microsoft.com/office/drawing/2014/main" id="{4DF94990-C925-5160-A07A-09E18870B093}"/>
              </a:ext>
            </a:extLst>
          </p:cNvPr>
          <p:cNvPicPr>
            <a:picLocks noChangeAspect="1"/>
          </p:cNvPicPr>
          <p:nvPr/>
        </p:nvPicPr>
        <p:blipFill>
          <a:blip r:embed="rId3"/>
          <a:stretch>
            <a:fillRect/>
          </a:stretch>
        </p:blipFill>
        <p:spPr>
          <a:xfrm rot="722112">
            <a:off x="5076056" y="3776860"/>
            <a:ext cx="3014991" cy="2080711"/>
          </a:xfrm>
          <a:prstGeom prst="rect">
            <a:avLst/>
          </a:prstGeom>
        </p:spPr>
      </p:pic>
      <p:sp>
        <p:nvSpPr>
          <p:cNvPr id="8" name="TextBox 7">
            <a:extLst>
              <a:ext uri="{FF2B5EF4-FFF2-40B4-BE49-F238E27FC236}">
                <a16:creationId xmlns:a16="http://schemas.microsoft.com/office/drawing/2014/main" id="{9BBE7DC3-E424-9202-6ABE-1A6F76490351}"/>
              </a:ext>
            </a:extLst>
          </p:cNvPr>
          <p:cNvSpPr txBox="1"/>
          <p:nvPr/>
        </p:nvSpPr>
        <p:spPr>
          <a:xfrm>
            <a:off x="1331640" y="5519100"/>
            <a:ext cx="3992672" cy="923330"/>
          </a:xfrm>
          <a:prstGeom prst="rect">
            <a:avLst/>
          </a:prstGeom>
          <a:noFill/>
        </p:spPr>
        <p:txBody>
          <a:bodyPr wrap="square" rtlCol="0">
            <a:spAutoFit/>
          </a:bodyPr>
          <a:lstStyle/>
          <a:p>
            <a:r>
              <a:rPr lang="en-AU" dirty="0"/>
              <a:t>William Jennings Bryan – prosecution for the case. Won the case. </a:t>
            </a:r>
          </a:p>
        </p:txBody>
      </p:sp>
    </p:spTree>
    <p:extLst>
      <p:ext uri="{BB962C8B-B14F-4D97-AF65-F5344CB8AC3E}">
        <p14:creationId xmlns:p14="http://schemas.microsoft.com/office/powerpoint/2010/main" val="3435362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ED54C-FFEC-2D61-F473-61CD11AB7E94}"/>
              </a:ext>
            </a:extLst>
          </p:cNvPr>
          <p:cNvSpPr>
            <a:spLocks noGrp="1"/>
          </p:cNvSpPr>
          <p:nvPr>
            <p:ph type="title"/>
          </p:nvPr>
        </p:nvSpPr>
        <p:spPr>
          <a:xfrm>
            <a:off x="1362236" y="620688"/>
            <a:ext cx="6803264" cy="1280890"/>
          </a:xfrm>
        </p:spPr>
        <p:txBody>
          <a:bodyPr/>
          <a:lstStyle/>
          <a:p>
            <a:r>
              <a:rPr lang="en-AU" dirty="0"/>
              <a:t>Scopes Trial: Social Darwinism</a:t>
            </a:r>
          </a:p>
        </p:txBody>
      </p:sp>
      <p:pic>
        <p:nvPicPr>
          <p:cNvPr id="4" name="Picture 3">
            <a:extLst>
              <a:ext uri="{FF2B5EF4-FFF2-40B4-BE49-F238E27FC236}">
                <a16:creationId xmlns:a16="http://schemas.microsoft.com/office/drawing/2014/main" id="{8B175B0F-6BF6-C75C-CEE1-0B2733C6FC52}"/>
              </a:ext>
            </a:extLst>
          </p:cNvPr>
          <p:cNvPicPr>
            <a:picLocks noChangeAspect="1"/>
          </p:cNvPicPr>
          <p:nvPr/>
        </p:nvPicPr>
        <p:blipFill>
          <a:blip r:embed="rId2"/>
          <a:stretch>
            <a:fillRect/>
          </a:stretch>
        </p:blipFill>
        <p:spPr>
          <a:xfrm>
            <a:off x="971600" y="1628800"/>
            <a:ext cx="7669740" cy="4512621"/>
          </a:xfrm>
          <a:prstGeom prst="rect">
            <a:avLst/>
          </a:prstGeom>
        </p:spPr>
      </p:pic>
      <p:sp>
        <p:nvSpPr>
          <p:cNvPr id="5" name="TextBox 4">
            <a:extLst>
              <a:ext uri="{FF2B5EF4-FFF2-40B4-BE49-F238E27FC236}">
                <a16:creationId xmlns:a16="http://schemas.microsoft.com/office/drawing/2014/main" id="{31FA2E0A-87C9-44E8-C958-6765CC151535}"/>
              </a:ext>
            </a:extLst>
          </p:cNvPr>
          <p:cNvSpPr txBox="1"/>
          <p:nvPr/>
        </p:nvSpPr>
        <p:spPr>
          <a:xfrm>
            <a:off x="395536" y="1628800"/>
            <a:ext cx="1080120" cy="4524315"/>
          </a:xfrm>
          <a:prstGeom prst="rect">
            <a:avLst/>
          </a:prstGeom>
          <a:noFill/>
        </p:spPr>
        <p:txBody>
          <a:bodyPr wrap="square" rtlCol="0">
            <a:spAutoFit/>
          </a:bodyPr>
          <a:lstStyle/>
          <a:p>
            <a:r>
              <a:rPr lang="en-AU" dirty="0">
                <a:solidFill>
                  <a:srgbClr val="FF0000"/>
                </a:solidFill>
              </a:rPr>
              <a:t>E</a:t>
            </a:r>
          </a:p>
          <a:p>
            <a:endParaRPr lang="en-AU" dirty="0">
              <a:solidFill>
                <a:srgbClr val="FF0000"/>
              </a:solidFill>
            </a:endParaRPr>
          </a:p>
          <a:p>
            <a:r>
              <a:rPr lang="en-AU" dirty="0">
                <a:solidFill>
                  <a:srgbClr val="FF0000"/>
                </a:solidFill>
              </a:rPr>
              <a:t>HC</a:t>
            </a:r>
          </a:p>
          <a:p>
            <a:endParaRPr lang="en-AU" dirty="0">
              <a:solidFill>
                <a:srgbClr val="FF0000"/>
              </a:solidFill>
            </a:endParaRPr>
          </a:p>
          <a:p>
            <a:r>
              <a:rPr lang="en-AU" dirty="0">
                <a:solidFill>
                  <a:srgbClr val="FF0000"/>
                </a:solidFill>
              </a:rPr>
              <a:t>A + O</a:t>
            </a:r>
          </a:p>
          <a:p>
            <a:endParaRPr lang="en-AU" dirty="0">
              <a:solidFill>
                <a:srgbClr val="FF0000"/>
              </a:solidFill>
            </a:endParaRPr>
          </a:p>
          <a:p>
            <a:r>
              <a:rPr lang="en-AU" dirty="0">
                <a:solidFill>
                  <a:srgbClr val="FF0000"/>
                </a:solidFill>
              </a:rPr>
              <a:t>Ps</a:t>
            </a:r>
          </a:p>
          <a:p>
            <a:endParaRPr lang="en-AU" dirty="0">
              <a:solidFill>
                <a:srgbClr val="FF0000"/>
              </a:solidFill>
            </a:endParaRPr>
          </a:p>
          <a:p>
            <a:r>
              <a:rPr lang="en-AU" dirty="0">
                <a:solidFill>
                  <a:srgbClr val="FF0000"/>
                </a:solidFill>
              </a:rPr>
              <a:t>Mo</a:t>
            </a:r>
          </a:p>
          <a:p>
            <a:endParaRPr lang="en-AU" dirty="0">
              <a:solidFill>
                <a:srgbClr val="FF0000"/>
              </a:solidFill>
            </a:endParaRPr>
          </a:p>
          <a:p>
            <a:r>
              <a:rPr lang="en-AU" dirty="0">
                <a:solidFill>
                  <a:srgbClr val="FF0000"/>
                </a:solidFill>
              </a:rPr>
              <a:t>Pp</a:t>
            </a:r>
          </a:p>
          <a:p>
            <a:endParaRPr lang="en-AU" dirty="0">
              <a:solidFill>
                <a:srgbClr val="FF0000"/>
              </a:solidFill>
            </a:endParaRPr>
          </a:p>
          <a:p>
            <a:r>
              <a:rPr lang="en-AU" dirty="0">
                <a:solidFill>
                  <a:srgbClr val="FF0000"/>
                </a:solidFill>
              </a:rPr>
              <a:t>M</a:t>
            </a:r>
          </a:p>
          <a:p>
            <a:endParaRPr lang="en-AU" dirty="0">
              <a:solidFill>
                <a:srgbClr val="FF0000"/>
              </a:solidFill>
            </a:endParaRPr>
          </a:p>
          <a:p>
            <a:r>
              <a:rPr lang="en-AU" dirty="0">
                <a:solidFill>
                  <a:srgbClr val="FF0000"/>
                </a:solidFill>
              </a:rPr>
              <a:t>U </a:t>
            </a:r>
          </a:p>
          <a:p>
            <a:endParaRPr lang="en-AU" dirty="0"/>
          </a:p>
        </p:txBody>
      </p:sp>
    </p:spTree>
    <p:extLst>
      <p:ext uri="{BB962C8B-B14F-4D97-AF65-F5344CB8AC3E}">
        <p14:creationId xmlns:p14="http://schemas.microsoft.com/office/powerpoint/2010/main" val="3323625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96D1B2-70AE-63F1-A472-5A25A332932A}"/>
              </a:ext>
            </a:extLst>
          </p:cNvPr>
          <p:cNvPicPr>
            <a:picLocks noChangeAspect="1"/>
          </p:cNvPicPr>
          <p:nvPr/>
        </p:nvPicPr>
        <p:blipFill>
          <a:blip r:embed="rId2"/>
          <a:stretch>
            <a:fillRect/>
          </a:stretch>
        </p:blipFill>
        <p:spPr>
          <a:xfrm>
            <a:off x="2555776" y="567095"/>
            <a:ext cx="6123809" cy="5723809"/>
          </a:xfrm>
          <a:prstGeom prst="rect">
            <a:avLst/>
          </a:prstGeom>
        </p:spPr>
      </p:pic>
      <p:sp>
        <p:nvSpPr>
          <p:cNvPr id="4" name="TextBox 3">
            <a:extLst>
              <a:ext uri="{FF2B5EF4-FFF2-40B4-BE49-F238E27FC236}">
                <a16:creationId xmlns:a16="http://schemas.microsoft.com/office/drawing/2014/main" id="{0F46545B-2735-802A-AF2C-B0806DA0AB78}"/>
              </a:ext>
            </a:extLst>
          </p:cNvPr>
          <p:cNvSpPr txBox="1"/>
          <p:nvPr/>
        </p:nvSpPr>
        <p:spPr>
          <a:xfrm>
            <a:off x="1276392" y="1052736"/>
            <a:ext cx="1296144" cy="4524315"/>
          </a:xfrm>
          <a:prstGeom prst="rect">
            <a:avLst/>
          </a:prstGeom>
          <a:noFill/>
        </p:spPr>
        <p:txBody>
          <a:bodyPr wrap="square" rtlCol="0">
            <a:spAutoFit/>
          </a:bodyPr>
          <a:lstStyle/>
          <a:p>
            <a:r>
              <a:rPr lang="en-AU" dirty="0">
                <a:solidFill>
                  <a:srgbClr val="FF0000"/>
                </a:solidFill>
              </a:rPr>
              <a:t>E</a:t>
            </a:r>
          </a:p>
          <a:p>
            <a:endParaRPr lang="en-AU" dirty="0">
              <a:solidFill>
                <a:srgbClr val="FF0000"/>
              </a:solidFill>
            </a:endParaRPr>
          </a:p>
          <a:p>
            <a:r>
              <a:rPr lang="en-AU" dirty="0">
                <a:solidFill>
                  <a:srgbClr val="FF0000"/>
                </a:solidFill>
              </a:rPr>
              <a:t>HC</a:t>
            </a:r>
          </a:p>
          <a:p>
            <a:endParaRPr lang="en-AU" dirty="0">
              <a:solidFill>
                <a:srgbClr val="FF0000"/>
              </a:solidFill>
            </a:endParaRPr>
          </a:p>
          <a:p>
            <a:r>
              <a:rPr lang="en-AU" dirty="0">
                <a:solidFill>
                  <a:srgbClr val="FF0000"/>
                </a:solidFill>
              </a:rPr>
              <a:t>A + O</a:t>
            </a:r>
          </a:p>
          <a:p>
            <a:endParaRPr lang="en-AU" dirty="0">
              <a:solidFill>
                <a:srgbClr val="FF0000"/>
              </a:solidFill>
            </a:endParaRPr>
          </a:p>
          <a:p>
            <a:r>
              <a:rPr lang="en-AU" dirty="0">
                <a:solidFill>
                  <a:srgbClr val="FF0000"/>
                </a:solidFill>
              </a:rPr>
              <a:t>Ps</a:t>
            </a:r>
          </a:p>
          <a:p>
            <a:endParaRPr lang="en-AU" dirty="0">
              <a:solidFill>
                <a:srgbClr val="FF0000"/>
              </a:solidFill>
            </a:endParaRPr>
          </a:p>
          <a:p>
            <a:r>
              <a:rPr lang="en-AU" dirty="0">
                <a:solidFill>
                  <a:srgbClr val="FF0000"/>
                </a:solidFill>
              </a:rPr>
              <a:t>Mo</a:t>
            </a:r>
          </a:p>
          <a:p>
            <a:endParaRPr lang="en-AU" dirty="0">
              <a:solidFill>
                <a:srgbClr val="FF0000"/>
              </a:solidFill>
            </a:endParaRPr>
          </a:p>
          <a:p>
            <a:r>
              <a:rPr lang="en-AU" dirty="0">
                <a:solidFill>
                  <a:srgbClr val="FF0000"/>
                </a:solidFill>
              </a:rPr>
              <a:t>Pp</a:t>
            </a:r>
          </a:p>
          <a:p>
            <a:endParaRPr lang="en-AU" dirty="0">
              <a:solidFill>
                <a:srgbClr val="FF0000"/>
              </a:solidFill>
            </a:endParaRPr>
          </a:p>
          <a:p>
            <a:r>
              <a:rPr lang="en-AU" dirty="0">
                <a:solidFill>
                  <a:srgbClr val="FF0000"/>
                </a:solidFill>
              </a:rPr>
              <a:t>M</a:t>
            </a:r>
          </a:p>
          <a:p>
            <a:endParaRPr lang="en-AU" dirty="0">
              <a:solidFill>
                <a:srgbClr val="FF0000"/>
              </a:solidFill>
            </a:endParaRPr>
          </a:p>
          <a:p>
            <a:r>
              <a:rPr lang="en-AU" dirty="0">
                <a:solidFill>
                  <a:srgbClr val="FF0000"/>
                </a:solidFill>
              </a:rPr>
              <a:t>U </a:t>
            </a:r>
          </a:p>
          <a:p>
            <a:endParaRPr lang="en-AU" dirty="0"/>
          </a:p>
        </p:txBody>
      </p:sp>
    </p:spTree>
    <p:extLst>
      <p:ext uri="{BB962C8B-B14F-4D97-AF65-F5344CB8AC3E}">
        <p14:creationId xmlns:p14="http://schemas.microsoft.com/office/powerpoint/2010/main" val="3328212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6ABF-8B05-598D-1C90-1E36F1AE8266}"/>
              </a:ext>
            </a:extLst>
          </p:cNvPr>
          <p:cNvSpPr>
            <a:spLocks noGrp="1"/>
          </p:cNvSpPr>
          <p:nvPr>
            <p:ph type="title"/>
          </p:nvPr>
        </p:nvSpPr>
        <p:spPr/>
        <p:txBody>
          <a:bodyPr/>
          <a:lstStyle/>
          <a:p>
            <a:r>
              <a:rPr lang="en-AU" dirty="0"/>
              <a:t>Play video:</a:t>
            </a:r>
          </a:p>
        </p:txBody>
      </p:sp>
      <p:sp>
        <p:nvSpPr>
          <p:cNvPr id="3" name="Content Placeholder 2">
            <a:extLst>
              <a:ext uri="{FF2B5EF4-FFF2-40B4-BE49-F238E27FC236}">
                <a16:creationId xmlns:a16="http://schemas.microsoft.com/office/drawing/2014/main" id="{A8C5F6F1-9009-99B7-20E4-ADEF6AB91C6F}"/>
              </a:ext>
            </a:extLst>
          </p:cNvPr>
          <p:cNvSpPr>
            <a:spLocks noGrp="1"/>
          </p:cNvSpPr>
          <p:nvPr>
            <p:ph idx="1"/>
          </p:nvPr>
        </p:nvSpPr>
        <p:spPr/>
        <p:txBody>
          <a:bodyPr/>
          <a:lstStyle/>
          <a:p>
            <a:r>
              <a:rPr lang="en-AU" dirty="0"/>
              <a:t>What was life like in the 1920s?</a:t>
            </a:r>
          </a:p>
        </p:txBody>
      </p:sp>
    </p:spTree>
    <p:extLst>
      <p:ext uri="{BB962C8B-B14F-4D97-AF65-F5344CB8AC3E}">
        <p14:creationId xmlns:p14="http://schemas.microsoft.com/office/powerpoint/2010/main" val="1180271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6E6F8115-88E5-3F5E-31AB-240109FE36C5}"/>
              </a:ext>
            </a:extLst>
          </p:cNvPr>
          <p:cNvSpPr>
            <a:spLocks noGrp="1"/>
          </p:cNvSpPr>
          <p:nvPr>
            <p:ph type="title"/>
          </p:nvPr>
        </p:nvSpPr>
        <p:spPr>
          <a:xfrm>
            <a:off x="1944688" y="623888"/>
            <a:ext cx="6589712" cy="1281112"/>
          </a:xfrm>
        </p:spPr>
        <p:txBody>
          <a:bodyPr/>
          <a:lstStyle/>
          <a:p>
            <a:r>
              <a:rPr lang="en-AU" altLang="en-US"/>
              <a:t>Forces from the syllabus:</a:t>
            </a:r>
          </a:p>
        </p:txBody>
      </p:sp>
      <p:sp>
        <p:nvSpPr>
          <p:cNvPr id="16" name="TextBox 15">
            <a:extLst>
              <a:ext uri="{FF2B5EF4-FFF2-40B4-BE49-F238E27FC236}">
                <a16:creationId xmlns:a16="http://schemas.microsoft.com/office/drawing/2014/main" id="{4C5C7978-ADF5-DE64-A62F-2D6F655634AB}"/>
              </a:ext>
            </a:extLst>
          </p:cNvPr>
          <p:cNvSpPr txBox="1"/>
          <p:nvPr/>
        </p:nvSpPr>
        <p:spPr>
          <a:xfrm>
            <a:off x="4084638" y="3589338"/>
            <a:ext cx="1727200" cy="300037"/>
          </a:xfrm>
          <a:prstGeom prst="rect">
            <a:avLst/>
          </a:prstGeom>
          <a:noFill/>
        </p:spPr>
        <p:txBody>
          <a:bodyPr>
            <a:spAutoFit/>
          </a:bodyPr>
          <a:lstStyle/>
          <a:p>
            <a:pPr>
              <a:defRPr/>
            </a:pPr>
            <a:r>
              <a:rPr lang="en-AU" sz="1350" dirty="0">
                <a:solidFill>
                  <a:srgbClr val="FF0000"/>
                </a:solidFill>
              </a:rPr>
              <a:t>USA 1907 - 1941</a:t>
            </a:r>
          </a:p>
        </p:txBody>
      </p:sp>
      <p:sp>
        <p:nvSpPr>
          <p:cNvPr id="17" name="TextBox 16">
            <a:extLst>
              <a:ext uri="{FF2B5EF4-FFF2-40B4-BE49-F238E27FC236}">
                <a16:creationId xmlns:a16="http://schemas.microsoft.com/office/drawing/2014/main" id="{97CEA2B1-BE15-501F-62A5-6864553208F1}"/>
              </a:ext>
            </a:extLst>
          </p:cNvPr>
          <p:cNvSpPr txBox="1"/>
          <p:nvPr/>
        </p:nvSpPr>
        <p:spPr>
          <a:xfrm>
            <a:off x="2030413" y="2417763"/>
            <a:ext cx="966787" cy="300037"/>
          </a:xfrm>
          <a:prstGeom prst="rect">
            <a:avLst/>
          </a:prstGeom>
          <a:noFill/>
        </p:spPr>
        <p:txBody>
          <a:bodyPr>
            <a:spAutoFit/>
          </a:bodyPr>
          <a:lstStyle/>
          <a:p>
            <a:pPr>
              <a:defRPr/>
            </a:pPr>
            <a:r>
              <a:rPr lang="en-AU" sz="1350" dirty="0">
                <a:solidFill>
                  <a:srgbClr val="FF0000"/>
                </a:solidFill>
              </a:rPr>
              <a:t>Political</a:t>
            </a:r>
            <a:endParaRPr lang="en-AU" sz="1350" dirty="0"/>
          </a:p>
        </p:txBody>
      </p:sp>
      <p:sp>
        <p:nvSpPr>
          <p:cNvPr id="18" name="TextBox 17">
            <a:extLst>
              <a:ext uri="{FF2B5EF4-FFF2-40B4-BE49-F238E27FC236}">
                <a16:creationId xmlns:a16="http://schemas.microsoft.com/office/drawing/2014/main" id="{2FF0B5A0-A6E6-DA67-D4D4-88E19A335691}"/>
              </a:ext>
            </a:extLst>
          </p:cNvPr>
          <p:cNvSpPr txBox="1"/>
          <p:nvPr/>
        </p:nvSpPr>
        <p:spPr>
          <a:xfrm>
            <a:off x="4279900" y="1690688"/>
            <a:ext cx="1027113" cy="300037"/>
          </a:xfrm>
          <a:prstGeom prst="rect">
            <a:avLst/>
          </a:prstGeom>
          <a:noFill/>
        </p:spPr>
        <p:txBody>
          <a:bodyPr>
            <a:spAutoFit/>
          </a:bodyPr>
          <a:lstStyle/>
          <a:p>
            <a:pPr>
              <a:defRPr/>
            </a:pPr>
            <a:r>
              <a:rPr lang="en-AU" sz="1350" dirty="0">
                <a:solidFill>
                  <a:srgbClr val="FF0000"/>
                </a:solidFill>
              </a:rPr>
              <a:t>Economic</a:t>
            </a:r>
          </a:p>
        </p:txBody>
      </p:sp>
      <p:sp>
        <p:nvSpPr>
          <p:cNvPr id="19" name="TextBox 18">
            <a:extLst>
              <a:ext uri="{FF2B5EF4-FFF2-40B4-BE49-F238E27FC236}">
                <a16:creationId xmlns:a16="http://schemas.microsoft.com/office/drawing/2014/main" id="{8D6957CD-E26E-2F3B-5001-C794120013C2}"/>
              </a:ext>
            </a:extLst>
          </p:cNvPr>
          <p:cNvSpPr txBox="1"/>
          <p:nvPr/>
        </p:nvSpPr>
        <p:spPr>
          <a:xfrm>
            <a:off x="1976438" y="4465638"/>
            <a:ext cx="1162050" cy="300037"/>
          </a:xfrm>
          <a:prstGeom prst="rect">
            <a:avLst/>
          </a:prstGeom>
          <a:noFill/>
        </p:spPr>
        <p:txBody>
          <a:bodyPr>
            <a:spAutoFit/>
          </a:bodyPr>
          <a:lstStyle/>
          <a:p>
            <a:pPr>
              <a:defRPr/>
            </a:pPr>
            <a:r>
              <a:rPr lang="en-AU" sz="1350" dirty="0">
                <a:solidFill>
                  <a:srgbClr val="FF0000"/>
                </a:solidFill>
              </a:rPr>
              <a:t>Leadership</a:t>
            </a:r>
          </a:p>
        </p:txBody>
      </p:sp>
      <p:sp>
        <p:nvSpPr>
          <p:cNvPr id="21" name="TextBox 20">
            <a:extLst>
              <a:ext uri="{FF2B5EF4-FFF2-40B4-BE49-F238E27FC236}">
                <a16:creationId xmlns:a16="http://schemas.microsoft.com/office/drawing/2014/main" id="{E98D7BCA-7F46-21B2-FF1B-F24A52AC1D99}"/>
              </a:ext>
            </a:extLst>
          </p:cNvPr>
          <p:cNvSpPr txBox="1"/>
          <p:nvPr/>
        </p:nvSpPr>
        <p:spPr>
          <a:xfrm>
            <a:off x="4562475" y="5432425"/>
            <a:ext cx="771525" cy="300038"/>
          </a:xfrm>
          <a:prstGeom prst="rect">
            <a:avLst/>
          </a:prstGeom>
          <a:noFill/>
        </p:spPr>
        <p:txBody>
          <a:bodyPr>
            <a:spAutoFit/>
          </a:bodyPr>
          <a:lstStyle/>
          <a:p>
            <a:pPr>
              <a:defRPr/>
            </a:pPr>
            <a:r>
              <a:rPr lang="en-AU" sz="1350" dirty="0">
                <a:solidFill>
                  <a:srgbClr val="FF0000"/>
                </a:solidFill>
              </a:rPr>
              <a:t>Ideas</a:t>
            </a:r>
          </a:p>
        </p:txBody>
      </p:sp>
      <p:sp>
        <p:nvSpPr>
          <p:cNvPr id="22" name="TextBox 21">
            <a:extLst>
              <a:ext uri="{FF2B5EF4-FFF2-40B4-BE49-F238E27FC236}">
                <a16:creationId xmlns:a16="http://schemas.microsoft.com/office/drawing/2014/main" id="{07E795B7-038C-015F-D196-3A9D6BC7891E}"/>
              </a:ext>
            </a:extLst>
          </p:cNvPr>
          <p:cNvSpPr txBox="1"/>
          <p:nvPr/>
        </p:nvSpPr>
        <p:spPr>
          <a:xfrm>
            <a:off x="6550025" y="2390775"/>
            <a:ext cx="1243013" cy="508000"/>
          </a:xfrm>
          <a:prstGeom prst="rect">
            <a:avLst/>
          </a:prstGeom>
          <a:noFill/>
        </p:spPr>
        <p:txBody>
          <a:bodyPr wrap="none">
            <a:spAutoFit/>
          </a:bodyPr>
          <a:lstStyle/>
          <a:p>
            <a:pPr>
              <a:defRPr/>
            </a:pPr>
            <a:r>
              <a:rPr lang="en-AU" sz="1350" dirty="0">
                <a:solidFill>
                  <a:srgbClr val="FF0000"/>
                </a:solidFill>
              </a:rPr>
              <a:t>International</a:t>
            </a:r>
          </a:p>
          <a:p>
            <a:pPr>
              <a:defRPr/>
            </a:pPr>
            <a:r>
              <a:rPr lang="en-AU" sz="1350" dirty="0">
                <a:solidFill>
                  <a:srgbClr val="FF0000"/>
                </a:solidFill>
              </a:rPr>
              <a:t> Relations</a:t>
            </a:r>
          </a:p>
        </p:txBody>
      </p:sp>
      <p:sp>
        <p:nvSpPr>
          <p:cNvPr id="23" name="TextBox 22">
            <a:extLst>
              <a:ext uri="{FF2B5EF4-FFF2-40B4-BE49-F238E27FC236}">
                <a16:creationId xmlns:a16="http://schemas.microsoft.com/office/drawing/2014/main" id="{945A0027-2578-454F-45D7-C8B394257AF2}"/>
              </a:ext>
            </a:extLst>
          </p:cNvPr>
          <p:cNvSpPr txBox="1"/>
          <p:nvPr/>
        </p:nvSpPr>
        <p:spPr>
          <a:xfrm>
            <a:off x="6646863" y="4265613"/>
            <a:ext cx="1069975" cy="508000"/>
          </a:xfrm>
          <a:prstGeom prst="rect">
            <a:avLst/>
          </a:prstGeom>
          <a:noFill/>
        </p:spPr>
        <p:txBody>
          <a:bodyPr>
            <a:spAutoFit/>
          </a:bodyPr>
          <a:lstStyle/>
          <a:p>
            <a:pPr>
              <a:defRPr/>
            </a:pPr>
            <a:r>
              <a:rPr lang="en-AU" sz="1350" dirty="0">
                <a:solidFill>
                  <a:srgbClr val="FF0000"/>
                </a:solidFill>
              </a:rPr>
              <a:t>Social and Cultural</a:t>
            </a:r>
          </a:p>
        </p:txBody>
      </p:sp>
      <p:sp>
        <p:nvSpPr>
          <p:cNvPr id="3" name="Rounded Rectangle 2">
            <a:extLst>
              <a:ext uri="{FF2B5EF4-FFF2-40B4-BE49-F238E27FC236}">
                <a16:creationId xmlns:a16="http://schemas.microsoft.com/office/drawing/2014/main" id="{D7522CAB-5852-8E6E-8023-101EE6F9428E}"/>
              </a:ext>
            </a:extLst>
          </p:cNvPr>
          <p:cNvSpPr/>
          <p:nvPr/>
        </p:nvSpPr>
        <p:spPr>
          <a:xfrm>
            <a:off x="1793875" y="2155825"/>
            <a:ext cx="1439863" cy="82391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AU"/>
          </a:p>
        </p:txBody>
      </p:sp>
      <p:sp>
        <p:nvSpPr>
          <p:cNvPr id="33" name="Rounded Rectangle 32">
            <a:extLst>
              <a:ext uri="{FF2B5EF4-FFF2-40B4-BE49-F238E27FC236}">
                <a16:creationId xmlns:a16="http://schemas.microsoft.com/office/drawing/2014/main" id="{4CA911EB-8FB0-9AFB-8043-97C39EBAE680}"/>
              </a:ext>
            </a:extLst>
          </p:cNvPr>
          <p:cNvSpPr/>
          <p:nvPr/>
        </p:nvSpPr>
        <p:spPr>
          <a:xfrm>
            <a:off x="4073525" y="3284538"/>
            <a:ext cx="1651000" cy="99218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AU"/>
          </a:p>
        </p:txBody>
      </p:sp>
      <p:sp>
        <p:nvSpPr>
          <p:cNvPr id="34" name="Rounded Rectangle 33">
            <a:extLst>
              <a:ext uri="{FF2B5EF4-FFF2-40B4-BE49-F238E27FC236}">
                <a16:creationId xmlns:a16="http://schemas.microsoft.com/office/drawing/2014/main" id="{C3E2A099-E07C-3A54-72CC-806B105968DA}"/>
              </a:ext>
            </a:extLst>
          </p:cNvPr>
          <p:cNvSpPr/>
          <p:nvPr/>
        </p:nvSpPr>
        <p:spPr>
          <a:xfrm>
            <a:off x="6461125" y="4108450"/>
            <a:ext cx="1439863" cy="8223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AU"/>
          </a:p>
        </p:txBody>
      </p:sp>
      <p:sp>
        <p:nvSpPr>
          <p:cNvPr id="35" name="Rounded Rectangle 34">
            <a:extLst>
              <a:ext uri="{FF2B5EF4-FFF2-40B4-BE49-F238E27FC236}">
                <a16:creationId xmlns:a16="http://schemas.microsoft.com/office/drawing/2014/main" id="{0F4F41AF-563A-AFAE-0C84-76A2957764FF}"/>
              </a:ext>
            </a:extLst>
          </p:cNvPr>
          <p:cNvSpPr/>
          <p:nvPr/>
        </p:nvSpPr>
        <p:spPr>
          <a:xfrm>
            <a:off x="4073525" y="5170488"/>
            <a:ext cx="1439863" cy="82391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AU"/>
          </a:p>
        </p:txBody>
      </p:sp>
      <p:sp>
        <p:nvSpPr>
          <p:cNvPr id="36" name="Rounded Rectangle 35">
            <a:extLst>
              <a:ext uri="{FF2B5EF4-FFF2-40B4-BE49-F238E27FC236}">
                <a16:creationId xmlns:a16="http://schemas.microsoft.com/office/drawing/2014/main" id="{C8E2A52C-DC75-4A5F-212B-EF3A651EDE11}"/>
              </a:ext>
            </a:extLst>
          </p:cNvPr>
          <p:cNvSpPr/>
          <p:nvPr/>
        </p:nvSpPr>
        <p:spPr>
          <a:xfrm>
            <a:off x="6461125" y="2232025"/>
            <a:ext cx="1439863" cy="82391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AU"/>
          </a:p>
        </p:txBody>
      </p:sp>
      <p:sp>
        <p:nvSpPr>
          <p:cNvPr id="37" name="Rounded Rectangle 36">
            <a:extLst>
              <a:ext uri="{FF2B5EF4-FFF2-40B4-BE49-F238E27FC236}">
                <a16:creationId xmlns:a16="http://schemas.microsoft.com/office/drawing/2014/main" id="{6E481AE8-706D-03B3-F360-3F7DE7D7A835}"/>
              </a:ext>
            </a:extLst>
          </p:cNvPr>
          <p:cNvSpPr/>
          <p:nvPr/>
        </p:nvSpPr>
        <p:spPr>
          <a:xfrm>
            <a:off x="1793875" y="4213225"/>
            <a:ext cx="1439863" cy="8223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AU"/>
          </a:p>
        </p:txBody>
      </p:sp>
      <p:sp>
        <p:nvSpPr>
          <p:cNvPr id="38" name="Rounded Rectangle 37">
            <a:extLst>
              <a:ext uri="{FF2B5EF4-FFF2-40B4-BE49-F238E27FC236}">
                <a16:creationId xmlns:a16="http://schemas.microsoft.com/office/drawing/2014/main" id="{B3D049AC-9872-C701-0F3E-866D1B011835}"/>
              </a:ext>
            </a:extLst>
          </p:cNvPr>
          <p:cNvSpPr/>
          <p:nvPr/>
        </p:nvSpPr>
        <p:spPr>
          <a:xfrm>
            <a:off x="4073525" y="1493838"/>
            <a:ext cx="1439863" cy="8223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AU"/>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F4FFDD66-E5FE-921D-BAFF-40C2705985AE}"/>
              </a:ext>
            </a:extLst>
          </p:cNvPr>
          <p:cNvSpPr>
            <a:spLocks noGrp="1"/>
          </p:cNvSpPr>
          <p:nvPr>
            <p:ph type="title"/>
          </p:nvPr>
        </p:nvSpPr>
        <p:spPr>
          <a:xfrm>
            <a:off x="1944688" y="623888"/>
            <a:ext cx="6589712" cy="1281112"/>
          </a:xfrm>
        </p:spPr>
        <p:txBody>
          <a:bodyPr/>
          <a:lstStyle/>
          <a:p>
            <a:r>
              <a:rPr lang="en-AU" altLang="en-US"/>
              <a:t>Student Voice</a:t>
            </a:r>
          </a:p>
        </p:txBody>
      </p:sp>
      <p:sp>
        <p:nvSpPr>
          <p:cNvPr id="4" name="Content Placeholder 2">
            <a:extLst>
              <a:ext uri="{FF2B5EF4-FFF2-40B4-BE49-F238E27FC236}">
                <a16:creationId xmlns:a16="http://schemas.microsoft.com/office/drawing/2014/main" id="{76260570-38C1-0D65-7EFB-20AF010F4132}"/>
              </a:ext>
            </a:extLst>
          </p:cNvPr>
          <p:cNvSpPr>
            <a:spLocks noGrp="1"/>
          </p:cNvSpPr>
          <p:nvPr>
            <p:ph idx="1"/>
          </p:nvPr>
        </p:nvSpPr>
        <p:spPr>
          <a:xfrm>
            <a:off x="1943100" y="2133600"/>
            <a:ext cx="6591300" cy="3778250"/>
          </a:xfrm>
          <a:solidFill>
            <a:schemeClr val="accent4">
              <a:lumMod val="20000"/>
              <a:lumOff val="80000"/>
            </a:schemeClr>
          </a:solidFill>
          <a:ln>
            <a:solidFill>
              <a:schemeClr val="accent1"/>
            </a:solidFill>
          </a:ln>
        </p:spPr>
        <p:txBody>
          <a:bodyPr/>
          <a:lstStyle/>
          <a:p>
            <a:pPr>
              <a:defRPr/>
            </a:pPr>
            <a:r>
              <a:rPr lang="en-AU" dirty="0"/>
              <a:t>What I learnt today:</a:t>
            </a:r>
          </a:p>
          <a:p>
            <a:pPr>
              <a:defRPr/>
            </a:pPr>
            <a:endParaRPr lang="en-AU" dirty="0"/>
          </a:p>
          <a:p>
            <a:pPr>
              <a:defRPr/>
            </a:pPr>
            <a:endParaRPr lang="en-AU" dirty="0"/>
          </a:p>
          <a:p>
            <a:pPr>
              <a:defRPr/>
            </a:pPr>
            <a:r>
              <a:rPr lang="en-AU" dirty="0"/>
              <a:t>What went well:</a:t>
            </a:r>
          </a:p>
          <a:p>
            <a:pPr>
              <a:defRPr/>
            </a:pPr>
            <a:endParaRPr lang="en-AU" dirty="0"/>
          </a:p>
          <a:p>
            <a:pPr>
              <a:defRPr/>
            </a:pPr>
            <a:endParaRPr lang="en-AU" dirty="0"/>
          </a:p>
          <a:p>
            <a:pPr>
              <a:defRPr/>
            </a:pPr>
            <a:r>
              <a:rPr lang="en-AU" dirty="0"/>
              <a:t>Even better if: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1">
            <a:extLst>
              <a:ext uri="{FF2B5EF4-FFF2-40B4-BE49-F238E27FC236}">
                <a16:creationId xmlns:a16="http://schemas.microsoft.com/office/drawing/2014/main" id="{9CE7D562-F6CC-05ED-4451-FE68FEC7C13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125538"/>
            <a:ext cx="5357813"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1CACE3"/>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634605D8A32074CBD8F075DB5D9C132" ma:contentTypeVersion="18" ma:contentTypeDescription="Create a new document." ma:contentTypeScope="" ma:versionID="f73866a61ed8f1d748b8aefa5d30fdfd">
  <xsd:schema xmlns:xsd="http://www.w3.org/2001/XMLSchema" xmlns:xs="http://www.w3.org/2001/XMLSchema" xmlns:p="http://schemas.microsoft.com/office/2006/metadata/properties" xmlns:ns2="09c01967-b217-4fdd-8d34-d6196aeb44db" xmlns:ns3="6b06ac56-c85b-4340-a26f-e2ef674d4cdc" targetNamespace="http://schemas.microsoft.com/office/2006/metadata/properties" ma:root="true" ma:fieldsID="d9147cb4a02b8a044f1dc761e747ea09" ns2:_="" ns3:_="">
    <xsd:import namespace="09c01967-b217-4fdd-8d34-d6196aeb44db"/>
    <xsd:import namespace="6b06ac56-c85b-4340-a26f-e2ef674d4cd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c01967-b217-4fdd-8d34-d6196aeb44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b06ac56-c85b-4340-a26f-e2ef674d4cdc"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505bc56-2830-46c4-a825-c875803c3781}" ma:internalName="TaxCatchAll" ma:showField="CatchAllData" ma:web="6b06ac56-c85b-4340-a26f-e2ef674d4c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988FD50-5C75-469D-940C-717FE6BF5E1F}">
  <ds:schemaRefs>
    <ds:schemaRef ds:uri="http://schemas.microsoft.com/sharepoint/v3/contenttype/forms"/>
  </ds:schemaRefs>
</ds:datastoreItem>
</file>

<file path=customXml/itemProps2.xml><?xml version="1.0" encoding="utf-8"?>
<ds:datastoreItem xmlns:ds="http://schemas.openxmlformats.org/officeDocument/2006/customXml" ds:itemID="{A95B67F8-7CF1-4145-97ED-0D5C697D39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c01967-b217-4fdd-8d34-d6196aeb44db"/>
    <ds:schemaRef ds:uri="6b06ac56-c85b-4340-a26f-e2ef674d4c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Wisp</Template>
  <TotalTime>501</TotalTime>
  <Words>1326</Words>
  <Application>Microsoft Office PowerPoint</Application>
  <PresentationFormat>On-screen Show (4:3)</PresentationFormat>
  <Paragraphs>178</Paragraphs>
  <Slides>29</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Aptos</vt:lpstr>
      <vt:lpstr>Arial</vt:lpstr>
      <vt:lpstr>Calibri</vt:lpstr>
      <vt:lpstr>Century Gothic</vt:lpstr>
      <vt:lpstr>Gloucester MT Extra Condensed</vt:lpstr>
      <vt:lpstr>PTSerifRegular</vt:lpstr>
      <vt:lpstr>Symbol</vt:lpstr>
      <vt:lpstr>Wingdings</vt:lpstr>
      <vt:lpstr>Wingdings 3</vt:lpstr>
      <vt:lpstr>Wisp</vt:lpstr>
      <vt:lpstr>Term 1 Week 8</vt:lpstr>
      <vt:lpstr>Mike Check Question: Where would you prefer to spend your holiday?</vt:lpstr>
      <vt:lpstr>PowerPoint Presentation</vt:lpstr>
      <vt:lpstr>PowerPoint Presentation</vt:lpstr>
      <vt:lpstr>Difference between message and perspective, according to Heather from HTAWA:</vt:lpstr>
      <vt:lpstr>Ukrainian</vt:lpstr>
      <vt:lpstr>Today’s Learning Intentions</vt:lpstr>
      <vt:lpstr>Semester 1: We are here:</vt:lpstr>
      <vt:lpstr>Assessment Task 1: Self-Reflections</vt:lpstr>
      <vt:lpstr>Before Google:</vt:lpstr>
      <vt:lpstr>Question time:</vt:lpstr>
      <vt:lpstr>Review of Webex Lesson if you miss the lesson: To be sent within seven days of missing the lesson.</vt:lpstr>
      <vt:lpstr>Where are you right now?</vt:lpstr>
      <vt:lpstr>FIVE (5) key steps to success in Source Analysis</vt:lpstr>
      <vt:lpstr>Content which may be covered in the three sources:</vt:lpstr>
      <vt:lpstr>Content which may be covered in the three sources:</vt:lpstr>
      <vt:lpstr>Assessment Task 2: Source Analysis Test – 10% Week 8</vt:lpstr>
      <vt:lpstr>Questions which will be in your test:</vt:lpstr>
      <vt:lpstr>Glossary</vt:lpstr>
      <vt:lpstr>The Birth of a Nation 1915 – viewed in the White House. Increasing intolerance.</vt:lpstr>
      <vt:lpstr>KKK: Violence of the Klan in the 1920s.</vt:lpstr>
      <vt:lpstr>The USA</vt:lpstr>
      <vt:lpstr>Two lawyers who became famous: Two of the best orators of the era.</vt:lpstr>
      <vt:lpstr>Scopes Trial: Social Darwinism</vt:lpstr>
      <vt:lpstr>PowerPoint Presentation</vt:lpstr>
      <vt:lpstr>Play video:</vt:lpstr>
      <vt:lpstr>Forces from the syllabus:</vt:lpstr>
      <vt:lpstr>Student Voice</vt:lpstr>
      <vt:lpstr>PowerPoint Presentation</vt:lpstr>
    </vt:vector>
  </TitlesOfParts>
  <Company>DET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Information Systems</dc:creator>
  <cp:lastModifiedBy>KERON Roslyn [SIDE - Sch of Isol &amp; Dist Edu]</cp:lastModifiedBy>
  <cp:revision>125</cp:revision>
  <cp:lastPrinted>2019-03-08T05:21:25Z</cp:lastPrinted>
  <dcterms:created xsi:type="dcterms:W3CDTF">2012-03-07T05:04:27Z</dcterms:created>
  <dcterms:modified xsi:type="dcterms:W3CDTF">2024-03-18T00:25:35Z</dcterms:modified>
</cp:coreProperties>
</file>