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4027" r:id="rId3"/>
  </p:sldMasterIdLst>
  <p:notesMasterIdLst>
    <p:notesMasterId r:id="rId34"/>
  </p:notesMasterIdLst>
  <p:handoutMasterIdLst>
    <p:handoutMasterId r:id="rId35"/>
  </p:handoutMasterIdLst>
  <p:sldIdLst>
    <p:sldId id="303" r:id="rId4"/>
    <p:sldId id="305" r:id="rId5"/>
    <p:sldId id="350" r:id="rId6"/>
    <p:sldId id="562" r:id="rId7"/>
    <p:sldId id="339" r:id="rId8"/>
    <p:sldId id="559" r:id="rId9"/>
    <p:sldId id="295" r:id="rId10"/>
    <p:sldId id="326" r:id="rId11"/>
    <p:sldId id="336" r:id="rId12"/>
    <p:sldId id="337" r:id="rId13"/>
    <p:sldId id="327" r:id="rId14"/>
    <p:sldId id="347" r:id="rId15"/>
    <p:sldId id="341" r:id="rId16"/>
    <p:sldId id="346" r:id="rId17"/>
    <p:sldId id="313" r:id="rId18"/>
    <p:sldId id="343" r:id="rId19"/>
    <p:sldId id="296" r:id="rId20"/>
    <p:sldId id="342" r:id="rId21"/>
    <p:sldId id="340" r:id="rId22"/>
    <p:sldId id="324" r:id="rId23"/>
    <p:sldId id="293" r:id="rId24"/>
    <p:sldId id="309" r:id="rId25"/>
    <p:sldId id="264" r:id="rId26"/>
    <p:sldId id="348" r:id="rId27"/>
    <p:sldId id="349" r:id="rId28"/>
    <p:sldId id="331" r:id="rId29"/>
    <p:sldId id="328" r:id="rId30"/>
    <p:sldId id="329" r:id="rId31"/>
    <p:sldId id="330" r:id="rId32"/>
    <p:sldId id="338" r:id="rId33"/>
  </p:sldIdLst>
  <p:sldSz cx="9144000" cy="6858000" type="screen4x3"/>
  <p:notesSz cx="6794500" cy="9931400"/>
  <p:defaultTextStyle>
    <a:defPPr>
      <a:defRPr lang="en-US"/>
    </a:defPPr>
    <a:lvl1pPr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1pPr>
    <a:lvl2pPr marL="4572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2pPr>
    <a:lvl3pPr marL="9144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3pPr>
    <a:lvl4pPr marL="13716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4pPr>
    <a:lvl5pPr marL="1828800" algn="l" defTabSz="457200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Century Gothic" panose="020B0502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0000"/>
    <a:srgbClr val="FF3300"/>
    <a:srgbClr val="0000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2AD8937-5F80-43E9-977A-28991CBE7EE4}" v="7" dt="2024-03-03T07:23:53.474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108" d="100"/>
          <a:sy n="108" d="100"/>
        </p:scale>
        <p:origin x="1704" y="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0.xml"/><Relationship Id="rId18" Type="http://schemas.openxmlformats.org/officeDocument/2006/relationships/slide" Target="slides/slide15.xml"/><Relationship Id="rId26" Type="http://schemas.openxmlformats.org/officeDocument/2006/relationships/slide" Target="slides/slide23.xml"/><Relationship Id="rId39" Type="http://schemas.openxmlformats.org/officeDocument/2006/relationships/tableStyles" Target="tableStyles.xml"/><Relationship Id="rId21" Type="http://schemas.openxmlformats.org/officeDocument/2006/relationships/slide" Target="slides/slide18.xml"/><Relationship Id="rId34" Type="http://schemas.openxmlformats.org/officeDocument/2006/relationships/notesMaster" Target="notesMasters/notesMaster1.xml"/><Relationship Id="rId7" Type="http://schemas.openxmlformats.org/officeDocument/2006/relationships/slide" Target="slides/slide4.xml"/><Relationship Id="rId2" Type="http://schemas.openxmlformats.org/officeDocument/2006/relationships/customXml" Target="../customXml/item2.xml"/><Relationship Id="rId16" Type="http://schemas.openxmlformats.org/officeDocument/2006/relationships/slide" Target="slides/slide13.xml"/><Relationship Id="rId20" Type="http://schemas.openxmlformats.org/officeDocument/2006/relationships/slide" Target="slides/slide17.xml"/><Relationship Id="rId29" Type="http://schemas.openxmlformats.org/officeDocument/2006/relationships/slide" Target="slides/slide26.xml"/><Relationship Id="rId41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3.xml"/><Relationship Id="rId11" Type="http://schemas.openxmlformats.org/officeDocument/2006/relationships/slide" Target="slides/slide8.xml"/><Relationship Id="rId24" Type="http://schemas.openxmlformats.org/officeDocument/2006/relationships/slide" Target="slides/slide21.xml"/><Relationship Id="rId32" Type="http://schemas.openxmlformats.org/officeDocument/2006/relationships/slide" Target="slides/slide29.xml"/><Relationship Id="rId37" Type="http://schemas.openxmlformats.org/officeDocument/2006/relationships/viewProps" Target="viewProps.xml"/><Relationship Id="rId40" Type="http://schemas.microsoft.com/office/2016/11/relationships/changesInfo" Target="changesInfos/changesInfo1.xml"/><Relationship Id="rId5" Type="http://schemas.openxmlformats.org/officeDocument/2006/relationships/slide" Target="slides/slide2.xml"/><Relationship Id="rId15" Type="http://schemas.openxmlformats.org/officeDocument/2006/relationships/slide" Target="slides/slide12.xml"/><Relationship Id="rId23" Type="http://schemas.openxmlformats.org/officeDocument/2006/relationships/slide" Target="slides/slide20.xml"/><Relationship Id="rId28" Type="http://schemas.openxmlformats.org/officeDocument/2006/relationships/slide" Target="slides/slide25.xml"/><Relationship Id="rId36" Type="http://schemas.openxmlformats.org/officeDocument/2006/relationships/presProps" Target="presProps.xml"/><Relationship Id="rId10" Type="http://schemas.openxmlformats.org/officeDocument/2006/relationships/slide" Target="slides/slide7.xml"/><Relationship Id="rId19" Type="http://schemas.openxmlformats.org/officeDocument/2006/relationships/slide" Target="slides/slide16.xml"/><Relationship Id="rId31" Type="http://schemas.openxmlformats.org/officeDocument/2006/relationships/slide" Target="slides/slide28.xml"/><Relationship Id="rId4" Type="http://schemas.openxmlformats.org/officeDocument/2006/relationships/slide" Target="slides/slide1.xml"/><Relationship Id="rId9" Type="http://schemas.openxmlformats.org/officeDocument/2006/relationships/slide" Target="slides/slide6.xml"/><Relationship Id="rId14" Type="http://schemas.openxmlformats.org/officeDocument/2006/relationships/slide" Target="slides/slide11.xml"/><Relationship Id="rId22" Type="http://schemas.openxmlformats.org/officeDocument/2006/relationships/slide" Target="slides/slide19.xml"/><Relationship Id="rId27" Type="http://schemas.openxmlformats.org/officeDocument/2006/relationships/slide" Target="slides/slide24.xml"/><Relationship Id="rId30" Type="http://schemas.openxmlformats.org/officeDocument/2006/relationships/slide" Target="slides/slide27.xml"/><Relationship Id="rId35" Type="http://schemas.openxmlformats.org/officeDocument/2006/relationships/handoutMaster" Target="handoutMasters/handoutMaster1.xml"/><Relationship Id="rId8" Type="http://schemas.openxmlformats.org/officeDocument/2006/relationships/slide" Target="slides/slide5.xml"/><Relationship Id="rId3" Type="http://schemas.openxmlformats.org/officeDocument/2006/relationships/slideMaster" Target="slideMasters/slideMaster1.xml"/><Relationship Id="rId12" Type="http://schemas.openxmlformats.org/officeDocument/2006/relationships/slide" Target="slides/slide9.xml"/><Relationship Id="rId17" Type="http://schemas.openxmlformats.org/officeDocument/2006/relationships/slide" Target="slides/slide14.xml"/><Relationship Id="rId25" Type="http://schemas.openxmlformats.org/officeDocument/2006/relationships/slide" Target="slides/slide22.xml"/><Relationship Id="rId33" Type="http://schemas.openxmlformats.org/officeDocument/2006/relationships/slide" Target="slides/slide30.xml"/><Relationship Id="rId38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KERON Roslyn [SIDE - Sch of Isol &amp; Dist Edu]" userId="c183fb99-3050-4a1c-95bf-f26cb5acbba7" providerId="ADAL" clId="{F2AD8937-5F80-43E9-977A-28991CBE7EE4}"/>
    <pc:docChg chg="custSel addSld delSld modSld">
      <pc:chgData name="KERON Roslyn [SIDE - Sch of Isol &amp; Dist Edu]" userId="c183fb99-3050-4a1c-95bf-f26cb5acbba7" providerId="ADAL" clId="{F2AD8937-5F80-43E9-977A-28991CBE7EE4}" dt="2024-03-03T07:53:36.285" v="366" actId="20577"/>
      <pc:docMkLst>
        <pc:docMk/>
      </pc:docMkLst>
      <pc:sldChg chg="del">
        <pc:chgData name="KERON Roslyn [SIDE - Sch of Isol &amp; Dist Edu]" userId="c183fb99-3050-4a1c-95bf-f26cb5acbba7" providerId="ADAL" clId="{F2AD8937-5F80-43E9-977A-28991CBE7EE4}" dt="2024-02-29T07:47:13.900" v="282" actId="2696"/>
        <pc:sldMkLst>
          <pc:docMk/>
          <pc:sldMk cId="0" sldId="297"/>
        </pc:sldMkLst>
      </pc:sldChg>
      <pc:sldChg chg="modSp mod">
        <pc:chgData name="KERON Roslyn [SIDE - Sch of Isol &amp; Dist Edu]" userId="c183fb99-3050-4a1c-95bf-f26cb5acbba7" providerId="ADAL" clId="{F2AD8937-5F80-43E9-977A-28991CBE7EE4}" dt="2024-02-29T07:43:53.384" v="33" actId="20577"/>
        <pc:sldMkLst>
          <pc:docMk/>
          <pc:sldMk cId="0" sldId="303"/>
        </pc:sldMkLst>
        <pc:spChg chg="mod">
          <ac:chgData name="KERON Roslyn [SIDE - Sch of Isol &amp; Dist Edu]" userId="c183fb99-3050-4a1c-95bf-f26cb5acbba7" providerId="ADAL" clId="{F2AD8937-5F80-43E9-977A-28991CBE7EE4}" dt="2024-02-29T07:43:53.384" v="33" actId="20577"/>
          <ac:spMkLst>
            <pc:docMk/>
            <pc:sldMk cId="0" sldId="303"/>
            <ac:spMk id="3" creationId="{02D12E9C-38C5-C940-583B-CAF4C8CF43F2}"/>
          </ac:spMkLst>
        </pc:spChg>
      </pc:sldChg>
      <pc:sldChg chg="modSp mod">
        <pc:chgData name="KERON Roslyn [SIDE - Sch of Isol &amp; Dist Edu]" userId="c183fb99-3050-4a1c-95bf-f26cb5acbba7" providerId="ADAL" clId="{F2AD8937-5F80-43E9-977A-28991CBE7EE4}" dt="2024-03-03T07:50:57.627" v="356" actId="20577"/>
        <pc:sldMkLst>
          <pc:docMk/>
          <pc:sldMk cId="0" sldId="305"/>
        </pc:sldMkLst>
        <pc:spChg chg="mod">
          <ac:chgData name="KERON Roslyn [SIDE - Sch of Isol &amp; Dist Edu]" userId="c183fb99-3050-4a1c-95bf-f26cb5acbba7" providerId="ADAL" clId="{F2AD8937-5F80-43E9-977A-28991CBE7EE4}" dt="2024-03-03T07:50:57.627" v="356" actId="20577"/>
          <ac:spMkLst>
            <pc:docMk/>
            <pc:sldMk cId="0" sldId="305"/>
            <ac:spMk id="23555" creationId="{F1E3CA01-DD07-59CD-2C74-802901FE3349}"/>
          </ac:spMkLst>
        </pc:spChg>
      </pc:sldChg>
      <pc:sldChg chg="del">
        <pc:chgData name="KERON Roslyn [SIDE - Sch of Isol &amp; Dist Edu]" userId="c183fb99-3050-4a1c-95bf-f26cb5acbba7" providerId="ADAL" clId="{F2AD8937-5F80-43E9-977A-28991CBE7EE4}" dt="2024-03-03T07:52:11.768" v="364" actId="2696"/>
        <pc:sldMkLst>
          <pc:docMk/>
          <pc:sldMk cId="0" sldId="319"/>
        </pc:sldMkLst>
      </pc:sldChg>
      <pc:sldChg chg="addSp modSp mod">
        <pc:chgData name="KERON Roslyn [SIDE - Sch of Isol &amp; Dist Edu]" userId="c183fb99-3050-4a1c-95bf-f26cb5acbba7" providerId="ADAL" clId="{F2AD8937-5F80-43E9-977A-28991CBE7EE4}" dt="2024-02-29T07:47:00.044" v="281" actId="207"/>
        <pc:sldMkLst>
          <pc:docMk/>
          <pc:sldMk cId="0" sldId="326"/>
        </pc:sldMkLst>
        <pc:spChg chg="add mod">
          <ac:chgData name="KERON Roslyn [SIDE - Sch of Isol &amp; Dist Edu]" userId="c183fb99-3050-4a1c-95bf-f26cb5acbba7" providerId="ADAL" clId="{F2AD8937-5F80-43E9-977A-28991CBE7EE4}" dt="2024-02-29T07:47:00.044" v="281" actId="207"/>
          <ac:spMkLst>
            <pc:docMk/>
            <pc:sldMk cId="0" sldId="326"/>
            <ac:spMk id="2" creationId="{F36FA158-CA35-5F85-A214-83D77F2CB547}"/>
          </ac:spMkLst>
        </pc:spChg>
        <pc:spChg chg="mod">
          <ac:chgData name="KERON Roslyn [SIDE - Sch of Isol &amp; Dist Edu]" userId="c183fb99-3050-4a1c-95bf-f26cb5acbba7" providerId="ADAL" clId="{F2AD8937-5F80-43E9-977A-28991CBE7EE4}" dt="2024-02-29T07:46:17.674" v="212" actId="20577"/>
          <ac:spMkLst>
            <pc:docMk/>
            <pc:sldMk cId="0" sldId="326"/>
            <ac:spMk id="25603" creationId="{04021922-81F7-590A-71DB-DFD98A23E595}"/>
          </ac:spMkLst>
        </pc:spChg>
        <pc:picChg chg="mod">
          <ac:chgData name="KERON Roslyn [SIDE - Sch of Isol &amp; Dist Edu]" userId="c183fb99-3050-4a1c-95bf-f26cb5acbba7" providerId="ADAL" clId="{F2AD8937-5F80-43E9-977A-28991CBE7EE4}" dt="2024-02-29T07:46:09.334" v="204" actId="1076"/>
          <ac:picMkLst>
            <pc:docMk/>
            <pc:sldMk cId="0" sldId="326"/>
            <ac:picMk id="25604" creationId="{EFADBCBE-6130-FD57-C3BB-A64BCD5B569C}"/>
          </ac:picMkLst>
        </pc:picChg>
      </pc:sldChg>
      <pc:sldChg chg="del">
        <pc:chgData name="KERON Roslyn [SIDE - Sch of Isol &amp; Dist Edu]" userId="c183fb99-3050-4a1c-95bf-f26cb5acbba7" providerId="ADAL" clId="{F2AD8937-5F80-43E9-977A-28991CBE7EE4}" dt="2024-02-29T07:47:21.497" v="283" actId="2696"/>
        <pc:sldMkLst>
          <pc:docMk/>
          <pc:sldMk cId="0" sldId="333"/>
        </pc:sldMkLst>
      </pc:sldChg>
      <pc:sldChg chg="del">
        <pc:chgData name="KERON Roslyn [SIDE - Sch of Isol &amp; Dist Edu]" userId="c183fb99-3050-4a1c-95bf-f26cb5acbba7" providerId="ADAL" clId="{F2AD8937-5F80-43E9-977A-28991CBE7EE4}" dt="2024-02-29T07:45:19.863" v="153" actId="2696"/>
        <pc:sldMkLst>
          <pc:docMk/>
          <pc:sldMk cId="0" sldId="335"/>
        </pc:sldMkLst>
      </pc:sldChg>
      <pc:sldChg chg="delSp modSp add mod">
        <pc:chgData name="KERON Roslyn [SIDE - Sch of Isol &amp; Dist Edu]" userId="c183fb99-3050-4a1c-95bf-f26cb5acbba7" providerId="ADAL" clId="{F2AD8937-5F80-43E9-977A-28991CBE7EE4}" dt="2024-02-29T07:45:33.571" v="158"/>
        <pc:sldMkLst>
          <pc:docMk/>
          <pc:sldMk cId="3548116175" sldId="339"/>
        </pc:sldMkLst>
        <pc:spChg chg="mod">
          <ac:chgData name="KERON Roslyn [SIDE - Sch of Isol &amp; Dist Edu]" userId="c183fb99-3050-4a1c-95bf-f26cb5acbba7" providerId="ADAL" clId="{F2AD8937-5F80-43E9-977A-28991CBE7EE4}" dt="2024-02-29T07:45:24.592" v="154" actId="1076"/>
          <ac:spMkLst>
            <pc:docMk/>
            <pc:sldMk cId="3548116175" sldId="339"/>
            <ac:spMk id="3" creationId="{00000000-0000-0000-0000-000000000000}"/>
          </ac:spMkLst>
        </pc:spChg>
        <pc:spChg chg="del mod">
          <ac:chgData name="KERON Roslyn [SIDE - Sch of Isol &amp; Dist Edu]" userId="c183fb99-3050-4a1c-95bf-f26cb5acbba7" providerId="ADAL" clId="{F2AD8937-5F80-43E9-977A-28991CBE7EE4}" dt="2024-02-29T07:45:33.571" v="158"/>
          <ac:spMkLst>
            <pc:docMk/>
            <pc:sldMk cId="3548116175" sldId="339"/>
            <ac:spMk id="4" creationId="{C875096B-EE1F-3863-E1E5-FC9B609D590B}"/>
          </ac:spMkLst>
        </pc:spChg>
        <pc:spChg chg="del">
          <ac:chgData name="KERON Roslyn [SIDE - Sch of Isol &amp; Dist Edu]" userId="c183fb99-3050-4a1c-95bf-f26cb5acbba7" providerId="ADAL" clId="{F2AD8937-5F80-43E9-977A-28991CBE7EE4}" dt="2024-02-29T07:45:33.564" v="156" actId="21"/>
          <ac:spMkLst>
            <pc:docMk/>
            <pc:sldMk cId="3548116175" sldId="339"/>
            <ac:spMk id="8" creationId="{F55EF610-9CEB-F42F-BB98-A0D43E1BEB39}"/>
          </ac:spMkLst>
        </pc:spChg>
        <pc:picChg chg="del">
          <ac:chgData name="KERON Roslyn [SIDE - Sch of Isol &amp; Dist Edu]" userId="c183fb99-3050-4a1c-95bf-f26cb5acbba7" providerId="ADAL" clId="{F2AD8937-5F80-43E9-977A-28991CBE7EE4}" dt="2024-02-29T07:45:33.564" v="156" actId="21"/>
          <ac:picMkLst>
            <pc:docMk/>
            <pc:sldMk cId="3548116175" sldId="339"/>
            <ac:picMk id="7" creationId="{4B4BA1D7-E5F6-9B59-463E-762D26D509FF}"/>
          </ac:picMkLst>
        </pc:picChg>
      </pc:sldChg>
      <pc:sldChg chg="modSp mod">
        <pc:chgData name="KERON Roslyn [SIDE - Sch of Isol &amp; Dist Edu]" userId="c183fb99-3050-4a1c-95bf-f26cb5acbba7" providerId="ADAL" clId="{F2AD8937-5F80-43E9-977A-28991CBE7EE4}" dt="2024-03-03T07:53:36.285" v="366" actId="20577"/>
        <pc:sldMkLst>
          <pc:docMk/>
          <pc:sldMk cId="256559821" sldId="350"/>
        </pc:sldMkLst>
        <pc:spChg chg="mod">
          <ac:chgData name="KERON Roslyn [SIDE - Sch of Isol &amp; Dist Edu]" userId="c183fb99-3050-4a1c-95bf-f26cb5acbba7" providerId="ADAL" clId="{F2AD8937-5F80-43E9-977A-28991CBE7EE4}" dt="2024-03-03T07:51:20.407" v="363" actId="20577"/>
          <ac:spMkLst>
            <pc:docMk/>
            <pc:sldMk cId="256559821" sldId="350"/>
            <ac:spMk id="2" creationId="{36289B3F-497A-0687-A180-EB1DE12983A5}"/>
          </ac:spMkLst>
        </pc:spChg>
        <pc:spChg chg="mod">
          <ac:chgData name="KERON Roslyn [SIDE - Sch of Isol &amp; Dist Edu]" userId="c183fb99-3050-4a1c-95bf-f26cb5acbba7" providerId="ADAL" clId="{F2AD8937-5F80-43E9-977A-28991CBE7EE4}" dt="2024-03-03T07:53:36.285" v="366" actId="20577"/>
          <ac:spMkLst>
            <pc:docMk/>
            <pc:sldMk cId="256559821" sldId="350"/>
            <ac:spMk id="3" creationId="{A9523B7A-6FED-AEEF-FAC7-484A5AB5A99B}"/>
          </ac:spMkLst>
        </pc:spChg>
      </pc:sldChg>
      <pc:sldChg chg="add del">
        <pc:chgData name="KERON Roslyn [SIDE - Sch of Isol &amp; Dist Edu]" userId="c183fb99-3050-4a1c-95bf-f26cb5acbba7" providerId="ADAL" clId="{F2AD8937-5F80-43E9-977A-28991CBE7EE4}" dt="2024-03-03T07:23:56.161" v="354" actId="2696"/>
        <pc:sldMkLst>
          <pc:docMk/>
          <pc:sldMk cId="822615580" sldId="561"/>
        </pc:sldMkLst>
      </pc:sldChg>
      <pc:sldChg chg="add">
        <pc:chgData name="KERON Roslyn [SIDE - Sch of Isol &amp; Dist Edu]" userId="c183fb99-3050-4a1c-95bf-f26cb5acbba7" providerId="ADAL" clId="{F2AD8937-5F80-43E9-977A-28991CBE7EE4}" dt="2024-03-03T07:23:53.472" v="353"/>
        <pc:sldMkLst>
          <pc:docMk/>
          <pc:sldMk cId="3561062443" sldId="562"/>
        </pc:sldMkLst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3841DD04-AA2E-4A59-8B5F-C56E36252906}" type="doc">
      <dgm:prSet loTypeId="urn:microsoft.com/office/officeart/2005/8/layout/cycle5" loCatId="cycle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6D67DA9C-C0EA-48F1-AA73-F767F609DED3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Places</a:t>
          </a:r>
        </a:p>
      </dgm:t>
    </dgm:pt>
    <dgm:pt modelId="{FA122911-6033-455C-B477-51E22292C572}" type="parTrans" cxnId="{D2E08E20-13E5-415C-BCE6-824510451E53}">
      <dgm:prSet/>
      <dgm:spPr/>
      <dgm:t>
        <a:bodyPr/>
        <a:lstStyle/>
        <a:p>
          <a:endParaRPr lang="en-US"/>
        </a:p>
      </dgm:t>
    </dgm:pt>
    <dgm:pt modelId="{2A9F8E95-952B-422E-9E13-4B955189C88B}" type="sibTrans" cxnId="{D2E08E20-13E5-415C-BCE6-824510451E53}">
      <dgm:prSet/>
      <dgm:spPr/>
      <dgm:t>
        <a:bodyPr/>
        <a:lstStyle/>
        <a:p>
          <a:endParaRPr lang="en-US"/>
        </a:p>
      </dgm:t>
    </dgm:pt>
    <dgm:pt modelId="{104368FA-9C0E-4C4B-9944-C618EBDD2FAB}">
      <dgm:prSet phldrT="[Text]"/>
      <dgm:spPr>
        <a:solidFill>
          <a:srgbClr val="FFC000"/>
        </a:solidFill>
      </dgm:spPr>
      <dgm:t>
        <a:bodyPr/>
        <a:lstStyle/>
        <a:p>
          <a:r>
            <a:rPr lang="en-US" dirty="0"/>
            <a:t>People</a:t>
          </a:r>
        </a:p>
      </dgm:t>
    </dgm:pt>
    <dgm:pt modelId="{C80CD822-EAD8-469C-B9E5-205CFC8192ED}" type="parTrans" cxnId="{3F7A65C5-3CE8-4DF4-9F4A-BE2180F73843}">
      <dgm:prSet/>
      <dgm:spPr/>
      <dgm:t>
        <a:bodyPr/>
        <a:lstStyle/>
        <a:p>
          <a:endParaRPr lang="en-US"/>
        </a:p>
      </dgm:t>
    </dgm:pt>
    <dgm:pt modelId="{8323EF96-1660-48A2-8F69-9A2A0BA65E88}" type="sibTrans" cxnId="{3F7A65C5-3CE8-4DF4-9F4A-BE2180F73843}">
      <dgm:prSet/>
      <dgm:spPr/>
      <dgm:t>
        <a:bodyPr/>
        <a:lstStyle/>
        <a:p>
          <a:endParaRPr lang="en-US"/>
        </a:p>
      </dgm:t>
    </dgm:pt>
    <dgm:pt modelId="{C04B4CEC-C97B-473A-BDEC-C73942F59919}">
      <dgm:prSet phldrT="[Text]"/>
      <dgm:spPr>
        <a:solidFill>
          <a:srgbClr val="FF0000"/>
        </a:solidFill>
      </dgm:spPr>
      <dgm:t>
        <a:bodyPr/>
        <a:lstStyle/>
        <a:p>
          <a:r>
            <a:rPr lang="en-US" dirty="0"/>
            <a:t>Other</a:t>
          </a:r>
        </a:p>
      </dgm:t>
    </dgm:pt>
    <dgm:pt modelId="{26556953-F854-4CFA-AE5B-E22547B58D27}" type="parTrans" cxnId="{467DA5A2-0534-4002-BB1A-3423C3D883CE}">
      <dgm:prSet/>
      <dgm:spPr/>
      <dgm:t>
        <a:bodyPr/>
        <a:lstStyle/>
        <a:p>
          <a:endParaRPr lang="en-US"/>
        </a:p>
      </dgm:t>
    </dgm:pt>
    <dgm:pt modelId="{A3170AB3-1357-454F-99A9-C492E028DBC9}" type="sibTrans" cxnId="{467DA5A2-0534-4002-BB1A-3423C3D883CE}">
      <dgm:prSet/>
      <dgm:spPr/>
      <dgm:t>
        <a:bodyPr/>
        <a:lstStyle/>
        <a:p>
          <a:endParaRPr lang="en-US"/>
        </a:p>
      </dgm:t>
    </dgm:pt>
    <dgm:pt modelId="{AAE7C727-45E7-4BAC-ACDC-2446B7E20549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Events</a:t>
          </a:r>
        </a:p>
      </dgm:t>
    </dgm:pt>
    <dgm:pt modelId="{C591D817-ADDE-4C65-911C-AE2B011BC334}" type="parTrans" cxnId="{C3A0E69A-41A4-4148-A095-B4EFF3BE4237}">
      <dgm:prSet/>
      <dgm:spPr/>
      <dgm:t>
        <a:bodyPr/>
        <a:lstStyle/>
        <a:p>
          <a:endParaRPr lang="en-US"/>
        </a:p>
      </dgm:t>
    </dgm:pt>
    <dgm:pt modelId="{A09EF61C-2013-4D24-A71C-8F8F53BF397C}" type="sibTrans" cxnId="{C3A0E69A-41A4-4148-A095-B4EFF3BE4237}">
      <dgm:prSet/>
      <dgm:spPr/>
      <dgm:t>
        <a:bodyPr/>
        <a:lstStyle/>
        <a:p>
          <a:endParaRPr lang="en-US"/>
        </a:p>
      </dgm:t>
    </dgm:pt>
    <dgm:pt modelId="{447C33B5-24A9-4286-B4E0-84C38269AD90}">
      <dgm:prSet phldrT="[Text]"/>
      <dgm:spPr>
        <a:solidFill>
          <a:schemeClr val="accent3">
            <a:lumMod val="40000"/>
            <a:lumOff val="60000"/>
          </a:schemeClr>
        </a:solidFill>
      </dgm:spPr>
      <dgm:t>
        <a:bodyPr/>
        <a:lstStyle/>
        <a:p>
          <a:r>
            <a:rPr lang="en-US" dirty="0"/>
            <a:t>Terms</a:t>
          </a:r>
        </a:p>
      </dgm:t>
    </dgm:pt>
    <dgm:pt modelId="{8916882A-E7AF-44C6-B4AE-769B545407FA}" type="parTrans" cxnId="{BF7DCE69-CF90-47A2-A36B-DDE3D0F737E0}">
      <dgm:prSet/>
      <dgm:spPr/>
      <dgm:t>
        <a:bodyPr/>
        <a:lstStyle/>
        <a:p>
          <a:endParaRPr lang="en-US"/>
        </a:p>
      </dgm:t>
    </dgm:pt>
    <dgm:pt modelId="{21297686-382F-4A64-AA2D-DDD13DE85EEA}" type="sibTrans" cxnId="{BF7DCE69-CF90-47A2-A36B-DDE3D0F737E0}">
      <dgm:prSet/>
      <dgm:spPr/>
      <dgm:t>
        <a:bodyPr/>
        <a:lstStyle/>
        <a:p>
          <a:endParaRPr lang="en-US"/>
        </a:p>
      </dgm:t>
    </dgm:pt>
    <dgm:pt modelId="{7B73A6CA-D63E-45F9-B716-7790844B8971}" type="pres">
      <dgm:prSet presAssocID="{3841DD04-AA2E-4A59-8B5F-C56E36252906}" presName="cycle" presStyleCnt="0">
        <dgm:presLayoutVars>
          <dgm:dir/>
          <dgm:resizeHandles val="exact"/>
        </dgm:presLayoutVars>
      </dgm:prSet>
      <dgm:spPr/>
    </dgm:pt>
    <dgm:pt modelId="{66CF04A0-1879-4128-BEEE-6FC17C10ACDD}" type="pres">
      <dgm:prSet presAssocID="{6D67DA9C-C0EA-48F1-AA73-F767F609DED3}" presName="node" presStyleLbl="node1" presStyleIdx="0" presStyleCnt="5">
        <dgm:presLayoutVars>
          <dgm:bulletEnabled val="1"/>
        </dgm:presLayoutVars>
      </dgm:prSet>
      <dgm:spPr/>
    </dgm:pt>
    <dgm:pt modelId="{7D81CD63-69EA-4801-AF9E-2EC9B00FC0D0}" type="pres">
      <dgm:prSet presAssocID="{6D67DA9C-C0EA-48F1-AA73-F767F609DED3}" presName="spNode" presStyleCnt="0"/>
      <dgm:spPr/>
    </dgm:pt>
    <dgm:pt modelId="{E3A02EF7-8487-42B3-8558-ED89B5440433}" type="pres">
      <dgm:prSet presAssocID="{2A9F8E95-952B-422E-9E13-4B955189C88B}" presName="sibTrans" presStyleLbl="sibTrans1D1" presStyleIdx="0" presStyleCnt="5"/>
      <dgm:spPr/>
    </dgm:pt>
    <dgm:pt modelId="{FC36377A-6D0A-4274-A44A-F99BBEA975B2}" type="pres">
      <dgm:prSet presAssocID="{104368FA-9C0E-4C4B-9944-C618EBDD2FAB}" presName="node" presStyleLbl="node1" presStyleIdx="1" presStyleCnt="5">
        <dgm:presLayoutVars>
          <dgm:bulletEnabled val="1"/>
        </dgm:presLayoutVars>
      </dgm:prSet>
      <dgm:spPr/>
    </dgm:pt>
    <dgm:pt modelId="{40A406E8-DDF7-4EBE-852E-66C48AE160C9}" type="pres">
      <dgm:prSet presAssocID="{104368FA-9C0E-4C4B-9944-C618EBDD2FAB}" presName="spNode" presStyleCnt="0"/>
      <dgm:spPr/>
    </dgm:pt>
    <dgm:pt modelId="{B4ABFBD9-60AF-4D12-8B95-B47199EF609B}" type="pres">
      <dgm:prSet presAssocID="{8323EF96-1660-48A2-8F69-9A2A0BA65E88}" presName="sibTrans" presStyleLbl="sibTrans1D1" presStyleIdx="1" presStyleCnt="5"/>
      <dgm:spPr/>
    </dgm:pt>
    <dgm:pt modelId="{E767930C-321B-4C84-B590-BD41E0F6CA1D}" type="pres">
      <dgm:prSet presAssocID="{C04B4CEC-C97B-473A-BDEC-C73942F59919}" presName="node" presStyleLbl="node1" presStyleIdx="2" presStyleCnt="5">
        <dgm:presLayoutVars>
          <dgm:bulletEnabled val="1"/>
        </dgm:presLayoutVars>
      </dgm:prSet>
      <dgm:spPr/>
    </dgm:pt>
    <dgm:pt modelId="{9645F974-5330-42D9-AC7D-0A97C2C895E8}" type="pres">
      <dgm:prSet presAssocID="{C04B4CEC-C97B-473A-BDEC-C73942F59919}" presName="spNode" presStyleCnt="0"/>
      <dgm:spPr/>
    </dgm:pt>
    <dgm:pt modelId="{9E4820BD-9897-4A0D-BDC6-80377AA7498F}" type="pres">
      <dgm:prSet presAssocID="{A3170AB3-1357-454F-99A9-C492E028DBC9}" presName="sibTrans" presStyleLbl="sibTrans1D1" presStyleIdx="2" presStyleCnt="5"/>
      <dgm:spPr/>
    </dgm:pt>
    <dgm:pt modelId="{E2ED48A1-5BAF-41AA-81FF-387E5D9974E9}" type="pres">
      <dgm:prSet presAssocID="{AAE7C727-45E7-4BAC-ACDC-2446B7E20549}" presName="node" presStyleLbl="node1" presStyleIdx="3" presStyleCnt="5">
        <dgm:presLayoutVars>
          <dgm:bulletEnabled val="1"/>
        </dgm:presLayoutVars>
      </dgm:prSet>
      <dgm:spPr/>
    </dgm:pt>
    <dgm:pt modelId="{250965DA-F3A3-40C4-8A5B-A6D2BC2EC367}" type="pres">
      <dgm:prSet presAssocID="{AAE7C727-45E7-4BAC-ACDC-2446B7E20549}" presName="spNode" presStyleCnt="0"/>
      <dgm:spPr/>
    </dgm:pt>
    <dgm:pt modelId="{EC4792CB-D098-4C01-99FE-FD5A257D4BAB}" type="pres">
      <dgm:prSet presAssocID="{A09EF61C-2013-4D24-A71C-8F8F53BF397C}" presName="sibTrans" presStyleLbl="sibTrans1D1" presStyleIdx="3" presStyleCnt="5"/>
      <dgm:spPr/>
    </dgm:pt>
    <dgm:pt modelId="{4F297A40-BA69-4490-BDEB-3F05E9311D0E}" type="pres">
      <dgm:prSet presAssocID="{447C33B5-24A9-4286-B4E0-84C38269AD90}" presName="node" presStyleLbl="node1" presStyleIdx="4" presStyleCnt="5">
        <dgm:presLayoutVars>
          <dgm:bulletEnabled val="1"/>
        </dgm:presLayoutVars>
      </dgm:prSet>
      <dgm:spPr/>
    </dgm:pt>
    <dgm:pt modelId="{70F48AAF-3A31-4057-84C4-3C54400F1808}" type="pres">
      <dgm:prSet presAssocID="{447C33B5-24A9-4286-B4E0-84C38269AD90}" presName="spNode" presStyleCnt="0"/>
      <dgm:spPr/>
    </dgm:pt>
    <dgm:pt modelId="{73DE0824-FF80-41BE-A972-1086E94B37E5}" type="pres">
      <dgm:prSet presAssocID="{21297686-382F-4A64-AA2D-DDD13DE85EEA}" presName="sibTrans" presStyleLbl="sibTrans1D1" presStyleIdx="4" presStyleCnt="5"/>
      <dgm:spPr/>
    </dgm:pt>
  </dgm:ptLst>
  <dgm:cxnLst>
    <dgm:cxn modelId="{2A463312-47A2-4D38-A984-A3395EC69E54}" type="presOf" srcId="{21297686-382F-4A64-AA2D-DDD13DE85EEA}" destId="{73DE0824-FF80-41BE-A972-1086E94B37E5}" srcOrd="0" destOrd="0" presId="urn:microsoft.com/office/officeart/2005/8/layout/cycle5"/>
    <dgm:cxn modelId="{D2E08E20-13E5-415C-BCE6-824510451E53}" srcId="{3841DD04-AA2E-4A59-8B5F-C56E36252906}" destId="{6D67DA9C-C0EA-48F1-AA73-F767F609DED3}" srcOrd="0" destOrd="0" parTransId="{FA122911-6033-455C-B477-51E22292C572}" sibTransId="{2A9F8E95-952B-422E-9E13-4B955189C88B}"/>
    <dgm:cxn modelId="{F90F7731-7BD7-456A-A510-0563F26E23D4}" type="presOf" srcId="{C04B4CEC-C97B-473A-BDEC-C73942F59919}" destId="{E767930C-321B-4C84-B590-BD41E0F6CA1D}" srcOrd="0" destOrd="0" presId="urn:microsoft.com/office/officeart/2005/8/layout/cycle5"/>
    <dgm:cxn modelId="{1BAF663A-2EF2-45F4-A310-440FDAD59B83}" type="presOf" srcId="{6D67DA9C-C0EA-48F1-AA73-F767F609DED3}" destId="{66CF04A0-1879-4128-BEEE-6FC17C10ACDD}" srcOrd="0" destOrd="0" presId="urn:microsoft.com/office/officeart/2005/8/layout/cycle5"/>
    <dgm:cxn modelId="{23048B61-C8E4-4B1F-9DE6-535E1E36B28E}" type="presOf" srcId="{AAE7C727-45E7-4BAC-ACDC-2446B7E20549}" destId="{E2ED48A1-5BAF-41AA-81FF-387E5D9974E9}" srcOrd="0" destOrd="0" presId="urn:microsoft.com/office/officeart/2005/8/layout/cycle5"/>
    <dgm:cxn modelId="{BF7DCE69-CF90-47A2-A36B-DDE3D0F737E0}" srcId="{3841DD04-AA2E-4A59-8B5F-C56E36252906}" destId="{447C33B5-24A9-4286-B4E0-84C38269AD90}" srcOrd="4" destOrd="0" parTransId="{8916882A-E7AF-44C6-B4AE-769B545407FA}" sibTransId="{21297686-382F-4A64-AA2D-DDD13DE85EEA}"/>
    <dgm:cxn modelId="{5EC28A4C-8C21-44DB-AC66-956A77A6499E}" type="presOf" srcId="{3841DD04-AA2E-4A59-8B5F-C56E36252906}" destId="{7B73A6CA-D63E-45F9-B716-7790844B8971}" srcOrd="0" destOrd="0" presId="urn:microsoft.com/office/officeart/2005/8/layout/cycle5"/>
    <dgm:cxn modelId="{9E7E0381-BA50-4958-81B6-DA0C556CDBAF}" type="presOf" srcId="{8323EF96-1660-48A2-8F69-9A2A0BA65E88}" destId="{B4ABFBD9-60AF-4D12-8B95-B47199EF609B}" srcOrd="0" destOrd="0" presId="urn:microsoft.com/office/officeart/2005/8/layout/cycle5"/>
    <dgm:cxn modelId="{C3A0E69A-41A4-4148-A095-B4EFF3BE4237}" srcId="{3841DD04-AA2E-4A59-8B5F-C56E36252906}" destId="{AAE7C727-45E7-4BAC-ACDC-2446B7E20549}" srcOrd="3" destOrd="0" parTransId="{C591D817-ADDE-4C65-911C-AE2B011BC334}" sibTransId="{A09EF61C-2013-4D24-A71C-8F8F53BF397C}"/>
    <dgm:cxn modelId="{C95B3F9E-7341-494D-B745-4E224441408A}" type="presOf" srcId="{A3170AB3-1357-454F-99A9-C492E028DBC9}" destId="{9E4820BD-9897-4A0D-BDC6-80377AA7498F}" srcOrd="0" destOrd="0" presId="urn:microsoft.com/office/officeart/2005/8/layout/cycle5"/>
    <dgm:cxn modelId="{467DA5A2-0534-4002-BB1A-3423C3D883CE}" srcId="{3841DD04-AA2E-4A59-8B5F-C56E36252906}" destId="{C04B4CEC-C97B-473A-BDEC-C73942F59919}" srcOrd="2" destOrd="0" parTransId="{26556953-F854-4CFA-AE5B-E22547B58D27}" sibTransId="{A3170AB3-1357-454F-99A9-C492E028DBC9}"/>
    <dgm:cxn modelId="{B9CA30B7-A52A-4513-9927-06E4286DA7C6}" type="presOf" srcId="{A09EF61C-2013-4D24-A71C-8F8F53BF397C}" destId="{EC4792CB-D098-4C01-99FE-FD5A257D4BAB}" srcOrd="0" destOrd="0" presId="urn:microsoft.com/office/officeart/2005/8/layout/cycle5"/>
    <dgm:cxn modelId="{16084CBA-7965-4BB8-B5B3-F3D634F1FC91}" type="presOf" srcId="{104368FA-9C0E-4C4B-9944-C618EBDD2FAB}" destId="{FC36377A-6D0A-4274-A44A-F99BBEA975B2}" srcOrd="0" destOrd="0" presId="urn:microsoft.com/office/officeart/2005/8/layout/cycle5"/>
    <dgm:cxn modelId="{863C4AC4-788B-43D9-A39E-602E7795CDFD}" type="presOf" srcId="{2A9F8E95-952B-422E-9E13-4B955189C88B}" destId="{E3A02EF7-8487-42B3-8558-ED89B5440433}" srcOrd="0" destOrd="0" presId="urn:microsoft.com/office/officeart/2005/8/layout/cycle5"/>
    <dgm:cxn modelId="{3F7A65C5-3CE8-4DF4-9F4A-BE2180F73843}" srcId="{3841DD04-AA2E-4A59-8B5F-C56E36252906}" destId="{104368FA-9C0E-4C4B-9944-C618EBDD2FAB}" srcOrd="1" destOrd="0" parTransId="{C80CD822-EAD8-469C-B9E5-205CFC8192ED}" sibTransId="{8323EF96-1660-48A2-8F69-9A2A0BA65E88}"/>
    <dgm:cxn modelId="{C94EDDEC-9402-47F3-BEEB-11C604791548}" type="presOf" srcId="{447C33B5-24A9-4286-B4E0-84C38269AD90}" destId="{4F297A40-BA69-4490-BDEB-3F05E9311D0E}" srcOrd="0" destOrd="0" presId="urn:microsoft.com/office/officeart/2005/8/layout/cycle5"/>
    <dgm:cxn modelId="{61BBC924-0829-4030-84F4-9708DF38300E}" type="presParOf" srcId="{7B73A6CA-D63E-45F9-B716-7790844B8971}" destId="{66CF04A0-1879-4128-BEEE-6FC17C10ACDD}" srcOrd="0" destOrd="0" presId="urn:microsoft.com/office/officeart/2005/8/layout/cycle5"/>
    <dgm:cxn modelId="{3CB5882E-C5A3-429F-AAD2-3DCD5B1EFD8E}" type="presParOf" srcId="{7B73A6CA-D63E-45F9-B716-7790844B8971}" destId="{7D81CD63-69EA-4801-AF9E-2EC9B00FC0D0}" srcOrd="1" destOrd="0" presId="urn:microsoft.com/office/officeart/2005/8/layout/cycle5"/>
    <dgm:cxn modelId="{176827B8-1729-4171-93EB-0F04D4B6E0E8}" type="presParOf" srcId="{7B73A6CA-D63E-45F9-B716-7790844B8971}" destId="{E3A02EF7-8487-42B3-8558-ED89B5440433}" srcOrd="2" destOrd="0" presId="urn:microsoft.com/office/officeart/2005/8/layout/cycle5"/>
    <dgm:cxn modelId="{4F039289-8094-459E-ABB9-F91FDAAC1387}" type="presParOf" srcId="{7B73A6CA-D63E-45F9-B716-7790844B8971}" destId="{FC36377A-6D0A-4274-A44A-F99BBEA975B2}" srcOrd="3" destOrd="0" presId="urn:microsoft.com/office/officeart/2005/8/layout/cycle5"/>
    <dgm:cxn modelId="{45803951-638C-425C-A542-5E2565C19F13}" type="presParOf" srcId="{7B73A6CA-D63E-45F9-B716-7790844B8971}" destId="{40A406E8-DDF7-4EBE-852E-66C48AE160C9}" srcOrd="4" destOrd="0" presId="urn:microsoft.com/office/officeart/2005/8/layout/cycle5"/>
    <dgm:cxn modelId="{18FD818F-79A9-45C5-87E3-9B8D0EE64A5A}" type="presParOf" srcId="{7B73A6CA-D63E-45F9-B716-7790844B8971}" destId="{B4ABFBD9-60AF-4D12-8B95-B47199EF609B}" srcOrd="5" destOrd="0" presId="urn:microsoft.com/office/officeart/2005/8/layout/cycle5"/>
    <dgm:cxn modelId="{76B7BF4F-34A2-4434-B170-722300939E4E}" type="presParOf" srcId="{7B73A6CA-D63E-45F9-B716-7790844B8971}" destId="{E767930C-321B-4C84-B590-BD41E0F6CA1D}" srcOrd="6" destOrd="0" presId="urn:microsoft.com/office/officeart/2005/8/layout/cycle5"/>
    <dgm:cxn modelId="{70B7CF0A-8528-4FE8-874F-16B54BD75EDE}" type="presParOf" srcId="{7B73A6CA-D63E-45F9-B716-7790844B8971}" destId="{9645F974-5330-42D9-AC7D-0A97C2C895E8}" srcOrd="7" destOrd="0" presId="urn:microsoft.com/office/officeart/2005/8/layout/cycle5"/>
    <dgm:cxn modelId="{FF52B57A-D5C0-471D-897B-F80F2DA20CA4}" type="presParOf" srcId="{7B73A6CA-D63E-45F9-B716-7790844B8971}" destId="{9E4820BD-9897-4A0D-BDC6-80377AA7498F}" srcOrd="8" destOrd="0" presId="urn:microsoft.com/office/officeart/2005/8/layout/cycle5"/>
    <dgm:cxn modelId="{A6D891AD-9DC2-401F-A1EE-C468B7840DB8}" type="presParOf" srcId="{7B73A6CA-D63E-45F9-B716-7790844B8971}" destId="{E2ED48A1-5BAF-41AA-81FF-387E5D9974E9}" srcOrd="9" destOrd="0" presId="urn:microsoft.com/office/officeart/2005/8/layout/cycle5"/>
    <dgm:cxn modelId="{4D53522C-E0BB-4DC4-97D1-4C07B1CFE489}" type="presParOf" srcId="{7B73A6CA-D63E-45F9-B716-7790844B8971}" destId="{250965DA-F3A3-40C4-8A5B-A6D2BC2EC367}" srcOrd="10" destOrd="0" presId="urn:microsoft.com/office/officeart/2005/8/layout/cycle5"/>
    <dgm:cxn modelId="{0942C5C8-9A1D-415C-AFED-F3AE47C8E587}" type="presParOf" srcId="{7B73A6CA-D63E-45F9-B716-7790844B8971}" destId="{EC4792CB-D098-4C01-99FE-FD5A257D4BAB}" srcOrd="11" destOrd="0" presId="urn:microsoft.com/office/officeart/2005/8/layout/cycle5"/>
    <dgm:cxn modelId="{708EBD03-AC35-48B5-8540-34AFC6ACB79C}" type="presParOf" srcId="{7B73A6CA-D63E-45F9-B716-7790844B8971}" destId="{4F297A40-BA69-4490-BDEB-3F05E9311D0E}" srcOrd="12" destOrd="0" presId="urn:microsoft.com/office/officeart/2005/8/layout/cycle5"/>
    <dgm:cxn modelId="{E9C63062-D6B8-4A81-8B5A-5D33A66BB4DA}" type="presParOf" srcId="{7B73A6CA-D63E-45F9-B716-7790844B8971}" destId="{70F48AAF-3A31-4057-84C4-3C54400F1808}" srcOrd="13" destOrd="0" presId="urn:microsoft.com/office/officeart/2005/8/layout/cycle5"/>
    <dgm:cxn modelId="{0BBA2D1E-3A70-4C58-91FD-4C45421D0414}" type="presParOf" srcId="{7B73A6CA-D63E-45F9-B716-7790844B8971}" destId="{73DE0824-FF80-41BE-A972-1086E94B37E5}" srcOrd="14" destOrd="0" presId="urn:microsoft.com/office/officeart/2005/8/layout/cycle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6CF04A0-1879-4128-BEEE-6FC17C10ACDD}">
      <dsp:nvSpPr>
        <dsp:cNvPr id="0" name=""/>
        <dsp:cNvSpPr/>
      </dsp:nvSpPr>
      <dsp:spPr>
        <a:xfrm>
          <a:off x="2380505" y="2370"/>
          <a:ext cx="1334988" cy="867742"/>
        </a:xfrm>
        <a:prstGeom prst="roundRect">
          <a:avLst/>
        </a:prstGeom>
        <a:solidFill>
          <a:srgbClr val="00B05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Places</a:t>
          </a:r>
        </a:p>
      </dsp:txBody>
      <dsp:txXfrm>
        <a:off x="2422865" y="44730"/>
        <a:ext cx="1250268" cy="783022"/>
      </dsp:txXfrm>
    </dsp:sp>
    <dsp:sp modelId="{E3A02EF7-8487-42B3-8558-ED89B5440433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2578672" y="220630"/>
              </a:moveTo>
              <a:arcTo wR="1732594" hR="1732594" stAng="17953853" swAng="121087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C36377A-6D0A-4274-A44A-F99BBEA975B2}">
      <dsp:nvSpPr>
        <dsp:cNvPr id="0" name=""/>
        <dsp:cNvSpPr/>
      </dsp:nvSpPr>
      <dsp:spPr>
        <a:xfrm>
          <a:off x="4028301" y="1199563"/>
          <a:ext cx="1334988" cy="867742"/>
        </a:xfrm>
        <a:prstGeom prst="roundRect">
          <a:avLst/>
        </a:prstGeom>
        <a:solidFill>
          <a:srgbClr val="FFC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People</a:t>
          </a:r>
        </a:p>
      </dsp:txBody>
      <dsp:txXfrm>
        <a:off x="4070661" y="1241923"/>
        <a:ext cx="1250268" cy="783022"/>
      </dsp:txXfrm>
    </dsp:sp>
    <dsp:sp modelId="{B4ABFBD9-60AF-4D12-8B95-B47199EF609B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3461025" y="1852639"/>
              </a:moveTo>
              <a:arcTo wR="1732594" hR="1732594" stAng="21838381" swAng="135921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767930C-321B-4C84-B590-BD41E0F6CA1D}">
      <dsp:nvSpPr>
        <dsp:cNvPr id="0" name=""/>
        <dsp:cNvSpPr/>
      </dsp:nvSpPr>
      <dsp:spPr>
        <a:xfrm>
          <a:off x="3398899" y="3136663"/>
          <a:ext cx="1334988" cy="867742"/>
        </a:xfrm>
        <a:prstGeom prst="roundRect">
          <a:avLst/>
        </a:prstGeom>
        <a:solidFill>
          <a:srgbClr val="FF000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Other</a:t>
          </a:r>
        </a:p>
      </dsp:txBody>
      <dsp:txXfrm>
        <a:off x="3441259" y="3179023"/>
        <a:ext cx="1250268" cy="783022"/>
      </dsp:txXfrm>
    </dsp:sp>
    <dsp:sp modelId="{9E4820BD-9897-4A0D-BDC6-80377AA7498F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1945042" y="3452114"/>
              </a:moveTo>
              <a:arcTo wR="1732594" hR="1732594" stAng="4977406" swAng="845189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E2ED48A1-5BAF-41AA-81FF-387E5D9974E9}">
      <dsp:nvSpPr>
        <dsp:cNvPr id="0" name=""/>
        <dsp:cNvSpPr/>
      </dsp:nvSpPr>
      <dsp:spPr>
        <a:xfrm>
          <a:off x="1362112" y="3136663"/>
          <a:ext cx="1334988" cy="867742"/>
        </a:xfrm>
        <a:prstGeom prst="roundRect">
          <a:avLst/>
        </a:prstGeom>
        <a:solidFill>
          <a:srgbClr val="7030A0"/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Events</a:t>
          </a:r>
        </a:p>
      </dsp:txBody>
      <dsp:txXfrm>
        <a:off x="1404472" y="3179023"/>
        <a:ext cx="1250268" cy="783022"/>
      </dsp:txXfrm>
    </dsp:sp>
    <dsp:sp modelId="{EC4792CB-D098-4C01-99FE-FD5A257D4BAB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183747" y="2509097"/>
              </a:moveTo>
              <a:arcTo wR="1732594" hR="1732594" stAng="9202406" swAng="1359213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F297A40-BA69-4490-BDEB-3F05E9311D0E}">
      <dsp:nvSpPr>
        <dsp:cNvPr id="0" name=""/>
        <dsp:cNvSpPr/>
      </dsp:nvSpPr>
      <dsp:spPr>
        <a:xfrm>
          <a:off x="732710" y="1199563"/>
          <a:ext cx="1334988" cy="867742"/>
        </a:xfrm>
        <a:prstGeom prst="roundRect">
          <a:avLst/>
        </a:prstGeom>
        <a:solidFill>
          <a:schemeClr val="accent3">
            <a:lumMod val="40000"/>
            <a:lumOff val="60000"/>
          </a:schemeClr>
        </a:solidFill>
        <a:ln w="15875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1440" tIns="91440" rIns="91440" bIns="914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Terms</a:t>
          </a:r>
        </a:p>
      </dsp:txBody>
      <dsp:txXfrm>
        <a:off x="775070" y="1241923"/>
        <a:ext cx="1250268" cy="783022"/>
      </dsp:txXfrm>
    </dsp:sp>
    <dsp:sp modelId="{73DE0824-FF80-41BE-A972-1086E94B37E5}">
      <dsp:nvSpPr>
        <dsp:cNvPr id="0" name=""/>
        <dsp:cNvSpPr/>
      </dsp:nvSpPr>
      <dsp:spPr>
        <a:xfrm>
          <a:off x="1315405" y="436241"/>
          <a:ext cx="3465188" cy="3465188"/>
        </a:xfrm>
        <a:custGeom>
          <a:avLst/>
          <a:gdLst/>
          <a:ahLst/>
          <a:cxnLst/>
          <a:rect l="0" t="0" r="0" b="0"/>
          <a:pathLst>
            <a:path>
              <a:moveTo>
                <a:pt x="416846" y="605345"/>
              </a:moveTo>
              <a:arcTo wR="1732594" hR="1732594" stAng="13235271" swAng="1210876"/>
            </a:path>
          </a:pathLst>
        </a:custGeom>
        <a:noFill/>
        <a:ln w="9525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  <a:tailEnd type="arrow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5">
  <dgm:title val=""/>
  <dgm:desc val=""/>
  <dgm:catLst>
    <dgm:cat type="cycle" pri="3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  <dgm:cxn modelId="10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  <dgm:pt modelId="6"/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  <dgm:cxn modelId="12" srcId="0" destId="6" srcOrd="5" destOrd="0"/>
      </dgm:cxnLst>
      <dgm:bg/>
      <dgm:whole/>
    </dgm:dataModel>
  </dgm:clrData>
  <dgm:layoutNode name="cycle">
    <dgm:varLst>
      <dgm:dir/>
      <dgm:resizeHandles val="exact"/>
    </dgm:varLst>
    <dgm:choose name="Name0">
      <dgm:if name="Name1" func="var" arg="dir" op="equ" val="norm">
        <dgm:choose name="Name2">
          <dgm:if name="Name3" axis="ch" ptType="node" func="cnt" op="gt" val="2">
            <dgm:alg type="cycle">
              <dgm:param type="stAng" val="0"/>
              <dgm:param type="spanAng" val="360"/>
            </dgm:alg>
          </dgm:if>
          <dgm:else name="Name4">
            <dgm:alg type="cycle">
              <dgm:param type="stAng" val="-90"/>
              <dgm:param type="spanAng" val="360"/>
            </dgm:alg>
          </dgm:else>
        </dgm:choose>
      </dgm:if>
      <dgm:else name="Name5">
        <dgm:choose name="Name6">
          <dgm:if name="Name7" axis="ch" ptType="node" func="cnt" op="gt" val="2">
            <dgm:alg type="cycle">
              <dgm:param type="stAng" val="0"/>
              <dgm:param type="spanAng" val="-360"/>
            </dgm:alg>
          </dgm:if>
          <dgm:else name="Name8">
            <dgm:alg type="cycle">
              <dgm:param type="stAng" val="90"/>
              <dgm:param type="spanAng" val="-360"/>
            </dgm:alg>
          </dgm:else>
        </dgm:choose>
      </dgm:else>
    </dgm:choose>
    <dgm:shape xmlns:r="http://schemas.openxmlformats.org/officeDocument/2006/relationships" r:blip="">
      <dgm:adjLst/>
    </dgm:shape>
    <dgm:presOf/>
    <dgm:choose name="Name9">
      <dgm:if name="Name10" func="var" arg="dir" op="equ" val="norm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op="equ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if>
      <dgm:else name="Name11">
        <dgm:constrLst>
          <dgm:constr type="w" for="ch" forName="node" refType="w"/>
          <dgm:constr type="w" for="ch" ptType="sibTrans" refType="w" refFor="ch" refForName="node" op="equ" fact="0.3"/>
          <dgm:constr type="diam" for="ch" ptType="sibTrans" refType="diam" fact="-1"/>
          <dgm:constr type="diam" for="ch" refType="diam" op="equ" fact="-1"/>
          <dgm:constr type="sibSp" refType="w" refFor="ch" refForName="node" op="equ" fact="0.15"/>
          <dgm:constr type="w" for="ch" forName="spNode" refType="sibSp" fact="1.6"/>
          <dgm:constr type="primFontSz" for="ch" forName="node" op="equ" val="65"/>
        </dgm:constrLst>
      </dgm:else>
    </dgm:choose>
    <dgm:ruleLst/>
    <dgm:forEach name="Name12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/>
        </dgm:shape>
        <dgm:presOf axis="desOrSelf" ptType="node"/>
        <dgm:constrLst>
          <dgm:constr type="h" refType="w" fact="0.65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choose name="Name13">
        <dgm:if name="Name14" axis="par ch" ptType="doc node" func="cnt" op="gt" val="1">
          <dgm:layoutNode name="spNode">
            <dgm:alg type="sp"/>
            <dgm:shape xmlns:r="http://schemas.openxmlformats.org/officeDocument/2006/relationships" r:blip="">
              <dgm:adjLst/>
            </dgm:shape>
            <dgm:presOf/>
            <dgm:constrLst>
              <dgm:constr type="h" refType="w"/>
            </dgm:constrLst>
            <dgm:ruleLst/>
          </dgm:layoutNode>
          <dgm:forEach name="Name15" axis="followSib" ptType="sibTrans" hideLastTrans="0" cnt="1">
            <dgm:layoutNode name="sibTrans">
              <dgm:alg type="conn">
                <dgm:param type="dim" val="1D"/>
                <dgm:param type="connRout" val="curve"/>
                <dgm:param type="begPts" val="radial"/>
                <dgm:param type="endPts" val="radial"/>
              </dgm:alg>
              <dgm:shape xmlns:r="http://schemas.openxmlformats.org/officeDocument/2006/relationships" type="conn" r:blip="">
                <dgm:adjLst/>
              </dgm:shape>
              <dgm:presOf axis="self"/>
              <dgm:constrLst>
                <dgm:constr type="h" refType="w" fact="0.65"/>
                <dgm:constr type="connDist"/>
                <dgm:constr type="begPad" refType="connDist" fact="0.2"/>
                <dgm:constr type="endPad" refType="connDist" fact="0.2"/>
              </dgm:constrLst>
              <dgm:ruleLst/>
            </dgm:layoutNode>
          </dgm:forEach>
        </dgm:if>
        <dgm:else name="Name16"/>
      </dgm:choos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28C1FA2A-B02D-A158-4DC9-8CB9D51C7322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437E72-74C2-CB11-7566-813ABEF00D5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fld id="{266A07AA-B626-40A0-ACCE-68A87B7F3240}" type="datetimeFigureOut">
              <a:rPr lang="en-AU"/>
              <a:pPr>
                <a:defRPr/>
              </a:pPr>
              <a:t>3/03/2024</a:t>
            </a:fld>
            <a:endParaRPr lang="en-AU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6F860F5-203D-B5AD-8615-575703273BA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AA33D-8781-3EE7-693C-CA2AB28C0E99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0825C316-B74B-4AA0-8671-F38D937DF939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EBA4A1F-D08F-90F4-4F10-3F4AA2524D3A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2FFDCD5-97A9-9D34-65DD-C7C064DBFD35}"/>
              </a:ext>
            </a:extLst>
          </p:cNvPr>
          <p:cNvSpPr>
            <a:spLocks noGrp="1"/>
          </p:cNvSpPr>
          <p:nvPr>
            <p:ph type="dt" idx="1"/>
          </p:nvPr>
        </p:nvSpPr>
        <p:spPr>
          <a:xfrm>
            <a:off x="3848100" y="0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fld id="{518B9E3E-2DDB-4B47-999C-B008E7836108}" type="datetimeFigureOut">
              <a:rPr lang="en-AU"/>
              <a:pPr>
                <a:defRPr/>
              </a:pPr>
              <a:t>3/03/2024</a:t>
            </a:fld>
            <a:endParaRPr lang="en-AU"/>
          </a:p>
        </p:txBody>
      </p:sp>
      <p:sp>
        <p:nvSpPr>
          <p:cNvPr id="4" name="Slide Image Placeholder 3">
            <a:extLst>
              <a:ext uri="{FF2B5EF4-FFF2-40B4-BE49-F238E27FC236}">
                <a16:creationId xmlns:a16="http://schemas.microsoft.com/office/drawing/2014/main" id="{2A61FD69-6446-63E3-EDCC-1A8DAACD09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4538"/>
            <a:ext cx="4965700" cy="37242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AU" noProof="0"/>
          </a:p>
        </p:txBody>
      </p:sp>
      <p:sp>
        <p:nvSpPr>
          <p:cNvPr id="5" name="Notes Placeholder 4">
            <a:extLst>
              <a:ext uri="{FF2B5EF4-FFF2-40B4-BE49-F238E27FC236}">
                <a16:creationId xmlns:a16="http://schemas.microsoft.com/office/drawing/2014/main" id="{1E08EAF0-F492-F98B-D320-836F381B07C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79450" y="4718050"/>
            <a:ext cx="5435600" cy="4468813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  <a:endParaRPr lang="en-AU" noProof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443AB2E-3298-0B32-078A-560BB17F4710}"/>
              </a:ext>
            </a:extLst>
          </p:cNvPr>
          <p:cNvSpPr>
            <a:spLocks noGrp="1"/>
          </p:cNvSpPr>
          <p:nvPr>
            <p:ph type="ftr" sz="quarter" idx="4"/>
          </p:nvPr>
        </p:nvSpPr>
        <p:spPr>
          <a:xfrm>
            <a:off x="0" y="9432925"/>
            <a:ext cx="2944813" cy="496888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AU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2E9E65C-CB60-3709-ACD3-F753E6ECD06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>
          <a:xfrm>
            <a:off x="3848100" y="9432925"/>
            <a:ext cx="2944813" cy="496888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Calibri" panose="020F0502020204030204" pitchFamily="34" charset="0"/>
              </a:defRPr>
            </a:lvl1pPr>
          </a:lstStyle>
          <a:p>
            <a:fld id="{FD877ACE-AB7B-424C-A972-5AA38867747F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Slide Image Placeholder 1">
            <a:extLst>
              <a:ext uri="{FF2B5EF4-FFF2-40B4-BE49-F238E27FC236}">
                <a16:creationId xmlns:a16="http://schemas.microsoft.com/office/drawing/2014/main" id="{A125BB08-7A62-4661-9C3C-217CEAD4D14E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4579" name="Notes Placeholder 2">
            <a:extLst>
              <a:ext uri="{FF2B5EF4-FFF2-40B4-BE49-F238E27FC236}">
                <a16:creationId xmlns:a16="http://schemas.microsoft.com/office/drawing/2014/main" id="{7CBA9D02-832E-45C8-B30C-E258D34852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AU" altLang="en-US"/>
              <a:t>Send students off to their white boards to answer ONE of these questions only. </a:t>
            </a:r>
          </a:p>
        </p:txBody>
      </p:sp>
      <p:sp>
        <p:nvSpPr>
          <p:cNvPr id="24580" name="Slide Number Placeholder 3">
            <a:extLst>
              <a:ext uri="{FF2B5EF4-FFF2-40B4-BE49-F238E27FC236}">
                <a16:creationId xmlns:a16="http://schemas.microsoft.com/office/drawing/2014/main" id="{E07273D7-A702-4AE1-A35C-A82D5D823989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EB603EDB-EF4B-4340-B8FC-82998DC31028}" type="slidenum">
              <a:rPr lang="en-AU" altLang="en-US" smtClean="0"/>
              <a:pPr/>
              <a:t>6</a:t>
            </a:fld>
            <a:endParaRPr lang="en-AU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Slide Image Placeholder 1">
            <a:extLst>
              <a:ext uri="{FF2B5EF4-FFF2-40B4-BE49-F238E27FC236}">
                <a16:creationId xmlns:a16="http://schemas.microsoft.com/office/drawing/2014/main" id="{A09252C4-CB10-E50F-8745-16910985710C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Notes Placeholder 2">
            <a:extLst>
              <a:ext uri="{FF2B5EF4-FFF2-40B4-BE49-F238E27FC236}">
                <a16:creationId xmlns:a16="http://schemas.microsoft.com/office/drawing/2014/main" id="{CD0257AB-9F4C-289D-75A5-BB74B802B837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AU" altLang="en-US"/>
              <a:t>Ask student if they know where the first 13 colonies were located. Asked students if they know the states in the union and confederacy. </a:t>
            </a:r>
          </a:p>
          <a:p>
            <a:r>
              <a:rPr lang="en-AU" altLang="en-US"/>
              <a:t>Introduce the term Manifest Destiny. Add to Glossary.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22F0C2-A90D-3184-2DC5-EE9D2711C34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1A0E59E1-D04A-4427-AE27-CFC47972EA52}" type="slidenum">
              <a:rPr lang="en-AU" altLang="en-US">
                <a:latin typeface="Calibri" panose="020F0502020204030204" pitchFamily="34" charset="0"/>
              </a:rPr>
              <a:pPr/>
              <a:t>11</a:t>
            </a:fld>
            <a:endParaRPr lang="en-AU" altLang="en-US">
              <a:latin typeface="Calibri" panose="020F050202020403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058" name="Slide Image Placeholder 1">
            <a:extLst>
              <a:ext uri="{FF2B5EF4-FFF2-40B4-BE49-F238E27FC236}">
                <a16:creationId xmlns:a16="http://schemas.microsoft.com/office/drawing/2014/main" id="{59556BF1-B918-6146-748E-DF0B469AEC79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45059" name="Notes Placeholder 2">
            <a:extLst>
              <a:ext uri="{FF2B5EF4-FFF2-40B4-BE49-F238E27FC236}">
                <a16:creationId xmlns:a16="http://schemas.microsoft.com/office/drawing/2014/main" id="{16C07DC5-A7C4-30FF-E409-90B0C95EAC9F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en-US" altLang="en-US"/>
          </a:p>
        </p:txBody>
      </p:sp>
      <p:sp>
        <p:nvSpPr>
          <p:cNvPr id="45060" name="Slide Number Placeholder 3">
            <a:extLst>
              <a:ext uri="{FF2B5EF4-FFF2-40B4-BE49-F238E27FC236}">
                <a16:creationId xmlns:a16="http://schemas.microsoft.com/office/drawing/2014/main" id="{1710CF41-20C7-0420-3921-69141A966BF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05A24812-C210-4998-B077-EA1658D1C091}" type="slidenum">
              <a:rPr lang="en-AU" altLang="en-US">
                <a:latin typeface="Arial" panose="020B0604020202020204" pitchFamily="34" charset="0"/>
              </a:rPr>
              <a:pPr/>
              <a:t>17</a:t>
            </a:fld>
            <a:endParaRPr lang="en-AU" altLang="en-US"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9214715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Slide Image Placeholder 1">
            <a:extLst>
              <a:ext uri="{FF2B5EF4-FFF2-40B4-BE49-F238E27FC236}">
                <a16:creationId xmlns:a16="http://schemas.microsoft.com/office/drawing/2014/main" id="{D3F4F273-86EE-3CC6-D0BE-544A42A8171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56323" name="Notes Placeholder 2">
            <a:extLst>
              <a:ext uri="{FF2B5EF4-FFF2-40B4-BE49-F238E27FC236}">
                <a16:creationId xmlns:a16="http://schemas.microsoft.com/office/drawing/2014/main" id="{218408C0-5756-AFBB-32E8-C32AB3794FC3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r>
              <a:rPr lang="en-AU" altLang="en-US"/>
              <a:t>Send students off to their white boards to answer ONE of these questions only. </a:t>
            </a:r>
          </a:p>
        </p:txBody>
      </p:sp>
      <p:sp>
        <p:nvSpPr>
          <p:cNvPr id="56324" name="Slide Number Placeholder 3">
            <a:extLst>
              <a:ext uri="{FF2B5EF4-FFF2-40B4-BE49-F238E27FC236}">
                <a16:creationId xmlns:a16="http://schemas.microsoft.com/office/drawing/2014/main" id="{916E3323-AA8A-15C0-69DF-B11687A4429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fld id="{2940ED41-A9E2-43E1-B954-FC07829D4FB7}" type="slidenum">
              <a:rPr lang="en-AU" altLang="en-US"/>
              <a:pPr/>
              <a:t>28</a:t>
            </a:fld>
            <a:endParaRPr lang="en-AU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3">
            <a:extLst>
              <a:ext uri="{FF2B5EF4-FFF2-40B4-BE49-F238E27FC236}">
                <a16:creationId xmlns:a16="http://schemas.microsoft.com/office/drawing/2014/main" id="{B5510F4F-FF43-D8DF-1A3F-0AB1C9AC8A15}"/>
              </a:ext>
            </a:extLst>
          </p:cNvPr>
          <p:cNvSpPr>
            <a:spLocks/>
          </p:cNvSpPr>
          <p:nvPr/>
        </p:nvSpPr>
        <p:spPr bwMode="auto">
          <a:xfrm>
            <a:off x="-31750" y="4321175"/>
            <a:ext cx="1395413" cy="781050"/>
          </a:xfrm>
          <a:custGeom>
            <a:avLst/>
            <a:gdLst>
              <a:gd name="T0" fmla="*/ 2147483646 w 8042"/>
              <a:gd name="T1" fmla="*/ 2147483646 h 10000"/>
              <a:gd name="T2" fmla="*/ 2147483646 w 8042"/>
              <a:gd name="T3" fmla="*/ 2147483646 h 10000"/>
              <a:gd name="T4" fmla="*/ 2147483646 w 8042"/>
              <a:gd name="T5" fmla="*/ 2147483646 h 10000"/>
              <a:gd name="T6" fmla="*/ 2147483646 w 8042"/>
              <a:gd name="T7" fmla="*/ 2147483646 h 10000"/>
              <a:gd name="T8" fmla="*/ 2147483646 w 8042"/>
              <a:gd name="T9" fmla="*/ 2147483646 h 10000"/>
              <a:gd name="T10" fmla="*/ 2147483646 w 8042"/>
              <a:gd name="T11" fmla="*/ 2147483646 h 10000"/>
              <a:gd name="T12" fmla="*/ 2147483646 w 8042"/>
              <a:gd name="T13" fmla="*/ 2147483646 h 10000"/>
              <a:gd name="T14" fmla="*/ 2147483646 w 8042"/>
              <a:gd name="T15" fmla="*/ 2147483646 h 10000"/>
              <a:gd name="T16" fmla="*/ 2147483646 w 8042"/>
              <a:gd name="T17" fmla="*/ 0 h 10000"/>
              <a:gd name="T18" fmla="*/ 0 w 8042"/>
              <a:gd name="T19" fmla="*/ 2147483646 h 10000"/>
              <a:gd name="T20" fmla="*/ 2147483646 w 8042"/>
              <a:gd name="T21" fmla="*/ 2147483646 h 10000"/>
              <a:gd name="T22" fmla="*/ 0 60000 65536"/>
              <a:gd name="T23" fmla="*/ 0 60000 65536"/>
              <a:gd name="T24" fmla="*/ 0 60000 65536"/>
              <a:gd name="T25" fmla="*/ 0 60000 65536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</a:gdLst>
            <a:ahLst/>
            <a:cxnLst>
              <a:cxn ang="T22">
                <a:pos x="T0" y="T1"/>
              </a:cxn>
              <a:cxn ang="T23">
                <a:pos x="T2" y="T3"/>
              </a:cxn>
              <a:cxn ang="T24">
                <a:pos x="T4" y="T5"/>
              </a:cxn>
              <a:cxn ang="T25">
                <a:pos x="T6" y="T7"/>
              </a:cxn>
              <a:cxn ang="T26">
                <a:pos x="T8" y="T9"/>
              </a:cxn>
              <a:cxn ang="T27">
                <a:pos x="T10" y="T11"/>
              </a:cxn>
              <a:cxn ang="T28">
                <a:pos x="T12" y="T13"/>
              </a:cxn>
              <a:cxn ang="T29">
                <a:pos x="T14" y="T15"/>
              </a:cxn>
              <a:cxn ang="T30">
                <a:pos x="T16" y="T17"/>
              </a:cxn>
              <a:cxn ang="T31">
                <a:pos x="T18" y="T19"/>
              </a:cxn>
              <a:cxn ang="T32">
                <a:pos x="T20" y="T21"/>
              </a:cxn>
            </a:cxnLst>
            <a:rect l="0" t="0" r="r" b="b"/>
            <a:pathLst>
              <a:path w="8042" h="10000">
                <a:moveTo>
                  <a:pt x="5799" y="10000"/>
                </a:moveTo>
                <a:cubicBezTo>
                  <a:pt x="5880" y="10000"/>
                  <a:pt x="5934" y="9940"/>
                  <a:pt x="5961" y="9880"/>
                </a:cubicBezTo>
                <a:cubicBezTo>
                  <a:pt x="5961" y="9820"/>
                  <a:pt x="5988" y="9820"/>
                  <a:pt x="5988" y="9820"/>
                </a:cubicBezTo>
                <a:lnTo>
                  <a:pt x="8042" y="5260"/>
                </a:lnTo>
                <a:cubicBezTo>
                  <a:pt x="8096" y="5140"/>
                  <a:pt x="8096" y="4901"/>
                  <a:pt x="8042" y="4721"/>
                </a:cubicBezTo>
                <a:lnTo>
                  <a:pt x="5988" y="221"/>
                </a:lnTo>
                <a:cubicBezTo>
                  <a:pt x="5988" y="160"/>
                  <a:pt x="5961" y="160"/>
                  <a:pt x="5961" y="160"/>
                </a:cubicBezTo>
                <a:cubicBezTo>
                  <a:pt x="5934" y="101"/>
                  <a:pt x="5880" y="41"/>
                  <a:pt x="5799" y="41"/>
                </a:cubicBezTo>
                <a:lnTo>
                  <a:pt x="18" y="0"/>
                </a:lnTo>
                <a:cubicBezTo>
                  <a:pt x="12" y="3330"/>
                  <a:pt x="6" y="6661"/>
                  <a:pt x="0" y="9991"/>
                </a:cubicBezTo>
                <a:lnTo>
                  <a:pt x="5799" y="1000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42416" y="2514601"/>
            <a:ext cx="6600451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942416" y="4777380"/>
            <a:ext cx="6600451" cy="1126283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5B1716C-2C8D-B788-3740-E350B7043F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7D5C0FF7-4777-B3F7-5E48-FBB18861F18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E1D7B08-4B95-3EB1-4E03-96DCEB08A1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23863" y="4529138"/>
            <a:ext cx="584200" cy="365125"/>
          </a:xfrm>
        </p:spPr>
        <p:txBody>
          <a:bodyPr/>
          <a:lstStyle>
            <a:lvl1pPr>
              <a:defRPr/>
            </a:lvl1pPr>
          </a:lstStyle>
          <a:p>
            <a:fld id="{E17F78FE-4503-459C-942E-753DEB0AEE7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097200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F43EB161-245A-692B-EAA7-5D20A1D6419A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1" y="624110"/>
            <a:ext cx="6589199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942415" y="2133600"/>
            <a:ext cx="6591985" cy="3777622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6DCE6E9-C52B-928A-6334-7CD5A1DADA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B5A3DCD5-5C7A-CC8E-73DC-9D9E249473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5C0EB92-8340-3BD2-3E8F-27F54BF0F8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BD14012-289F-423A-AA6B-FE70DECD4211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00212211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72D2D1A5-E0A8-673D-75F2-380DFF9079DD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074562"/>
            <a:ext cx="6591985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3581400"/>
            <a:ext cx="6591985" cy="860400"/>
          </a:xfrm>
        </p:spPr>
        <p:txBody>
          <a:bodyPr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B9DFA8AE-8ADF-7D19-D4CF-50EC3DE3A1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5A687623-5E13-01F0-612E-94F394937A5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2D300456-D5D0-49D7-DF88-998C7C898D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C96B5B8-C5B6-4BEE-8F94-E676044A14E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0343554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8C2CC4EF-294E-EE7C-8DDC-B756DB413B7F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942416" y="2136706"/>
            <a:ext cx="3197531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337307" y="2136706"/>
            <a:ext cx="3197093" cy="3767397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F662413-C22F-6510-B436-C39C88B1C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EA33FCD-1EB9-B1A8-9BC0-BE67314A00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F7C87AC-BBA1-6DE9-6753-5A755AF92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F8E2D2AF-92A2-4B0B-8354-ED49DF6721C3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316387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9605F3FA-0B7A-570A-B281-44A659F62399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65352" y="2226626"/>
            <a:ext cx="287459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942415" y="2802888"/>
            <a:ext cx="3197532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6154" y="2223398"/>
            <a:ext cx="28732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333715" y="2799660"/>
            <a:ext cx="3195680" cy="3105703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4C4705-281C-A00C-4DC4-4DA6CE16E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65C1B61-2D7C-3E6D-F69E-7D5A03D2CD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C5C36422-668A-64EE-D9E3-157850524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0F686BD-A88B-4BE6-9017-8E3D1EB4E69E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41290417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7292913E-34E6-1AFB-8A61-ED4FFD388C90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5200" y="624110"/>
            <a:ext cx="6589200" cy="128089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Date Placeholder 2">
            <a:extLst>
              <a:ext uri="{FF2B5EF4-FFF2-40B4-BE49-F238E27FC236}">
                <a16:creationId xmlns:a16="http://schemas.microsoft.com/office/drawing/2014/main" id="{6CCF049E-EAEA-A886-3E67-E3233599C9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5" name="Footer Placeholder 3">
            <a:extLst>
              <a:ext uri="{FF2B5EF4-FFF2-40B4-BE49-F238E27FC236}">
                <a16:creationId xmlns:a16="http://schemas.microsoft.com/office/drawing/2014/main" id="{A507B3E0-BD1F-3790-0737-520F71474C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Slide Number Placeholder 4">
            <a:extLst>
              <a:ext uri="{FF2B5EF4-FFF2-40B4-BE49-F238E27FC236}">
                <a16:creationId xmlns:a16="http://schemas.microsoft.com/office/drawing/2014/main" id="{570762FB-B422-085E-4221-048962F6174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DD7EEC3-8100-4131-8854-05392FBFF1CB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057928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5EE440BC-129E-5B4C-6B2E-3F64DA9E747F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Date Placeholder 1">
            <a:extLst>
              <a:ext uri="{FF2B5EF4-FFF2-40B4-BE49-F238E27FC236}">
                <a16:creationId xmlns:a16="http://schemas.microsoft.com/office/drawing/2014/main" id="{AA66C63A-7BD3-06F7-36E7-4DEB708893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4" name="Footer Placeholder 2">
            <a:extLst>
              <a:ext uri="{FF2B5EF4-FFF2-40B4-BE49-F238E27FC236}">
                <a16:creationId xmlns:a16="http://schemas.microsoft.com/office/drawing/2014/main" id="{79733316-33AA-B448-B56E-45F3721A37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5" name="Slide Number Placeholder 3">
            <a:extLst>
              <a:ext uri="{FF2B5EF4-FFF2-40B4-BE49-F238E27FC236}">
                <a16:creationId xmlns:a16="http://schemas.microsoft.com/office/drawing/2014/main" id="{0DF2B553-4C1D-12A6-6CE5-D9FB558DC4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51CADAF-FA06-48BB-BB78-4568600CFC9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374376583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39F39A7E-66A0-B3AF-32B0-81E5E3C80FBC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46088"/>
            <a:ext cx="2629584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43494" y="446089"/>
            <a:ext cx="3790906" cy="5414963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1598613"/>
            <a:ext cx="2629584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EE6EE634-11D8-84DF-FC13-4F5E9A3A44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868968D-D922-3A20-5ABC-E7A845A55C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DE8B1453-7A5D-7B0F-6CC2-36399BCE3F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74FF282-09D1-429A-9EB3-3B404E8A45C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774513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 11">
            <a:extLst>
              <a:ext uri="{FF2B5EF4-FFF2-40B4-BE49-F238E27FC236}">
                <a16:creationId xmlns:a16="http://schemas.microsoft.com/office/drawing/2014/main" id="{97016D3F-21B3-706A-451A-4163309774F7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4800600"/>
            <a:ext cx="6591985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942415" y="634965"/>
            <a:ext cx="6591985" cy="3854970"/>
          </a:xfrm>
        </p:spPr>
        <p:txBody>
          <a:bodyPr rtlCol="0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noProof="0"/>
              <a:t>Click icon to add picture</a:t>
            </a:r>
            <a:endParaRPr lang="en-US" noProof="0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367338"/>
            <a:ext cx="6591985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4B53BF87-9FBF-F1E4-63DA-DF748D7501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2D399917-829E-2ABE-9710-CE3313D615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526365A9-8B8B-7DC2-E4A0-3E5D30B3F6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7EA4204C-0FC9-4958-A6CC-AC0575432AC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6320402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84B3FFA9-34B6-CA42-5A1D-BF7B1A2DB45C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609600"/>
            <a:ext cx="6591985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A9EC4903-7CCB-4159-8061-88D6F5DC208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4B667EDD-9F2C-3A68-AEBC-88311FC766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65DDBC2F-22E5-31FB-8E05-0D0D4189C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B680E118-EF6F-47C5-876C-1787236827F6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4147815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BD739C3E-224B-BA4E-E3DD-378C454D44FE}"/>
              </a:ext>
            </a:extLst>
          </p:cNvPr>
          <p:cNvSpPr>
            <a:spLocks/>
          </p:cNvSpPr>
          <p:nvPr/>
        </p:nvSpPr>
        <p:spPr bwMode="auto">
          <a:xfrm flipV="1">
            <a:off x="0" y="3167063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92D0780-E056-C35E-480E-FE3CD5186DC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6" name="TextBox 62">
            <a:extLst>
              <a:ext uri="{FF2B5EF4-FFF2-40B4-BE49-F238E27FC236}">
                <a16:creationId xmlns:a16="http://schemas.microsoft.com/office/drawing/2014/main" id="{0D1670E0-28E7-9227-C148-47B3DA0BF0F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15972" y="3505200"/>
            <a:ext cx="5653888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942415" y="4354046"/>
            <a:ext cx="6591985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7" name="Date Placeholder 3">
            <a:extLst>
              <a:ext uri="{FF2B5EF4-FFF2-40B4-BE49-F238E27FC236}">
                <a16:creationId xmlns:a16="http://schemas.microsoft.com/office/drawing/2014/main" id="{E0F53951-013E-BAD2-17A8-D92D83941AE9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8" name="Footer Placeholder 4">
            <a:extLst>
              <a:ext uri="{FF2B5EF4-FFF2-40B4-BE49-F238E27FC236}">
                <a16:creationId xmlns:a16="http://schemas.microsoft.com/office/drawing/2014/main" id="{C34A064F-F880-9BB3-A29C-96DACE9D4C21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5AEEBFBF-6EFA-1BE7-DEAE-105DF9366072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3244850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61E046AF-AD2E-4F75-98E9-FC2EF05F805C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09990951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EE6D84B4-ACD8-99F5-9E33-6AAB186B4691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5" y="2438401"/>
            <a:ext cx="6591985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EC4EA88-38C0-8571-1305-96EE4F2D11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EC7E8B0-CC09-DE01-4D55-D4AC38F8FC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A70F8E-FBD3-51C0-4928-86CE59D240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A7A89476-C1CB-42E2-8DD9-D4FEBCA35C5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84485772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11">
            <a:extLst>
              <a:ext uri="{FF2B5EF4-FFF2-40B4-BE49-F238E27FC236}">
                <a16:creationId xmlns:a16="http://schemas.microsoft.com/office/drawing/2014/main" id="{50EA58C9-925D-0194-5A84-2B18167B7B55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DAAC05A9-01D5-4E03-62D9-F8010B44CD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08163" y="647700"/>
            <a:ext cx="457200" cy="5857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“</a:t>
            </a:r>
          </a:p>
        </p:txBody>
      </p:sp>
      <p:sp>
        <p:nvSpPr>
          <p:cNvPr id="5" name="TextBox 62">
            <a:extLst>
              <a:ext uri="{FF2B5EF4-FFF2-40B4-BE49-F238E27FC236}">
                <a16:creationId xmlns:a16="http://schemas.microsoft.com/office/drawing/2014/main" id="{9AD7C477-3038-4CCE-24E7-A7E93C36D9E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169275" y="2905125"/>
            <a:ext cx="457200" cy="584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5pPr>
            <a:lvl6pPr marL="25146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6pPr>
            <a:lvl7pPr marL="29718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7pPr>
            <a:lvl8pPr marL="34290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8pPr>
            <a:lvl9pPr marL="3886200" indent="-228600" defTabSz="457200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defRPr/>
            </a:pPr>
            <a:r>
              <a:rPr lang="en-US" altLang="en-US" sz="8000">
                <a:solidFill>
                  <a:schemeClr val="accent1"/>
                </a:solidFill>
                <a:latin typeface="Arial" panose="020B0604020202020204" pitchFamily="34" charset="0"/>
              </a:rPr>
              <a:t>”</a:t>
            </a:r>
          </a:p>
        </p:txBody>
      </p:sp>
      <p:sp>
        <p:nvSpPr>
          <p:cNvPr id="13" name="Title 1"/>
          <p:cNvSpPr>
            <a:spLocks noGrp="1"/>
          </p:cNvSpPr>
          <p:nvPr>
            <p:ph type="title"/>
          </p:nvPr>
        </p:nvSpPr>
        <p:spPr>
          <a:xfrm>
            <a:off x="2188123" y="609600"/>
            <a:ext cx="6109587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688292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688292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Date Placeholder 4">
            <a:extLst>
              <a:ext uri="{FF2B5EF4-FFF2-40B4-BE49-F238E27FC236}">
                <a16:creationId xmlns:a16="http://schemas.microsoft.com/office/drawing/2014/main" id="{DE223215-D14F-8732-9FFE-479258CFE1B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Footer Placeholder 5">
            <a:extLst>
              <a:ext uri="{FF2B5EF4-FFF2-40B4-BE49-F238E27FC236}">
                <a16:creationId xmlns:a16="http://schemas.microsoft.com/office/drawing/2014/main" id="{F16CC0AF-2B8B-2D4C-DEF1-42F4046B8079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8" name="Slide Number Placeholder 6">
            <a:extLst>
              <a:ext uri="{FF2B5EF4-FFF2-40B4-BE49-F238E27FC236}">
                <a16:creationId xmlns:a16="http://schemas.microsoft.com/office/drawing/2014/main" id="{6D469189-AA95-33D9-1BF6-83B161BD019E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DBA6E832-720F-4DC8-AD8B-B216A38E873F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755062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11">
            <a:extLst>
              <a:ext uri="{FF2B5EF4-FFF2-40B4-BE49-F238E27FC236}">
                <a16:creationId xmlns:a16="http://schemas.microsoft.com/office/drawing/2014/main" id="{0BD122B6-85D7-7471-1721-C24B90B0F985}"/>
              </a:ext>
            </a:extLst>
          </p:cNvPr>
          <p:cNvSpPr>
            <a:spLocks/>
          </p:cNvSpPr>
          <p:nvPr/>
        </p:nvSpPr>
        <p:spPr bwMode="auto">
          <a:xfrm flipV="1">
            <a:off x="0" y="4910138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42416" y="627407"/>
            <a:ext cx="6591984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942415" y="4343400"/>
            <a:ext cx="6591985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942415" y="5181600"/>
            <a:ext cx="6591985" cy="729622"/>
          </a:xfrm>
        </p:spPr>
        <p:txBody>
          <a:bodyPr rtlCol="0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90FDFC5-5372-E3AB-83E0-5F0711A266F4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11FBFE-1279-3391-B994-E406E82C7E2A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800668A-260B-7D59-1CD6-6F042AC9BFD1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>
          <a:xfrm>
            <a:off x="511175" y="4983163"/>
            <a:ext cx="585788" cy="365125"/>
          </a:xfrm>
        </p:spPr>
        <p:txBody>
          <a:bodyPr/>
          <a:lstStyle>
            <a:lvl1pPr>
              <a:defRPr/>
            </a:lvl1pPr>
          </a:lstStyle>
          <a:p>
            <a:fld id="{98D64820-402B-409B-B97E-25E39F59C5BA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17420705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07C6375B-A4A8-ED4E-6287-EB3D15E14A60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233E2282-2E0E-BEA2-B09C-DF9C185F32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C0E4B82B-0F03-93A5-C30B-1652FA74D4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40A6694D-A35F-217A-3375-E196EFFCDC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5702EBC-CA86-4A43-A5B8-F7EB7F7AF614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161250318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11">
            <a:extLst>
              <a:ext uri="{FF2B5EF4-FFF2-40B4-BE49-F238E27FC236}">
                <a16:creationId xmlns:a16="http://schemas.microsoft.com/office/drawing/2014/main" id="{C2E889A4-0E10-A382-2F3D-55A040055C1D}"/>
              </a:ext>
            </a:extLst>
          </p:cNvPr>
          <p:cNvSpPr>
            <a:spLocks/>
          </p:cNvSpPr>
          <p:nvPr/>
        </p:nvSpPr>
        <p:spPr bwMode="auto">
          <a:xfrm flipV="1">
            <a:off x="0" y="711200"/>
            <a:ext cx="1358900" cy="508000"/>
          </a:xfrm>
          <a:custGeom>
            <a:avLst/>
            <a:gdLst>
              <a:gd name="T0" fmla="*/ 2147483646 w 7908"/>
              <a:gd name="T1" fmla="*/ 2147483646 h 10000"/>
              <a:gd name="T2" fmla="*/ 2147483646 w 7908"/>
              <a:gd name="T3" fmla="*/ 2147483646 h 10000"/>
              <a:gd name="T4" fmla="*/ 2147483646 w 7908"/>
              <a:gd name="T5" fmla="*/ 2147483646 h 10000"/>
              <a:gd name="T6" fmla="*/ 2147483646 w 7908"/>
              <a:gd name="T7" fmla="*/ 0 h 10000"/>
              <a:gd name="T8" fmla="*/ 2147483646 w 7908"/>
              <a:gd name="T9" fmla="*/ 0 h 10000"/>
              <a:gd name="T10" fmla="*/ 0 w 7908"/>
              <a:gd name="T11" fmla="*/ 2147483646 h 10000"/>
              <a:gd name="T12" fmla="*/ 0 w 7908"/>
              <a:gd name="T13" fmla="*/ 2147483646 h 10000"/>
              <a:gd name="T14" fmla="*/ 2147483646 w 7908"/>
              <a:gd name="T15" fmla="*/ 2147483646 h 10000"/>
              <a:gd name="T16" fmla="*/ 2147483646 w 7908"/>
              <a:gd name="T17" fmla="*/ 2147483646 h 10000"/>
              <a:gd name="T18" fmla="*/ 2147483646 w 7908"/>
              <a:gd name="T19" fmla="*/ 2147483646 h 10000"/>
              <a:gd name="T20" fmla="*/ 2147483646 w 7908"/>
              <a:gd name="T21" fmla="*/ 2147483646 h 10000"/>
              <a:gd name="T22" fmla="*/ 2147483646 w 7908"/>
              <a:gd name="T23" fmla="*/ 2147483646 h 10000"/>
              <a:gd name="T24" fmla="*/ 2147483646 w 7908"/>
              <a:gd name="T25" fmla="*/ 2147483646 h 10000"/>
              <a:gd name="T26" fmla="*/ 0 60000 65536"/>
              <a:gd name="T27" fmla="*/ 0 60000 65536"/>
              <a:gd name="T28" fmla="*/ 0 60000 65536"/>
              <a:gd name="T29" fmla="*/ 0 60000 65536"/>
              <a:gd name="T30" fmla="*/ 0 60000 65536"/>
              <a:gd name="T31" fmla="*/ 0 60000 65536"/>
              <a:gd name="T32" fmla="*/ 0 60000 65536"/>
              <a:gd name="T33" fmla="*/ 0 60000 65536"/>
              <a:gd name="T34" fmla="*/ 0 60000 65536"/>
              <a:gd name="T35" fmla="*/ 0 60000 65536"/>
              <a:gd name="T36" fmla="*/ 0 60000 65536"/>
              <a:gd name="T37" fmla="*/ 0 60000 65536"/>
              <a:gd name="T38" fmla="*/ 0 60000 65536"/>
            </a:gdLst>
            <a:ahLst/>
            <a:cxnLst>
              <a:cxn ang="T26">
                <a:pos x="T0" y="T1"/>
              </a:cxn>
              <a:cxn ang="T27">
                <a:pos x="T2" y="T3"/>
              </a:cxn>
              <a:cxn ang="T28">
                <a:pos x="T4" y="T5"/>
              </a:cxn>
              <a:cxn ang="T29">
                <a:pos x="T6" y="T7"/>
              </a:cxn>
              <a:cxn ang="T30">
                <a:pos x="T8" y="T9"/>
              </a:cxn>
              <a:cxn ang="T31">
                <a:pos x="T10" y="T11"/>
              </a:cxn>
              <a:cxn ang="T32">
                <a:pos x="T12" y="T13"/>
              </a:cxn>
              <a:cxn ang="T33">
                <a:pos x="T14" y="T15"/>
              </a:cxn>
              <a:cxn ang="T34">
                <a:pos x="T16" y="T17"/>
              </a:cxn>
              <a:cxn ang="T35">
                <a:pos x="T18" y="T19"/>
              </a:cxn>
              <a:cxn ang="T36">
                <a:pos x="T20" y="T21"/>
              </a:cxn>
              <a:cxn ang="T37">
                <a:pos x="T22" y="T23"/>
              </a:cxn>
              <a:cxn ang="T38">
                <a:pos x="T24" y="T25"/>
              </a:cxn>
            </a:cxnLst>
            <a:rect l="0" t="0" r="r" b="b"/>
            <a:pathLst>
              <a:path w="7908" h="10000">
                <a:moveTo>
                  <a:pt x="7908" y="4694"/>
                </a:moveTo>
                <a:lnTo>
                  <a:pt x="6575" y="188"/>
                </a:lnTo>
                <a:cubicBezTo>
                  <a:pt x="6566" y="157"/>
                  <a:pt x="6555" y="125"/>
                  <a:pt x="6546" y="94"/>
                </a:cubicBezTo>
                <a:cubicBezTo>
                  <a:pt x="6519" y="0"/>
                  <a:pt x="6491" y="0"/>
                  <a:pt x="6463" y="0"/>
                </a:cubicBezTo>
                <a:lnTo>
                  <a:pt x="5935" y="0"/>
                </a:lnTo>
                <a:lnTo>
                  <a:pt x="0" y="62"/>
                </a:lnTo>
                <a:lnTo>
                  <a:pt x="0" y="10000"/>
                </a:lnTo>
                <a:lnTo>
                  <a:pt x="5935" y="9952"/>
                </a:lnTo>
                <a:lnTo>
                  <a:pt x="6463" y="9952"/>
                </a:lnTo>
                <a:cubicBezTo>
                  <a:pt x="6491" y="9952"/>
                  <a:pt x="6519" y="9859"/>
                  <a:pt x="6546" y="9859"/>
                </a:cubicBezTo>
                <a:cubicBezTo>
                  <a:pt x="6546" y="9764"/>
                  <a:pt x="6575" y="9764"/>
                  <a:pt x="6575" y="9764"/>
                </a:cubicBezTo>
                <a:lnTo>
                  <a:pt x="7908" y="5258"/>
                </a:lnTo>
                <a:cubicBezTo>
                  <a:pt x="7963" y="5070"/>
                  <a:pt x="7963" y="4883"/>
                  <a:pt x="7908" y="46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GB"/>
          </a:p>
        </p:txBody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78535" y="627406"/>
            <a:ext cx="1656132" cy="5283817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942416" y="627406"/>
            <a:ext cx="4716348" cy="5283817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3">
            <a:extLst>
              <a:ext uri="{FF2B5EF4-FFF2-40B4-BE49-F238E27FC236}">
                <a16:creationId xmlns:a16="http://schemas.microsoft.com/office/drawing/2014/main" id="{348B5100-8A79-77A9-5FDD-2722199F6C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Footer Placeholder 4">
            <a:extLst>
              <a:ext uri="{FF2B5EF4-FFF2-40B4-BE49-F238E27FC236}">
                <a16:creationId xmlns:a16="http://schemas.microsoft.com/office/drawing/2014/main" id="{FAB66F6A-AD3C-3C1A-3DCB-454724CA6E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62B6546-E5B5-E0FC-2A8D-BA9C746665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E196DA2-49A0-44F6-9321-B2B820A9E363}" type="slidenum">
              <a:rPr lang="en-AU" altLang="en-US"/>
              <a:pPr/>
              <a:t>‹#›</a:t>
            </a:fld>
            <a:endParaRPr lang="en-AU" altLang="en-US"/>
          </a:p>
        </p:txBody>
      </p:sp>
    </p:spTree>
    <p:extLst>
      <p:ext uri="{BB962C8B-B14F-4D97-AF65-F5344CB8AC3E}">
        <p14:creationId xmlns:p14="http://schemas.microsoft.com/office/powerpoint/2010/main" val="210783217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FFFFF"/>
            </a:gs>
            <a:gs pos="100000">
              <a:srgbClr val="C5DEE5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6" name="Group 35">
            <a:extLst>
              <a:ext uri="{FF2B5EF4-FFF2-40B4-BE49-F238E27FC236}">
                <a16:creationId xmlns:a16="http://schemas.microsoft.com/office/drawing/2014/main" id="{B766C870-8706-0152-293D-AAFD68F6BC70}"/>
              </a:ext>
            </a:extLst>
          </p:cNvPr>
          <p:cNvGrpSpPr>
            <a:grpSpLocks/>
          </p:cNvGrpSpPr>
          <p:nvPr/>
        </p:nvGrpSpPr>
        <p:grpSpPr bwMode="auto">
          <a:xfrm>
            <a:off x="0" y="228600"/>
            <a:ext cx="1981200" cy="6638925"/>
            <a:chOff x="2487613" y="285750"/>
            <a:chExt cx="2428875" cy="5654676"/>
          </a:xfrm>
        </p:grpSpPr>
        <p:sp>
          <p:nvSpPr>
            <p:cNvPr id="1046" name="Freeform 11">
              <a:extLst>
                <a:ext uri="{FF2B5EF4-FFF2-40B4-BE49-F238E27FC236}">
                  <a16:creationId xmlns:a16="http://schemas.microsoft.com/office/drawing/2014/main" id="{77A9CEED-63B7-38A4-60BB-3ED393893D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>
                <a:gd name="T0" fmla="*/ 2147483646 w 22"/>
                <a:gd name="T1" fmla="*/ 2147483646 h 136"/>
                <a:gd name="T2" fmla="*/ 2147483646 w 22"/>
                <a:gd name="T3" fmla="*/ 2147483646 h 136"/>
                <a:gd name="T4" fmla="*/ 0 w 22"/>
                <a:gd name="T5" fmla="*/ 0 h 136"/>
                <a:gd name="T6" fmla="*/ 0 w 22"/>
                <a:gd name="T7" fmla="*/ 2147483646 h 136"/>
                <a:gd name="T8" fmla="*/ 2147483646 w 22"/>
                <a:gd name="T9" fmla="*/ 2147483646 h 136"/>
                <a:gd name="T10" fmla="*/ 2147483646 w 22"/>
                <a:gd name="T11" fmla="*/ 2147483646 h 1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7" name="Freeform 12">
              <a:extLst>
                <a:ext uri="{FF2B5EF4-FFF2-40B4-BE49-F238E27FC236}">
                  <a16:creationId xmlns:a16="http://schemas.microsoft.com/office/drawing/2014/main" id="{D2D953E0-38A2-7A9D-D32A-6901F36267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>
                <a:gd name="T0" fmla="*/ 2147483646 w 140"/>
                <a:gd name="T1" fmla="*/ 2147483646 h 504"/>
                <a:gd name="T2" fmla="*/ 2147483646 w 140"/>
                <a:gd name="T3" fmla="*/ 2147483646 h 504"/>
                <a:gd name="T4" fmla="*/ 2147483646 w 140"/>
                <a:gd name="T5" fmla="*/ 2147483646 h 504"/>
                <a:gd name="T6" fmla="*/ 2147483646 w 140"/>
                <a:gd name="T7" fmla="*/ 2147483646 h 504"/>
                <a:gd name="T8" fmla="*/ 0 w 140"/>
                <a:gd name="T9" fmla="*/ 0 h 504"/>
                <a:gd name="T10" fmla="*/ 2147483646 w 140"/>
                <a:gd name="T11" fmla="*/ 2147483646 h 504"/>
                <a:gd name="T12" fmla="*/ 2147483646 w 140"/>
                <a:gd name="T13" fmla="*/ 2147483646 h 50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8" name="Freeform 13">
              <a:extLst>
                <a:ext uri="{FF2B5EF4-FFF2-40B4-BE49-F238E27FC236}">
                  <a16:creationId xmlns:a16="http://schemas.microsoft.com/office/drawing/2014/main" id="{240BB175-D99E-A31B-5A2A-73ED30617C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>
                <a:gd name="T0" fmla="*/ 2147483646 w 132"/>
                <a:gd name="T1" fmla="*/ 2147483646 h 308"/>
                <a:gd name="T2" fmla="*/ 0 w 132"/>
                <a:gd name="T3" fmla="*/ 0 h 308"/>
                <a:gd name="T4" fmla="*/ 0 w 132"/>
                <a:gd name="T5" fmla="*/ 2147483646 h 308"/>
                <a:gd name="T6" fmla="*/ 2147483646 w 132"/>
                <a:gd name="T7" fmla="*/ 2147483646 h 308"/>
                <a:gd name="T8" fmla="*/ 2147483646 w 132"/>
                <a:gd name="T9" fmla="*/ 2147483646 h 308"/>
                <a:gd name="T10" fmla="*/ 2147483646 w 132"/>
                <a:gd name="T11" fmla="*/ 2147483646 h 308"/>
                <a:gd name="T12" fmla="*/ 2147483646 w 132"/>
                <a:gd name="T13" fmla="*/ 2147483646 h 308"/>
                <a:gd name="T14" fmla="*/ 2147483646 w 132"/>
                <a:gd name="T15" fmla="*/ 2147483646 h 30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9" name="Freeform 14">
              <a:extLst>
                <a:ext uri="{FF2B5EF4-FFF2-40B4-BE49-F238E27FC236}">
                  <a16:creationId xmlns:a16="http://schemas.microsoft.com/office/drawing/2014/main" id="{77D65978-C3CB-811E-C9EC-AED6B917F162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>
                <a:gd name="T0" fmla="*/ 2147483646 w 37"/>
                <a:gd name="T1" fmla="*/ 2147483646 h 79"/>
                <a:gd name="T2" fmla="*/ 2147483646 w 37"/>
                <a:gd name="T3" fmla="*/ 2147483646 h 79"/>
                <a:gd name="T4" fmla="*/ 0 w 37"/>
                <a:gd name="T5" fmla="*/ 0 h 79"/>
                <a:gd name="T6" fmla="*/ 2147483646 w 37"/>
                <a:gd name="T7" fmla="*/ 2147483646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0" name="Freeform 15">
              <a:extLst>
                <a:ext uri="{FF2B5EF4-FFF2-40B4-BE49-F238E27FC236}">
                  <a16:creationId xmlns:a16="http://schemas.microsoft.com/office/drawing/2014/main" id="{C1179574-A09F-F8A0-C40E-6FD40C3BD3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>
                <a:gd name="T0" fmla="*/ 2147483646 w 178"/>
                <a:gd name="T1" fmla="*/ 2147483646 h 722"/>
                <a:gd name="T2" fmla="*/ 2147483646 w 178"/>
                <a:gd name="T3" fmla="*/ 2147483646 h 722"/>
                <a:gd name="T4" fmla="*/ 2147483646 w 178"/>
                <a:gd name="T5" fmla="*/ 2147483646 h 722"/>
                <a:gd name="T6" fmla="*/ 2147483646 w 178"/>
                <a:gd name="T7" fmla="*/ 2147483646 h 722"/>
                <a:gd name="T8" fmla="*/ 0 w 178"/>
                <a:gd name="T9" fmla="*/ 0 h 722"/>
                <a:gd name="T10" fmla="*/ 2147483646 w 178"/>
                <a:gd name="T11" fmla="*/ 2147483646 h 722"/>
                <a:gd name="T12" fmla="*/ 2147483646 w 178"/>
                <a:gd name="T13" fmla="*/ 2147483646 h 722"/>
                <a:gd name="T14" fmla="*/ 2147483646 w 178"/>
                <a:gd name="T15" fmla="*/ 2147483646 h 722"/>
                <a:gd name="T16" fmla="*/ 2147483646 w 178"/>
                <a:gd name="T17" fmla="*/ 2147483646 h 722"/>
                <a:gd name="T18" fmla="*/ 2147483646 w 178"/>
                <a:gd name="T19" fmla="*/ 2147483646 h 722"/>
                <a:gd name="T20" fmla="*/ 2147483646 w 178"/>
                <a:gd name="T21" fmla="*/ 2147483646 h 722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1" name="Freeform 16">
              <a:extLst>
                <a:ext uri="{FF2B5EF4-FFF2-40B4-BE49-F238E27FC236}">
                  <a16:creationId xmlns:a16="http://schemas.microsoft.com/office/drawing/2014/main" id="{95AD219B-9C99-6905-5868-5444447A7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>
                <a:gd name="T0" fmla="*/ 2147483646 w 23"/>
                <a:gd name="T1" fmla="*/ 2147483646 h 635"/>
                <a:gd name="T2" fmla="*/ 2147483646 w 23"/>
                <a:gd name="T3" fmla="*/ 2147483646 h 635"/>
                <a:gd name="T4" fmla="*/ 2147483646 w 23"/>
                <a:gd name="T5" fmla="*/ 2147483646 h 635"/>
                <a:gd name="T6" fmla="*/ 2147483646 w 23"/>
                <a:gd name="T7" fmla="*/ 2147483646 h 635"/>
                <a:gd name="T8" fmla="*/ 2147483646 w 23"/>
                <a:gd name="T9" fmla="*/ 2147483646 h 635"/>
                <a:gd name="T10" fmla="*/ 2147483646 w 23"/>
                <a:gd name="T11" fmla="*/ 2147483646 h 635"/>
                <a:gd name="T12" fmla="*/ 2147483646 w 23"/>
                <a:gd name="T13" fmla="*/ 0 h 635"/>
                <a:gd name="T14" fmla="*/ 2147483646 w 23"/>
                <a:gd name="T15" fmla="*/ 0 h 635"/>
                <a:gd name="T16" fmla="*/ 2147483646 w 23"/>
                <a:gd name="T17" fmla="*/ 2147483646 h 635"/>
                <a:gd name="T18" fmla="*/ 2147483646 w 23"/>
                <a:gd name="T19" fmla="*/ 2147483646 h 63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2" name="Freeform 17">
              <a:extLst>
                <a:ext uri="{FF2B5EF4-FFF2-40B4-BE49-F238E27FC236}">
                  <a16:creationId xmlns:a16="http://schemas.microsoft.com/office/drawing/2014/main" id="{DEA6B4A8-36F1-2F70-EC1E-92AA2C13E9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>
                <a:gd name="T0" fmla="*/ 0 w 17"/>
                <a:gd name="T1" fmla="*/ 0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2147483646 w 17"/>
                <a:gd name="T9" fmla="*/ 2147483646 h 107"/>
                <a:gd name="T10" fmla="*/ 0 w 17"/>
                <a:gd name="T11" fmla="*/ 0 h 1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3" name="Freeform 18">
              <a:extLst>
                <a:ext uri="{FF2B5EF4-FFF2-40B4-BE49-F238E27FC236}">
                  <a16:creationId xmlns:a16="http://schemas.microsoft.com/office/drawing/2014/main" id="{313EA140-FEBB-9827-84D0-4D10EED774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>
                <a:gd name="T0" fmla="*/ 0 w 41"/>
                <a:gd name="T1" fmla="*/ 0 h 222"/>
                <a:gd name="T2" fmla="*/ 2147483646 w 41"/>
                <a:gd name="T3" fmla="*/ 2147483646 h 222"/>
                <a:gd name="T4" fmla="*/ 2147483646 w 41"/>
                <a:gd name="T5" fmla="*/ 2147483646 h 222"/>
                <a:gd name="T6" fmla="*/ 2147483646 w 41"/>
                <a:gd name="T7" fmla="*/ 2147483646 h 222"/>
                <a:gd name="T8" fmla="*/ 2147483646 w 41"/>
                <a:gd name="T9" fmla="*/ 2147483646 h 222"/>
                <a:gd name="T10" fmla="*/ 2147483646 w 41"/>
                <a:gd name="T11" fmla="*/ 2147483646 h 222"/>
                <a:gd name="T12" fmla="*/ 2147483646 w 41"/>
                <a:gd name="T13" fmla="*/ 2147483646 h 222"/>
                <a:gd name="T14" fmla="*/ 2147483646 w 41"/>
                <a:gd name="T15" fmla="*/ 2147483646 h 222"/>
                <a:gd name="T16" fmla="*/ 2147483646 w 41"/>
                <a:gd name="T17" fmla="*/ 2147483646 h 222"/>
                <a:gd name="T18" fmla="*/ 0 w 41"/>
                <a:gd name="T19" fmla="*/ 0 h 22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4" name="Freeform 19">
              <a:extLst>
                <a:ext uri="{FF2B5EF4-FFF2-40B4-BE49-F238E27FC236}">
                  <a16:creationId xmlns:a16="http://schemas.microsoft.com/office/drawing/2014/main" id="{C27FB2C3-D549-99DA-4B12-DE79F49F8B3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>
                <a:gd name="T0" fmla="*/ 2147483646 w 450"/>
                <a:gd name="T1" fmla="*/ 2147483646 h 878"/>
                <a:gd name="T2" fmla="*/ 2147483646 w 450"/>
                <a:gd name="T3" fmla="*/ 2147483646 h 878"/>
                <a:gd name="T4" fmla="*/ 2147483646 w 450"/>
                <a:gd name="T5" fmla="*/ 2147483646 h 878"/>
                <a:gd name="T6" fmla="*/ 2147483646 w 450"/>
                <a:gd name="T7" fmla="*/ 2147483646 h 878"/>
                <a:gd name="T8" fmla="*/ 2147483646 w 450"/>
                <a:gd name="T9" fmla="*/ 2147483646 h 878"/>
                <a:gd name="T10" fmla="*/ 2147483646 w 450"/>
                <a:gd name="T11" fmla="*/ 2147483646 h 878"/>
                <a:gd name="T12" fmla="*/ 2147483646 w 450"/>
                <a:gd name="T13" fmla="*/ 2147483646 h 878"/>
                <a:gd name="T14" fmla="*/ 2147483646 w 450"/>
                <a:gd name="T15" fmla="*/ 0 h 878"/>
                <a:gd name="T16" fmla="*/ 2147483646 w 450"/>
                <a:gd name="T17" fmla="*/ 2147483646 h 878"/>
                <a:gd name="T18" fmla="*/ 2147483646 w 450"/>
                <a:gd name="T19" fmla="*/ 2147483646 h 878"/>
                <a:gd name="T20" fmla="*/ 2147483646 w 450"/>
                <a:gd name="T21" fmla="*/ 2147483646 h 878"/>
                <a:gd name="T22" fmla="*/ 2147483646 w 450"/>
                <a:gd name="T23" fmla="*/ 2147483646 h 878"/>
                <a:gd name="T24" fmla="*/ 2147483646 w 450"/>
                <a:gd name="T25" fmla="*/ 2147483646 h 878"/>
                <a:gd name="T26" fmla="*/ 0 w 450"/>
                <a:gd name="T27" fmla="*/ 2147483646 h 878"/>
                <a:gd name="T28" fmla="*/ 0 w 450"/>
                <a:gd name="T29" fmla="*/ 2147483646 h 878"/>
                <a:gd name="T30" fmla="*/ 2147483646 w 450"/>
                <a:gd name="T31" fmla="*/ 2147483646 h 878"/>
                <a:gd name="T32" fmla="*/ 2147483646 w 450"/>
                <a:gd name="T33" fmla="*/ 2147483646 h 878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5" name="Freeform 20">
              <a:extLst>
                <a:ext uri="{FF2B5EF4-FFF2-40B4-BE49-F238E27FC236}">
                  <a16:creationId xmlns:a16="http://schemas.microsoft.com/office/drawing/2014/main" id="{7CB664B5-84D2-CFBB-8093-156ABBFBF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>
                <a:gd name="T0" fmla="*/ 0 w 35"/>
                <a:gd name="T1" fmla="*/ 0 h 73"/>
                <a:gd name="T2" fmla="*/ 2147483646 w 35"/>
                <a:gd name="T3" fmla="*/ 2147483646 h 73"/>
                <a:gd name="T4" fmla="*/ 2147483646 w 35"/>
                <a:gd name="T5" fmla="*/ 2147483646 h 73"/>
                <a:gd name="T6" fmla="*/ 0 w 35"/>
                <a:gd name="T7" fmla="*/ 0 h 7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6" name="Freeform 21">
              <a:extLst>
                <a:ext uri="{FF2B5EF4-FFF2-40B4-BE49-F238E27FC236}">
                  <a16:creationId xmlns:a16="http://schemas.microsoft.com/office/drawing/2014/main" id="{F054DAF6-026D-048E-913A-C199A1E48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>
                <a:gd name="T0" fmla="*/ 2147483646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0 h 48"/>
                <a:gd name="T8" fmla="*/ 0 w 8"/>
                <a:gd name="T9" fmla="*/ 2147483646 h 48"/>
                <a:gd name="T10" fmla="*/ 2147483646 w 8"/>
                <a:gd name="T11" fmla="*/ 2147483646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57" name="Freeform 22">
              <a:extLst>
                <a:ext uri="{FF2B5EF4-FFF2-40B4-BE49-F238E27FC236}">
                  <a16:creationId xmlns:a16="http://schemas.microsoft.com/office/drawing/2014/main" id="{C0861EB8-6549-A0FC-2398-B4D5E7117A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>
                <a:gd name="T0" fmla="*/ 2147483646 w 52"/>
                <a:gd name="T1" fmla="*/ 2147483646 h 135"/>
                <a:gd name="T2" fmla="*/ 0 w 52"/>
                <a:gd name="T3" fmla="*/ 0 h 135"/>
                <a:gd name="T4" fmla="*/ 2147483646 w 52"/>
                <a:gd name="T5" fmla="*/ 2147483646 h 135"/>
                <a:gd name="T6" fmla="*/ 2147483646 w 52"/>
                <a:gd name="T7" fmla="*/ 2147483646 h 135"/>
                <a:gd name="T8" fmla="*/ 2147483646 w 52"/>
                <a:gd name="T9" fmla="*/ 2147483646 h 135"/>
                <a:gd name="T10" fmla="*/ 2147483646 w 52"/>
                <a:gd name="T11" fmla="*/ 2147483646 h 135"/>
                <a:gd name="T12" fmla="*/ 2147483646 w 52"/>
                <a:gd name="T13" fmla="*/ 2147483646 h 135"/>
                <a:gd name="T14" fmla="*/ 2147483646 w 52"/>
                <a:gd name="T15" fmla="*/ 2147483646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grpSp>
        <p:nvGrpSpPr>
          <p:cNvPr id="1027" name="Group 48">
            <a:extLst>
              <a:ext uri="{FF2B5EF4-FFF2-40B4-BE49-F238E27FC236}">
                <a16:creationId xmlns:a16="http://schemas.microsoft.com/office/drawing/2014/main" id="{A19EB73A-D85B-EA76-C139-6DC9FB77A96F}"/>
              </a:ext>
            </a:extLst>
          </p:cNvPr>
          <p:cNvGrpSpPr>
            <a:grpSpLocks/>
          </p:cNvGrpSpPr>
          <p:nvPr/>
        </p:nvGrpSpPr>
        <p:grpSpPr bwMode="auto">
          <a:xfrm>
            <a:off x="20638" y="0"/>
            <a:ext cx="1952625" cy="6853238"/>
            <a:chOff x="6627813" y="196102"/>
            <a:chExt cx="1952625" cy="5677649"/>
          </a:xfrm>
        </p:grpSpPr>
        <p:sp>
          <p:nvSpPr>
            <p:cNvPr id="1034" name="Freeform 27">
              <a:extLst>
                <a:ext uri="{FF2B5EF4-FFF2-40B4-BE49-F238E27FC236}">
                  <a16:creationId xmlns:a16="http://schemas.microsoft.com/office/drawing/2014/main" id="{19F5734F-E0B0-ADEB-0EBB-8E2972BE453C}"/>
                </a:ext>
              </a:extLst>
            </p:cNvPr>
            <p:cNvSpPr>
              <a:spLocks/>
            </p:cNvSpPr>
            <p:nvPr/>
          </p:nvSpPr>
          <p:spPr bwMode="auto">
            <a:xfrm>
              <a:off x="6627813" y="196102"/>
              <a:ext cx="409575" cy="3646488"/>
            </a:xfrm>
            <a:custGeom>
              <a:avLst/>
              <a:gdLst>
                <a:gd name="T0" fmla="*/ 2147483646 w 103"/>
                <a:gd name="T1" fmla="*/ 2147483646 h 920"/>
                <a:gd name="T2" fmla="*/ 2147483646 w 103"/>
                <a:gd name="T3" fmla="*/ 2147483646 h 920"/>
                <a:gd name="T4" fmla="*/ 2147483646 w 103"/>
                <a:gd name="T5" fmla="*/ 2147483646 h 920"/>
                <a:gd name="T6" fmla="*/ 2147483646 w 103"/>
                <a:gd name="T7" fmla="*/ 2147483646 h 920"/>
                <a:gd name="T8" fmla="*/ 2147483646 w 103"/>
                <a:gd name="T9" fmla="*/ 2147483646 h 920"/>
                <a:gd name="T10" fmla="*/ 2147483646 w 103"/>
                <a:gd name="T11" fmla="*/ 2147483646 h 920"/>
                <a:gd name="T12" fmla="*/ 2147483646 w 103"/>
                <a:gd name="T13" fmla="*/ 2147483646 h 920"/>
                <a:gd name="T14" fmla="*/ 2147483646 w 103"/>
                <a:gd name="T15" fmla="*/ 2147483646 h 920"/>
                <a:gd name="T16" fmla="*/ 2147483646 w 103"/>
                <a:gd name="T17" fmla="*/ 2147483646 h 920"/>
                <a:gd name="T18" fmla="*/ 2147483646 w 103"/>
                <a:gd name="T19" fmla="*/ 2147483646 h 920"/>
                <a:gd name="T20" fmla="*/ 2147483646 w 103"/>
                <a:gd name="T21" fmla="*/ 2147483646 h 920"/>
                <a:gd name="T22" fmla="*/ 2147483646 w 103"/>
                <a:gd name="T23" fmla="*/ 0 h 920"/>
                <a:gd name="T24" fmla="*/ 0 w 103"/>
                <a:gd name="T25" fmla="*/ 0 h 920"/>
                <a:gd name="T26" fmla="*/ 2147483646 w 103"/>
                <a:gd name="T27" fmla="*/ 2147483646 h 920"/>
                <a:gd name="T28" fmla="*/ 2147483646 w 103"/>
                <a:gd name="T29" fmla="*/ 2147483646 h 9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5" name="Freeform 28">
              <a:extLst>
                <a:ext uri="{FF2B5EF4-FFF2-40B4-BE49-F238E27FC236}">
                  <a16:creationId xmlns:a16="http://schemas.microsoft.com/office/drawing/2014/main" id="{9085A675-84B5-01A2-38CD-0CEF9F577281}"/>
                </a:ext>
              </a:extLst>
            </p:cNvPr>
            <p:cNvSpPr>
              <a:spLocks/>
            </p:cNvSpPr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>
                <a:gd name="T0" fmla="*/ 2147483646 w 88"/>
                <a:gd name="T1" fmla="*/ 2147483646 h 330"/>
                <a:gd name="T2" fmla="*/ 2147483646 w 88"/>
                <a:gd name="T3" fmla="*/ 2147483646 h 330"/>
                <a:gd name="T4" fmla="*/ 2147483646 w 88"/>
                <a:gd name="T5" fmla="*/ 2147483646 h 330"/>
                <a:gd name="T6" fmla="*/ 2147483646 w 88"/>
                <a:gd name="T7" fmla="*/ 2147483646 h 330"/>
                <a:gd name="T8" fmla="*/ 2147483646 w 88"/>
                <a:gd name="T9" fmla="*/ 2147483646 h 330"/>
                <a:gd name="T10" fmla="*/ 0 w 88"/>
                <a:gd name="T11" fmla="*/ 0 h 330"/>
                <a:gd name="T12" fmla="*/ 2147483646 w 88"/>
                <a:gd name="T13" fmla="*/ 2147483646 h 330"/>
                <a:gd name="T14" fmla="*/ 2147483646 w 88"/>
                <a:gd name="T15" fmla="*/ 2147483646 h 33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6" name="Freeform 29">
              <a:extLst>
                <a:ext uri="{FF2B5EF4-FFF2-40B4-BE49-F238E27FC236}">
                  <a16:creationId xmlns:a16="http://schemas.microsoft.com/office/drawing/2014/main" id="{854B27D7-CBE2-C455-FD1F-E2365A271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>
                <a:gd name="T0" fmla="*/ 2147483646 w 90"/>
                <a:gd name="T1" fmla="*/ 2147483646 h 207"/>
                <a:gd name="T2" fmla="*/ 0 w 90"/>
                <a:gd name="T3" fmla="*/ 0 h 207"/>
                <a:gd name="T4" fmla="*/ 2147483646 w 90"/>
                <a:gd name="T5" fmla="*/ 2147483646 h 207"/>
                <a:gd name="T6" fmla="*/ 2147483646 w 90"/>
                <a:gd name="T7" fmla="*/ 2147483646 h 207"/>
                <a:gd name="T8" fmla="*/ 2147483646 w 90"/>
                <a:gd name="T9" fmla="*/ 2147483646 h 207"/>
                <a:gd name="T10" fmla="*/ 2147483646 w 90"/>
                <a:gd name="T11" fmla="*/ 2147483646 h 207"/>
                <a:gd name="T12" fmla="*/ 2147483646 w 90"/>
                <a:gd name="T13" fmla="*/ 2147483646 h 207"/>
                <a:gd name="T14" fmla="*/ 2147483646 w 90"/>
                <a:gd name="T15" fmla="*/ 2147483646 h 2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7" name="Freeform 30">
              <a:extLst>
                <a:ext uri="{FF2B5EF4-FFF2-40B4-BE49-F238E27FC236}">
                  <a16:creationId xmlns:a16="http://schemas.microsoft.com/office/drawing/2014/main" id="{3D375564-A9D5-5B70-51CC-04C44C1599F4}"/>
                </a:ext>
              </a:extLst>
            </p:cNvPr>
            <p:cNvSpPr>
              <a:spLocks/>
            </p:cNvSpPr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>
                <a:gd name="T0" fmla="*/ 2147483646 w 115"/>
                <a:gd name="T1" fmla="*/ 2147483646 h 467"/>
                <a:gd name="T2" fmla="*/ 2147483646 w 115"/>
                <a:gd name="T3" fmla="*/ 2147483646 h 467"/>
                <a:gd name="T4" fmla="*/ 2147483646 w 115"/>
                <a:gd name="T5" fmla="*/ 2147483646 h 467"/>
                <a:gd name="T6" fmla="*/ 2147483646 w 115"/>
                <a:gd name="T7" fmla="*/ 2147483646 h 467"/>
                <a:gd name="T8" fmla="*/ 0 w 115"/>
                <a:gd name="T9" fmla="*/ 0 h 467"/>
                <a:gd name="T10" fmla="*/ 2147483646 w 115"/>
                <a:gd name="T11" fmla="*/ 2147483646 h 467"/>
                <a:gd name="T12" fmla="*/ 2147483646 w 115"/>
                <a:gd name="T13" fmla="*/ 2147483646 h 467"/>
                <a:gd name="T14" fmla="*/ 2147483646 w 115"/>
                <a:gd name="T15" fmla="*/ 2147483646 h 467"/>
                <a:gd name="T16" fmla="*/ 2147483646 w 115"/>
                <a:gd name="T17" fmla="*/ 2147483646 h 467"/>
                <a:gd name="T18" fmla="*/ 2147483646 w 115"/>
                <a:gd name="T19" fmla="*/ 2147483646 h 467"/>
                <a:gd name="T20" fmla="*/ 2147483646 w 115"/>
                <a:gd name="T21" fmla="*/ 2147483646 h 46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8" name="Freeform 31">
              <a:extLst>
                <a:ext uri="{FF2B5EF4-FFF2-40B4-BE49-F238E27FC236}">
                  <a16:creationId xmlns:a16="http://schemas.microsoft.com/office/drawing/2014/main" id="{87A5D642-861B-DE6A-2A2A-99E974E71F3D}"/>
                </a:ext>
              </a:extLst>
            </p:cNvPr>
            <p:cNvSpPr>
              <a:spLocks/>
            </p:cNvSpPr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>
                <a:gd name="T0" fmla="*/ 2147483646 w 36"/>
                <a:gd name="T1" fmla="*/ 2147483646 h 633"/>
                <a:gd name="T2" fmla="*/ 2147483646 w 36"/>
                <a:gd name="T3" fmla="*/ 2147483646 h 633"/>
                <a:gd name="T4" fmla="*/ 2147483646 w 36"/>
                <a:gd name="T5" fmla="*/ 2147483646 h 633"/>
                <a:gd name="T6" fmla="*/ 2147483646 w 36"/>
                <a:gd name="T7" fmla="*/ 2147483646 h 633"/>
                <a:gd name="T8" fmla="*/ 2147483646 w 36"/>
                <a:gd name="T9" fmla="*/ 2147483646 h 633"/>
                <a:gd name="T10" fmla="*/ 2147483646 w 36"/>
                <a:gd name="T11" fmla="*/ 0 h 633"/>
                <a:gd name="T12" fmla="*/ 2147483646 w 36"/>
                <a:gd name="T13" fmla="*/ 0 h 633"/>
                <a:gd name="T14" fmla="*/ 2147483646 w 36"/>
                <a:gd name="T15" fmla="*/ 2147483646 h 633"/>
                <a:gd name="T16" fmla="*/ 2147483646 w 36"/>
                <a:gd name="T17" fmla="*/ 2147483646 h 633"/>
                <a:gd name="T18" fmla="*/ 2147483646 w 36"/>
                <a:gd name="T19" fmla="*/ 2147483646 h 633"/>
                <a:gd name="T20" fmla="*/ 2147483646 w 36"/>
                <a:gd name="T21" fmla="*/ 2147483646 h 633"/>
                <a:gd name="T22" fmla="*/ 2147483646 w 36"/>
                <a:gd name="T23" fmla="*/ 2147483646 h 633"/>
                <a:gd name="T24" fmla="*/ 2147483646 w 36"/>
                <a:gd name="T25" fmla="*/ 2147483646 h 63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39" name="Freeform 32">
              <a:extLst>
                <a:ext uri="{FF2B5EF4-FFF2-40B4-BE49-F238E27FC236}">
                  <a16:creationId xmlns:a16="http://schemas.microsoft.com/office/drawing/2014/main" id="{9E5B3F94-630A-9DFC-9604-19881F60BF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>
                <a:gd name="T0" fmla="*/ 2147483646 w 28"/>
                <a:gd name="T1" fmla="*/ 2147483646 h 59"/>
                <a:gd name="T2" fmla="*/ 2147483646 w 28"/>
                <a:gd name="T3" fmla="*/ 2147483646 h 59"/>
                <a:gd name="T4" fmla="*/ 0 w 28"/>
                <a:gd name="T5" fmla="*/ 0 h 59"/>
                <a:gd name="T6" fmla="*/ 2147483646 w 28"/>
                <a:gd name="T7" fmla="*/ 2147483646 h 5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0" name="Freeform 33">
              <a:extLst>
                <a:ext uri="{FF2B5EF4-FFF2-40B4-BE49-F238E27FC236}">
                  <a16:creationId xmlns:a16="http://schemas.microsoft.com/office/drawing/2014/main" id="{41DA4D0D-2557-3627-90C9-DCB81FA7558B}"/>
                </a:ext>
              </a:extLst>
            </p:cNvPr>
            <p:cNvSpPr>
              <a:spLocks/>
            </p:cNvSpPr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>
                <a:gd name="T0" fmla="*/ 2147483646 w 17"/>
                <a:gd name="T1" fmla="*/ 2147483646 h 107"/>
                <a:gd name="T2" fmla="*/ 2147483646 w 17"/>
                <a:gd name="T3" fmla="*/ 2147483646 h 107"/>
                <a:gd name="T4" fmla="*/ 2147483646 w 17"/>
                <a:gd name="T5" fmla="*/ 2147483646 h 107"/>
                <a:gd name="T6" fmla="*/ 2147483646 w 17"/>
                <a:gd name="T7" fmla="*/ 2147483646 h 107"/>
                <a:gd name="T8" fmla="*/ 0 w 17"/>
                <a:gd name="T9" fmla="*/ 0 h 107"/>
                <a:gd name="T10" fmla="*/ 0 w 17"/>
                <a:gd name="T11" fmla="*/ 2147483646 h 107"/>
                <a:gd name="T12" fmla="*/ 2147483646 w 17"/>
                <a:gd name="T13" fmla="*/ 2147483646 h 10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1" name="Freeform 34">
              <a:extLst>
                <a:ext uri="{FF2B5EF4-FFF2-40B4-BE49-F238E27FC236}">
                  <a16:creationId xmlns:a16="http://schemas.microsoft.com/office/drawing/2014/main" id="{39EF3F22-4DC1-270D-730B-43FE6E3A5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>
                <a:gd name="T0" fmla="*/ 2147483646 w 294"/>
                <a:gd name="T1" fmla="*/ 2147483646 h 568"/>
                <a:gd name="T2" fmla="*/ 2147483646 w 294"/>
                <a:gd name="T3" fmla="*/ 2147483646 h 568"/>
                <a:gd name="T4" fmla="*/ 2147483646 w 294"/>
                <a:gd name="T5" fmla="*/ 2147483646 h 568"/>
                <a:gd name="T6" fmla="*/ 2147483646 w 294"/>
                <a:gd name="T7" fmla="*/ 2147483646 h 568"/>
                <a:gd name="T8" fmla="*/ 2147483646 w 294"/>
                <a:gd name="T9" fmla="*/ 2147483646 h 568"/>
                <a:gd name="T10" fmla="*/ 2147483646 w 294"/>
                <a:gd name="T11" fmla="*/ 2147483646 h 568"/>
                <a:gd name="T12" fmla="*/ 2147483646 w 294"/>
                <a:gd name="T13" fmla="*/ 0 h 568"/>
                <a:gd name="T14" fmla="*/ 2147483646 w 294"/>
                <a:gd name="T15" fmla="*/ 0 h 568"/>
                <a:gd name="T16" fmla="*/ 2147483646 w 294"/>
                <a:gd name="T17" fmla="*/ 2147483646 h 568"/>
                <a:gd name="T18" fmla="*/ 2147483646 w 294"/>
                <a:gd name="T19" fmla="*/ 2147483646 h 568"/>
                <a:gd name="T20" fmla="*/ 2147483646 w 294"/>
                <a:gd name="T21" fmla="*/ 2147483646 h 568"/>
                <a:gd name="T22" fmla="*/ 2147483646 w 294"/>
                <a:gd name="T23" fmla="*/ 2147483646 h 568"/>
                <a:gd name="T24" fmla="*/ 2147483646 w 294"/>
                <a:gd name="T25" fmla="*/ 2147483646 h 568"/>
                <a:gd name="T26" fmla="*/ 0 w 294"/>
                <a:gd name="T27" fmla="*/ 2147483646 h 568"/>
                <a:gd name="T28" fmla="*/ 2147483646 w 294"/>
                <a:gd name="T29" fmla="*/ 2147483646 h 568"/>
                <a:gd name="T30" fmla="*/ 2147483646 w 294"/>
                <a:gd name="T31" fmla="*/ 2147483646 h 568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2" name="Freeform 35">
              <a:extLst>
                <a:ext uri="{FF2B5EF4-FFF2-40B4-BE49-F238E27FC236}">
                  <a16:creationId xmlns:a16="http://schemas.microsoft.com/office/drawing/2014/main" id="{A517E50A-0FAE-5599-9D92-02EFF7831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>
                <a:gd name="T0" fmla="*/ 0 w 25"/>
                <a:gd name="T1" fmla="*/ 0 h 53"/>
                <a:gd name="T2" fmla="*/ 2147483646 w 25"/>
                <a:gd name="T3" fmla="*/ 2147483646 h 53"/>
                <a:gd name="T4" fmla="*/ 2147483646 w 25"/>
                <a:gd name="T5" fmla="*/ 2147483646 h 53"/>
                <a:gd name="T6" fmla="*/ 0 w 25"/>
                <a:gd name="T7" fmla="*/ 0 h 5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3" name="Freeform 36">
              <a:extLst>
                <a:ext uri="{FF2B5EF4-FFF2-40B4-BE49-F238E27FC236}">
                  <a16:creationId xmlns:a16="http://schemas.microsoft.com/office/drawing/2014/main" id="{CF63965A-5CEE-8426-4E37-3D3613FB4E4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>
                <a:gd name="T0" fmla="*/ 0 w 29"/>
                <a:gd name="T1" fmla="*/ 0 h 141"/>
                <a:gd name="T2" fmla="*/ 2147483646 w 29"/>
                <a:gd name="T3" fmla="*/ 2147483646 h 141"/>
                <a:gd name="T4" fmla="*/ 2147483646 w 29"/>
                <a:gd name="T5" fmla="*/ 2147483646 h 141"/>
                <a:gd name="T6" fmla="*/ 2147483646 w 29"/>
                <a:gd name="T7" fmla="*/ 2147483646 h 141"/>
                <a:gd name="T8" fmla="*/ 2147483646 w 29"/>
                <a:gd name="T9" fmla="*/ 2147483646 h 141"/>
                <a:gd name="T10" fmla="*/ 2147483646 w 29"/>
                <a:gd name="T11" fmla="*/ 2147483646 h 141"/>
                <a:gd name="T12" fmla="*/ 2147483646 w 29"/>
                <a:gd name="T13" fmla="*/ 2147483646 h 141"/>
                <a:gd name="T14" fmla="*/ 0 w 29"/>
                <a:gd name="T15" fmla="*/ 0 h 1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4" name="Freeform 37">
              <a:extLst>
                <a:ext uri="{FF2B5EF4-FFF2-40B4-BE49-F238E27FC236}">
                  <a16:creationId xmlns:a16="http://schemas.microsoft.com/office/drawing/2014/main" id="{0F2B3691-51EE-D1EA-FA01-82064D0E0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>
                <a:gd name="T0" fmla="*/ 0 w 8"/>
                <a:gd name="T1" fmla="*/ 2147483646 h 48"/>
                <a:gd name="T2" fmla="*/ 2147483646 w 8"/>
                <a:gd name="T3" fmla="*/ 2147483646 h 48"/>
                <a:gd name="T4" fmla="*/ 2147483646 w 8"/>
                <a:gd name="T5" fmla="*/ 2147483646 h 48"/>
                <a:gd name="T6" fmla="*/ 2147483646 w 8"/>
                <a:gd name="T7" fmla="*/ 2147483646 h 48"/>
                <a:gd name="T8" fmla="*/ 0 w 8"/>
                <a:gd name="T9" fmla="*/ 0 h 48"/>
                <a:gd name="T10" fmla="*/ 0 w 8"/>
                <a:gd name="T11" fmla="*/ 2147483646 h 48"/>
                <a:gd name="T12" fmla="*/ 0 w 8"/>
                <a:gd name="T13" fmla="*/ 2147483646 h 4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  <p:sp>
          <p:nvSpPr>
            <p:cNvPr id="1045" name="Freeform 38">
              <a:extLst>
                <a:ext uri="{FF2B5EF4-FFF2-40B4-BE49-F238E27FC236}">
                  <a16:creationId xmlns:a16="http://schemas.microsoft.com/office/drawing/2014/main" id="{84D386BF-0689-7DA7-6BFC-FA70C9AA3A2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>
                <a:gd name="T0" fmla="*/ 2147483646 w 44"/>
                <a:gd name="T1" fmla="*/ 2147483646 h 111"/>
                <a:gd name="T2" fmla="*/ 0 w 44"/>
                <a:gd name="T3" fmla="*/ 0 h 111"/>
                <a:gd name="T4" fmla="*/ 2147483646 w 44"/>
                <a:gd name="T5" fmla="*/ 2147483646 h 111"/>
                <a:gd name="T6" fmla="*/ 2147483646 w 44"/>
                <a:gd name="T7" fmla="*/ 2147483646 h 111"/>
                <a:gd name="T8" fmla="*/ 2147483646 w 44"/>
                <a:gd name="T9" fmla="*/ 2147483646 h 111"/>
                <a:gd name="T10" fmla="*/ 2147483646 w 44"/>
                <a:gd name="T11" fmla="*/ 2147483646 h 111"/>
                <a:gd name="T12" fmla="*/ 2147483646 w 44"/>
                <a:gd name="T13" fmla="*/ 2147483646 h 111"/>
                <a:gd name="T14" fmla="*/ 2147483646 w 44"/>
                <a:gd name="T15" fmla="*/ 2147483646 h 1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GB"/>
            </a:p>
          </p:txBody>
        </p:sp>
      </p:grpSp>
      <p:sp>
        <p:nvSpPr>
          <p:cNvPr id="62" name="Rectangle 61">
            <a:extLst>
              <a:ext uri="{FF2B5EF4-FFF2-40B4-BE49-F238E27FC236}">
                <a16:creationId xmlns:a16="http://schemas.microsoft.com/office/drawing/2014/main" id="{95802FBE-8E8B-383F-8ABD-BC6F8EA6C326}"/>
              </a:ext>
            </a:extLst>
          </p:cNvPr>
          <p:cNvSpPr/>
          <p:nvPr/>
        </p:nvSpPr>
        <p:spPr>
          <a:xfrm>
            <a:off x="0" y="0"/>
            <a:ext cx="182563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029" name="Title Placeholder 1">
            <a:extLst>
              <a:ext uri="{FF2B5EF4-FFF2-40B4-BE49-F238E27FC236}">
                <a16:creationId xmlns:a16="http://schemas.microsoft.com/office/drawing/2014/main" id="{4B5BAD8F-6869-266C-4E17-6C0A62869956}"/>
              </a:ext>
            </a:extLst>
          </p:cNvPr>
          <p:cNvSpPr>
            <a:spLocks noGrp="1"/>
          </p:cNvSpPr>
          <p:nvPr>
            <p:ph type="title"/>
          </p:nvPr>
        </p:nvSpPr>
        <p:spPr bwMode="auto">
          <a:xfrm>
            <a:off x="1944688" y="623888"/>
            <a:ext cx="6589712" cy="1281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30" name="Text Placeholder 2">
            <a:extLst>
              <a:ext uri="{FF2B5EF4-FFF2-40B4-BE49-F238E27FC236}">
                <a16:creationId xmlns:a16="http://schemas.microsoft.com/office/drawing/2014/main" id="{AB2C8EFB-DA4D-4269-EC7C-AD1DE1F8F231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xfrm>
            <a:off x="1943100" y="2133600"/>
            <a:ext cx="6591300" cy="3886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C81FE8-E620-9CA9-9526-2587D8CE6C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7772400" y="6135688"/>
            <a:ext cx="766763" cy="369887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7838FFA-B041-91BE-C382-C2FB47A042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943100" y="6135688"/>
            <a:ext cx="571658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900">
                <a:solidFill>
                  <a:schemeClr val="tx1">
                    <a:tint val="75000"/>
                  </a:schemeClr>
                </a:solidFill>
                <a:latin typeface="+mn-lt"/>
              </a:defRPr>
            </a:lvl1pPr>
          </a:lstStyle>
          <a:p>
            <a:pPr>
              <a:defRPr/>
            </a:pPr>
            <a:endParaRPr lang="en-AU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41264F-E45D-E6C6-9046-C82C410F9A6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 bwMode="gray">
          <a:xfrm>
            <a:off x="511175" y="787400"/>
            <a:ext cx="585788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2000">
                <a:solidFill>
                  <a:srgbClr val="FEFFFF"/>
                </a:solidFill>
              </a:defRPr>
            </a:lvl1pPr>
          </a:lstStyle>
          <a:p>
            <a:fld id="{594FDA53-B69C-4482-B1BA-734997892180}" type="slidenum">
              <a:rPr lang="en-AU" altLang="en-US"/>
              <a:pPr/>
              <a:t>‹#›</a:t>
            </a:fld>
            <a:endParaRPr lang="en-AU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908" r:id="rId1"/>
    <p:sldLayoutId id="2147484909" r:id="rId2"/>
    <p:sldLayoutId id="2147484910" r:id="rId3"/>
    <p:sldLayoutId id="2147484911" r:id="rId4"/>
    <p:sldLayoutId id="2147484912" r:id="rId5"/>
    <p:sldLayoutId id="2147484913" r:id="rId6"/>
    <p:sldLayoutId id="2147484914" r:id="rId7"/>
    <p:sldLayoutId id="2147484915" r:id="rId8"/>
    <p:sldLayoutId id="2147484916" r:id="rId9"/>
    <p:sldLayoutId id="2147484917" r:id="rId10"/>
    <p:sldLayoutId id="2147484918" r:id="rId11"/>
    <p:sldLayoutId id="2147484919" r:id="rId12"/>
    <p:sldLayoutId id="2147484920" r:id="rId13"/>
    <p:sldLayoutId id="2147484921" r:id="rId14"/>
    <p:sldLayoutId id="2147484922" r:id="rId15"/>
    <p:sldLayoutId id="2147484923" r:id="rId16"/>
  </p:sldLayoutIdLst>
  <p:txStyles>
    <p:titleStyle>
      <a:lvl1pPr algn="l" defTabSz="457200" rtl="0" eaLnBrk="0" fontAlgn="base" hangingPunct="0">
        <a:spcBef>
          <a:spcPct val="0"/>
        </a:spcBef>
        <a:spcAft>
          <a:spcPct val="0"/>
        </a:spcAft>
        <a:defRPr sz="3600" kern="1200">
          <a:solidFill>
            <a:srgbClr val="1581AA"/>
          </a:solidFill>
          <a:latin typeface="+mj-lt"/>
          <a:ea typeface="+mj-ea"/>
          <a:cs typeface="+mj-cs"/>
        </a:defRPr>
      </a:lvl1pPr>
      <a:lvl2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2pPr>
      <a:lvl3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3pPr>
      <a:lvl4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4pPr>
      <a:lvl5pPr algn="l" defTabSz="457200" rtl="0" eaLnBrk="0" fontAlgn="base" hangingPunct="0">
        <a:spcBef>
          <a:spcPct val="0"/>
        </a:spcBef>
        <a:spcAft>
          <a:spcPct val="0"/>
        </a:spcAft>
        <a:defRPr sz="3600">
          <a:solidFill>
            <a:srgbClr val="1581AA"/>
          </a:solidFill>
          <a:latin typeface="Century Gothic" panose="020B0502020202020204" pitchFamily="34" charset="0"/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kern="1200">
          <a:solidFill>
            <a:srgbClr val="404040"/>
          </a:solidFill>
          <a:latin typeface="+mn-lt"/>
          <a:ea typeface="+mn-ea"/>
          <a:cs typeface="+mn-cs"/>
        </a:defRPr>
      </a:lvl1pPr>
      <a:lvl2pPr marL="742950" indent="-28575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600" kern="1200">
          <a:solidFill>
            <a:srgbClr val="404040"/>
          </a:solidFill>
          <a:latin typeface="+mn-lt"/>
          <a:ea typeface="+mn-ea"/>
          <a:cs typeface="+mn-cs"/>
        </a:defRPr>
      </a:lvl2pPr>
      <a:lvl3pPr marL="11430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400" kern="1200">
          <a:solidFill>
            <a:srgbClr val="404040"/>
          </a:solidFill>
          <a:latin typeface="+mn-lt"/>
          <a:ea typeface="+mn-ea"/>
          <a:cs typeface="+mn-cs"/>
        </a:defRPr>
      </a:lvl3pPr>
      <a:lvl4pPr marL="16002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4pPr>
      <a:lvl5pPr marL="2057400" indent="-228600" algn="l" defTabSz="457200" rtl="0" eaLnBrk="0" fontAlgn="base" hangingPunct="0">
        <a:spcBef>
          <a:spcPts val="1000"/>
        </a:spcBef>
        <a:spcAft>
          <a:spcPct val="0"/>
        </a:spcAft>
        <a:buClr>
          <a:schemeClr val="accent1"/>
        </a:buClr>
        <a:buFont typeface="Wingdings 3" panose="05040102010807070707" pitchFamily="18" charset="2"/>
        <a:buChar char=""/>
        <a:defRPr sz="1200" kern="1200">
          <a:solidFill>
            <a:srgbClr val="404040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6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5.png"/><Relationship Id="rId4" Type="http://schemas.openxmlformats.org/officeDocument/2006/relationships/image" Target="../media/image14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1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eg"/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Title 1">
            <a:extLst>
              <a:ext uri="{FF2B5EF4-FFF2-40B4-BE49-F238E27FC236}">
                <a16:creationId xmlns:a16="http://schemas.microsoft.com/office/drawing/2014/main" id="{01E492FE-7DDF-7719-4420-D8EDB7DEF66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43100" y="2514600"/>
            <a:ext cx="6599238" cy="2262188"/>
          </a:xfrm>
        </p:spPr>
        <p:txBody>
          <a:bodyPr/>
          <a:lstStyle/>
          <a:p>
            <a:pPr eaLnBrk="1" hangingPunct="1"/>
            <a:r>
              <a:rPr lang="en-AU" altLang="en-US"/>
              <a:t>Term 1 Week 6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2D12E9C-38C5-C940-583B-CAF4C8CF43F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43100" y="4776788"/>
            <a:ext cx="6599238" cy="1127125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n-AU" altLang="en-US" dirty="0">
                <a:solidFill>
                  <a:schemeClr val="accent1">
                    <a:lumMod val="75000"/>
                  </a:schemeClr>
                </a:solidFill>
              </a:rPr>
              <a:t>Preparation for Source Analysis Test:</a:t>
            </a:r>
          </a:p>
          <a:p>
            <a:pPr eaLnBrk="1" fontAlgn="auto" hangingPunct="1">
              <a:spcAft>
                <a:spcPts val="0"/>
              </a:spcAft>
              <a:buFont typeface="Wingdings 3" charset="2"/>
              <a:buNone/>
              <a:defRPr/>
            </a:pPr>
            <a:r>
              <a:rPr lang="en-AU" dirty="0">
                <a:solidFill>
                  <a:schemeClr val="accent1">
                    <a:lumMod val="75000"/>
                  </a:schemeClr>
                </a:solidFill>
              </a:rPr>
              <a:t>Social features of American society in the 1920s</a:t>
            </a:r>
            <a:endParaRPr lang="en-AU" dirty="0"/>
          </a:p>
        </p:txBody>
      </p:sp>
      <p:pic>
        <p:nvPicPr>
          <p:cNvPr id="22532" name="Picture 3">
            <a:extLst>
              <a:ext uri="{FF2B5EF4-FFF2-40B4-BE49-F238E27FC236}">
                <a16:creationId xmlns:a16="http://schemas.microsoft.com/office/drawing/2014/main" id="{980DAEC0-00CA-86F0-271A-386451EBD17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620713"/>
            <a:ext cx="8280400" cy="981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22533" name="il_fi" descr="usa-flags">
            <a:extLst>
              <a:ext uri="{FF2B5EF4-FFF2-40B4-BE49-F238E27FC236}">
                <a16:creationId xmlns:a16="http://schemas.microsoft.com/office/drawing/2014/main" id="{68DE80EF-A3C0-1D07-83C5-3704B07473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600" y="1981200"/>
            <a:ext cx="3338513" cy="17526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C0680FE8-1CD8-F2D6-5DC5-72EB58DC13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pPr eaLnBrk="1" hangingPunct="1"/>
            <a:r>
              <a:rPr lang="en-AU" altLang="en-US"/>
              <a:t>Today’s Learning Intentions</a:t>
            </a:r>
          </a:p>
        </p:txBody>
      </p:sp>
      <p:sp>
        <p:nvSpPr>
          <p:cNvPr id="23555" name="Content Placeholder 2">
            <a:extLst>
              <a:ext uri="{FF2B5EF4-FFF2-40B4-BE49-F238E27FC236}">
                <a16:creationId xmlns:a16="http://schemas.microsoft.com/office/drawing/2014/main" id="{F1E3CA01-DD07-59CD-2C74-802901FE334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19672" y="1905000"/>
            <a:ext cx="6591300" cy="3778250"/>
          </a:xfrm>
        </p:spPr>
        <p:txBody>
          <a:bodyPr/>
          <a:lstStyle/>
          <a:p>
            <a:pPr eaLnBrk="1" hangingPunct="1"/>
            <a:r>
              <a:rPr lang="en-AU" altLang="en-US" dirty="0"/>
              <a:t>Students will be able to:</a:t>
            </a:r>
          </a:p>
          <a:p>
            <a:pPr eaLnBrk="1" hangingPunct="1"/>
            <a:r>
              <a:rPr lang="en-AU" altLang="en-US" dirty="0"/>
              <a:t>Reflect on Assessment Task 1: In Class Essay</a:t>
            </a:r>
          </a:p>
          <a:p>
            <a:pPr eaLnBrk="1" hangingPunct="1"/>
            <a:r>
              <a:rPr lang="en-AU" altLang="en-US" dirty="0"/>
              <a:t>develop an understanding of the social features of American society in the 1920s.</a:t>
            </a:r>
          </a:p>
          <a:p>
            <a:pPr eaLnBrk="1" hangingPunct="1"/>
            <a:r>
              <a:rPr lang="en-AU" altLang="en-US" dirty="0"/>
              <a:t>Identify the elements in a source and the questions which may be asked in the Source Analysis Test in Week 8.</a:t>
            </a:r>
          </a:p>
          <a:p>
            <a:pPr marL="0" indent="0" eaLnBrk="1" hangingPunct="1">
              <a:buNone/>
            </a:pPr>
            <a:endParaRPr lang="en-AU" altLang="en-US" dirty="0"/>
          </a:p>
          <a:p>
            <a:pPr eaLnBrk="1" hangingPunct="1"/>
            <a:endParaRPr lang="en-AU" alt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289B3F-497A-0687-A180-EB1DE12983A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57154" y="140015"/>
            <a:ext cx="6589199" cy="1280890"/>
          </a:xfrm>
        </p:spPr>
        <p:txBody>
          <a:bodyPr/>
          <a:lstStyle/>
          <a:p>
            <a:r>
              <a:rPr lang="en-AU" sz="2400" dirty="0"/>
              <a:t>Assessment Task 2: Source Analysis Test – 10% Week 8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9523B7A-6FED-AEEF-FAC7-484A5AB5A9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42526" y="980728"/>
            <a:ext cx="6591985" cy="3777622"/>
          </a:xfrm>
        </p:spPr>
        <p:txBody>
          <a:bodyPr/>
          <a:lstStyle/>
          <a:p>
            <a:pPr eaLnBrk="1" hangingPunct="1"/>
            <a:r>
              <a:rPr lang="en-AU" altLang="en-US" sz="1600" i="1" dirty="0"/>
              <a:t>Please Note: Your source analysis test is currently being created and we will go over the questions for your test next week.</a:t>
            </a:r>
          </a:p>
          <a:p>
            <a:pPr eaLnBrk="1" hangingPunct="1"/>
            <a:r>
              <a:rPr lang="en-AU" altLang="en-US" sz="1600" dirty="0"/>
              <a:t>You will have THREE Sources ONLY based on Book 4.</a:t>
            </a:r>
          </a:p>
          <a:p>
            <a:pPr eaLnBrk="1" hangingPunct="1"/>
            <a:r>
              <a:rPr lang="en-AU" altLang="en-US" sz="1600" dirty="0"/>
              <a:t>You will have </a:t>
            </a:r>
            <a:r>
              <a:rPr lang="en-AU" altLang="en-US" sz="1600" b="1" dirty="0"/>
              <a:t>50 minutes </a:t>
            </a:r>
            <a:r>
              <a:rPr lang="en-AU" altLang="en-US" sz="1600" dirty="0"/>
              <a:t>for the test. </a:t>
            </a:r>
            <a:r>
              <a:rPr lang="en-AU" altLang="en-US" sz="1600" b="1" dirty="0"/>
              <a:t>5 minutes </a:t>
            </a:r>
            <a:r>
              <a:rPr lang="en-AU" altLang="en-US" sz="1600" dirty="0"/>
              <a:t>reading,</a:t>
            </a:r>
            <a:r>
              <a:rPr lang="en-AU" altLang="en-US" sz="1600" b="1" dirty="0"/>
              <a:t> 45 minutes </a:t>
            </a:r>
            <a:r>
              <a:rPr lang="en-AU" altLang="en-US" sz="1600" dirty="0"/>
              <a:t>writing time. </a:t>
            </a:r>
          </a:p>
          <a:p>
            <a:pPr eaLnBrk="1" hangingPunct="1"/>
            <a:r>
              <a:rPr lang="en-AU" altLang="en-US" sz="1600" dirty="0"/>
              <a:t>You will have </a:t>
            </a:r>
            <a:r>
              <a:rPr lang="en-AU" altLang="en-US" sz="1600" b="1" dirty="0"/>
              <a:t>five</a:t>
            </a:r>
            <a:r>
              <a:rPr lang="en-AU" altLang="en-US" sz="1600" dirty="0"/>
              <a:t> questions adding up to </a:t>
            </a:r>
            <a:r>
              <a:rPr lang="en-AU" altLang="en-US" sz="1600" b="1" dirty="0"/>
              <a:t>20 marks.</a:t>
            </a:r>
          </a:p>
          <a:p>
            <a:pPr eaLnBrk="1" hangingPunct="1"/>
            <a:r>
              <a:rPr lang="en-AU" altLang="en-US" sz="1600" dirty="0"/>
              <a:t>The questions may ask you to address:</a:t>
            </a:r>
          </a:p>
          <a:p>
            <a:pPr eaLnBrk="1" hangingPunct="1"/>
            <a:r>
              <a:rPr lang="en-AU" altLang="en-US" sz="1600" dirty="0"/>
              <a:t>Historical context</a:t>
            </a:r>
          </a:p>
          <a:p>
            <a:pPr eaLnBrk="1" hangingPunct="1"/>
            <a:r>
              <a:rPr lang="en-AU" altLang="en-US" sz="1600" dirty="0"/>
              <a:t>Origin</a:t>
            </a:r>
          </a:p>
          <a:p>
            <a:pPr eaLnBrk="1" hangingPunct="1"/>
            <a:r>
              <a:rPr lang="en-AU" altLang="en-US" sz="1600" dirty="0"/>
              <a:t>Message</a:t>
            </a:r>
          </a:p>
          <a:p>
            <a:pPr eaLnBrk="1" hangingPunct="1"/>
            <a:r>
              <a:rPr lang="en-AU" altLang="en-US" sz="1600" dirty="0"/>
              <a:t>Purpose</a:t>
            </a:r>
          </a:p>
          <a:p>
            <a:pPr eaLnBrk="1" hangingPunct="1"/>
            <a:r>
              <a:rPr lang="en-AU" altLang="en-US" sz="1600" dirty="0"/>
              <a:t>Usefulness</a:t>
            </a:r>
          </a:p>
          <a:p>
            <a:pPr eaLnBrk="1" hangingPunct="1"/>
            <a:r>
              <a:rPr lang="en-AU" altLang="en-US" sz="1600" dirty="0"/>
              <a:t>Perspective</a:t>
            </a:r>
          </a:p>
          <a:p>
            <a:pPr eaLnBrk="1" hangingPunct="1"/>
            <a:r>
              <a:rPr lang="en-AU" altLang="en-US" sz="1600" dirty="0"/>
              <a:t>Reliability</a:t>
            </a:r>
          </a:p>
          <a:p>
            <a:pPr marL="0" indent="0" eaLnBrk="1" hangingPunct="1">
              <a:buNone/>
            </a:pPr>
            <a:r>
              <a:rPr lang="en-AU" altLang="en-US" sz="1600" b="1" dirty="0">
                <a:solidFill>
                  <a:srgbClr val="FF0000"/>
                </a:solidFill>
              </a:rPr>
              <a:t>Final details will be released in </a:t>
            </a:r>
            <a:r>
              <a:rPr lang="en-AU" altLang="en-US" sz="1600" b="1">
                <a:solidFill>
                  <a:srgbClr val="FF0000"/>
                </a:solidFill>
              </a:rPr>
              <a:t>Week 8. </a:t>
            </a:r>
            <a:endParaRPr lang="en-AU" altLang="en-US" sz="1600" b="1" dirty="0">
              <a:solidFill>
                <a:srgbClr val="FF0000"/>
              </a:solidFill>
            </a:endParaRP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565598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B35539-BB1B-EA6A-63FC-850FC017D2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Instructional terms you may be asked: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67DB761-69FC-6195-EE3B-0B372DE2D8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688" y="1540189"/>
            <a:ext cx="6591985" cy="3777622"/>
          </a:xfrm>
        </p:spPr>
        <p:txBody>
          <a:bodyPr/>
          <a:lstStyle/>
          <a:p>
            <a:pPr marL="0" indent="0">
              <a:buNone/>
            </a:pPr>
            <a:endParaRPr lang="en-AU" dirty="0"/>
          </a:p>
          <a:p>
            <a:r>
              <a:rPr lang="en-AU" dirty="0"/>
              <a:t>Explain</a:t>
            </a:r>
          </a:p>
          <a:p>
            <a:r>
              <a:rPr lang="en-AU" dirty="0"/>
              <a:t>Identify </a:t>
            </a:r>
          </a:p>
          <a:p>
            <a:r>
              <a:rPr lang="en-AU" dirty="0"/>
              <a:t>Outline</a:t>
            </a:r>
          </a:p>
          <a:p>
            <a:endParaRPr lang="en-AU" dirty="0"/>
          </a:p>
          <a:p>
            <a:r>
              <a:rPr lang="en-AU" dirty="0"/>
              <a:t>Account for</a:t>
            </a:r>
          </a:p>
          <a:p>
            <a:r>
              <a:rPr lang="en-AU" dirty="0"/>
              <a:t>Compare and contrast</a:t>
            </a:r>
          </a:p>
          <a:p>
            <a:r>
              <a:rPr lang="en-AU" dirty="0"/>
              <a:t>Discuss</a:t>
            </a:r>
          </a:p>
          <a:p>
            <a:endParaRPr lang="en-AU" dirty="0"/>
          </a:p>
          <a:p>
            <a:r>
              <a:rPr lang="en-AU" dirty="0"/>
              <a:t>Analyse</a:t>
            </a:r>
          </a:p>
          <a:p>
            <a:r>
              <a:rPr lang="en-AU" dirty="0"/>
              <a:t>Assess</a:t>
            </a:r>
          </a:p>
          <a:p>
            <a:r>
              <a:rPr lang="en-AU" dirty="0"/>
              <a:t>Evaluate </a:t>
            </a:r>
          </a:p>
          <a:p>
            <a:endParaRPr lang="en-AU" dirty="0"/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56106244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Semester 1: We are here:</a:t>
            </a:r>
          </a:p>
        </p:txBody>
      </p:sp>
      <p:sp>
        <p:nvSpPr>
          <p:cNvPr id="3" name="Down Arrow 2"/>
          <p:cNvSpPr/>
          <p:nvPr/>
        </p:nvSpPr>
        <p:spPr>
          <a:xfrm>
            <a:off x="4367177" y="1442754"/>
            <a:ext cx="484632" cy="978408"/>
          </a:xfrm>
          <a:prstGeom prst="downArrow">
            <a:avLst/>
          </a:prstGeom>
          <a:solidFill>
            <a:srgbClr val="FFFF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B63EA80-E89E-6C98-602E-1FD0B5105C1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3568" y="2780928"/>
            <a:ext cx="8056424" cy="26556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48116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Title 1">
            <a:extLst>
              <a:ext uri="{FF2B5EF4-FFF2-40B4-BE49-F238E27FC236}">
                <a16:creationId xmlns:a16="http://schemas.microsoft.com/office/drawing/2014/main" id="{8C510128-4155-468C-8EC2-20B86DA032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094137" y="1851124"/>
            <a:ext cx="3706713" cy="720626"/>
          </a:xfrm>
        </p:spPr>
        <p:txBody>
          <a:bodyPr/>
          <a:lstStyle/>
          <a:p>
            <a:r>
              <a:rPr lang="en-AU" altLang="en-US" sz="1125"/>
              <a:t>Review of Webex Lesson if you miss the lesson: To be sent within seven days of missing the lesson.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437C2E0-F655-4588-A160-E50CE710D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628008" y="2486027"/>
            <a:ext cx="4320255" cy="2887189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AU" dirty="0"/>
              <a:t>What I learnt today:</a:t>
            </a:r>
          </a:p>
          <a:p>
            <a:pPr>
              <a:defRPr/>
            </a:pPr>
            <a:endParaRPr lang="en-AU" dirty="0"/>
          </a:p>
          <a:p>
            <a:pPr>
              <a:defRPr/>
            </a:pPr>
            <a:endParaRPr lang="en-AU" dirty="0"/>
          </a:p>
          <a:p>
            <a:pPr>
              <a:defRPr/>
            </a:pPr>
            <a:r>
              <a:rPr lang="en-AU" dirty="0"/>
              <a:t>What went well:</a:t>
            </a:r>
          </a:p>
          <a:p>
            <a:pPr>
              <a:defRPr/>
            </a:pPr>
            <a:endParaRPr lang="en-AU" dirty="0"/>
          </a:p>
          <a:p>
            <a:pPr>
              <a:defRPr/>
            </a:pPr>
            <a:endParaRPr lang="en-AU" dirty="0"/>
          </a:p>
          <a:p>
            <a:pPr>
              <a:defRPr/>
            </a:pPr>
            <a:r>
              <a:rPr lang="en-AU" dirty="0"/>
              <a:t>Even better if: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AU" sz="2700" dirty="0"/>
              <a:t>Reflection on Assessment Task 1: In Class Essay on the social features of American society from 1901 to 1918</a:t>
            </a:r>
            <a:r>
              <a:rPr lang="en-AU" dirty="0"/>
              <a:t>.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r>
              <a:rPr lang="en-AU" dirty="0"/>
              <a:t>What went well?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r>
              <a:rPr lang="en-AU" dirty="0"/>
              <a:t>Even better if…………..</a:t>
            </a:r>
          </a:p>
        </p:txBody>
      </p:sp>
    </p:spTree>
    <p:extLst>
      <p:ext uri="{BB962C8B-B14F-4D97-AF65-F5344CB8AC3E}">
        <p14:creationId xmlns:p14="http://schemas.microsoft.com/office/powerpoint/2010/main" val="11168516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AA93A54B-F0E1-B95B-4B08-8CAE0CA26E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Question time:</a:t>
            </a:r>
          </a:p>
        </p:txBody>
      </p:sp>
      <p:sp>
        <p:nvSpPr>
          <p:cNvPr id="25603" name="Content Placeholder 2">
            <a:extLst>
              <a:ext uri="{FF2B5EF4-FFF2-40B4-BE49-F238E27FC236}">
                <a16:creationId xmlns:a16="http://schemas.microsoft.com/office/drawing/2014/main" id="{04021922-81F7-590A-71DB-DFD98A23E5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70138" y="1862138"/>
            <a:ext cx="4943475" cy="2833687"/>
          </a:xfrm>
        </p:spPr>
        <p:txBody>
          <a:bodyPr/>
          <a:lstStyle/>
          <a:p>
            <a:r>
              <a:rPr lang="en-AU" altLang="en-US" dirty="0"/>
              <a:t>Do you have a question you would like to ask me?</a:t>
            </a:r>
          </a:p>
        </p:txBody>
      </p:sp>
      <p:pic>
        <p:nvPicPr>
          <p:cNvPr id="25604" name="Picture 4" descr="Asking Defining Questions - Excelsior College OWL">
            <a:extLst>
              <a:ext uri="{FF2B5EF4-FFF2-40B4-BE49-F238E27FC236}">
                <a16:creationId xmlns:a16="http://schemas.microsoft.com/office/drawing/2014/main" id="{EFADBCBE-6130-FD57-C3BB-A64BCD5B569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4248" y="332656"/>
            <a:ext cx="2084388" cy="13890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F36FA158-CA35-5F85-A214-83D77F2CB547}"/>
              </a:ext>
            </a:extLst>
          </p:cNvPr>
          <p:cNvSpPr txBox="1"/>
          <p:nvPr/>
        </p:nvSpPr>
        <p:spPr>
          <a:xfrm>
            <a:off x="1043608" y="2852936"/>
            <a:ext cx="74907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   </a:t>
            </a:r>
            <a:r>
              <a:rPr lang="en-AU" dirty="0">
                <a:solidFill>
                  <a:srgbClr val="FF0000"/>
                </a:solidFill>
                <a:latin typeface="Cooper Black" panose="0208090404030B020404" pitchFamily="18" charset="0"/>
              </a:rPr>
              <a:t>Yes                                                     ???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Title 1">
            <a:extLst>
              <a:ext uri="{FF2B5EF4-FFF2-40B4-BE49-F238E27FC236}">
                <a16:creationId xmlns:a16="http://schemas.microsoft.com/office/drawing/2014/main" id="{89184CF5-F123-6E67-8D3F-430E8E5C60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Glossary</a:t>
            </a:r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B4BCDEA3-E6BF-D00B-BDCE-D341A51E112B}"/>
              </a:ext>
            </a:extLst>
          </p:cNvPr>
          <p:cNvGraphicFramePr/>
          <p:nvPr/>
        </p:nvGraphicFramePr>
        <p:xfrm>
          <a:off x="1763688" y="1988840"/>
          <a:ext cx="6096000" cy="4064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1E59138C-4FDF-F712-1DE8-51308475A04D}"/>
              </a:ext>
            </a:extLst>
          </p:cNvPr>
          <p:cNvSpPr txBox="1"/>
          <p:nvPr/>
        </p:nvSpPr>
        <p:spPr>
          <a:xfrm>
            <a:off x="1116596" y="292562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Prohibition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2AE599-20F0-B3F8-2B83-95289D972B60}"/>
              </a:ext>
            </a:extLst>
          </p:cNvPr>
          <p:cNvSpPr txBox="1"/>
          <p:nvPr/>
        </p:nvSpPr>
        <p:spPr>
          <a:xfrm>
            <a:off x="1116596" y="3789040"/>
            <a:ext cx="136717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Flappers</a:t>
            </a:r>
          </a:p>
          <a:p>
            <a:endParaRPr lang="en-AU" dirty="0"/>
          </a:p>
          <a:p>
            <a:endParaRPr lang="en-AU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Title 1">
            <a:extLst>
              <a:ext uri="{FF2B5EF4-FFF2-40B4-BE49-F238E27FC236}">
                <a16:creationId xmlns:a16="http://schemas.microsoft.com/office/drawing/2014/main" id="{B95E83D4-5C6A-8AB5-487F-A2B9C0DD89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Forces from the syllabus: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135B88EC-6BB2-B07C-8043-00B4667E0AF5}"/>
              </a:ext>
            </a:extLst>
          </p:cNvPr>
          <p:cNvSpPr txBox="1"/>
          <p:nvPr/>
        </p:nvSpPr>
        <p:spPr>
          <a:xfrm>
            <a:off x="4084638" y="3589338"/>
            <a:ext cx="1727200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USA 1907 - 1941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C1AAA2A7-4904-2396-55FE-C6EBDADD240D}"/>
              </a:ext>
            </a:extLst>
          </p:cNvPr>
          <p:cNvSpPr txBox="1"/>
          <p:nvPr/>
        </p:nvSpPr>
        <p:spPr>
          <a:xfrm>
            <a:off x="2030413" y="2417763"/>
            <a:ext cx="966787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Political</a:t>
            </a:r>
            <a:endParaRPr lang="en-AU" sz="13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373D2903-CB87-9D69-6E82-D7F64FB20D48}"/>
              </a:ext>
            </a:extLst>
          </p:cNvPr>
          <p:cNvSpPr txBox="1"/>
          <p:nvPr/>
        </p:nvSpPr>
        <p:spPr>
          <a:xfrm>
            <a:off x="4279900" y="1690688"/>
            <a:ext cx="1027113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Economic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1410FED3-BA42-371A-9568-54CD52AC4D9A}"/>
              </a:ext>
            </a:extLst>
          </p:cNvPr>
          <p:cNvSpPr txBox="1"/>
          <p:nvPr/>
        </p:nvSpPr>
        <p:spPr>
          <a:xfrm>
            <a:off x="1976438" y="4465638"/>
            <a:ext cx="1162050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Leadership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3111D282-767D-7F15-1C55-DF9EE7BE4741}"/>
              </a:ext>
            </a:extLst>
          </p:cNvPr>
          <p:cNvSpPr txBox="1"/>
          <p:nvPr/>
        </p:nvSpPr>
        <p:spPr>
          <a:xfrm>
            <a:off x="4562475" y="5432425"/>
            <a:ext cx="771525" cy="30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Ideas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A512BD24-BA0C-7DBB-4C4D-CD7F0B254A7B}"/>
              </a:ext>
            </a:extLst>
          </p:cNvPr>
          <p:cNvSpPr txBox="1"/>
          <p:nvPr/>
        </p:nvSpPr>
        <p:spPr>
          <a:xfrm>
            <a:off x="6550025" y="2390775"/>
            <a:ext cx="1243013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International</a:t>
            </a:r>
          </a:p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 Relations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409A1D8-DFF9-09A6-0E7E-D39C02EE781F}"/>
              </a:ext>
            </a:extLst>
          </p:cNvPr>
          <p:cNvSpPr txBox="1"/>
          <p:nvPr/>
        </p:nvSpPr>
        <p:spPr>
          <a:xfrm>
            <a:off x="6646863" y="4265613"/>
            <a:ext cx="1069975" cy="50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Social and Cultural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B4A97723-A97F-20F7-42FF-A46A1C3CD095}"/>
              </a:ext>
            </a:extLst>
          </p:cNvPr>
          <p:cNvSpPr/>
          <p:nvPr/>
        </p:nvSpPr>
        <p:spPr>
          <a:xfrm>
            <a:off x="1793875" y="2155825"/>
            <a:ext cx="1439863" cy="823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6E28888-6675-A057-36C1-AE7F410C96F3}"/>
              </a:ext>
            </a:extLst>
          </p:cNvPr>
          <p:cNvSpPr/>
          <p:nvPr/>
        </p:nvSpPr>
        <p:spPr>
          <a:xfrm>
            <a:off x="4073525" y="3284538"/>
            <a:ext cx="1651000" cy="9921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0F8D4168-D961-8060-A0C1-8D1955991862}"/>
              </a:ext>
            </a:extLst>
          </p:cNvPr>
          <p:cNvSpPr/>
          <p:nvPr/>
        </p:nvSpPr>
        <p:spPr>
          <a:xfrm>
            <a:off x="6461125" y="4108450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0F106056-D993-D0D5-52FE-99EFEA23BC8B}"/>
              </a:ext>
            </a:extLst>
          </p:cNvPr>
          <p:cNvSpPr/>
          <p:nvPr/>
        </p:nvSpPr>
        <p:spPr>
          <a:xfrm>
            <a:off x="4073525" y="5170488"/>
            <a:ext cx="1439863" cy="8239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893A340C-FF04-13B0-B969-5820597988E4}"/>
              </a:ext>
            </a:extLst>
          </p:cNvPr>
          <p:cNvSpPr/>
          <p:nvPr/>
        </p:nvSpPr>
        <p:spPr>
          <a:xfrm>
            <a:off x="6461125" y="2232025"/>
            <a:ext cx="1439863" cy="823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C7760A70-8F34-1BBA-B24C-753315D4A03B}"/>
              </a:ext>
            </a:extLst>
          </p:cNvPr>
          <p:cNvSpPr/>
          <p:nvPr/>
        </p:nvSpPr>
        <p:spPr>
          <a:xfrm>
            <a:off x="1793875" y="4213225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BB5311C9-F27F-2F56-95B9-156A51A89365}"/>
              </a:ext>
            </a:extLst>
          </p:cNvPr>
          <p:cNvSpPr/>
          <p:nvPr/>
        </p:nvSpPr>
        <p:spPr>
          <a:xfrm>
            <a:off x="4073525" y="1493838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2" name="Title 1">
            <a:extLst>
              <a:ext uri="{FF2B5EF4-FFF2-40B4-BE49-F238E27FC236}">
                <a16:creationId xmlns:a16="http://schemas.microsoft.com/office/drawing/2014/main" id="{901696F4-A8A9-0795-BD72-9E045A7BB1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>
                <a:solidFill>
                  <a:srgbClr val="FF0000"/>
                </a:solidFill>
              </a:rPr>
              <a:t>The USA</a:t>
            </a:r>
            <a:endParaRPr lang="en-AU" altLang="en-US"/>
          </a:p>
        </p:txBody>
      </p:sp>
      <p:pic>
        <p:nvPicPr>
          <p:cNvPr id="30723" name="Picture 2">
            <a:extLst>
              <a:ext uri="{FF2B5EF4-FFF2-40B4-BE49-F238E27FC236}">
                <a16:creationId xmlns:a16="http://schemas.microsoft.com/office/drawing/2014/main" id="{D42C2D33-9A11-39A4-C56B-FDDA0B5BE0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09663" y="1700213"/>
            <a:ext cx="6923087" cy="4514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47B955-AB94-A3F0-B8C9-BD8B2BCD20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LACK PANTS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DEB6D3-1BF1-7AC5-CC5C-F75B9D2EEF4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Go to Nearpod:</a:t>
            </a:r>
          </a:p>
          <a:p>
            <a:r>
              <a:rPr lang="en-AU" dirty="0"/>
              <a:t>L</a:t>
            </a:r>
          </a:p>
          <a:p>
            <a:r>
              <a:rPr lang="en-AU" dirty="0"/>
              <a:t>A</a:t>
            </a:r>
          </a:p>
          <a:p>
            <a:r>
              <a:rPr lang="en-AU" dirty="0"/>
              <a:t>C</a:t>
            </a:r>
          </a:p>
          <a:p>
            <a:r>
              <a:rPr lang="en-AU" dirty="0"/>
              <a:t>K</a:t>
            </a:r>
          </a:p>
          <a:p>
            <a:r>
              <a:rPr lang="en-AU" dirty="0"/>
              <a:t>P</a:t>
            </a:r>
          </a:p>
          <a:p>
            <a:r>
              <a:rPr lang="en-AU" dirty="0"/>
              <a:t>A</a:t>
            </a:r>
          </a:p>
          <a:p>
            <a:r>
              <a:rPr lang="en-AU" dirty="0"/>
              <a:t>N</a:t>
            </a:r>
          </a:p>
          <a:p>
            <a:r>
              <a:rPr lang="en-AU" dirty="0"/>
              <a:t>T</a:t>
            </a:r>
          </a:p>
          <a:p>
            <a:r>
              <a:rPr lang="en-AU" dirty="0"/>
              <a:t>S</a:t>
            </a:r>
          </a:p>
        </p:txBody>
      </p:sp>
    </p:spTree>
    <p:extLst>
      <p:ext uri="{BB962C8B-B14F-4D97-AF65-F5344CB8AC3E}">
        <p14:creationId xmlns:p14="http://schemas.microsoft.com/office/powerpoint/2010/main" val="337578683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9E33109-21D2-1524-01C3-5E4BF7093F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1680" y="1412776"/>
            <a:ext cx="6561585" cy="37742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2617709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492EC1-B241-35A3-D8BB-6446089FEB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29597" y="188640"/>
            <a:ext cx="6589199" cy="1280890"/>
          </a:xfrm>
        </p:spPr>
        <p:txBody>
          <a:bodyPr/>
          <a:lstStyle/>
          <a:p>
            <a:r>
              <a:rPr lang="en-AU" dirty="0"/>
              <a:t>Many conservative Americans, especially White, Anglo, Saxon Protestants or WASPs: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5AA86D-4387-37B8-98F4-A69D687CCAB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63688" y="2492896"/>
            <a:ext cx="6591985" cy="3777622"/>
          </a:xfrm>
        </p:spPr>
        <p:txBody>
          <a:bodyPr/>
          <a:lstStyle/>
          <a:p>
            <a:r>
              <a:rPr lang="en-AU" dirty="0"/>
              <a:t>Felt threatened by the changes occurring in society.</a:t>
            </a:r>
          </a:p>
          <a:p>
            <a:r>
              <a:rPr lang="en-AU" dirty="0"/>
              <a:t>Resented the small advances made by the African Americans in World War 1.</a:t>
            </a:r>
          </a:p>
          <a:p>
            <a:r>
              <a:rPr lang="en-AU" dirty="0"/>
              <a:t>Felt moral values were being attacked by urban intellectuals.</a:t>
            </a:r>
          </a:p>
          <a:p>
            <a:r>
              <a:rPr lang="en-AU" dirty="0"/>
              <a:t>Feared job competitions from immigrants.</a:t>
            </a:r>
          </a:p>
          <a:p>
            <a:r>
              <a:rPr lang="en-AU" dirty="0"/>
              <a:t>Were convinced foreigners were going to overthrow the American way of life. </a:t>
            </a:r>
          </a:p>
          <a:p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89997917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010" name="Title 1">
            <a:extLst>
              <a:ext uri="{FF2B5EF4-FFF2-40B4-BE49-F238E27FC236}">
                <a16:creationId xmlns:a16="http://schemas.microsoft.com/office/drawing/2014/main" id="{46C11558-2927-A03F-EB5B-3E8F3F2422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Suffragettes</a:t>
            </a:r>
          </a:p>
        </p:txBody>
      </p:sp>
      <p:pic>
        <p:nvPicPr>
          <p:cNvPr id="43011" name="Picture 2">
            <a:extLst>
              <a:ext uri="{FF2B5EF4-FFF2-40B4-BE49-F238E27FC236}">
                <a16:creationId xmlns:a16="http://schemas.microsoft.com/office/drawing/2014/main" id="{B61C01B0-7648-5DE6-CACC-9D921575E0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65275" y="1907226"/>
            <a:ext cx="6364554" cy="440209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43FBDFDE-7A0A-217D-7113-447366CE9E38}"/>
              </a:ext>
            </a:extLst>
          </p:cNvPr>
          <p:cNvSpPr txBox="1"/>
          <p:nvPr/>
        </p:nvSpPr>
        <p:spPr>
          <a:xfrm>
            <a:off x="5220072" y="623888"/>
            <a:ext cx="309634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Notice the women’s fashion of 1917.</a:t>
            </a:r>
          </a:p>
        </p:txBody>
      </p:sp>
    </p:spTree>
    <p:extLst>
      <p:ext uri="{BB962C8B-B14F-4D97-AF65-F5344CB8AC3E}">
        <p14:creationId xmlns:p14="http://schemas.microsoft.com/office/powerpoint/2010/main" val="181074856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D7678D-1A5B-5CB4-1A02-8363EF55BE8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3648" y="836712"/>
            <a:ext cx="7102964" cy="540060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A01A6F6F-020D-E3E6-97F2-A8284144E3F5}"/>
              </a:ext>
            </a:extLst>
          </p:cNvPr>
          <p:cNvSpPr txBox="1"/>
          <p:nvPr/>
        </p:nvSpPr>
        <p:spPr>
          <a:xfrm>
            <a:off x="7308304" y="5013176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drinking and</a:t>
            </a:r>
          </a:p>
        </p:txBody>
      </p:sp>
    </p:spTree>
    <p:extLst>
      <p:ext uri="{BB962C8B-B14F-4D97-AF65-F5344CB8AC3E}">
        <p14:creationId xmlns:p14="http://schemas.microsoft.com/office/powerpoint/2010/main" val="41508325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4">
            <a:extLst>
              <a:ext uri="{FF2B5EF4-FFF2-40B4-BE49-F238E27FC236}">
                <a16:creationId xmlns:a16="http://schemas.microsoft.com/office/drawing/2014/main" id="{719271E0-00D8-B17F-880A-EC223AA05E3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pPr eaLnBrk="1" hangingPunct="1"/>
            <a:r>
              <a:rPr lang="en-US" altLang="en-US">
                <a:solidFill>
                  <a:srgbClr val="FF0000"/>
                </a:solidFill>
              </a:rPr>
              <a:t>Flappers</a:t>
            </a:r>
          </a:p>
        </p:txBody>
      </p:sp>
      <p:pic>
        <p:nvPicPr>
          <p:cNvPr id="44035" name="Picture 2" descr="1920swomen-575x302.jpg">
            <a:extLst>
              <a:ext uri="{FF2B5EF4-FFF2-40B4-BE49-F238E27FC236}">
                <a16:creationId xmlns:a16="http://schemas.microsoft.com/office/drawing/2014/main" id="{E6D9EC0E-AEAB-8BDE-177B-89B1C06B79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1023950">
            <a:off x="816699" y="1548019"/>
            <a:ext cx="5629526" cy="295623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035DEBBC-63CD-CDD6-9094-BA6FF8B8DD4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0192" y="4216468"/>
            <a:ext cx="2843808" cy="220086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B2DF5D69-2D2B-3D63-2E70-D440EF811C8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31640" y="4964098"/>
            <a:ext cx="4488569" cy="9297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417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38E34E6-8845-8752-2DCE-7034B15380F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20706055">
            <a:off x="1146173" y="3004437"/>
            <a:ext cx="3720061" cy="2951865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7C580477-4C92-C36C-1BAC-9F43B55FAB2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462465"/>
            <a:ext cx="3242762" cy="2383569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0594B51C-7E48-406F-2458-DB5D973D264A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60032" y="3540721"/>
            <a:ext cx="3819854" cy="250163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94F20A00-55E1-14BF-6A7F-6BCF2BCAB085}"/>
              </a:ext>
            </a:extLst>
          </p:cNvPr>
          <p:cNvSpPr txBox="1"/>
          <p:nvPr/>
        </p:nvSpPr>
        <p:spPr>
          <a:xfrm>
            <a:off x="6879686" y="3115153"/>
            <a:ext cx="172819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solidFill>
                  <a:srgbClr val="FF0000"/>
                </a:solidFill>
              </a:rPr>
              <a:t>Speak Easies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F0B982C-2843-BAD4-712D-0C02AA7CFE5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619672" y="1268760"/>
            <a:ext cx="1988992" cy="1486029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ABC38BE1-8562-6AED-F0F9-6BA497BED795}"/>
              </a:ext>
            </a:extLst>
          </p:cNvPr>
          <p:cNvSpPr txBox="1"/>
          <p:nvPr/>
        </p:nvSpPr>
        <p:spPr>
          <a:xfrm>
            <a:off x="1185222" y="188640"/>
            <a:ext cx="295473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>
                <a:solidFill>
                  <a:srgbClr val="FF0000"/>
                </a:solidFill>
              </a:rPr>
              <a:t>Who was the greatest gangster of the 20s?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F607658-4E9D-9874-FA9E-88C518798274}"/>
              </a:ext>
            </a:extLst>
          </p:cNvPr>
          <p:cNvSpPr txBox="1"/>
          <p:nvPr/>
        </p:nvSpPr>
        <p:spPr>
          <a:xfrm>
            <a:off x="2339752" y="6309320"/>
            <a:ext cx="583264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>
                <a:solidFill>
                  <a:srgbClr val="FF0000"/>
                </a:solidFill>
              </a:rPr>
              <a:t>Prohibition: 18</a:t>
            </a:r>
            <a:r>
              <a:rPr lang="en-AU" baseline="30000" dirty="0">
                <a:solidFill>
                  <a:srgbClr val="FF0000"/>
                </a:solidFill>
              </a:rPr>
              <a:t>th</a:t>
            </a:r>
            <a:r>
              <a:rPr lang="en-AU" dirty="0">
                <a:solidFill>
                  <a:srgbClr val="FF0000"/>
                </a:solidFill>
              </a:rPr>
              <a:t> Amendment to the Constitution</a:t>
            </a:r>
          </a:p>
        </p:txBody>
      </p:sp>
    </p:spTree>
    <p:extLst>
      <p:ext uri="{BB962C8B-B14F-4D97-AF65-F5344CB8AC3E}">
        <p14:creationId xmlns:p14="http://schemas.microsoft.com/office/powerpoint/2010/main" val="242285209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DB7686-3C94-AABD-3B7E-67F9ADB3C7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Source Analysis Book in Skills Tile in Moodle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EB93AB-9D6B-8001-E8F2-745492955A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Please note: </a:t>
            </a:r>
          </a:p>
          <a:p>
            <a:endParaRPr lang="en-AU" dirty="0"/>
          </a:p>
          <a:p>
            <a:r>
              <a:rPr lang="en-AU" dirty="0"/>
              <a:t>The 2024 </a:t>
            </a:r>
            <a:r>
              <a:rPr lang="en-AU" dirty="0" err="1"/>
              <a:t>Atar</a:t>
            </a:r>
            <a:r>
              <a:rPr lang="en-AU" dirty="0"/>
              <a:t> Modern History Course has changed considerably in the Source Analysis section.</a:t>
            </a:r>
          </a:p>
          <a:p>
            <a:r>
              <a:rPr lang="en-AU" dirty="0"/>
              <a:t>The Source Analysis Book in Moodle is extremely useful in explaining how to analyse sources BUT ignore all the marking keys and questions as these have changed.</a:t>
            </a:r>
          </a:p>
        </p:txBody>
      </p:sp>
    </p:spTree>
    <p:extLst>
      <p:ext uri="{BB962C8B-B14F-4D97-AF65-F5344CB8AC3E}">
        <p14:creationId xmlns:p14="http://schemas.microsoft.com/office/powerpoint/2010/main" val="237733846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Title 1">
            <a:extLst>
              <a:ext uri="{FF2B5EF4-FFF2-40B4-BE49-F238E27FC236}">
                <a16:creationId xmlns:a16="http://schemas.microsoft.com/office/drawing/2014/main" id="{278CFD88-DF26-FD3B-F105-B569819DCBC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pPr eaLnBrk="1" hangingPunct="1"/>
            <a:r>
              <a:rPr lang="en-AU" altLang="en-US">
                <a:solidFill>
                  <a:srgbClr val="FF0000"/>
                </a:solidFill>
              </a:rPr>
              <a:t>Source Analysis</a:t>
            </a:r>
            <a:endParaRPr lang="en-AU" altLang="en-US"/>
          </a:p>
        </p:txBody>
      </p:sp>
      <p:sp>
        <p:nvSpPr>
          <p:cNvPr id="36867" name="Content Placeholder 2">
            <a:extLst>
              <a:ext uri="{FF2B5EF4-FFF2-40B4-BE49-F238E27FC236}">
                <a16:creationId xmlns:a16="http://schemas.microsoft.com/office/drawing/2014/main" id="{4C466055-6B09-71F9-C75E-BA0A8C91AEB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2133600"/>
            <a:ext cx="6591300" cy="3778250"/>
          </a:xfrm>
        </p:spPr>
        <p:txBody>
          <a:bodyPr/>
          <a:lstStyle/>
          <a:p>
            <a:pPr eaLnBrk="1" hangingPunct="1">
              <a:defRPr/>
            </a:pPr>
            <a:r>
              <a:rPr lang="en-AU" altLang="en-US" dirty="0"/>
              <a:t>What is a source?</a:t>
            </a:r>
          </a:p>
          <a:p>
            <a:pPr eaLnBrk="1" hangingPunct="1">
              <a:defRPr/>
            </a:pPr>
            <a:r>
              <a:rPr lang="en-AU" altLang="en-US" i="1" dirty="0"/>
              <a:t>It is a window to the past</a:t>
            </a:r>
            <a:endParaRPr lang="en-AU" altLang="en-US" dirty="0"/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Primary 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Secondary</a:t>
            </a:r>
          </a:p>
          <a:p>
            <a:pPr eaLnBrk="1" hangingPunct="1">
              <a:defRPr/>
            </a:pPr>
            <a:endParaRPr lang="en-AU" altLang="en-US" dirty="0"/>
          </a:p>
          <a:p>
            <a:pPr eaLnBrk="1" hangingPunct="1">
              <a:defRPr/>
            </a:pPr>
            <a:r>
              <a:rPr lang="en-AU" altLang="en-US" dirty="0"/>
              <a:t>Glen Close: Golden Globe Awards 2019:</a:t>
            </a:r>
          </a:p>
          <a:p>
            <a:pPr eaLnBrk="1" hangingPunct="1">
              <a:defRPr/>
            </a:pPr>
            <a:r>
              <a:rPr lang="en-AU" altLang="en-US" dirty="0"/>
              <a:t>“</a:t>
            </a:r>
            <a:r>
              <a:rPr lang="en-AU" altLang="en-US" i="1" dirty="0"/>
              <a:t>Film gives us the opportunity to use two eyes to see the world through two different eyes.”</a:t>
            </a:r>
          </a:p>
          <a:p>
            <a:pPr marL="0" indent="0" eaLnBrk="1" hangingPunct="1">
              <a:buFont typeface="Wingdings 3" panose="05040102010807070707" pitchFamily="18" charset="2"/>
              <a:buNone/>
              <a:defRPr/>
            </a:pPr>
            <a:endParaRPr lang="en-AU" altLang="en-US" i="1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F62070C9-E691-1984-088D-80038E6561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pPr eaLnBrk="1" hangingPunct="1"/>
            <a:r>
              <a:rPr lang="en-AU" altLang="en-US"/>
              <a:t>Historical Interpretations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74A94FF-6C49-2EE9-26BF-E395155975F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692275" y="1263650"/>
            <a:ext cx="6591300" cy="3778250"/>
          </a:xfrm>
        </p:spPr>
        <p:txBody>
          <a:bodyPr rtlCol="0">
            <a:normAutofit fontScale="92500" lnSpcReduction="20000"/>
          </a:bodyPr>
          <a:lstStyle/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Historical interpretations change as a result of: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A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Time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Place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endParaRPr lang="en-AU" dirty="0">
              <a:solidFill>
                <a:schemeClr val="tx1">
                  <a:lumMod val="75000"/>
                  <a:lumOff val="25000"/>
                </a:schemeClr>
              </a:solidFill>
            </a:endParaRP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For example: Attitude towards Germans.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During and after World War 1 there was a strong, negative view of Germans – one of the reasons for the introduction of prohibition.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During and after World War 2 there was a strong, negative view of Germans </a:t>
            </a:r>
          </a:p>
          <a:p>
            <a:pPr eaLnBrk="1" fontAlgn="auto" hangingPunct="1">
              <a:spcAft>
                <a:spcPts val="0"/>
              </a:spcAft>
              <a:buFont typeface="Arial" charset="0"/>
              <a:buChar char="•"/>
              <a:defRPr/>
            </a:pPr>
            <a:r>
              <a:rPr lang="en-AU" dirty="0">
                <a:solidFill>
                  <a:schemeClr val="tx1">
                    <a:lumMod val="75000"/>
                    <a:lumOff val="25000"/>
                  </a:schemeClr>
                </a:solidFill>
              </a:rPr>
              <a:t>Today, Germans are a strong ally in the war in Ukraine.</a:t>
            </a:r>
          </a:p>
          <a:p>
            <a:pPr marL="114300" indent="0" eaLnBrk="1" fontAlgn="auto" hangingPunct="1">
              <a:spcAft>
                <a:spcPts val="0"/>
              </a:spcAft>
              <a:buFont typeface="Arial" charset="0"/>
              <a:buNone/>
              <a:defRPr/>
            </a:pPr>
            <a:endParaRPr lang="en-AU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4EFFC3C-F63B-2AC0-5D89-E2EA010F945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FIVE (5) key steps to success in Source Analysis</a:t>
            </a:r>
          </a:p>
        </p:txBody>
      </p:sp>
      <p:sp>
        <p:nvSpPr>
          <p:cNvPr id="31747" name="Content Placeholder 2">
            <a:extLst>
              <a:ext uri="{FF2B5EF4-FFF2-40B4-BE49-F238E27FC236}">
                <a16:creationId xmlns:a16="http://schemas.microsoft.com/office/drawing/2014/main" id="{1CD79430-87E9-9948-5BC8-0E0E5372075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2133600"/>
            <a:ext cx="6591300" cy="3778250"/>
          </a:xfrm>
        </p:spPr>
        <p:txBody>
          <a:bodyPr/>
          <a:lstStyle/>
          <a:p>
            <a:pPr marL="0" indent="0">
              <a:buFont typeface="Wingdings 3" panose="05040102010807070707" pitchFamily="18" charset="2"/>
              <a:buNone/>
              <a:defRPr/>
            </a:pPr>
            <a:endParaRPr lang="en-AU" dirty="0"/>
          </a:p>
          <a:p>
            <a:pPr>
              <a:defRPr/>
            </a:pPr>
            <a:r>
              <a:rPr lang="en-AU" sz="1600" dirty="0"/>
              <a:t>There are FIVE (5) simple steps to success in Source Analysis Tests:</a:t>
            </a:r>
          </a:p>
          <a:p>
            <a:pPr>
              <a:defRPr/>
            </a:pPr>
            <a:r>
              <a:rPr lang="en-AU" sz="1600" dirty="0"/>
              <a:t>Know your content knowledge</a:t>
            </a:r>
          </a:p>
          <a:p>
            <a:pPr>
              <a:defRPr/>
            </a:pPr>
            <a:r>
              <a:rPr lang="en-AU" sz="1600" dirty="0"/>
              <a:t>Understand the intent of each question – that is, what is being asked in each question</a:t>
            </a:r>
          </a:p>
          <a:p>
            <a:pPr>
              <a:defRPr/>
            </a:pPr>
            <a:r>
              <a:rPr lang="en-AU" sz="1600" dirty="0"/>
              <a:t>Practise analysing sources and acquire a sound general knowledge</a:t>
            </a:r>
          </a:p>
          <a:p>
            <a:pPr>
              <a:defRPr/>
            </a:pPr>
            <a:r>
              <a:rPr lang="en-AU" sz="1600" dirty="0"/>
              <a:t>Good time management</a:t>
            </a:r>
          </a:p>
          <a:p>
            <a:pPr>
              <a:defRPr/>
            </a:pPr>
            <a:r>
              <a:rPr lang="en-AU" sz="1600" dirty="0"/>
              <a:t>Planning of all responses</a:t>
            </a:r>
          </a:p>
          <a:p>
            <a:pPr>
              <a:defRPr/>
            </a:pPr>
            <a:endParaRPr lang="en-AU" altLang="en-US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82" name="Rectangle 2">
            <a:extLst>
              <a:ext uri="{FF2B5EF4-FFF2-40B4-BE49-F238E27FC236}">
                <a16:creationId xmlns:a16="http://schemas.microsoft.com/office/drawing/2014/main" id="{D17DE794-6A11-6A10-F1AD-21C8F70AB31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2000251" y="174535"/>
            <a:ext cx="6589712" cy="1281112"/>
          </a:xfrm>
        </p:spPr>
        <p:txBody>
          <a:bodyPr/>
          <a:lstStyle/>
          <a:p>
            <a:pPr eaLnBrk="1" hangingPunct="1"/>
            <a:r>
              <a:rPr lang="en-AU" altLang="en-US" dirty="0">
                <a:solidFill>
                  <a:srgbClr val="FF3300"/>
                </a:solidFill>
              </a:rPr>
              <a:t>Source Analysis Preparation</a:t>
            </a:r>
            <a:br>
              <a:rPr lang="en-AU" altLang="en-US" dirty="0">
                <a:solidFill>
                  <a:srgbClr val="FF3300"/>
                </a:solidFill>
              </a:rPr>
            </a:br>
            <a:r>
              <a:rPr lang="en-AU" altLang="en-US" dirty="0">
                <a:solidFill>
                  <a:srgbClr val="FF3300"/>
                </a:solidFill>
              </a:rPr>
              <a:t>Deconstructing a source.</a:t>
            </a:r>
          </a:p>
        </p:txBody>
      </p:sp>
      <p:pic>
        <p:nvPicPr>
          <p:cNvPr id="46083" name="Picture 4">
            <a:extLst>
              <a:ext uri="{FF2B5EF4-FFF2-40B4-BE49-F238E27FC236}">
                <a16:creationId xmlns:a16="http://schemas.microsoft.com/office/drawing/2014/main" id="{248C4811-53CF-6758-0718-66DA59EDDB23}"/>
              </a:ext>
            </a:extLst>
          </p:cNvPr>
          <p:cNvPicPr>
            <a:picLocks noGrp="1" noChangeAspect="1" noChangeArrowheads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917825" y="2133600"/>
            <a:ext cx="4641850" cy="3778250"/>
          </a:xfrm>
          <a:noFill/>
        </p:spPr>
      </p:pic>
      <p:sp>
        <p:nvSpPr>
          <p:cNvPr id="46084" name="TextBox 1">
            <a:extLst>
              <a:ext uri="{FF2B5EF4-FFF2-40B4-BE49-F238E27FC236}">
                <a16:creationId xmlns:a16="http://schemas.microsoft.com/office/drawing/2014/main" id="{E34A44C4-7B9D-988E-EBAC-FD1A7ECFD26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763713" y="1344613"/>
            <a:ext cx="1266825" cy="53562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>
                <a:solidFill>
                  <a:srgbClr val="404040"/>
                </a:solidFill>
                <a:latin typeface="Century Gothic" panose="020B0502020202020204" pitchFamily="34" charset="0"/>
              </a:defRPr>
            </a:lvl1pPr>
            <a:lvl2pPr marL="742950" indent="-28575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600">
                <a:solidFill>
                  <a:srgbClr val="404040"/>
                </a:solidFill>
                <a:latin typeface="Century Gothic" panose="020B0502020202020204" pitchFamily="34" charset="0"/>
              </a:defRPr>
            </a:lvl2pPr>
            <a:lvl3pPr marL="11430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400">
                <a:solidFill>
                  <a:srgbClr val="404040"/>
                </a:solidFill>
                <a:latin typeface="Century Gothic" panose="020B0502020202020204" pitchFamily="34" charset="0"/>
              </a:defRPr>
            </a:lvl3pPr>
            <a:lvl4pPr marL="16002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4pPr>
            <a:lvl5pPr marL="2057400" indent="-228600">
              <a:spcBef>
                <a:spcPts val="1000"/>
              </a:spcBef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5pPr>
            <a:lvl6pPr marL="25146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6pPr>
            <a:lvl7pPr marL="29718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7pPr>
            <a:lvl8pPr marL="34290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8pPr>
            <a:lvl9pPr marL="3886200" indent="-228600" defTabSz="457200" eaLnBrk="0" fontAlgn="base" hangingPunct="0">
              <a:spcBef>
                <a:spcPts val="1000"/>
              </a:spcBef>
              <a:spcAft>
                <a:spcPct val="0"/>
              </a:spcAft>
              <a:buClr>
                <a:schemeClr val="accent1"/>
              </a:buClr>
              <a:buFont typeface="Wingdings 3" panose="05040102010807070707" pitchFamily="18" charset="2"/>
              <a:buChar char=""/>
              <a:defRPr sz="1200">
                <a:solidFill>
                  <a:srgbClr val="404040"/>
                </a:solidFill>
                <a:latin typeface="Century Gothic" panose="020B050202020202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E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HC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A &amp; 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T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Mo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Ps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Pp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M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U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AU" altLang="en-US">
              <a:solidFill>
                <a:srgbClr val="FF0000"/>
              </a:solidFill>
              <a:latin typeface="Arial" panose="020B0604020202020204" pitchFamily="34" charset="0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AU" altLang="en-US">
                <a:solidFill>
                  <a:srgbClr val="FF0000"/>
                </a:solidFill>
                <a:latin typeface="Arial" panose="020B0604020202020204" pitchFamily="34" charset="0"/>
              </a:rPr>
              <a:t>C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E89F88-2EAE-6DC9-B2FD-423A923217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New York Skyline 1920s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CA3A326D-0A1A-407A-603F-6ECECED7E8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5" y="2245778"/>
            <a:ext cx="3407669" cy="219133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6749DE06-B99E-B27A-085A-72612E40DAA8}"/>
              </a:ext>
            </a:extLst>
          </p:cNvPr>
          <p:cNvSpPr txBox="1"/>
          <p:nvPr/>
        </p:nvSpPr>
        <p:spPr>
          <a:xfrm>
            <a:off x="2267744" y="1503491"/>
            <a:ext cx="388843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Can you name this building? </a:t>
            </a:r>
          </a:p>
        </p:txBody>
      </p:sp>
      <p:sp>
        <p:nvSpPr>
          <p:cNvPr id="12" name="Arrow: Down 11">
            <a:extLst>
              <a:ext uri="{FF2B5EF4-FFF2-40B4-BE49-F238E27FC236}">
                <a16:creationId xmlns:a16="http://schemas.microsoft.com/office/drawing/2014/main" id="{84293304-A80E-0F5F-5047-6BDD05457DC6}"/>
              </a:ext>
            </a:extLst>
          </p:cNvPr>
          <p:cNvSpPr/>
          <p:nvPr/>
        </p:nvSpPr>
        <p:spPr>
          <a:xfrm>
            <a:off x="1513838" y="1266738"/>
            <a:ext cx="447136" cy="878637"/>
          </a:xfrm>
          <a:prstGeom prst="downArrow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AU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08F9BA-714C-635C-70DE-387A0359D97D}"/>
              </a:ext>
            </a:extLst>
          </p:cNvPr>
          <p:cNvSpPr txBox="1"/>
          <p:nvPr/>
        </p:nvSpPr>
        <p:spPr>
          <a:xfrm>
            <a:off x="5239800" y="2837682"/>
            <a:ext cx="350866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i="1" dirty="0"/>
              <a:t>Constructing the Rockefeller Building</a:t>
            </a:r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7DDF1FD3-6EA1-E2E9-0B99-C9339CFA52C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4180" y="3645024"/>
            <a:ext cx="2724963" cy="2748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6577013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3E1CA6-9A2A-E5D0-F878-EEA420597A2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Rural areas of poverty in the 1920s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19D6E1-3184-DEBA-6F6C-4C8291299CD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7584" y="2708920"/>
            <a:ext cx="2766406" cy="236910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D29A325-7703-B784-8B31-60CA4696D8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16016" y="1340768"/>
            <a:ext cx="2658663" cy="2258103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B13553E-32A0-1358-EE62-7485C6DF48F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39952" y="3933056"/>
            <a:ext cx="3420539" cy="26214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8843923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26" name="Title 1">
            <a:extLst>
              <a:ext uri="{FF2B5EF4-FFF2-40B4-BE49-F238E27FC236}">
                <a16:creationId xmlns:a16="http://schemas.microsoft.com/office/drawing/2014/main" id="{BE72E6D1-1424-5355-152D-3E7C56AC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Forces from the syllabus: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3EE39619-DC38-AB24-5DEE-09DDCF63F574}"/>
              </a:ext>
            </a:extLst>
          </p:cNvPr>
          <p:cNvSpPr txBox="1"/>
          <p:nvPr/>
        </p:nvSpPr>
        <p:spPr>
          <a:xfrm>
            <a:off x="4084638" y="3589338"/>
            <a:ext cx="1727200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USA 1907 - 1941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6BD9A6B1-7341-87D4-DA93-789D6D8CB355}"/>
              </a:ext>
            </a:extLst>
          </p:cNvPr>
          <p:cNvSpPr txBox="1"/>
          <p:nvPr/>
        </p:nvSpPr>
        <p:spPr>
          <a:xfrm>
            <a:off x="2030413" y="2417763"/>
            <a:ext cx="966787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Political</a:t>
            </a:r>
            <a:endParaRPr lang="en-AU" sz="1350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A6B9FD9-0214-84D2-1508-127F6CC5C70A}"/>
              </a:ext>
            </a:extLst>
          </p:cNvPr>
          <p:cNvSpPr txBox="1"/>
          <p:nvPr/>
        </p:nvSpPr>
        <p:spPr>
          <a:xfrm>
            <a:off x="4279900" y="1690688"/>
            <a:ext cx="1027113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Economic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1192727-5D79-56D9-0C22-A7DD03791BC2}"/>
              </a:ext>
            </a:extLst>
          </p:cNvPr>
          <p:cNvSpPr txBox="1"/>
          <p:nvPr/>
        </p:nvSpPr>
        <p:spPr>
          <a:xfrm>
            <a:off x="1976438" y="4465638"/>
            <a:ext cx="1162050" cy="300037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Leadership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BA8E60A5-6D20-C669-B578-92FF942C6289}"/>
              </a:ext>
            </a:extLst>
          </p:cNvPr>
          <p:cNvSpPr txBox="1"/>
          <p:nvPr/>
        </p:nvSpPr>
        <p:spPr>
          <a:xfrm>
            <a:off x="4562475" y="5432425"/>
            <a:ext cx="771525" cy="300038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Ideas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8E7C90D3-39C9-347C-B730-E1BFB0718F93}"/>
              </a:ext>
            </a:extLst>
          </p:cNvPr>
          <p:cNvSpPr txBox="1"/>
          <p:nvPr/>
        </p:nvSpPr>
        <p:spPr>
          <a:xfrm>
            <a:off x="6550025" y="2390775"/>
            <a:ext cx="1243013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International</a:t>
            </a:r>
          </a:p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 Relations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28BF6486-480E-41C0-CDE0-BA6DFF841E75}"/>
              </a:ext>
            </a:extLst>
          </p:cNvPr>
          <p:cNvSpPr txBox="1"/>
          <p:nvPr/>
        </p:nvSpPr>
        <p:spPr>
          <a:xfrm>
            <a:off x="6646863" y="4265613"/>
            <a:ext cx="1069975" cy="508000"/>
          </a:xfrm>
          <a:prstGeom prst="rect">
            <a:avLst/>
          </a:prstGeom>
          <a:noFill/>
        </p:spPr>
        <p:txBody>
          <a:bodyPr>
            <a:spAutoFit/>
          </a:bodyPr>
          <a:lstStyle/>
          <a:p>
            <a:pPr>
              <a:defRPr/>
            </a:pPr>
            <a:r>
              <a:rPr lang="en-AU" sz="1350" dirty="0">
                <a:solidFill>
                  <a:srgbClr val="FF0000"/>
                </a:solidFill>
              </a:rPr>
              <a:t>Social and Cultural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9DDE52A1-E5C0-8BED-1359-613CE1337F01}"/>
              </a:ext>
            </a:extLst>
          </p:cNvPr>
          <p:cNvSpPr/>
          <p:nvPr/>
        </p:nvSpPr>
        <p:spPr>
          <a:xfrm>
            <a:off x="1793875" y="2155825"/>
            <a:ext cx="1439863" cy="823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3F3928D3-1A75-9972-782F-04192BBC36E1}"/>
              </a:ext>
            </a:extLst>
          </p:cNvPr>
          <p:cNvSpPr/>
          <p:nvPr/>
        </p:nvSpPr>
        <p:spPr>
          <a:xfrm>
            <a:off x="4073525" y="3284538"/>
            <a:ext cx="1651000" cy="992187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4" name="Rounded Rectangle 33">
            <a:extLst>
              <a:ext uri="{FF2B5EF4-FFF2-40B4-BE49-F238E27FC236}">
                <a16:creationId xmlns:a16="http://schemas.microsoft.com/office/drawing/2014/main" id="{874AFA49-0405-9DB4-829E-42615B24A370}"/>
              </a:ext>
            </a:extLst>
          </p:cNvPr>
          <p:cNvSpPr/>
          <p:nvPr/>
        </p:nvSpPr>
        <p:spPr>
          <a:xfrm>
            <a:off x="6461125" y="4108450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5" name="Rounded Rectangle 34">
            <a:extLst>
              <a:ext uri="{FF2B5EF4-FFF2-40B4-BE49-F238E27FC236}">
                <a16:creationId xmlns:a16="http://schemas.microsoft.com/office/drawing/2014/main" id="{D9392E67-EEDB-8109-91CF-0C1B7CBB2BCF}"/>
              </a:ext>
            </a:extLst>
          </p:cNvPr>
          <p:cNvSpPr/>
          <p:nvPr/>
        </p:nvSpPr>
        <p:spPr>
          <a:xfrm>
            <a:off x="4073525" y="5170488"/>
            <a:ext cx="1439863" cy="823912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6" name="Rounded Rectangle 35">
            <a:extLst>
              <a:ext uri="{FF2B5EF4-FFF2-40B4-BE49-F238E27FC236}">
                <a16:creationId xmlns:a16="http://schemas.microsoft.com/office/drawing/2014/main" id="{CD1C2C64-2CA0-1BB7-6BB3-95639FDAA10A}"/>
              </a:ext>
            </a:extLst>
          </p:cNvPr>
          <p:cNvSpPr/>
          <p:nvPr/>
        </p:nvSpPr>
        <p:spPr>
          <a:xfrm>
            <a:off x="6461125" y="2232025"/>
            <a:ext cx="1439863" cy="82391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7" name="Rounded Rectangle 36">
            <a:extLst>
              <a:ext uri="{FF2B5EF4-FFF2-40B4-BE49-F238E27FC236}">
                <a16:creationId xmlns:a16="http://schemas.microsoft.com/office/drawing/2014/main" id="{07FEC85F-3241-5DFA-D854-561B47CD52D0}"/>
              </a:ext>
            </a:extLst>
          </p:cNvPr>
          <p:cNvSpPr/>
          <p:nvPr/>
        </p:nvSpPr>
        <p:spPr>
          <a:xfrm>
            <a:off x="1793875" y="4213225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  <p:sp>
        <p:nvSpPr>
          <p:cNvPr id="38" name="Rounded Rectangle 37">
            <a:extLst>
              <a:ext uri="{FF2B5EF4-FFF2-40B4-BE49-F238E27FC236}">
                <a16:creationId xmlns:a16="http://schemas.microsoft.com/office/drawing/2014/main" id="{E4E92BE4-BA81-E1BF-D968-5DE0EF3B7811}"/>
              </a:ext>
            </a:extLst>
          </p:cNvPr>
          <p:cNvSpPr/>
          <p:nvPr/>
        </p:nvSpPr>
        <p:spPr>
          <a:xfrm>
            <a:off x="4073525" y="1493838"/>
            <a:ext cx="1439863" cy="822325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en-AU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274" name="Picture 1">
            <a:extLst>
              <a:ext uri="{FF2B5EF4-FFF2-40B4-BE49-F238E27FC236}">
                <a16:creationId xmlns:a16="http://schemas.microsoft.com/office/drawing/2014/main" id="{B1CCF27F-4D26-96BF-F1FF-AFA3B43CE0E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0188" y="1123950"/>
            <a:ext cx="6143625" cy="461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298" name="Title 1">
            <a:extLst>
              <a:ext uri="{FF2B5EF4-FFF2-40B4-BE49-F238E27FC236}">
                <a16:creationId xmlns:a16="http://schemas.microsoft.com/office/drawing/2014/main" id="{7E664FBB-54A9-6A13-EB30-213EC05BE2E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Student Voice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8DEA84C-0AD0-7EFE-753D-84BE111FD8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943100" y="2133600"/>
            <a:ext cx="6591300" cy="3778250"/>
          </a:xfrm>
          <a:solidFill>
            <a:schemeClr val="accent4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txBody>
          <a:bodyPr/>
          <a:lstStyle/>
          <a:p>
            <a:pPr>
              <a:defRPr/>
            </a:pPr>
            <a:r>
              <a:rPr lang="en-AU" dirty="0"/>
              <a:t>What I learnt today:</a:t>
            </a:r>
          </a:p>
          <a:p>
            <a:pPr>
              <a:defRPr/>
            </a:pPr>
            <a:endParaRPr lang="en-AU" dirty="0"/>
          </a:p>
          <a:p>
            <a:pPr>
              <a:defRPr/>
            </a:pPr>
            <a:endParaRPr lang="en-AU" dirty="0"/>
          </a:p>
          <a:p>
            <a:pPr>
              <a:defRPr/>
            </a:pPr>
            <a:r>
              <a:rPr lang="en-AU" dirty="0"/>
              <a:t>What went well:</a:t>
            </a:r>
          </a:p>
          <a:p>
            <a:pPr>
              <a:defRPr/>
            </a:pPr>
            <a:endParaRPr lang="en-AU" dirty="0"/>
          </a:p>
          <a:p>
            <a:pPr>
              <a:defRPr/>
            </a:pPr>
            <a:endParaRPr lang="en-AU" dirty="0"/>
          </a:p>
          <a:p>
            <a:pPr>
              <a:defRPr/>
            </a:pPr>
            <a:r>
              <a:rPr lang="en-AU" dirty="0"/>
              <a:t>Even better if: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Title 1">
            <a:extLst>
              <a:ext uri="{FF2B5EF4-FFF2-40B4-BE49-F238E27FC236}">
                <a16:creationId xmlns:a16="http://schemas.microsoft.com/office/drawing/2014/main" id="{603A0EA8-431F-E085-F399-A0459BB196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44688" y="623888"/>
            <a:ext cx="6589712" cy="1281112"/>
          </a:xfrm>
        </p:spPr>
        <p:txBody>
          <a:bodyPr/>
          <a:lstStyle/>
          <a:p>
            <a:r>
              <a:rPr lang="en-AU" altLang="en-US"/>
              <a:t>Where are you right now?</a:t>
            </a:r>
          </a:p>
        </p:txBody>
      </p:sp>
      <p:pic>
        <p:nvPicPr>
          <p:cNvPr id="57347" name="Picture 2" descr="Where is this building on a mountain in Planet Earth 2 ...">
            <a:extLst>
              <a:ext uri="{FF2B5EF4-FFF2-40B4-BE49-F238E27FC236}">
                <a16:creationId xmlns:a16="http://schemas.microsoft.com/office/drawing/2014/main" id="{08564EE6-0104-3445-7F41-5D5356AE4A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5650" y="1412875"/>
            <a:ext cx="8101013" cy="4556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8370" name="Picture 1">
            <a:extLst>
              <a:ext uri="{FF2B5EF4-FFF2-40B4-BE49-F238E27FC236}">
                <a16:creationId xmlns:a16="http://schemas.microsoft.com/office/drawing/2014/main" id="{71E39D8B-C33F-2D51-1EE3-BB313E01F0B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51050" y="1125538"/>
            <a:ext cx="5357813" cy="5273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Wisp">
  <a:themeElements>
    <a:clrScheme name="Wisp">
      <a:dk1>
        <a:sysClr val="windowText" lastClr="000000"/>
      </a:dk1>
      <a:lt1>
        <a:sysClr val="window" lastClr="FFFFFF"/>
      </a:lt1>
      <a:dk2>
        <a:srgbClr val="2E5369"/>
      </a:dk2>
      <a:lt2>
        <a:srgbClr val="CFE2E7"/>
      </a:lt2>
      <a:accent1>
        <a:srgbClr val="353535"/>
      </a:accent1>
      <a:accent2>
        <a:srgbClr val="1CACE3"/>
      </a:accent2>
      <a:accent3>
        <a:srgbClr val="265991"/>
      </a:accent3>
      <a:accent4>
        <a:srgbClr val="7E40CC"/>
      </a:accent4>
      <a:accent5>
        <a:srgbClr val="B927E9"/>
      </a:accent5>
      <a:accent6>
        <a:srgbClr val="E833BF"/>
      </a:accent6>
      <a:hlink>
        <a:srgbClr val="2DA0F1"/>
      </a:hlink>
      <a:folHlink>
        <a:srgbClr val="7ED1E6"/>
      </a:folHlink>
    </a:clrScheme>
    <a:fontScheme name="Wisp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Wisp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4F34B87B-9C7A-41AE-A6CB-48536223DFFD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634605D8A32074CBD8F075DB5D9C132" ma:contentTypeVersion="18" ma:contentTypeDescription="Create a new document." ma:contentTypeScope="" ma:versionID="f73866a61ed8f1d748b8aefa5d30fdfd">
  <xsd:schema xmlns:xsd="http://www.w3.org/2001/XMLSchema" xmlns:xs="http://www.w3.org/2001/XMLSchema" xmlns:p="http://schemas.microsoft.com/office/2006/metadata/properties" xmlns:ns2="09c01967-b217-4fdd-8d34-d6196aeb44db" xmlns:ns3="6b06ac56-c85b-4340-a26f-e2ef674d4cdc" targetNamespace="http://schemas.microsoft.com/office/2006/metadata/properties" ma:root="true" ma:fieldsID="d9147cb4a02b8a044f1dc761e747ea09" ns2:_="" ns3:_="">
    <xsd:import namespace="09c01967-b217-4fdd-8d34-d6196aeb44db"/>
    <xsd:import namespace="6b06ac56-c85b-4340-a26f-e2ef674d4cdc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KeyPoints" minOccurs="0"/>
                <xsd:element ref="ns2:MediaServiceKeyPoint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3:SharedWithUsers" minOccurs="0"/>
                <xsd:element ref="ns3:SharedWithDetails" minOccurs="0"/>
                <xsd:element ref="ns2:MediaServiceLocation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09c01967-b217-4fdd-8d34-d6196aeb44d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0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1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9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22" nillable="true" ma:taxonomy="true" ma:internalName="lcf76f155ced4ddcb4097134ff3c332f" ma:taxonomyFieldName="MediaServiceImageTags" ma:displayName="Image Tags" ma:readOnly="false" ma:fieldId="{5cf76f15-5ced-4ddc-b409-7134ff3c332f}" ma:taxonomyMulti="true" ma:sspId="ea606fe5-00d0-49e1-aa33-d9ffd0209102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4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5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b06ac56-c85b-4340-a26f-e2ef674d4cdc" elementFormDefault="qualified">
    <xsd:import namespace="http://schemas.microsoft.com/office/2006/documentManagement/types"/>
    <xsd:import namespace="http://schemas.microsoft.com/office/infopath/2007/PartnerControls"/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3" nillable="true" ma:displayName="Taxonomy Catch All Column" ma:hidden="true" ma:list="{e505bc56-2830-46c4-a825-c875803c3781}" ma:internalName="TaxCatchAll" ma:showField="CatchAllData" ma:web="6b06ac56-c85b-4340-a26f-e2ef674d4cd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DC1AC3FA-A9F6-43FE-AAE6-20834860C66E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09c01967-b217-4fdd-8d34-d6196aeb44db"/>
    <ds:schemaRef ds:uri="6b06ac56-c85b-4340-a26f-e2ef674d4cdc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3B14D9D5-2846-4747-A47B-C82608C533B4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549</TotalTime>
  <Words>803</Words>
  <Application>Microsoft Office PowerPoint</Application>
  <PresentationFormat>On-screen Show (4:3)</PresentationFormat>
  <Paragraphs>175</Paragraphs>
  <Slides>30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30</vt:i4>
      </vt:variant>
    </vt:vector>
  </HeadingPairs>
  <TitlesOfParts>
    <vt:vector size="36" baseType="lpstr">
      <vt:lpstr>Arial</vt:lpstr>
      <vt:lpstr>Calibri</vt:lpstr>
      <vt:lpstr>Century Gothic</vt:lpstr>
      <vt:lpstr>Cooper Black</vt:lpstr>
      <vt:lpstr>Wingdings 3</vt:lpstr>
      <vt:lpstr>Wisp</vt:lpstr>
      <vt:lpstr>Term 1 Week 6</vt:lpstr>
      <vt:lpstr>Today’s Learning Intentions</vt:lpstr>
      <vt:lpstr>Assessment Task 2: Source Analysis Test – 10% Week 8</vt:lpstr>
      <vt:lpstr>Instructional terms you may be asked:</vt:lpstr>
      <vt:lpstr>Semester 1: We are here:</vt:lpstr>
      <vt:lpstr>Review of Webex Lesson if you miss the lesson: To be sent within seven days of missing the lesson.</vt:lpstr>
      <vt:lpstr>Reflection on Assessment Task 1: In Class Essay on the social features of American society from 1901 to 1918.</vt:lpstr>
      <vt:lpstr>Question time:</vt:lpstr>
      <vt:lpstr>Glossary</vt:lpstr>
      <vt:lpstr>Forces from the syllabus:</vt:lpstr>
      <vt:lpstr>The USA</vt:lpstr>
      <vt:lpstr>LACK PANTS</vt:lpstr>
      <vt:lpstr>PowerPoint Presentation</vt:lpstr>
      <vt:lpstr>Many conservative Americans, especially White, Anglo, Saxon Protestants or WASPs:</vt:lpstr>
      <vt:lpstr>Suffragettes</vt:lpstr>
      <vt:lpstr>PowerPoint Presentation</vt:lpstr>
      <vt:lpstr>Flappers</vt:lpstr>
      <vt:lpstr>PowerPoint Presentation</vt:lpstr>
      <vt:lpstr>Source Analysis Book in Skills Tile in Moodle</vt:lpstr>
      <vt:lpstr>Source Analysis</vt:lpstr>
      <vt:lpstr>Historical Interpretations</vt:lpstr>
      <vt:lpstr>FIVE (5) key steps to success in Source Analysis</vt:lpstr>
      <vt:lpstr>Source Analysis Preparation Deconstructing a source.</vt:lpstr>
      <vt:lpstr>New York Skyline 1920s</vt:lpstr>
      <vt:lpstr>Rural areas of poverty in the 1920s</vt:lpstr>
      <vt:lpstr>Forces from the syllabus:</vt:lpstr>
      <vt:lpstr>PowerPoint Presentation</vt:lpstr>
      <vt:lpstr>Student Voice</vt:lpstr>
      <vt:lpstr>Where are you right now?</vt:lpstr>
      <vt:lpstr>PowerPoint Presentation</vt:lpstr>
    </vt:vector>
  </TitlesOfParts>
  <Company>DET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Information Systems</dc:creator>
  <cp:lastModifiedBy>KERON Roslyn [SIDE - Sch of Isol &amp; Dist Edu]</cp:lastModifiedBy>
  <cp:revision>131</cp:revision>
  <cp:lastPrinted>2017-03-08T09:09:43Z</cp:lastPrinted>
  <dcterms:created xsi:type="dcterms:W3CDTF">2012-03-07T05:04:27Z</dcterms:created>
  <dcterms:modified xsi:type="dcterms:W3CDTF">2024-03-03T07:53:39Z</dcterms:modified>
</cp:coreProperties>
</file>