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5" r:id="rId3"/>
    <p:sldId id="272" r:id="rId4"/>
    <p:sldId id="273" r:id="rId5"/>
    <p:sldId id="274" r:id="rId6"/>
    <p:sldId id="259" r:id="rId7"/>
    <p:sldId id="258" r:id="rId8"/>
    <p:sldId id="270" r:id="rId9"/>
    <p:sldId id="271" r:id="rId10"/>
    <p:sldId id="260" r:id="rId11"/>
    <p:sldId id="261" r:id="rId12"/>
    <p:sldId id="263" r:id="rId13"/>
    <p:sldId id="264" r:id="rId14"/>
    <p:sldId id="268" r:id="rId15"/>
    <p:sldId id="265" r:id="rId16"/>
    <p:sldId id="266" r:id="rId17"/>
    <p:sldId id="269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D003CB-9EA0-4E8A-8BD4-145130F46C3B}" v="6" dt="2022-03-13T01:44:35.8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simeoni" userId="506f25aaf3d2b85d" providerId="LiveId" clId="{D2D003CB-9EA0-4E8A-8BD4-145130F46C3B}"/>
    <pc:docChg chg="undo custSel addSld delSld modSld sldOrd">
      <pc:chgData name="michael simeoni" userId="506f25aaf3d2b85d" providerId="LiveId" clId="{D2D003CB-9EA0-4E8A-8BD4-145130F46C3B}" dt="2022-03-15T00:46:26.253" v="519" actId="680"/>
      <pc:docMkLst>
        <pc:docMk/>
      </pc:docMkLst>
      <pc:sldChg chg="del">
        <pc:chgData name="michael simeoni" userId="506f25aaf3d2b85d" providerId="LiveId" clId="{D2D003CB-9EA0-4E8A-8BD4-145130F46C3B}" dt="2022-03-13T00:49:19.286" v="0" actId="47"/>
        <pc:sldMkLst>
          <pc:docMk/>
          <pc:sldMk cId="2547902867" sldId="257"/>
        </pc:sldMkLst>
      </pc:sldChg>
      <pc:sldChg chg="modSp mod ord">
        <pc:chgData name="michael simeoni" userId="506f25aaf3d2b85d" providerId="LiveId" clId="{D2D003CB-9EA0-4E8A-8BD4-145130F46C3B}" dt="2022-03-13T02:22:58.237" v="389"/>
        <pc:sldMkLst>
          <pc:docMk/>
          <pc:sldMk cId="3449086447" sldId="258"/>
        </pc:sldMkLst>
        <pc:spChg chg="mod">
          <ac:chgData name="michael simeoni" userId="506f25aaf3d2b85d" providerId="LiveId" clId="{D2D003CB-9EA0-4E8A-8BD4-145130F46C3B}" dt="2022-03-13T02:20:21.804" v="379" actId="1076"/>
          <ac:spMkLst>
            <pc:docMk/>
            <pc:sldMk cId="3449086447" sldId="258"/>
            <ac:spMk id="2" creationId="{00000000-0000-0000-0000-000000000000}"/>
          </ac:spMkLst>
        </pc:spChg>
        <pc:picChg chg="mod modCrop">
          <ac:chgData name="michael simeoni" userId="506f25aaf3d2b85d" providerId="LiveId" clId="{D2D003CB-9EA0-4E8A-8BD4-145130F46C3B}" dt="2022-03-13T02:20:46.225" v="384" actId="732"/>
          <ac:picMkLst>
            <pc:docMk/>
            <pc:sldMk cId="3449086447" sldId="258"/>
            <ac:picMk id="4" creationId="{00000000-0000-0000-0000-000000000000}"/>
          </ac:picMkLst>
        </pc:picChg>
      </pc:sldChg>
      <pc:sldChg chg="modSp mod ord">
        <pc:chgData name="michael simeoni" userId="506f25aaf3d2b85d" providerId="LiveId" clId="{D2D003CB-9EA0-4E8A-8BD4-145130F46C3B}" dt="2022-03-13T01:42:24.699" v="357"/>
        <pc:sldMkLst>
          <pc:docMk/>
          <pc:sldMk cId="1950906199" sldId="259"/>
        </pc:sldMkLst>
        <pc:spChg chg="mod">
          <ac:chgData name="michael simeoni" userId="506f25aaf3d2b85d" providerId="LiveId" clId="{D2D003CB-9EA0-4E8A-8BD4-145130F46C3B}" dt="2022-03-13T00:55:09.263" v="52" actId="255"/>
          <ac:spMkLst>
            <pc:docMk/>
            <pc:sldMk cId="1950906199" sldId="259"/>
            <ac:spMk id="3" creationId="{00000000-0000-0000-0000-000000000000}"/>
          </ac:spMkLst>
        </pc:spChg>
      </pc:sldChg>
      <pc:sldChg chg="modSp mod">
        <pc:chgData name="michael simeoni" userId="506f25aaf3d2b85d" providerId="LiveId" clId="{D2D003CB-9EA0-4E8A-8BD4-145130F46C3B}" dt="2022-03-13T02:22:27.638" v="387" actId="1076"/>
        <pc:sldMkLst>
          <pc:docMk/>
          <pc:sldMk cId="2037339941" sldId="260"/>
        </pc:sldMkLst>
        <pc:spChg chg="mod">
          <ac:chgData name="michael simeoni" userId="506f25aaf3d2b85d" providerId="LiveId" clId="{D2D003CB-9EA0-4E8A-8BD4-145130F46C3B}" dt="2022-03-13T00:54:56.721" v="49" actId="1076"/>
          <ac:spMkLst>
            <pc:docMk/>
            <pc:sldMk cId="2037339941" sldId="260"/>
            <ac:spMk id="2" creationId="{00000000-0000-0000-0000-000000000000}"/>
          </ac:spMkLst>
        </pc:spChg>
        <pc:spChg chg="mod">
          <ac:chgData name="michael simeoni" userId="506f25aaf3d2b85d" providerId="LiveId" clId="{D2D003CB-9EA0-4E8A-8BD4-145130F46C3B}" dt="2022-03-13T02:22:27.638" v="387" actId="1076"/>
          <ac:spMkLst>
            <pc:docMk/>
            <pc:sldMk cId="2037339941" sldId="260"/>
            <ac:spMk id="3" creationId="{00000000-0000-0000-0000-000000000000}"/>
          </ac:spMkLst>
        </pc:spChg>
      </pc:sldChg>
      <pc:sldChg chg="modSp mod ord">
        <pc:chgData name="michael simeoni" userId="506f25aaf3d2b85d" providerId="LiveId" clId="{D2D003CB-9EA0-4E8A-8BD4-145130F46C3B}" dt="2022-03-13T02:23:29.070" v="390" actId="1076"/>
        <pc:sldMkLst>
          <pc:docMk/>
          <pc:sldMk cId="800861562" sldId="261"/>
        </pc:sldMkLst>
        <pc:spChg chg="mod">
          <ac:chgData name="michael simeoni" userId="506f25aaf3d2b85d" providerId="LiveId" clId="{D2D003CB-9EA0-4E8A-8BD4-145130F46C3B}" dt="2022-03-13T00:51:54.751" v="40" actId="1076"/>
          <ac:spMkLst>
            <pc:docMk/>
            <pc:sldMk cId="800861562" sldId="261"/>
            <ac:spMk id="2" creationId="{00000000-0000-0000-0000-000000000000}"/>
          </ac:spMkLst>
        </pc:spChg>
        <pc:spChg chg="mod">
          <ac:chgData name="michael simeoni" userId="506f25aaf3d2b85d" providerId="LiveId" clId="{D2D003CB-9EA0-4E8A-8BD4-145130F46C3B}" dt="2022-03-13T02:23:29.070" v="390" actId="1076"/>
          <ac:spMkLst>
            <pc:docMk/>
            <pc:sldMk cId="800861562" sldId="261"/>
            <ac:spMk id="3" creationId="{00000000-0000-0000-0000-000000000000}"/>
          </ac:spMkLst>
        </pc:spChg>
      </pc:sldChg>
      <pc:sldChg chg="modSp mod">
        <pc:chgData name="michael simeoni" userId="506f25aaf3d2b85d" providerId="LiveId" clId="{D2D003CB-9EA0-4E8A-8BD4-145130F46C3B}" dt="2022-03-13T00:57:03.549" v="82" actId="6549"/>
        <pc:sldMkLst>
          <pc:docMk/>
          <pc:sldMk cId="1186944381" sldId="263"/>
        </pc:sldMkLst>
        <pc:spChg chg="mod">
          <ac:chgData name="michael simeoni" userId="506f25aaf3d2b85d" providerId="LiveId" clId="{D2D003CB-9EA0-4E8A-8BD4-145130F46C3B}" dt="2022-03-13T00:55:36.617" v="58" actId="1076"/>
          <ac:spMkLst>
            <pc:docMk/>
            <pc:sldMk cId="1186944381" sldId="263"/>
            <ac:spMk id="2" creationId="{00000000-0000-0000-0000-000000000000}"/>
          </ac:spMkLst>
        </pc:spChg>
        <pc:spChg chg="mod">
          <ac:chgData name="michael simeoni" userId="506f25aaf3d2b85d" providerId="LiveId" clId="{D2D003CB-9EA0-4E8A-8BD4-145130F46C3B}" dt="2022-03-13T00:57:03.549" v="82" actId="6549"/>
          <ac:spMkLst>
            <pc:docMk/>
            <pc:sldMk cId="1186944381" sldId="263"/>
            <ac:spMk id="3" creationId="{00000000-0000-0000-0000-000000000000}"/>
          </ac:spMkLst>
        </pc:spChg>
      </pc:sldChg>
      <pc:sldChg chg="modSp mod">
        <pc:chgData name="michael simeoni" userId="506f25aaf3d2b85d" providerId="LiveId" clId="{D2D003CB-9EA0-4E8A-8BD4-145130F46C3B}" dt="2022-03-13T02:26:26.366" v="428" actId="20577"/>
        <pc:sldMkLst>
          <pc:docMk/>
          <pc:sldMk cId="1443612143" sldId="264"/>
        </pc:sldMkLst>
        <pc:spChg chg="mod">
          <ac:chgData name="michael simeoni" userId="506f25aaf3d2b85d" providerId="LiveId" clId="{D2D003CB-9EA0-4E8A-8BD4-145130F46C3B}" dt="2022-03-13T00:56:50.315" v="81" actId="1076"/>
          <ac:spMkLst>
            <pc:docMk/>
            <pc:sldMk cId="1443612143" sldId="264"/>
            <ac:spMk id="2" creationId="{00000000-0000-0000-0000-000000000000}"/>
          </ac:spMkLst>
        </pc:spChg>
        <pc:spChg chg="mod">
          <ac:chgData name="michael simeoni" userId="506f25aaf3d2b85d" providerId="LiveId" clId="{D2D003CB-9EA0-4E8A-8BD4-145130F46C3B}" dt="2022-03-13T02:26:26.366" v="428" actId="20577"/>
          <ac:spMkLst>
            <pc:docMk/>
            <pc:sldMk cId="1443612143" sldId="264"/>
            <ac:spMk id="3" creationId="{00000000-0000-0000-0000-000000000000}"/>
          </ac:spMkLst>
        </pc:spChg>
      </pc:sldChg>
      <pc:sldChg chg="modSp mod ord">
        <pc:chgData name="michael simeoni" userId="506f25aaf3d2b85d" providerId="LiveId" clId="{D2D003CB-9EA0-4E8A-8BD4-145130F46C3B}" dt="2022-03-13T02:27:24.373" v="456" actId="1076"/>
        <pc:sldMkLst>
          <pc:docMk/>
          <pc:sldMk cId="907028343" sldId="265"/>
        </pc:sldMkLst>
        <pc:spChg chg="mod">
          <ac:chgData name="michael simeoni" userId="506f25aaf3d2b85d" providerId="LiveId" clId="{D2D003CB-9EA0-4E8A-8BD4-145130F46C3B}" dt="2022-03-13T02:25:44.418" v="417" actId="20577"/>
          <ac:spMkLst>
            <pc:docMk/>
            <pc:sldMk cId="907028343" sldId="265"/>
            <ac:spMk id="2" creationId="{00000000-0000-0000-0000-000000000000}"/>
          </ac:spMkLst>
        </pc:spChg>
        <pc:spChg chg="mod">
          <ac:chgData name="michael simeoni" userId="506f25aaf3d2b85d" providerId="LiveId" clId="{D2D003CB-9EA0-4E8A-8BD4-145130F46C3B}" dt="2022-03-13T02:27:24.373" v="456" actId="1076"/>
          <ac:spMkLst>
            <pc:docMk/>
            <pc:sldMk cId="907028343" sldId="265"/>
            <ac:spMk id="3" creationId="{00000000-0000-0000-0000-000000000000}"/>
          </ac:spMkLst>
        </pc:spChg>
      </pc:sldChg>
      <pc:sldChg chg="modSp mod">
        <pc:chgData name="michael simeoni" userId="506f25aaf3d2b85d" providerId="LiveId" clId="{D2D003CB-9EA0-4E8A-8BD4-145130F46C3B}" dt="2022-03-13T02:29:34.336" v="518" actId="1076"/>
        <pc:sldMkLst>
          <pc:docMk/>
          <pc:sldMk cId="1202528316" sldId="266"/>
        </pc:sldMkLst>
        <pc:spChg chg="mod">
          <ac:chgData name="michael simeoni" userId="506f25aaf3d2b85d" providerId="LiveId" clId="{D2D003CB-9EA0-4E8A-8BD4-145130F46C3B}" dt="2022-03-13T02:25:09.987" v="402" actId="20577"/>
          <ac:spMkLst>
            <pc:docMk/>
            <pc:sldMk cId="1202528316" sldId="266"/>
            <ac:spMk id="2" creationId="{00000000-0000-0000-0000-000000000000}"/>
          </ac:spMkLst>
        </pc:spChg>
        <pc:spChg chg="mod">
          <ac:chgData name="michael simeoni" userId="506f25aaf3d2b85d" providerId="LiveId" clId="{D2D003CB-9EA0-4E8A-8BD4-145130F46C3B}" dt="2022-03-13T02:29:34.336" v="518" actId="1076"/>
          <ac:spMkLst>
            <pc:docMk/>
            <pc:sldMk cId="1202528316" sldId="266"/>
            <ac:spMk id="3" creationId="{00000000-0000-0000-0000-000000000000}"/>
          </ac:spMkLst>
        </pc:spChg>
      </pc:sldChg>
      <pc:sldChg chg="modSp del mod ord">
        <pc:chgData name="michael simeoni" userId="506f25aaf3d2b85d" providerId="LiveId" clId="{D2D003CB-9EA0-4E8A-8BD4-145130F46C3B}" dt="2022-03-13T02:27:43.576" v="459" actId="47"/>
        <pc:sldMkLst>
          <pc:docMk/>
          <pc:sldMk cId="2628961718" sldId="267"/>
        </pc:sldMkLst>
        <pc:spChg chg="mod">
          <ac:chgData name="michael simeoni" userId="506f25aaf3d2b85d" providerId="LiveId" clId="{D2D003CB-9EA0-4E8A-8BD4-145130F46C3B}" dt="2022-03-13T02:19:17.946" v="371" actId="1076"/>
          <ac:spMkLst>
            <pc:docMk/>
            <pc:sldMk cId="2628961718" sldId="267"/>
            <ac:spMk id="2" creationId="{00000000-0000-0000-0000-000000000000}"/>
          </ac:spMkLst>
        </pc:spChg>
        <pc:spChg chg="mod">
          <ac:chgData name="michael simeoni" userId="506f25aaf3d2b85d" providerId="LiveId" clId="{D2D003CB-9EA0-4E8A-8BD4-145130F46C3B}" dt="2022-03-13T02:19:28.288" v="373" actId="14100"/>
          <ac:spMkLst>
            <pc:docMk/>
            <pc:sldMk cId="2628961718" sldId="267"/>
            <ac:spMk id="3" creationId="{00000000-0000-0000-0000-000000000000}"/>
          </ac:spMkLst>
        </pc:spChg>
      </pc:sldChg>
      <pc:sldChg chg="addSp delSp modSp mod ord delAnim">
        <pc:chgData name="michael simeoni" userId="506f25aaf3d2b85d" providerId="LiveId" clId="{D2D003CB-9EA0-4E8A-8BD4-145130F46C3B}" dt="2022-03-13T02:20:07.465" v="377"/>
        <pc:sldMkLst>
          <pc:docMk/>
          <pc:sldMk cId="809904423" sldId="268"/>
        </pc:sldMkLst>
        <pc:spChg chg="mod">
          <ac:chgData name="michael simeoni" userId="506f25aaf3d2b85d" providerId="LiveId" clId="{D2D003CB-9EA0-4E8A-8BD4-145130F46C3B}" dt="2022-03-13T01:44:28.295" v="363" actId="1076"/>
          <ac:spMkLst>
            <pc:docMk/>
            <pc:sldMk cId="809904423" sldId="268"/>
            <ac:spMk id="2" creationId="{00000000-0000-0000-0000-000000000000}"/>
          </ac:spMkLst>
        </pc:spChg>
        <pc:spChg chg="add del mod">
          <ac:chgData name="michael simeoni" userId="506f25aaf3d2b85d" providerId="LiveId" clId="{D2D003CB-9EA0-4E8A-8BD4-145130F46C3B}" dt="2022-03-13T01:44:30.488" v="364" actId="478"/>
          <ac:spMkLst>
            <pc:docMk/>
            <pc:sldMk cId="809904423" sldId="268"/>
            <ac:spMk id="5" creationId="{F2A72BA1-5DF8-4EDE-969A-7579AEE618F6}"/>
          </ac:spMkLst>
        </pc:spChg>
        <pc:picChg chg="del">
          <ac:chgData name="michael simeoni" userId="506f25aaf3d2b85d" providerId="LiveId" clId="{D2D003CB-9EA0-4E8A-8BD4-145130F46C3B}" dt="2022-03-13T01:44:25.003" v="362" actId="478"/>
          <ac:picMkLst>
            <pc:docMk/>
            <pc:sldMk cId="809904423" sldId="268"/>
            <ac:picMk id="4" creationId="{00000000-0000-0000-0000-000000000000}"/>
          </ac:picMkLst>
        </pc:picChg>
        <pc:picChg chg="add mod">
          <ac:chgData name="michael simeoni" userId="506f25aaf3d2b85d" providerId="LiveId" clId="{D2D003CB-9EA0-4E8A-8BD4-145130F46C3B}" dt="2022-03-13T01:44:35.876" v="366" actId="1076"/>
          <ac:picMkLst>
            <pc:docMk/>
            <pc:sldMk cId="809904423" sldId="268"/>
            <ac:picMk id="1026" creationId="{9E01434C-75DF-493A-B395-EABF8747615D}"/>
          </ac:picMkLst>
        </pc:picChg>
      </pc:sldChg>
      <pc:sldChg chg="del">
        <pc:chgData name="michael simeoni" userId="506f25aaf3d2b85d" providerId="LiveId" clId="{D2D003CB-9EA0-4E8A-8BD4-145130F46C3B}" dt="2022-03-13T01:00:23.921" v="127" actId="47"/>
        <pc:sldMkLst>
          <pc:docMk/>
          <pc:sldMk cId="11215325" sldId="270"/>
        </pc:sldMkLst>
      </pc:sldChg>
      <pc:sldChg chg="addSp delSp modSp new mod ord modAnim">
        <pc:chgData name="michael simeoni" userId="506f25aaf3d2b85d" providerId="LiveId" clId="{D2D003CB-9EA0-4E8A-8BD4-145130F46C3B}" dt="2022-03-13T01:42:24.699" v="357"/>
        <pc:sldMkLst>
          <pc:docMk/>
          <pc:sldMk cId="995851953" sldId="270"/>
        </pc:sldMkLst>
        <pc:spChg chg="mod">
          <ac:chgData name="michael simeoni" userId="506f25aaf3d2b85d" providerId="LiveId" clId="{D2D003CB-9EA0-4E8A-8BD4-145130F46C3B}" dt="2022-03-13T01:03:53.971" v="188" actId="20577"/>
          <ac:spMkLst>
            <pc:docMk/>
            <pc:sldMk cId="995851953" sldId="270"/>
            <ac:spMk id="2" creationId="{BFB1C9B8-E588-405F-B4E8-07968F29D183}"/>
          </ac:spMkLst>
        </pc:spChg>
        <pc:spChg chg="del">
          <ac:chgData name="michael simeoni" userId="506f25aaf3d2b85d" providerId="LiveId" clId="{D2D003CB-9EA0-4E8A-8BD4-145130F46C3B}" dt="2022-03-13T01:03:31.110" v="166"/>
          <ac:spMkLst>
            <pc:docMk/>
            <pc:sldMk cId="995851953" sldId="270"/>
            <ac:spMk id="3" creationId="{E44ACBC8-FBD1-4E8A-A676-DB125F282EB7}"/>
          </ac:spMkLst>
        </pc:spChg>
        <pc:picChg chg="add mod">
          <ac:chgData name="michael simeoni" userId="506f25aaf3d2b85d" providerId="LiveId" clId="{D2D003CB-9EA0-4E8A-8BD4-145130F46C3B}" dt="2022-03-13T01:03:45.204" v="171" actId="14100"/>
          <ac:picMkLst>
            <pc:docMk/>
            <pc:sldMk cId="995851953" sldId="270"/>
            <ac:picMk id="4" creationId="{26D76E5A-E70B-4CEC-B09A-3E686974DCB9}"/>
          </ac:picMkLst>
        </pc:picChg>
      </pc:sldChg>
      <pc:sldChg chg="addSp delSp modSp new mod ord modAnim">
        <pc:chgData name="michael simeoni" userId="506f25aaf3d2b85d" providerId="LiveId" clId="{D2D003CB-9EA0-4E8A-8BD4-145130F46C3B}" dt="2022-03-13T01:42:24.699" v="357"/>
        <pc:sldMkLst>
          <pc:docMk/>
          <pc:sldMk cId="661489088" sldId="271"/>
        </pc:sldMkLst>
        <pc:spChg chg="mod">
          <ac:chgData name="michael simeoni" userId="506f25aaf3d2b85d" providerId="LiveId" clId="{D2D003CB-9EA0-4E8A-8BD4-145130F46C3B}" dt="2022-03-13T01:02:51.171" v="162" actId="20577"/>
          <ac:spMkLst>
            <pc:docMk/>
            <pc:sldMk cId="661489088" sldId="271"/>
            <ac:spMk id="2" creationId="{90CC0947-042B-4FF0-BD7D-9EA9B3311E09}"/>
          </ac:spMkLst>
        </pc:spChg>
        <pc:spChg chg="del">
          <ac:chgData name="michael simeoni" userId="506f25aaf3d2b85d" providerId="LiveId" clId="{D2D003CB-9EA0-4E8A-8BD4-145130F46C3B}" dt="2022-03-13T01:02:23.100" v="143"/>
          <ac:spMkLst>
            <pc:docMk/>
            <pc:sldMk cId="661489088" sldId="271"/>
            <ac:spMk id="3" creationId="{85C27A47-C04F-47AB-A62C-4C220FD63D39}"/>
          </ac:spMkLst>
        </pc:spChg>
        <pc:spChg chg="add del">
          <ac:chgData name="michael simeoni" userId="506f25aaf3d2b85d" providerId="LiveId" clId="{D2D003CB-9EA0-4E8A-8BD4-145130F46C3B}" dt="2022-03-13T01:03:15.346" v="165" actId="22"/>
          <ac:spMkLst>
            <pc:docMk/>
            <pc:sldMk cId="661489088" sldId="271"/>
            <ac:spMk id="6" creationId="{94351E5E-888C-4E8E-9E37-7CE292763A8C}"/>
          </ac:spMkLst>
        </pc:spChg>
        <pc:picChg chg="add mod">
          <ac:chgData name="michael simeoni" userId="506f25aaf3d2b85d" providerId="LiveId" clId="{D2D003CB-9EA0-4E8A-8BD4-145130F46C3B}" dt="2022-03-13T01:02:55.413" v="163" actId="1076"/>
          <ac:picMkLst>
            <pc:docMk/>
            <pc:sldMk cId="661489088" sldId="271"/>
            <ac:picMk id="4" creationId="{A9B20D71-D6C7-4B1F-A547-D4E88924EB62}"/>
          </ac:picMkLst>
        </pc:picChg>
      </pc:sldChg>
      <pc:sldChg chg="modSp new mod">
        <pc:chgData name="michael simeoni" userId="506f25aaf3d2b85d" providerId="LiveId" clId="{D2D003CB-9EA0-4E8A-8BD4-145130F46C3B}" dt="2022-03-13T01:04:44.179" v="249" actId="20577"/>
        <pc:sldMkLst>
          <pc:docMk/>
          <pc:sldMk cId="1391523459" sldId="272"/>
        </pc:sldMkLst>
        <pc:spChg chg="mod">
          <ac:chgData name="michael simeoni" userId="506f25aaf3d2b85d" providerId="LiveId" clId="{D2D003CB-9EA0-4E8A-8BD4-145130F46C3B}" dt="2022-03-13T01:04:28.898" v="207" actId="20577"/>
          <ac:spMkLst>
            <pc:docMk/>
            <pc:sldMk cId="1391523459" sldId="272"/>
            <ac:spMk id="2" creationId="{18F999C5-6EAF-4FFC-9311-AE036C824B46}"/>
          </ac:spMkLst>
        </pc:spChg>
        <pc:spChg chg="mod">
          <ac:chgData name="michael simeoni" userId="506f25aaf3d2b85d" providerId="LiveId" clId="{D2D003CB-9EA0-4E8A-8BD4-145130F46C3B}" dt="2022-03-13T01:04:44.179" v="249" actId="20577"/>
          <ac:spMkLst>
            <pc:docMk/>
            <pc:sldMk cId="1391523459" sldId="272"/>
            <ac:spMk id="3" creationId="{712D695E-7B9E-4E0E-AC3D-272E8D6F78BD}"/>
          </ac:spMkLst>
        </pc:spChg>
      </pc:sldChg>
      <pc:sldChg chg="modSp add mod">
        <pc:chgData name="michael simeoni" userId="506f25aaf3d2b85d" providerId="LiveId" clId="{D2D003CB-9EA0-4E8A-8BD4-145130F46C3B}" dt="2022-03-13T01:41:56.940" v="344" actId="20577"/>
        <pc:sldMkLst>
          <pc:docMk/>
          <pc:sldMk cId="2136470491" sldId="273"/>
        </pc:sldMkLst>
        <pc:spChg chg="mod">
          <ac:chgData name="michael simeoni" userId="506f25aaf3d2b85d" providerId="LiveId" clId="{D2D003CB-9EA0-4E8A-8BD4-145130F46C3B}" dt="2022-03-13T01:05:29.076" v="257" actId="20577"/>
          <ac:spMkLst>
            <pc:docMk/>
            <pc:sldMk cId="2136470491" sldId="273"/>
            <ac:spMk id="2" creationId="{18F999C5-6EAF-4FFC-9311-AE036C824B46}"/>
          </ac:spMkLst>
        </pc:spChg>
        <pc:spChg chg="mod">
          <ac:chgData name="michael simeoni" userId="506f25aaf3d2b85d" providerId="LiveId" clId="{D2D003CB-9EA0-4E8A-8BD4-145130F46C3B}" dt="2022-03-13T01:41:56.940" v="344" actId="20577"/>
          <ac:spMkLst>
            <pc:docMk/>
            <pc:sldMk cId="2136470491" sldId="273"/>
            <ac:spMk id="3" creationId="{712D695E-7B9E-4E0E-AC3D-272E8D6F78BD}"/>
          </ac:spMkLst>
        </pc:spChg>
      </pc:sldChg>
      <pc:sldChg chg="modSp new mod">
        <pc:chgData name="michael simeoni" userId="506f25aaf3d2b85d" providerId="LiveId" clId="{D2D003CB-9EA0-4E8A-8BD4-145130F46C3B}" dt="2022-03-13T01:42:10.779" v="355" actId="20577"/>
        <pc:sldMkLst>
          <pc:docMk/>
          <pc:sldMk cId="2292201470" sldId="274"/>
        </pc:sldMkLst>
        <pc:spChg chg="mod">
          <ac:chgData name="michael simeoni" userId="506f25aaf3d2b85d" providerId="LiveId" clId="{D2D003CB-9EA0-4E8A-8BD4-145130F46C3B}" dt="2022-03-13T01:42:10.779" v="355" actId="20577"/>
          <ac:spMkLst>
            <pc:docMk/>
            <pc:sldMk cId="2292201470" sldId="274"/>
            <ac:spMk id="2" creationId="{AD600BD2-1D4E-43BF-916D-7B9FE411E2ED}"/>
          </ac:spMkLst>
        </pc:spChg>
      </pc:sldChg>
      <pc:sldChg chg="new">
        <pc:chgData name="michael simeoni" userId="506f25aaf3d2b85d" providerId="LiveId" clId="{D2D003CB-9EA0-4E8A-8BD4-145130F46C3B}" dt="2022-03-15T00:46:26.253" v="519" actId="680"/>
        <pc:sldMkLst>
          <pc:docMk/>
          <pc:sldMk cId="39118117" sldId="27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86953" y="268288"/>
            <a:ext cx="5669280" cy="39003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68940" y="268288"/>
            <a:ext cx="182880" cy="388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00400" y="4208929"/>
            <a:ext cx="5458968" cy="1048684"/>
          </a:xfr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0400" y="5257800"/>
            <a:ext cx="5458968" cy="62179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Clr>
                <a:schemeClr val="accent1"/>
              </a:buClr>
              <a:buSzPct val="100000"/>
              <a:buFont typeface="Wingdings 2" pitchFamily="18" charset="2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76600" y="390525"/>
            <a:ext cx="5504688" cy="365125"/>
          </a:xfr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2200" b="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1A24CD3-204F-4468-8EE4-28A6668D006A}" type="datetimeFigureOut">
              <a:rPr lang="en-US" smtClean="0"/>
              <a:t>3/15/2022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18688" y="6356350"/>
            <a:ext cx="4736592" cy="365125"/>
          </a:xfr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sz="1100" b="1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6494" y="6356350"/>
            <a:ext cx="685800" cy="365125"/>
          </a:xfr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100" b="1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212106" y="268288"/>
            <a:ext cx="1645920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12106" y="6356350"/>
            <a:ext cx="1752600" cy="365125"/>
          </a:xfrm>
        </p:spPr>
        <p:txBody>
          <a:bodyPr/>
          <a:lstStyle/>
          <a:p>
            <a:fld id="{B1A24CD3-204F-4468-8EE4-28A6668D006A}" type="datetimeFigureOut">
              <a:rPr lang="en-US" smtClean="0"/>
              <a:t>3/15/2022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86953" y="268288"/>
            <a:ext cx="5669280" cy="25603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00399" y="4171950"/>
            <a:ext cx="5457919" cy="1085850"/>
          </a:xfrm>
        </p:spPr>
        <p:txBody>
          <a:bodyPr>
            <a:normAutofit/>
          </a:bodyPr>
          <a:lstStyle>
            <a:lvl1pPr>
              <a:defRPr sz="4600"/>
            </a:lvl1pPr>
          </a:lstStyle>
          <a:p>
            <a:r>
              <a:rPr lang="en-AU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0401" y="5257799"/>
            <a:ext cx="5457918" cy="618565"/>
          </a:xfrm>
        </p:spPr>
        <p:txBody>
          <a:bodyPr>
            <a:normAutofit/>
          </a:bodyPr>
          <a:lstStyle>
            <a:lvl1pPr marL="0" indent="0" algn="l">
              <a:spcBef>
                <a:spcPct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spcBef>
                <a:spcPct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76600" y="389965"/>
            <a:ext cx="5499847" cy="365125"/>
          </a:xfrm>
        </p:spPr>
        <p:txBody>
          <a:bodyPr/>
          <a:lstStyle>
            <a:lvl1pPr>
              <a:defRPr sz="2200" b="0" baseline="0">
                <a:solidFill>
                  <a:schemeClr val="bg1"/>
                </a:solidFill>
              </a:defRPr>
            </a:lvl1pPr>
          </a:lstStyle>
          <a:p>
            <a:fld id="{B1A24CD3-204F-4468-8EE4-28A6668D006A}" type="datetimeFigureOut">
              <a:rPr lang="en-US" smtClean="0"/>
              <a:t>3/15/2022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13847" y="6356350"/>
            <a:ext cx="473411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65459" y="6356350"/>
            <a:ext cx="685800" cy="365125"/>
          </a:xfr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100" b="1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3200400" y="2877671"/>
            <a:ext cx="5646867" cy="1280160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AU"/>
              <a:t>Drag picture to placeholder or click icon to add</a:t>
            </a:r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68940" y="268288"/>
            <a:ext cx="182880" cy="388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,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69875" y="268288"/>
            <a:ext cx="1645920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8423" y="914400"/>
            <a:ext cx="6508377" cy="1143000"/>
          </a:xfrm>
        </p:spPr>
        <p:txBody>
          <a:bodyPr/>
          <a:lstStyle/>
          <a:p>
            <a:r>
              <a:rPr lang="en-AU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8423" y="2209800"/>
            <a:ext cx="6508377" cy="3916363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12106" y="6356350"/>
            <a:ext cx="1752600" cy="365125"/>
          </a:xfrm>
        </p:spPr>
        <p:txBody>
          <a:bodyPr/>
          <a:lstStyle/>
          <a:p>
            <a:fld id="{B1A24CD3-204F-4468-8EE4-28A6668D006A}" type="datetimeFigureOut">
              <a:rPr lang="en-US" smtClean="0"/>
              <a:t>3/15/2022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78423" y="6356350"/>
            <a:ext cx="492685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31694" y="361016"/>
            <a:ext cx="506506" cy="365125"/>
          </a:xfrm>
        </p:spPr>
        <p:txBody>
          <a:bodyPr/>
          <a:lstStyle/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269875" y="1976718"/>
            <a:ext cx="1645920" cy="46257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AU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758952" y="268288"/>
            <a:ext cx="1099073" cy="635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1" y="3429000"/>
            <a:ext cx="4966446" cy="1398494"/>
          </a:xfrm>
        </p:spPr>
        <p:txBody>
          <a:bodyPr anchor="b" anchorCtr="0"/>
          <a:lstStyle>
            <a:lvl1pPr algn="r">
              <a:defRPr sz="4600" b="0" cap="none" baseline="0"/>
            </a:lvl1pPr>
          </a:lstStyle>
          <a:p>
            <a:r>
              <a:rPr lang="en-AU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9801" y="4824414"/>
            <a:ext cx="4966446" cy="1320800"/>
          </a:xfrm>
        </p:spPr>
        <p:txBody>
          <a:bodyPr anchor="t" anchorCtr="0">
            <a:normAutofit/>
          </a:bodyPr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600" y="6356350"/>
            <a:ext cx="1622612" cy="365125"/>
          </a:xfrm>
        </p:spPr>
        <p:txBody>
          <a:bodyPr/>
          <a:lstStyle/>
          <a:p>
            <a:fld id="{B1A24CD3-204F-4468-8EE4-28A6668D006A}" type="datetimeFigureOut">
              <a:rPr lang="en-US" smtClean="0"/>
              <a:t>3/15/2022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4812" y="6356350"/>
            <a:ext cx="531158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69875" y="4773706"/>
            <a:ext cx="2971800" cy="18445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354" y="3429001"/>
            <a:ext cx="4966446" cy="1398494"/>
          </a:xfrm>
        </p:spPr>
        <p:txBody>
          <a:bodyPr anchor="b" anchorCtr="0"/>
          <a:lstStyle>
            <a:lvl1pPr algn="r">
              <a:defRPr sz="4600" b="0" cap="none" baseline="0"/>
            </a:lvl1pPr>
          </a:lstStyle>
          <a:p>
            <a:r>
              <a:rPr lang="en-AU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20354" y="4824414"/>
            <a:ext cx="4966446" cy="1320800"/>
          </a:xfrm>
        </p:spPr>
        <p:txBody>
          <a:bodyPr anchor="t" anchorCtr="0">
            <a:normAutofit/>
          </a:bodyPr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51212" y="6104965"/>
            <a:ext cx="506506" cy="365125"/>
          </a:xfrm>
        </p:spPr>
        <p:txBody>
          <a:bodyPr/>
          <a:lstStyle/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269874" y="268288"/>
            <a:ext cx="2971800" cy="4438650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AU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48918" y="268288"/>
            <a:ext cx="718073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914400"/>
            <a:ext cx="7391401" cy="1143000"/>
          </a:xfrm>
        </p:spPr>
        <p:txBody>
          <a:bodyPr/>
          <a:lstStyle/>
          <a:p>
            <a:r>
              <a:rPr lang="en-AU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14563"/>
            <a:ext cx="3566160" cy="39116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82440" y="2214563"/>
            <a:ext cx="3566160" cy="39116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t>3/15/2022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148918" y="268288"/>
            <a:ext cx="718073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914400"/>
            <a:ext cx="7388352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AU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054132"/>
            <a:ext cx="3566160" cy="639762"/>
          </a:xfrm>
        </p:spPr>
        <p:txBody>
          <a:bodyPr anchor="b">
            <a:noAutofit/>
          </a:bodyPr>
          <a:lstStyle>
            <a:lvl1pPr marL="0" indent="0" algn="ctr">
              <a:spcBef>
                <a:spcPct val="0"/>
              </a:spcBef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689411"/>
            <a:ext cx="3566160" cy="343675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79391" y="2054132"/>
            <a:ext cx="3566160" cy="639762"/>
          </a:xfrm>
        </p:spPr>
        <p:txBody>
          <a:bodyPr anchor="b">
            <a:noAutofit/>
          </a:bodyPr>
          <a:lstStyle>
            <a:lvl1pPr marL="0" indent="0" algn="ctr">
              <a:spcBef>
                <a:spcPct val="0"/>
              </a:spcBef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79391" y="2689411"/>
            <a:ext cx="3566160" cy="343675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t>3/15/2022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, Top a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48918" y="268288"/>
            <a:ext cx="718073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914400"/>
            <a:ext cx="7391401" cy="1143000"/>
          </a:xfrm>
        </p:spPr>
        <p:txBody>
          <a:bodyPr/>
          <a:lstStyle/>
          <a:p>
            <a:r>
              <a:rPr lang="en-AU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199" y="2214562"/>
            <a:ext cx="7396163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t>3/15/2022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457199" y="4224973"/>
            <a:ext cx="7396163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48918" y="268288"/>
            <a:ext cx="718073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914400"/>
            <a:ext cx="7391401" cy="1143000"/>
          </a:xfrm>
        </p:spPr>
        <p:txBody>
          <a:bodyPr/>
          <a:lstStyle/>
          <a:p>
            <a:r>
              <a:rPr lang="en-AU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82440" y="2214562"/>
            <a:ext cx="356616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t>3/15/2022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4282440" y="4224973"/>
            <a:ext cx="356616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4"/>
          </p:nvPr>
        </p:nvSpPr>
        <p:spPr>
          <a:xfrm>
            <a:off x="457200" y="2214563"/>
            <a:ext cx="3566160" cy="39116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48918" y="268288"/>
            <a:ext cx="718073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914400"/>
            <a:ext cx="7391401" cy="1143000"/>
          </a:xfrm>
        </p:spPr>
        <p:txBody>
          <a:bodyPr/>
          <a:lstStyle/>
          <a:p>
            <a:r>
              <a:rPr lang="en-AU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82440" y="2214562"/>
            <a:ext cx="356616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t>3/15/2022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4282440" y="4224973"/>
            <a:ext cx="356616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dirty="0"/>
          </a:p>
        </p:txBody>
      </p:sp>
      <p:sp>
        <p:nvSpPr>
          <p:cNvPr id="11" name="Content Placeholder 2"/>
          <p:cNvSpPr>
            <a:spLocks noGrp="1"/>
          </p:cNvSpPr>
          <p:nvPr>
            <p:ph sz="half" idx="14"/>
          </p:nvPr>
        </p:nvSpPr>
        <p:spPr>
          <a:xfrm>
            <a:off x="457200" y="2214562"/>
            <a:ext cx="356616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dirty="0"/>
          </a:p>
        </p:txBody>
      </p:sp>
      <p:sp>
        <p:nvSpPr>
          <p:cNvPr id="12" name="Content Placeholder 2"/>
          <p:cNvSpPr>
            <a:spLocks noGrp="1"/>
          </p:cNvSpPr>
          <p:nvPr>
            <p:ph sz="half" idx="15"/>
          </p:nvPr>
        </p:nvSpPr>
        <p:spPr>
          <a:xfrm>
            <a:off x="457200" y="4224973"/>
            <a:ext cx="356616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8148918" y="268288"/>
            <a:ext cx="718073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t>3/15/2022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148918" y="268288"/>
            <a:ext cx="718073" cy="566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t>3/15/2022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48918" y="268288"/>
            <a:ext cx="718073" cy="566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995082"/>
            <a:ext cx="3566160" cy="1035424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AU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2052" y="990600"/>
            <a:ext cx="3566160" cy="51355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199" y="2057400"/>
            <a:ext cx="3566160" cy="3657601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t>3/15/2022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746811" y="268288"/>
            <a:ext cx="4114800" cy="566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995082"/>
            <a:ext cx="3566160" cy="1035424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AU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199" y="2057400"/>
            <a:ext cx="3566160" cy="3657601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1365" y="6124014"/>
            <a:ext cx="1752600" cy="365125"/>
          </a:xfrm>
        </p:spPr>
        <p:txBody>
          <a:bodyPr/>
          <a:lstStyle>
            <a:lvl1pPr algn="l">
              <a:defRPr/>
            </a:lvl1pPr>
          </a:lstStyle>
          <a:p>
            <a:fld id="{B1A24CD3-204F-4468-8EE4-28A6668D006A}" type="datetimeFigureOut">
              <a:rPr lang="en-US" smtClean="0"/>
              <a:t>3/15/2022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4812" y="6356350"/>
            <a:ext cx="386378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760258" y="990600"/>
            <a:ext cx="4096512" cy="561181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AU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7216775" y="268288"/>
            <a:ext cx="1639457" cy="36393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788" y="4267200"/>
            <a:ext cx="6477000" cy="566738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AU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69874" y="268288"/>
            <a:ext cx="6858000" cy="36393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AU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8788" y="4840941"/>
            <a:ext cx="6475412" cy="1304271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t>3/15/2022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4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35471" y="268288"/>
            <a:ext cx="720761" cy="36393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788" y="4267200"/>
            <a:ext cx="6477000" cy="566738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AU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69874" y="268288"/>
            <a:ext cx="3006726" cy="36393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AU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8788" y="4840941"/>
            <a:ext cx="6475412" cy="1304271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t>3/15/2022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2"/>
          <p:cNvSpPr>
            <a:spLocks noGrp="1"/>
          </p:cNvSpPr>
          <p:nvPr>
            <p:ph type="pic" idx="13"/>
          </p:nvPr>
        </p:nvSpPr>
        <p:spPr>
          <a:xfrm>
            <a:off x="3352800" y="268288"/>
            <a:ext cx="4701988" cy="177566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AU"/>
              <a:t>Drag picture to placeholder or click icon to add</a:t>
            </a:r>
            <a:endParaRPr/>
          </a:p>
        </p:txBody>
      </p:sp>
      <p:sp>
        <p:nvSpPr>
          <p:cNvPr id="11" name="Picture Placeholder 2"/>
          <p:cNvSpPr>
            <a:spLocks noGrp="1"/>
          </p:cNvSpPr>
          <p:nvPr>
            <p:ph type="pic" idx="14"/>
          </p:nvPr>
        </p:nvSpPr>
        <p:spPr>
          <a:xfrm>
            <a:off x="3352800" y="2131935"/>
            <a:ext cx="2304288" cy="177566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AU"/>
              <a:t>Drag picture to placeholder or click icon to add</a:t>
            </a:r>
            <a:endParaRPr/>
          </a:p>
        </p:txBody>
      </p:sp>
      <p:sp>
        <p:nvSpPr>
          <p:cNvPr id="12" name="Picture Placeholder 2"/>
          <p:cNvSpPr>
            <a:spLocks noGrp="1"/>
          </p:cNvSpPr>
          <p:nvPr>
            <p:ph type="pic" idx="15"/>
          </p:nvPr>
        </p:nvSpPr>
        <p:spPr>
          <a:xfrm>
            <a:off x="5750500" y="2131935"/>
            <a:ext cx="2304288" cy="177566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AU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212106" y="268288"/>
            <a:ext cx="1645920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t>3/15/2022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148918" y="268288"/>
            <a:ext cx="718073" cy="566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543799" y="1035424"/>
            <a:ext cx="1322295" cy="5090739"/>
          </a:xfrm>
        </p:spPr>
        <p:txBody>
          <a:bodyPr vert="eaVert" anchor="t" anchorCtr="0"/>
          <a:lstStyle/>
          <a:p>
            <a:r>
              <a:rPr lang="en-AU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035424"/>
            <a:ext cx="6019800" cy="5109789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t>3/15/2022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199" y="914400"/>
            <a:ext cx="6508377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AU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199" y="2209800"/>
            <a:ext cx="6508377" cy="3916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8659" y="6356350"/>
            <a:ext cx="1752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B1A24CD3-204F-4468-8EE4-28A6668D006A}" type="datetimeFigureOut">
              <a:rPr lang="en-US" smtClean="0"/>
              <a:t>3/15/2022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4812" y="6356350"/>
            <a:ext cx="6007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56494" y="361016"/>
            <a:ext cx="5065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00" b="1">
                <a:solidFill>
                  <a:schemeClr val="bg1"/>
                </a:solidFill>
              </a:defRPr>
            </a:lvl1pPr>
          </a:lstStyle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ts val="1800"/>
        </a:spcBef>
        <a:buClr>
          <a:schemeClr val="accent1"/>
        </a:buClr>
        <a:buSzPct val="100000"/>
        <a:buFont typeface="Wingdings 2" pitchFamily="18" charset="2"/>
        <a:buChar char="¡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100000"/>
        <a:buFont typeface="Wingdings 2" pitchFamily="18" charset="2"/>
        <a:buChar char="¡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spcBef>
          <a:spcPts val="600"/>
        </a:spcBef>
        <a:buClr>
          <a:schemeClr val="accent1"/>
        </a:buClr>
        <a:buSzPct val="100000"/>
        <a:buFont typeface="Wingdings 2" pitchFamily="18" charset="2"/>
        <a:buChar char="¡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100000"/>
        <a:buFont typeface="Wingdings 2" pitchFamily="18" charset="2"/>
        <a:buChar char="¡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spcBef>
          <a:spcPts val="600"/>
        </a:spcBef>
        <a:buClr>
          <a:schemeClr val="accent1"/>
        </a:buClr>
        <a:buSzPct val="100000"/>
        <a:buFont typeface="Wingdings 2" pitchFamily="18" charset="2"/>
        <a:buChar char="¡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1377950" indent="-228600" algn="l" defTabSz="914400" rtl="0" eaLnBrk="1" latinLnBrk="0" hangingPunct="1">
        <a:spcBef>
          <a:spcPct val="20000"/>
        </a:spcBef>
        <a:buClr>
          <a:schemeClr val="accent1">
            <a:lumMod val="50000"/>
          </a:schemeClr>
        </a:buClr>
        <a:buFont typeface="Wingdings 2" pitchFamily="18" charset="2"/>
        <a:buChar char=""/>
        <a:defRPr lang="en-US" sz="1800" kern="1200" dirty="0" smtClean="0">
          <a:solidFill>
            <a:schemeClr val="tx2"/>
          </a:solidFill>
          <a:latin typeface="+mn-lt"/>
          <a:ea typeface="+mn-ea"/>
          <a:cs typeface="+mn-cs"/>
        </a:defRPr>
      </a:lvl6pPr>
      <a:lvl7pPr marL="1603375" indent="-228600" algn="l" defTabSz="914400" rtl="0" eaLnBrk="1" latinLnBrk="0" hangingPunct="1">
        <a:spcBef>
          <a:spcPct val="20000"/>
        </a:spcBef>
        <a:buClr>
          <a:schemeClr val="accent1"/>
        </a:buClr>
        <a:buFont typeface="Wingdings 2" pitchFamily="18" charset="2"/>
        <a:buChar char=""/>
        <a:defRPr lang="en-US" sz="1800" kern="1200" dirty="0" smtClean="0">
          <a:solidFill>
            <a:schemeClr val="tx2"/>
          </a:solidFill>
          <a:latin typeface="+mn-lt"/>
          <a:ea typeface="+mn-ea"/>
          <a:cs typeface="+mn-cs"/>
        </a:defRPr>
      </a:lvl7pPr>
      <a:lvl8pPr marL="1830388" indent="-228600" algn="l" defTabSz="914400" rtl="0" eaLnBrk="1" latinLnBrk="0" hangingPunct="1">
        <a:spcBef>
          <a:spcPct val="20000"/>
        </a:spcBef>
        <a:buClr>
          <a:schemeClr val="accent1">
            <a:lumMod val="50000"/>
          </a:schemeClr>
        </a:buClr>
        <a:buFont typeface="Wingdings 2" pitchFamily="18" charset="2"/>
        <a:buChar char=""/>
        <a:defRPr lang="en-US" sz="1800" kern="1200" dirty="0" smtClean="0">
          <a:solidFill>
            <a:schemeClr val="tx2"/>
          </a:solidFill>
          <a:latin typeface="+mn-lt"/>
          <a:ea typeface="+mn-ea"/>
          <a:cs typeface="+mn-cs"/>
        </a:defRPr>
      </a:lvl8pPr>
      <a:lvl9pPr marL="2057400" indent="-228600" algn="l" defTabSz="914400" rtl="0" eaLnBrk="1" latinLnBrk="0" hangingPunct="1">
        <a:spcBef>
          <a:spcPct val="20000"/>
        </a:spcBef>
        <a:buClr>
          <a:schemeClr val="accent1"/>
        </a:buClr>
        <a:buFont typeface="Wingdings 2" pitchFamily="18" charset="2"/>
        <a:buChar char=""/>
        <a:defRPr lang="en-US" sz="1800" kern="1200" dirty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iYKhrjfkMwA?feature=oembed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HNxSC244Bpo?feature=oembed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human heart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Anatomy</a:t>
            </a:r>
          </a:p>
        </p:txBody>
      </p:sp>
    </p:spTree>
    <p:extLst>
      <p:ext uri="{BB962C8B-B14F-4D97-AF65-F5344CB8AC3E}">
        <p14:creationId xmlns:p14="http://schemas.microsoft.com/office/powerpoint/2010/main" val="50880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DBEEC-5F68-42A0-B2A0-1313041CE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A0B7F-2509-4EF4-9EEA-B91E08B3C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118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999C5-6EAF-4FFC-9311-AE036C824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2D695E-7B9E-4E0E-AC3D-272E8D6F78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Prepare for Heart Dissection Assessment.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91523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999C5-6EAF-4FFC-9311-AE036C824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Content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2D695E-7B9E-4E0E-AC3D-272E8D6F78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Discuss Assessment.</a:t>
            </a:r>
          </a:p>
          <a:p>
            <a:r>
              <a:rPr lang="en-US" dirty="0"/>
              <a:t>Watch Videos and discuss Dissection</a:t>
            </a:r>
          </a:p>
          <a:p>
            <a:r>
              <a:rPr lang="en-US" dirty="0"/>
              <a:t>Review Heart 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36470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00BD2-1D4E-43BF-916D-7B9FE411E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Assessment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6D677-4FF8-4CD8-B6C0-C061341ED3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2201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7271" y="342900"/>
            <a:ext cx="6508377" cy="1143000"/>
          </a:xfrm>
        </p:spPr>
        <p:txBody>
          <a:bodyPr/>
          <a:lstStyle/>
          <a:p>
            <a:r>
              <a:rPr lang="en-US" dirty="0"/>
              <a:t>The heart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3454" y="2141394"/>
            <a:ext cx="6600515" cy="608061"/>
          </a:xfrm>
        </p:spPr>
        <p:txBody>
          <a:bodyPr>
            <a:normAutofit/>
          </a:bodyPr>
          <a:lstStyle/>
          <a:p>
            <a:r>
              <a:rPr lang="en-US" sz="2800" dirty="0"/>
              <a:t>The heart contains 4 chambers: </a:t>
            </a:r>
          </a:p>
        </p:txBody>
      </p:sp>
      <p:pic>
        <p:nvPicPr>
          <p:cNvPr id="4" name="Picture 3" descr="h9991324_001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766" y="2749455"/>
            <a:ext cx="5842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906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544" y="24953"/>
            <a:ext cx="6508377" cy="1143000"/>
          </a:xfrm>
        </p:spPr>
        <p:txBody>
          <a:bodyPr/>
          <a:lstStyle/>
          <a:p>
            <a:r>
              <a:rPr lang="en-US" dirty="0"/>
              <a:t>The human heart</a:t>
            </a:r>
          </a:p>
        </p:txBody>
      </p:sp>
      <p:pic>
        <p:nvPicPr>
          <p:cNvPr id="4" name="Content Placeholder 3" descr="human-heart2.jpg"/>
          <p:cNvPicPr>
            <a:picLocks noGrp="1" noChangeAspect="1"/>
          </p:cNvPicPr>
          <p:nvPr>
            <p:ph idx="1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" r="-938"/>
          <a:stretch/>
        </p:blipFill>
        <p:spPr>
          <a:xfrm>
            <a:off x="905522" y="1701638"/>
            <a:ext cx="6285391" cy="5009881"/>
          </a:xfrm>
        </p:spPr>
      </p:pic>
    </p:spTree>
    <p:extLst>
      <p:ext uri="{BB962C8B-B14F-4D97-AF65-F5344CB8AC3E}">
        <p14:creationId xmlns:p14="http://schemas.microsoft.com/office/powerpoint/2010/main" val="3449086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1C9B8-E588-405F-B4E8-07968F29D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768" y="5563217"/>
            <a:ext cx="6508377" cy="1143000"/>
          </a:xfrm>
        </p:spPr>
        <p:txBody>
          <a:bodyPr/>
          <a:lstStyle/>
          <a:p>
            <a:r>
              <a:rPr lang="en-US" dirty="0"/>
              <a:t>Dissection Part 1</a:t>
            </a:r>
            <a:endParaRPr lang="en-AU" dirty="0"/>
          </a:p>
        </p:txBody>
      </p:sp>
      <p:pic>
        <p:nvPicPr>
          <p:cNvPr id="4" name="Online Media 3" title="Detailed Sheep Heart Dissection: Part I (Jr. High, High School and College Review)">
            <a:hlinkClick r:id="" action="ppaction://media"/>
            <a:extLst>
              <a:ext uri="{FF2B5EF4-FFF2-40B4-BE49-F238E27FC236}">
                <a16:creationId xmlns:a16="http://schemas.microsoft.com/office/drawing/2014/main" id="{26D76E5A-E70B-4CEC-B09A-3E686974DCB9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84338" y="28106"/>
            <a:ext cx="9030241" cy="5103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851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C0947-042B-4FF0-BD7D-9EA9B3311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768" y="6032377"/>
            <a:ext cx="6508377" cy="665286"/>
          </a:xfrm>
        </p:spPr>
        <p:txBody>
          <a:bodyPr/>
          <a:lstStyle/>
          <a:p>
            <a:r>
              <a:rPr lang="en-US" dirty="0"/>
              <a:t>Dissection Part 2</a:t>
            </a:r>
            <a:endParaRPr lang="en-AU" dirty="0"/>
          </a:p>
        </p:txBody>
      </p:sp>
      <p:pic>
        <p:nvPicPr>
          <p:cNvPr id="4" name="Online Media 3" title="Detailed Sheep Heart Dissection: Part II (Jr. High, High School and College Review)">
            <a:hlinkClick r:id="" action="ppaction://media"/>
            <a:extLst>
              <a:ext uri="{FF2B5EF4-FFF2-40B4-BE49-F238E27FC236}">
                <a16:creationId xmlns:a16="http://schemas.microsoft.com/office/drawing/2014/main" id="{A9B20D71-D6C7-4B1F-A547-D4E88924EB62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19847" y="79898"/>
            <a:ext cx="8945494" cy="505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489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8" y="0"/>
            <a:ext cx="6508377" cy="1143000"/>
          </a:xfrm>
        </p:spPr>
        <p:txBody>
          <a:bodyPr/>
          <a:lstStyle/>
          <a:p>
            <a:r>
              <a:rPr lang="en-US" dirty="0"/>
              <a:t>Heart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7" y="2547152"/>
            <a:ext cx="7665871" cy="2264546"/>
          </a:xfrm>
        </p:spPr>
        <p:txBody>
          <a:bodyPr>
            <a:normAutofit/>
          </a:bodyPr>
          <a:lstStyle/>
          <a:p>
            <a:r>
              <a:rPr lang="en-US" sz="2800" dirty="0"/>
              <a:t>The atria act as receiving chambers for blood.</a:t>
            </a:r>
          </a:p>
          <a:p>
            <a:r>
              <a:rPr lang="en-US" sz="2800" dirty="0"/>
              <a:t>The ventricles pump blood away from the heart.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0373399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4147" y="239150"/>
            <a:ext cx="6508377" cy="1143000"/>
          </a:xfrm>
        </p:spPr>
        <p:txBody>
          <a:bodyPr/>
          <a:lstStyle/>
          <a:p>
            <a:r>
              <a:rPr lang="en-US" dirty="0"/>
              <a:t>Heart chambers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8" y="2197097"/>
            <a:ext cx="8503922" cy="4058486"/>
          </a:xfrm>
        </p:spPr>
        <p:txBody>
          <a:bodyPr>
            <a:noAutofit/>
          </a:bodyPr>
          <a:lstStyle/>
          <a:p>
            <a:r>
              <a:rPr lang="en-US" sz="2800" dirty="0"/>
              <a:t>The chambers on the right side of the heart are smaller and have less muscle in their heart wall when compared to the left side of the heart. </a:t>
            </a:r>
          </a:p>
          <a:p>
            <a:r>
              <a:rPr lang="en-US" sz="2800" dirty="0"/>
              <a:t>The </a:t>
            </a:r>
            <a:r>
              <a:rPr lang="en-US" sz="2800" dirty="0">
                <a:solidFill>
                  <a:srgbClr val="FF0000"/>
                </a:solidFill>
              </a:rPr>
              <a:t>right side </a:t>
            </a:r>
            <a:r>
              <a:rPr lang="en-US" sz="2800" dirty="0"/>
              <a:t>of the heart maintains </a:t>
            </a:r>
            <a:r>
              <a:rPr lang="en-US" sz="2800" dirty="0">
                <a:solidFill>
                  <a:srgbClr val="FF0000"/>
                </a:solidFill>
              </a:rPr>
              <a:t>pulmonary</a:t>
            </a:r>
            <a:r>
              <a:rPr lang="en-US" sz="2800" dirty="0"/>
              <a:t> circulation to the nearby lungs .</a:t>
            </a:r>
          </a:p>
          <a:p>
            <a:r>
              <a:rPr lang="en-US" sz="2800" dirty="0"/>
              <a:t>The </a:t>
            </a:r>
            <a:r>
              <a:rPr lang="en-US" sz="2800" dirty="0">
                <a:solidFill>
                  <a:srgbClr val="FF0000"/>
                </a:solidFill>
              </a:rPr>
              <a:t>left side </a:t>
            </a:r>
            <a:r>
              <a:rPr lang="en-US" sz="2800" dirty="0"/>
              <a:t>of the heart pumps blood all the way to the extremities of the </a:t>
            </a:r>
            <a:r>
              <a:rPr lang="en-US" sz="2800" dirty="0">
                <a:solidFill>
                  <a:srgbClr val="FF0000"/>
                </a:solidFill>
              </a:rPr>
              <a:t>body</a:t>
            </a:r>
            <a:r>
              <a:rPr lang="en-US" sz="2800" dirty="0"/>
              <a:t> in the systemic circulatory loop.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8008615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342900"/>
            <a:ext cx="6508377" cy="1143000"/>
          </a:xfrm>
        </p:spPr>
        <p:txBody>
          <a:bodyPr/>
          <a:lstStyle/>
          <a:p>
            <a:r>
              <a:rPr lang="en-US" dirty="0"/>
              <a:t>Valves of the heart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2209800"/>
            <a:ext cx="8391379" cy="3916363"/>
          </a:xfrm>
        </p:spPr>
        <p:txBody>
          <a:bodyPr>
            <a:noAutofit/>
          </a:bodyPr>
          <a:lstStyle/>
          <a:p>
            <a:r>
              <a:rPr lang="en-US" sz="2800" dirty="0"/>
              <a:t>To prevent blood from flowing backwards or “regurgitating” back into the heart, a system of one-way valves are present in the heart. </a:t>
            </a:r>
          </a:p>
        </p:txBody>
      </p:sp>
    </p:spTree>
    <p:extLst>
      <p:ext uri="{BB962C8B-B14F-4D97-AF65-F5344CB8AC3E}">
        <p14:creationId xmlns:p14="http://schemas.microsoft.com/office/powerpoint/2010/main" val="11869443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5673" y="342900"/>
            <a:ext cx="6508377" cy="1143000"/>
          </a:xfrm>
        </p:spPr>
        <p:txBody>
          <a:bodyPr/>
          <a:lstStyle/>
          <a:p>
            <a:r>
              <a:rPr lang="en-US" dirty="0"/>
              <a:t>Two types of valves in the heart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2209800"/>
            <a:ext cx="8363244" cy="3916363"/>
          </a:xfrm>
        </p:spPr>
        <p:txBody>
          <a:bodyPr>
            <a:noAutofit/>
          </a:bodyPr>
          <a:lstStyle/>
          <a:p>
            <a:r>
              <a:rPr lang="en-US" sz="2800" b="1" i="1" dirty="0"/>
              <a:t>Atrio-ventricular valves (mitral, tricuspid)</a:t>
            </a:r>
            <a:r>
              <a:rPr lang="en-US" sz="2800" dirty="0"/>
              <a:t>. The atrio-ventricular (AV) valves </a:t>
            </a:r>
            <a:r>
              <a:rPr lang="en-US" sz="2800" dirty="0">
                <a:solidFill>
                  <a:srgbClr val="FF0000"/>
                </a:solidFill>
              </a:rPr>
              <a:t>between the atria and ventricles</a:t>
            </a:r>
            <a:r>
              <a:rPr lang="en-US" sz="2800" dirty="0"/>
              <a:t> and only allow blood to flow from the atria into the ventricles.</a:t>
            </a:r>
          </a:p>
          <a:p>
            <a:r>
              <a:rPr lang="en-US" sz="2800" b="1" i="1" dirty="0"/>
              <a:t>Semi-lunar valves</a:t>
            </a:r>
            <a:r>
              <a:rPr lang="en-US" sz="2800" dirty="0"/>
              <a:t>. The semi-lunar valves, are located </a:t>
            </a:r>
            <a:r>
              <a:rPr lang="en-US" sz="2800" dirty="0">
                <a:solidFill>
                  <a:srgbClr val="FF0000"/>
                </a:solidFill>
              </a:rPr>
              <a:t>between the ventricles and the arteries </a:t>
            </a:r>
            <a:r>
              <a:rPr lang="en-US" sz="2800" dirty="0"/>
              <a:t>that carry blood away from the heart.</a:t>
            </a:r>
          </a:p>
        </p:txBody>
      </p:sp>
    </p:spTree>
    <p:extLst>
      <p:ext uri="{BB962C8B-B14F-4D97-AF65-F5344CB8AC3E}">
        <p14:creationId xmlns:p14="http://schemas.microsoft.com/office/powerpoint/2010/main" val="14436121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160337"/>
            <a:ext cx="6660133" cy="1143000"/>
          </a:xfrm>
        </p:spPr>
        <p:txBody>
          <a:bodyPr/>
          <a:lstStyle/>
          <a:p>
            <a:r>
              <a:rPr lang="en-AU" dirty="0"/>
              <a:t>Blood flow through the heart</a:t>
            </a:r>
          </a:p>
        </p:txBody>
      </p:sp>
      <p:pic>
        <p:nvPicPr>
          <p:cNvPr id="1026" name="Picture 2" descr="Heart Heart Pumping GIF - Heart Heart Pumping Blood - Discover &amp; Share GIFs">
            <a:extLst>
              <a:ext uri="{FF2B5EF4-FFF2-40B4-BE49-F238E27FC236}">
                <a16:creationId xmlns:a16="http://schemas.microsoft.com/office/drawing/2014/main" id="{9E01434C-75DF-493A-B395-EABF874761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0968" y="1740856"/>
            <a:ext cx="3371850" cy="4743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99044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342900"/>
            <a:ext cx="6508377" cy="1143000"/>
          </a:xfrm>
        </p:spPr>
        <p:txBody>
          <a:bodyPr/>
          <a:lstStyle/>
          <a:p>
            <a:r>
              <a:rPr lang="en-US" dirty="0"/>
              <a:t>Blood flow (right side)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934592"/>
            <a:ext cx="8377312" cy="3916363"/>
          </a:xfrm>
        </p:spPr>
        <p:txBody>
          <a:bodyPr>
            <a:noAutofit/>
          </a:bodyPr>
          <a:lstStyle/>
          <a:p>
            <a:r>
              <a:rPr lang="en-US" sz="2800" dirty="0"/>
              <a:t>Deoxygenated blood returning from the body first enters the heart from the superior and </a:t>
            </a:r>
            <a:r>
              <a:rPr lang="en-US" sz="2800" dirty="0">
                <a:solidFill>
                  <a:schemeClr val="tx1"/>
                </a:solidFill>
              </a:rPr>
              <a:t>inferior vena cava.</a:t>
            </a:r>
          </a:p>
          <a:p>
            <a:r>
              <a:rPr lang="en-US" sz="2800" dirty="0"/>
              <a:t>The blood enters the right atrium and is pumped through the atrio-ventricular (tricuspid) valve into the right ventricle. </a:t>
            </a:r>
          </a:p>
          <a:p>
            <a:r>
              <a:rPr lang="en-US" sz="2800" dirty="0"/>
              <a:t>From the right ventricle, the blood is pumped through the pulmonary semilunar valve into the pulmonary artery to the lungs.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9070283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48575"/>
            <a:ext cx="6508377" cy="1143000"/>
          </a:xfrm>
        </p:spPr>
        <p:txBody>
          <a:bodyPr/>
          <a:lstStyle/>
          <a:p>
            <a:r>
              <a:rPr lang="en-US" dirty="0"/>
              <a:t>Blood flow (left side)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8" y="2236433"/>
            <a:ext cx="8358327" cy="3916363"/>
          </a:xfrm>
        </p:spPr>
        <p:txBody>
          <a:bodyPr>
            <a:noAutofit/>
          </a:bodyPr>
          <a:lstStyle/>
          <a:p>
            <a:r>
              <a:rPr lang="en-US" sz="2800" dirty="0"/>
              <a:t>Oxygen rich blood in the lungs returns to the heart through the pulmonary veins. </a:t>
            </a:r>
          </a:p>
          <a:p>
            <a:r>
              <a:rPr lang="en-US" sz="2800" dirty="0"/>
              <a:t>Blood enters the heart again in the left atrium.</a:t>
            </a:r>
          </a:p>
          <a:p>
            <a:r>
              <a:rPr lang="en-US" sz="2800" dirty="0"/>
              <a:t>Blood is pumped through the bicuspid (mitral) valve into the left ventricle. </a:t>
            </a:r>
          </a:p>
          <a:p>
            <a:r>
              <a:rPr lang="en-US" sz="2800" dirty="0"/>
              <a:t>The left ventricle pumps blood through the aortic semilunar valve into the aorta to the body. 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2025283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471353"/>
            <a:ext cx="6508377" cy="1143000"/>
          </a:xfrm>
        </p:spPr>
        <p:txBody>
          <a:bodyPr/>
          <a:lstStyle/>
          <a:p>
            <a:r>
              <a:rPr lang="en-AU" dirty="0"/>
              <a:t>Pulmonary and systemic circulation</a:t>
            </a:r>
          </a:p>
        </p:txBody>
      </p:sp>
      <p:pic>
        <p:nvPicPr>
          <p:cNvPr id="4" name="Content Placeholder 3" descr="5149d30d3e3ef476b76f1f310d3836e13f1b147c.png"/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0556" r="-30556"/>
          <a:stretch>
            <a:fillRect/>
          </a:stretch>
        </p:blipFill>
        <p:spPr>
          <a:xfrm>
            <a:off x="-758996" y="1647552"/>
            <a:ext cx="8658939" cy="5210447"/>
          </a:xfrm>
        </p:spPr>
      </p:pic>
    </p:spTree>
    <p:extLst>
      <p:ext uri="{BB962C8B-B14F-4D97-AF65-F5344CB8AC3E}">
        <p14:creationId xmlns:p14="http://schemas.microsoft.com/office/powerpoint/2010/main" val="344519065"/>
      </p:ext>
    </p:extLst>
  </p:cSld>
  <p:clrMapOvr>
    <a:masterClrMapping/>
  </p:clrMapOvr>
</p:sld>
</file>

<file path=ppt/theme/theme1.xml><?xml version="1.0" encoding="utf-8"?>
<a:theme xmlns:a="http://schemas.openxmlformats.org/drawingml/2006/main" name="Plaza">
  <a:themeElements>
    <a:clrScheme name="Plaza">
      <a:dk1>
        <a:sysClr val="windowText" lastClr="000000"/>
      </a:dk1>
      <a:lt1>
        <a:sysClr val="window" lastClr="FFFFFF"/>
      </a:lt1>
      <a:dk2>
        <a:srgbClr val="333333"/>
      </a:dk2>
      <a:lt2>
        <a:srgbClr val="CCCCCC"/>
      </a:lt2>
      <a:accent1>
        <a:srgbClr val="990000"/>
      </a:accent1>
      <a:accent2>
        <a:srgbClr val="580101"/>
      </a:accent2>
      <a:accent3>
        <a:srgbClr val="E94A00"/>
      </a:accent3>
      <a:accent4>
        <a:srgbClr val="EB8F00"/>
      </a:accent4>
      <a:accent5>
        <a:srgbClr val="A4A4A4"/>
      </a:accent5>
      <a:accent6>
        <a:srgbClr val="666666"/>
      </a:accent6>
      <a:hlink>
        <a:srgbClr val="D01010"/>
      </a:hlink>
      <a:folHlink>
        <a:srgbClr val="E6682E"/>
      </a:folHlink>
    </a:clrScheme>
    <a:fontScheme name="Plaza">
      <a:majorFont>
        <a:latin typeface="Century Gothic"/>
        <a:ea typeface=""/>
        <a:cs typeface=""/>
        <a:font script="Jpan" typeface="メイリオ"/>
        <a:font script="Hans" typeface="宋体"/>
        <a:font script="Hant" typeface="新細明體"/>
      </a:majorFont>
      <a:minorFont>
        <a:latin typeface="Century Gothic"/>
        <a:ea typeface=""/>
        <a:cs typeface=""/>
        <a:font script="Jpan" typeface="メイリオ"/>
        <a:font script="Hans" typeface="宋体"/>
        <a:font script="Hant" typeface="新細明體"/>
      </a:minorFont>
    </a:fontScheme>
    <a:fmtScheme name="Plaza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60000"/>
                <a:satMod val="135000"/>
              </a:schemeClr>
            </a:gs>
            <a:gs pos="100000">
              <a:schemeClr val="phClr">
                <a:tint val="100000"/>
                <a:shade val="100000"/>
                <a:satMod val="13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0000"/>
                <a:satMod val="120000"/>
              </a:schemeClr>
            </a:gs>
            <a:gs pos="35000">
              <a:schemeClr val="phClr">
                <a:shade val="100000"/>
                <a:satMod val="150000"/>
              </a:schemeClr>
            </a:gs>
            <a:gs pos="70000">
              <a:schemeClr val="phClr">
                <a:tint val="100000"/>
                <a:shade val="100000"/>
                <a:satMod val="200000"/>
                <a:greenMod val="100000"/>
              </a:schemeClr>
            </a:gs>
            <a:gs pos="100000">
              <a:schemeClr val="phClr">
                <a:tint val="100000"/>
                <a:shade val="100000"/>
                <a:satMod val="250000"/>
                <a:greenMod val="100000"/>
              </a:schemeClr>
            </a:gs>
          </a:gsLst>
          <a:lin ang="16200000" scaled="1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190500" dist="63500" dir="5400000">
              <a:srgbClr val="FFFFFF">
                <a:alpha val="65000"/>
              </a:srgbClr>
            </a:innerShdw>
          </a:effectLst>
          <a:scene3d>
            <a:camera prst="orthographicFront">
              <a:rot lat="0" lon="0" rev="0"/>
            </a:camera>
            <a:lightRig rig="twoPt" dir="r">
              <a:rot lat="0" lon="0" rev="6000000"/>
            </a:lightRig>
          </a:scene3d>
          <a:sp3d prstMaterial="matte">
            <a:bevelT w="0" h="0" prst="relaxedInset"/>
          </a:sp3d>
        </a:effectStyle>
        <a:effectStyle>
          <a:effectLst>
            <a:innerShdw blurRad="50800" dist="25400" dir="13500000">
              <a:srgbClr val="FFFFFF">
                <a:alpha val="75000"/>
              </a:srgbClr>
            </a:innerShdw>
            <a:outerShdw blurRad="88900" dist="38100" dir="6600000" sx="101000" sy="101000" rotWithShape="0">
              <a:srgbClr val="000000">
                <a:alpha val="50000"/>
              </a:srgbClr>
            </a:outerShdw>
          </a:effectLst>
          <a:scene3d>
            <a:camera prst="perspectiveFront" fov="3000000"/>
            <a:lightRig rig="morning" dir="tl">
              <a:rot lat="0" lon="0" rev="1800000"/>
            </a:lightRig>
          </a:scene3d>
          <a:sp3d contourW="38100" prstMaterial="softEdge">
            <a:bevelT w="25400" h="38100"/>
            <a:contourClr>
              <a:schemeClr val="phClr">
                <a:tint val="6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Plaza.thmx</Template>
  <TotalTime>269</TotalTime>
  <Words>361</Words>
  <Application>Microsoft Office PowerPoint</Application>
  <PresentationFormat>On-screen Show (4:3)</PresentationFormat>
  <Paragraphs>37</Paragraphs>
  <Slides>17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Century Gothic</vt:lpstr>
      <vt:lpstr>Wingdings 2</vt:lpstr>
      <vt:lpstr>Plaza</vt:lpstr>
      <vt:lpstr>The human heart</vt:lpstr>
      <vt:lpstr>PowerPoint Presentation</vt:lpstr>
      <vt:lpstr>Lesson Objective</vt:lpstr>
      <vt:lpstr>Lesson Content</vt:lpstr>
      <vt:lpstr>Assessment</vt:lpstr>
      <vt:lpstr>The heart structure</vt:lpstr>
      <vt:lpstr>The human heart</vt:lpstr>
      <vt:lpstr>Dissection Part 1</vt:lpstr>
      <vt:lpstr>Dissection Part 2</vt:lpstr>
      <vt:lpstr>Heart structure</vt:lpstr>
      <vt:lpstr>Heart chambers</vt:lpstr>
      <vt:lpstr>Valves of the heart</vt:lpstr>
      <vt:lpstr>Two types of valves in the heart</vt:lpstr>
      <vt:lpstr>Blood flow through the heart</vt:lpstr>
      <vt:lpstr>Blood flow (right side)</vt:lpstr>
      <vt:lpstr>Blood flow (left side)</vt:lpstr>
      <vt:lpstr>Pulmonary and systemic circulation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human heart</dc:title>
  <dc:creator>Donna Brigden</dc:creator>
  <cp:lastModifiedBy>michael simeoni</cp:lastModifiedBy>
  <cp:revision>12</cp:revision>
  <dcterms:created xsi:type="dcterms:W3CDTF">2017-03-13T13:10:12Z</dcterms:created>
  <dcterms:modified xsi:type="dcterms:W3CDTF">2022-03-15T00:46:36Z</dcterms:modified>
</cp:coreProperties>
</file>