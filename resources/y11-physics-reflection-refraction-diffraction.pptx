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5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SHER Tracey [Willetton Senior High School]" userId="6c68e3c1-f1d8-49cf-bb6a-eea68a044eb3" providerId="ADAL" clId="{BEFECE96-29E4-4F3E-8550-A32E785DF9D4}"/>
    <pc:docChg chg="modSld">
      <pc:chgData name="FISHER Tracey [Willetton Senior High School]" userId="6c68e3c1-f1d8-49cf-bb6a-eea68a044eb3" providerId="ADAL" clId="{BEFECE96-29E4-4F3E-8550-A32E785DF9D4}" dt="2023-10-10T00:26:25.636" v="2" actId="1076"/>
      <pc:docMkLst>
        <pc:docMk/>
      </pc:docMkLst>
      <pc:sldChg chg="modSp mod">
        <pc:chgData name="FISHER Tracey [Willetton Senior High School]" userId="6c68e3c1-f1d8-49cf-bb6a-eea68a044eb3" providerId="ADAL" clId="{BEFECE96-29E4-4F3E-8550-A32E785DF9D4}" dt="2023-10-10T00:26:25.636" v="2" actId="1076"/>
        <pc:sldMkLst>
          <pc:docMk/>
          <pc:sldMk cId="1068251626" sldId="260"/>
        </pc:sldMkLst>
        <pc:picChg chg="mod">
          <ac:chgData name="FISHER Tracey [Willetton Senior High School]" userId="6c68e3c1-f1d8-49cf-bb6a-eea68a044eb3" providerId="ADAL" clId="{BEFECE96-29E4-4F3E-8550-A32E785DF9D4}" dt="2023-10-10T00:26:22.585" v="0" actId="1076"/>
          <ac:picMkLst>
            <pc:docMk/>
            <pc:sldMk cId="1068251626" sldId="260"/>
            <ac:picMk id="2" creationId="{C259EFF8-5CA5-4D4C-851B-A45F5D286FBB}"/>
          </ac:picMkLst>
        </pc:picChg>
        <pc:picChg chg="mod">
          <ac:chgData name="FISHER Tracey [Willetton Senior High School]" userId="6c68e3c1-f1d8-49cf-bb6a-eea68a044eb3" providerId="ADAL" clId="{BEFECE96-29E4-4F3E-8550-A32E785DF9D4}" dt="2023-10-10T00:26:25.636" v="2" actId="1076"/>
          <ac:picMkLst>
            <pc:docMk/>
            <pc:sldMk cId="1068251626" sldId="260"/>
            <ac:picMk id="4" creationId="{D54C82F9-9A4B-4638-8685-FF46B17C44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26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43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80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257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78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118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5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836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34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352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7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768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9B7F88A-EE9B-4C9D-9477-42E234662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arge ocean wave">
            <a:extLst>
              <a:ext uri="{FF2B5EF4-FFF2-40B4-BE49-F238E27FC236}">
                <a16:creationId xmlns:a16="http://schemas.microsoft.com/office/drawing/2014/main" id="{237B5DE0-455F-FD96-1A5B-3A55E673A9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455" b="276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3118982"/>
            <a:ext cx="7537704" cy="246266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B8374-5A38-4FB7-B159-86BBED06D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5517" y="3331444"/>
            <a:ext cx="6470692" cy="1229306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tx1"/>
                </a:solidFill>
              </a:rPr>
              <a:t>WAVES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0EDCB-D97F-438A-876C-008CAAE1F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5516" y="4735799"/>
            <a:ext cx="6470693" cy="605256"/>
          </a:xfrm>
        </p:spPr>
        <p:txBody>
          <a:bodyPr>
            <a:normAutofit/>
          </a:bodyPr>
          <a:lstStyle/>
          <a:p>
            <a:endParaRPr lang="en-A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0211" y="4641183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!!footer rectangle">
            <a:extLst>
              <a:ext uri="{FF2B5EF4-FFF2-40B4-BE49-F238E27FC236}">
                <a16:creationId xmlns:a16="http://schemas.microsoft.com/office/drawing/2014/main" id="{D50218C5-E017-43D2-8345-FD9FBF0C9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72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C6FD-3758-4B57-9AE9-8D182B4ED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498" y="-334498"/>
            <a:ext cx="10058400" cy="1450757"/>
          </a:xfrm>
        </p:spPr>
        <p:txBody>
          <a:bodyPr>
            <a:normAutofit/>
          </a:bodyPr>
          <a:lstStyle/>
          <a:p>
            <a:r>
              <a:rPr lang="en-AU" sz="3200" b="1" dirty="0">
                <a:solidFill>
                  <a:schemeClr val="accent6">
                    <a:lumMod val="75000"/>
                  </a:schemeClr>
                </a:solidFill>
              </a:rPr>
              <a:t>Reflection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866048-F78A-495D-A442-EF3218983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7498" y="1506747"/>
            <a:ext cx="10513876" cy="2318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99FA22-C669-4B1C-B214-1B13091A9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498" y="3939929"/>
            <a:ext cx="10207396" cy="231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52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48BD-F409-42C5-B1B2-6903D17C7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63441F-BB04-4D1F-835B-AB2CCED0E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39" y="308663"/>
            <a:ext cx="4428227" cy="2612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5A26A6-423B-4D59-BF73-969946056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146" y="9107"/>
            <a:ext cx="3945147" cy="30211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69027B-FDA5-41BF-ADE3-32CF0D73C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60" y="3221607"/>
            <a:ext cx="5410240" cy="3438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C01CF4-171D-43EE-A482-B0967C77F5D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0849"/>
          <a:stretch/>
        </p:blipFill>
        <p:spPr>
          <a:xfrm>
            <a:off x="6669233" y="3579489"/>
            <a:ext cx="5469548" cy="27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90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E64BAD-C320-4F09-8E13-F884A2F2D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73" y="1426112"/>
            <a:ext cx="5803280" cy="5101210"/>
          </a:xfrm>
          <a:prstGeom prst="rect">
            <a:avLst/>
          </a:prstGeom>
        </p:spPr>
      </p:pic>
      <p:pic>
        <p:nvPicPr>
          <p:cNvPr id="1028" name="Picture 4" descr="Dolphin Perception: &quot;Seeing&quot; Underwater - Project TEAMS Example Product">
            <a:extLst>
              <a:ext uri="{FF2B5EF4-FFF2-40B4-BE49-F238E27FC236}">
                <a16:creationId xmlns:a16="http://schemas.microsoft.com/office/drawing/2014/main" id="{9C2F5F62-1CBE-47D3-A36B-004117E07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1314" y="104831"/>
            <a:ext cx="5548813" cy="248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o photo description available.">
            <a:extLst>
              <a:ext uri="{FF2B5EF4-FFF2-40B4-BE49-F238E27FC236}">
                <a16:creationId xmlns:a16="http://schemas.microsoft.com/office/drawing/2014/main" id="{442FDFF7-A48E-4935-BF28-E418DFB5C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695" y="2690904"/>
            <a:ext cx="3836418" cy="383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027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59EFF8-5CA5-4D4C-851B-A45F5D286F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4"/>
          <a:stretch/>
        </p:blipFill>
        <p:spPr>
          <a:xfrm>
            <a:off x="2776513" y="833887"/>
            <a:ext cx="6638974" cy="1811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E6E3F4-8CCC-44F2-AB04-9C13DBE5BD64}"/>
              </a:ext>
            </a:extLst>
          </p:cNvPr>
          <p:cNvSpPr txBox="1"/>
          <p:nvPr/>
        </p:nvSpPr>
        <p:spPr>
          <a:xfrm>
            <a:off x="3835879" y="189781"/>
            <a:ext cx="4175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6">
                    <a:lumMod val="75000"/>
                  </a:schemeClr>
                </a:solidFill>
              </a:rPr>
              <a:t>Speed of Sound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C82F9-9A4B-4638-8685-FF46B17C4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135" y="2542194"/>
            <a:ext cx="9027698" cy="387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251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3C80C-5CCE-4B71-A6DB-477F76AA8B96}"/>
              </a:ext>
            </a:extLst>
          </p:cNvPr>
          <p:cNvSpPr txBox="1"/>
          <p:nvPr/>
        </p:nvSpPr>
        <p:spPr>
          <a:xfrm>
            <a:off x="3835879" y="189781"/>
            <a:ext cx="4175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6">
                    <a:lumMod val="75000"/>
                  </a:schemeClr>
                </a:solidFill>
              </a:rPr>
              <a:t>Refraction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DA2A2E-20B6-49D8-A4C2-231680B73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93" y="1081609"/>
            <a:ext cx="9045071" cy="5419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3A7F7B-41E5-41B4-9827-AB80F4115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101" y="3283788"/>
            <a:ext cx="1194524" cy="590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A9BBC9-32BC-494C-9AF0-4D8FB97D1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802" y="4087124"/>
            <a:ext cx="783122" cy="5905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134EA8-143A-41DC-89D4-985578543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264" y="2894618"/>
            <a:ext cx="2645780" cy="3527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24D980-F806-48B8-8A64-CD3711FB2F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1556" y="4890460"/>
            <a:ext cx="2064453" cy="9518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217349B-8FDF-4391-A7E5-176582EF3288}"/>
              </a:ext>
            </a:extLst>
          </p:cNvPr>
          <p:cNvSpPr/>
          <p:nvPr/>
        </p:nvSpPr>
        <p:spPr>
          <a:xfrm>
            <a:off x="8540151" y="5492151"/>
            <a:ext cx="793630" cy="7936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791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BF80E9-9555-40E9-B263-9F37A634FAB7}"/>
              </a:ext>
            </a:extLst>
          </p:cNvPr>
          <p:cNvSpPr txBox="1"/>
          <p:nvPr/>
        </p:nvSpPr>
        <p:spPr>
          <a:xfrm>
            <a:off x="3835879" y="189781"/>
            <a:ext cx="6147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6">
                    <a:lumMod val="75000"/>
                  </a:schemeClr>
                </a:solidFill>
              </a:rPr>
              <a:t>Total Internal Reflection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DED562-73FF-48A3-9398-20333A2EC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181"/>
            <a:ext cx="4265906" cy="34667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76E858-A503-4096-9F63-17201A670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324" y="1106769"/>
            <a:ext cx="4723409" cy="3286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3AB32E-6ECB-4D3B-9456-0FD91CC97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503" y="3352790"/>
            <a:ext cx="3829078" cy="259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53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6C1281-E905-4D45-9DD0-505D97C3F740}"/>
              </a:ext>
            </a:extLst>
          </p:cNvPr>
          <p:cNvSpPr txBox="1"/>
          <p:nvPr/>
        </p:nvSpPr>
        <p:spPr>
          <a:xfrm>
            <a:off x="3835879" y="189781"/>
            <a:ext cx="6147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6">
                    <a:lumMod val="75000"/>
                  </a:schemeClr>
                </a:solidFill>
              </a:rPr>
              <a:t>Seismic Waves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5B8840-E4A3-4F93-AFA6-348273D7A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55" y="1351420"/>
            <a:ext cx="7407840" cy="43822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058A35-2611-4D4E-B4A5-D0C67CC29CDB}"/>
              </a:ext>
            </a:extLst>
          </p:cNvPr>
          <p:cNvSpPr txBox="1"/>
          <p:nvPr/>
        </p:nvSpPr>
        <p:spPr>
          <a:xfrm>
            <a:off x="6464060" y="1406691"/>
            <a:ext cx="564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P-waves :  Primary or Pressure waves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AC013D-C844-45CA-80D3-DAD68DD017AF}"/>
              </a:ext>
            </a:extLst>
          </p:cNvPr>
          <p:cNvSpPr txBox="1"/>
          <p:nvPr/>
        </p:nvSpPr>
        <p:spPr>
          <a:xfrm>
            <a:off x="6225997" y="3129628"/>
            <a:ext cx="588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S-waves :  Secondary or Shear waves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DFA90-57DE-45A9-8DDF-F608FAB8C3D4}"/>
              </a:ext>
            </a:extLst>
          </p:cNvPr>
          <p:cNvSpPr txBox="1"/>
          <p:nvPr/>
        </p:nvSpPr>
        <p:spPr>
          <a:xfrm>
            <a:off x="8614914" y="3663086"/>
            <a:ext cx="2087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2">
                    <a:lumMod val="50000"/>
                  </a:schemeClr>
                </a:solidFill>
              </a:rPr>
              <a:t>Transverse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F46D3C-8FA8-4E4B-90DB-FDB9A47BBCE4}"/>
              </a:ext>
            </a:extLst>
          </p:cNvPr>
          <p:cNvSpPr txBox="1"/>
          <p:nvPr/>
        </p:nvSpPr>
        <p:spPr>
          <a:xfrm>
            <a:off x="6659591" y="2426085"/>
            <a:ext cx="5451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accent5">
                    <a:lumMod val="75000"/>
                  </a:schemeClr>
                </a:solidFill>
              </a:rPr>
              <a:t>Can travel through liquid and solid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A12663-2525-4CB9-A9D1-C7B690AF1CD1}"/>
              </a:ext>
            </a:extLst>
          </p:cNvPr>
          <p:cNvSpPr txBox="1"/>
          <p:nvPr/>
        </p:nvSpPr>
        <p:spPr>
          <a:xfrm>
            <a:off x="8501944" y="1916388"/>
            <a:ext cx="2087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2">
                    <a:lumMod val="50000"/>
                  </a:schemeClr>
                </a:solidFill>
              </a:rPr>
              <a:t>Longitudinal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C2134-FE60-44F9-835E-40B8D373DE8E}"/>
              </a:ext>
            </a:extLst>
          </p:cNvPr>
          <p:cNvSpPr txBox="1"/>
          <p:nvPr/>
        </p:nvSpPr>
        <p:spPr>
          <a:xfrm>
            <a:off x="7430219" y="4124751"/>
            <a:ext cx="499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accent5">
                    <a:lumMod val="75000"/>
                  </a:schemeClr>
                </a:solidFill>
              </a:rPr>
              <a:t>Can only travel through solid</a:t>
            </a:r>
          </a:p>
        </p:txBody>
      </p:sp>
    </p:spTree>
    <p:extLst>
      <p:ext uri="{BB962C8B-B14F-4D97-AF65-F5344CB8AC3E}">
        <p14:creationId xmlns:p14="http://schemas.microsoft.com/office/powerpoint/2010/main" val="1570642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70C8D6-A71E-4E2C-A306-474C03879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116" y="841765"/>
            <a:ext cx="6457997" cy="48292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3D931D-7A8F-4C1C-83FA-3AA9E596BD32}"/>
              </a:ext>
            </a:extLst>
          </p:cNvPr>
          <p:cNvSpPr txBox="1"/>
          <p:nvPr/>
        </p:nvSpPr>
        <p:spPr>
          <a:xfrm>
            <a:off x="385314" y="2248619"/>
            <a:ext cx="2426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6">
                    <a:lumMod val="75000"/>
                  </a:schemeClr>
                </a:solidFill>
              </a:rPr>
              <a:t>Diffraction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D33F8-3BCF-4448-AEC0-05AA94963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879" y="5670975"/>
            <a:ext cx="9069172" cy="11017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42BCC7-6767-47B5-9142-1C2408BB7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193" y="29643"/>
            <a:ext cx="7691764" cy="115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0144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1B2F30"/>
      </a:dk2>
      <a:lt2>
        <a:srgbClr val="F0F3F1"/>
      </a:lt2>
      <a:accent1>
        <a:srgbClr val="D33DC3"/>
      </a:accent1>
      <a:accent2>
        <a:srgbClr val="922BC1"/>
      </a:accent2>
      <a:accent3>
        <a:srgbClr val="653DD3"/>
      </a:accent3>
      <a:accent4>
        <a:srgbClr val="384DC5"/>
      </a:accent4>
      <a:accent5>
        <a:srgbClr val="3D91D3"/>
      </a:accent5>
      <a:accent6>
        <a:srgbClr val="2BBEC1"/>
      </a:accent6>
      <a:hlink>
        <a:srgbClr val="3F72BF"/>
      </a:hlink>
      <a:folHlink>
        <a:srgbClr val="7F7F7F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37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Univers</vt:lpstr>
      <vt:lpstr>Univers Condensed</vt:lpstr>
      <vt:lpstr>RetrospectVTI</vt:lpstr>
      <vt:lpstr>WAVES</vt:lpstr>
      <vt:lpstr>Reflection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WAVES</dc:title>
  <dc:creator>FISHER Tracey [Willetton Senior High School]</dc:creator>
  <cp:lastModifiedBy>FISHER Tracey [Willetton Senior High School]</cp:lastModifiedBy>
  <cp:revision>3</cp:revision>
  <dcterms:created xsi:type="dcterms:W3CDTF">2023-09-22T02:07:07Z</dcterms:created>
  <dcterms:modified xsi:type="dcterms:W3CDTF">2023-10-10T00:26:31Z</dcterms:modified>
</cp:coreProperties>
</file>