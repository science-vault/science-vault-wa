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CEF2E6-20E0-4512-B9B3-4015A4D0AF4F}" v="417" dt="2023-10-16T12:13:24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3" y="9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SHER Tracey [Willetton Senior High School]" userId="6c68e3c1-f1d8-49cf-bb6a-eea68a044eb3" providerId="ADAL" clId="{46CEF2E6-20E0-4512-B9B3-4015A4D0AF4F}"/>
    <pc:docChg chg="custSel addSld modSld">
      <pc:chgData name="FISHER Tracey [Willetton Senior High School]" userId="6c68e3c1-f1d8-49cf-bb6a-eea68a044eb3" providerId="ADAL" clId="{46CEF2E6-20E0-4512-B9B3-4015A4D0AF4F}" dt="2023-10-16T12:13:53.593" v="1715" actId="692"/>
      <pc:docMkLst>
        <pc:docMk/>
      </pc:docMkLst>
      <pc:sldChg chg="modSp">
        <pc:chgData name="FISHER Tracey [Willetton Senior High School]" userId="6c68e3c1-f1d8-49cf-bb6a-eea68a044eb3" providerId="ADAL" clId="{46CEF2E6-20E0-4512-B9B3-4015A4D0AF4F}" dt="2023-10-16T12:10:56.463" v="1705"/>
        <pc:sldMkLst>
          <pc:docMk/>
          <pc:sldMk cId="1917498662" sldId="264"/>
        </pc:sldMkLst>
        <pc:graphicFrameChg chg="mod">
          <ac:chgData name="FISHER Tracey [Willetton Senior High School]" userId="6c68e3c1-f1d8-49cf-bb6a-eea68a044eb3" providerId="ADAL" clId="{46CEF2E6-20E0-4512-B9B3-4015A4D0AF4F}" dt="2023-10-16T12:10:56.463" v="1705"/>
          <ac:graphicFrameMkLst>
            <pc:docMk/>
            <pc:sldMk cId="1917498662" sldId="264"/>
            <ac:graphicFrameMk id="7" creationId="{B0E9059D-14AE-EB72-459F-D8348046F4B9}"/>
          </ac:graphicFrameMkLst>
        </pc:graphicFrameChg>
      </pc:sldChg>
      <pc:sldChg chg="addSp delSp modSp new mod">
        <pc:chgData name="FISHER Tracey [Willetton Senior High School]" userId="6c68e3c1-f1d8-49cf-bb6a-eea68a044eb3" providerId="ADAL" clId="{46CEF2E6-20E0-4512-B9B3-4015A4D0AF4F}" dt="2023-10-16T10:56:57.786" v="271" actId="1076"/>
        <pc:sldMkLst>
          <pc:docMk/>
          <pc:sldMk cId="1303919793" sldId="269"/>
        </pc:sldMkLst>
        <pc:spChg chg="add mod">
          <ac:chgData name="FISHER Tracey [Willetton Senior High School]" userId="6c68e3c1-f1d8-49cf-bb6a-eea68a044eb3" providerId="ADAL" clId="{46CEF2E6-20E0-4512-B9B3-4015A4D0AF4F}" dt="2023-10-16T08:46:23.559" v="32" actId="14100"/>
          <ac:spMkLst>
            <pc:docMk/>
            <pc:sldMk cId="1303919793" sldId="269"/>
            <ac:spMk id="2" creationId="{F878F4DF-992C-CA9C-77B5-547B7C2D1FB7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0:53:50.060" v="162" actId="14100"/>
          <ac:spMkLst>
            <pc:docMk/>
            <pc:sldMk cId="1303919793" sldId="269"/>
            <ac:spMk id="4" creationId="{154EB16C-DEB6-90FC-10CE-3B7078E74354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0:54:58.989" v="183" actId="1076"/>
          <ac:spMkLst>
            <pc:docMk/>
            <pc:sldMk cId="1303919793" sldId="269"/>
            <ac:spMk id="5" creationId="{0520A054-612D-52B3-32C2-E005A7B923A4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0:56:57.786" v="271" actId="1076"/>
          <ac:spMkLst>
            <pc:docMk/>
            <pc:sldMk cId="1303919793" sldId="269"/>
            <ac:spMk id="6" creationId="{9BB8B7A5-49E4-02AA-587D-9ABF403061A4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0:56:17.603" v="258" actId="1076"/>
          <ac:spMkLst>
            <pc:docMk/>
            <pc:sldMk cId="1303919793" sldId="269"/>
            <ac:spMk id="7" creationId="{0BD786BA-F27E-B13D-87D4-9362AF0BDA8B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0:56:55.754" v="270" actId="1076"/>
          <ac:spMkLst>
            <pc:docMk/>
            <pc:sldMk cId="1303919793" sldId="269"/>
            <ac:spMk id="8" creationId="{EAA97131-7B65-536B-AE1C-7B21F0D7DC19}"/>
          </ac:spMkLst>
        </pc:spChg>
        <pc:picChg chg="add mod">
          <ac:chgData name="FISHER Tracey [Willetton Senior High School]" userId="6c68e3c1-f1d8-49cf-bb6a-eea68a044eb3" providerId="ADAL" clId="{46CEF2E6-20E0-4512-B9B3-4015A4D0AF4F}" dt="2023-10-16T10:53:27.005" v="157" actId="1076"/>
          <ac:picMkLst>
            <pc:docMk/>
            <pc:sldMk cId="1303919793" sldId="269"/>
            <ac:picMk id="3" creationId="{1B812497-B4CB-87E1-DE97-4FEC0E8667EC}"/>
          </ac:picMkLst>
        </pc:picChg>
        <pc:picChg chg="add mod">
          <ac:chgData name="FISHER Tracey [Willetton Senior High School]" userId="6c68e3c1-f1d8-49cf-bb6a-eea68a044eb3" providerId="ADAL" clId="{46CEF2E6-20E0-4512-B9B3-4015A4D0AF4F}" dt="2023-10-16T10:53:52.379" v="163" actId="1076"/>
          <ac:picMkLst>
            <pc:docMk/>
            <pc:sldMk cId="1303919793" sldId="269"/>
            <ac:picMk id="1026" creationId="{70E0176C-604B-5FEB-024E-76A3FC586CC0}"/>
          </ac:picMkLst>
        </pc:picChg>
        <pc:picChg chg="add del">
          <ac:chgData name="FISHER Tracey [Willetton Senior High School]" userId="6c68e3c1-f1d8-49cf-bb6a-eea68a044eb3" providerId="ADAL" clId="{46CEF2E6-20E0-4512-B9B3-4015A4D0AF4F}" dt="2023-10-16T10:52:16.875" v="145"/>
          <ac:picMkLst>
            <pc:docMk/>
            <pc:sldMk cId="1303919793" sldId="269"/>
            <ac:picMk id="1028" creationId="{54F0C317-EFB1-6592-7F5B-880A4B040288}"/>
          </ac:picMkLst>
        </pc:picChg>
        <pc:picChg chg="add mod">
          <ac:chgData name="FISHER Tracey [Willetton Senior High School]" userId="6c68e3c1-f1d8-49cf-bb6a-eea68a044eb3" providerId="ADAL" clId="{46CEF2E6-20E0-4512-B9B3-4015A4D0AF4F}" dt="2023-10-16T10:53:54.476" v="164" actId="1076"/>
          <ac:picMkLst>
            <pc:docMk/>
            <pc:sldMk cId="1303919793" sldId="269"/>
            <ac:picMk id="1030" creationId="{0A375F67-EB14-180E-0F99-91772C166CCB}"/>
          </ac:picMkLst>
        </pc:picChg>
        <pc:picChg chg="add mod">
          <ac:chgData name="FISHER Tracey [Willetton Senior High School]" userId="6c68e3c1-f1d8-49cf-bb6a-eea68a044eb3" providerId="ADAL" clId="{46CEF2E6-20E0-4512-B9B3-4015A4D0AF4F}" dt="2023-10-16T10:54:00.418" v="167" actId="1076"/>
          <ac:picMkLst>
            <pc:docMk/>
            <pc:sldMk cId="1303919793" sldId="269"/>
            <ac:picMk id="1032" creationId="{68770BD7-D6F9-23EA-571E-22EA79BBC4DC}"/>
          </ac:picMkLst>
        </pc:picChg>
      </pc:sldChg>
      <pc:sldChg chg="addSp delSp modSp new mod modAnim">
        <pc:chgData name="FISHER Tracey [Willetton Senior High School]" userId="6c68e3c1-f1d8-49cf-bb6a-eea68a044eb3" providerId="ADAL" clId="{46CEF2E6-20E0-4512-B9B3-4015A4D0AF4F}" dt="2023-10-16T11:23:07.357" v="736"/>
        <pc:sldMkLst>
          <pc:docMk/>
          <pc:sldMk cId="2017406240" sldId="270"/>
        </pc:sldMkLst>
        <pc:spChg chg="add mod">
          <ac:chgData name="FISHER Tracey [Willetton Senior High School]" userId="6c68e3c1-f1d8-49cf-bb6a-eea68a044eb3" providerId="ADAL" clId="{46CEF2E6-20E0-4512-B9B3-4015A4D0AF4F}" dt="2023-10-16T11:00:51.800" v="342" actId="20577"/>
          <ac:spMkLst>
            <pc:docMk/>
            <pc:sldMk cId="2017406240" sldId="270"/>
            <ac:spMk id="3" creationId="{1BB5F8F2-4FCA-3CF0-4247-F435A0CE0C11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21:22.873" v="723" actId="1076"/>
          <ac:spMkLst>
            <pc:docMk/>
            <pc:sldMk cId="2017406240" sldId="270"/>
            <ac:spMk id="4" creationId="{A3AAEEEA-9AF3-C8E5-5943-6C367090E2C4}"/>
          </ac:spMkLst>
        </pc:spChg>
        <pc:spChg chg="add del mod">
          <ac:chgData name="FISHER Tracey [Willetton Senior High School]" userId="6c68e3c1-f1d8-49cf-bb6a-eea68a044eb3" providerId="ADAL" clId="{46CEF2E6-20E0-4512-B9B3-4015A4D0AF4F}" dt="2023-10-16T11:15:21.648" v="675" actId="478"/>
          <ac:spMkLst>
            <pc:docMk/>
            <pc:sldMk cId="2017406240" sldId="270"/>
            <ac:spMk id="5" creationId="{38F6DD44-23D4-596C-81CA-D2C3636295C9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22:08.259" v="732" actId="14100"/>
          <ac:spMkLst>
            <pc:docMk/>
            <pc:sldMk cId="2017406240" sldId="270"/>
            <ac:spMk id="9" creationId="{3A47D480-AAC7-7FCD-83B2-79EFBDA438AA}"/>
          </ac:spMkLst>
        </pc:spChg>
        <pc:graphicFrameChg chg="add mod">
          <ac:chgData name="FISHER Tracey [Willetton Senior High School]" userId="6c68e3c1-f1d8-49cf-bb6a-eea68a044eb3" providerId="ADAL" clId="{46CEF2E6-20E0-4512-B9B3-4015A4D0AF4F}" dt="2023-10-16T11:21:49.082" v="729" actId="1076"/>
          <ac:graphicFrameMkLst>
            <pc:docMk/>
            <pc:sldMk cId="2017406240" sldId="270"/>
            <ac:graphicFrameMk id="6" creationId="{DEE6DF26-3772-66D1-5784-6C92EFAE7924}"/>
          </ac:graphicFrameMkLst>
        </pc:graphicFrameChg>
        <pc:graphicFrameChg chg="add mod">
          <ac:chgData name="FISHER Tracey [Willetton Senior High School]" userId="6c68e3c1-f1d8-49cf-bb6a-eea68a044eb3" providerId="ADAL" clId="{46CEF2E6-20E0-4512-B9B3-4015A4D0AF4F}" dt="2023-10-16T11:21:46.084" v="728" actId="1076"/>
          <ac:graphicFrameMkLst>
            <pc:docMk/>
            <pc:sldMk cId="2017406240" sldId="270"/>
            <ac:graphicFrameMk id="7" creationId="{1F2046F4-BA6E-7ED3-DC32-0B1C9C554427}"/>
          </ac:graphicFrameMkLst>
        </pc:graphicFrameChg>
        <pc:picChg chg="add mod">
          <ac:chgData name="FISHER Tracey [Willetton Senior High School]" userId="6c68e3c1-f1d8-49cf-bb6a-eea68a044eb3" providerId="ADAL" clId="{46CEF2E6-20E0-4512-B9B3-4015A4D0AF4F}" dt="2023-10-16T11:21:17.555" v="722" actId="1076"/>
          <ac:picMkLst>
            <pc:docMk/>
            <pc:sldMk cId="2017406240" sldId="270"/>
            <ac:picMk id="2" creationId="{7AEA6EB8-047C-ED6A-78CD-6E0B39C5AEC6}"/>
          </ac:picMkLst>
        </pc:picChg>
        <pc:picChg chg="add mod">
          <ac:chgData name="FISHER Tracey [Willetton Senior High School]" userId="6c68e3c1-f1d8-49cf-bb6a-eea68a044eb3" providerId="ADAL" clId="{46CEF2E6-20E0-4512-B9B3-4015A4D0AF4F}" dt="2023-10-16T11:21:40.027" v="727" actId="1076"/>
          <ac:picMkLst>
            <pc:docMk/>
            <pc:sldMk cId="2017406240" sldId="270"/>
            <ac:picMk id="8" creationId="{42138662-A2A6-18D9-7EF8-BD81BEFC1EA4}"/>
          </ac:picMkLst>
        </pc:picChg>
      </pc:sldChg>
      <pc:sldChg chg="addSp modSp new mod">
        <pc:chgData name="FISHER Tracey [Willetton Senior High School]" userId="6c68e3c1-f1d8-49cf-bb6a-eea68a044eb3" providerId="ADAL" clId="{46CEF2E6-20E0-4512-B9B3-4015A4D0AF4F}" dt="2023-10-16T11:15:06.190" v="674" actId="207"/>
        <pc:sldMkLst>
          <pc:docMk/>
          <pc:sldMk cId="3641533702" sldId="271"/>
        </pc:sldMkLst>
        <pc:spChg chg="add mod">
          <ac:chgData name="FISHER Tracey [Willetton Senior High School]" userId="6c68e3c1-f1d8-49cf-bb6a-eea68a044eb3" providerId="ADAL" clId="{46CEF2E6-20E0-4512-B9B3-4015A4D0AF4F}" dt="2023-10-16T11:15:06.190" v="674" actId="207"/>
          <ac:spMkLst>
            <pc:docMk/>
            <pc:sldMk cId="3641533702" sldId="271"/>
            <ac:spMk id="3" creationId="{7C011E23-50AA-BCD1-91B0-5D9EA8CEABB2}"/>
          </ac:spMkLst>
        </pc:spChg>
        <pc:spChg chg="add mod ord">
          <ac:chgData name="FISHER Tracey [Willetton Senior High School]" userId="6c68e3c1-f1d8-49cf-bb6a-eea68a044eb3" providerId="ADAL" clId="{46CEF2E6-20E0-4512-B9B3-4015A4D0AF4F}" dt="2023-10-16T11:12:27.942" v="644" actId="207"/>
          <ac:spMkLst>
            <pc:docMk/>
            <pc:sldMk cId="3641533702" sldId="271"/>
            <ac:spMk id="4" creationId="{996FD1C2-C445-E34E-BC87-1F0604C0EB34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11:31.531" v="630"/>
          <ac:spMkLst>
            <pc:docMk/>
            <pc:sldMk cId="3641533702" sldId="271"/>
            <ac:spMk id="13" creationId="{DA7D4071-E5B0-B35F-4E03-FC999F005EE1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13:09.900" v="650" actId="14100"/>
          <ac:spMkLst>
            <pc:docMk/>
            <pc:sldMk cId="3641533702" sldId="271"/>
            <ac:spMk id="14" creationId="{8E8E7A6D-8362-D247-F5F4-8A726BFAC071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14:17.482" v="659" actId="20577"/>
          <ac:spMkLst>
            <pc:docMk/>
            <pc:sldMk cId="3641533702" sldId="271"/>
            <ac:spMk id="15" creationId="{57CF3FA3-34B7-274F-C15C-D19C8826DBD7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13:57.194" v="654" actId="1076"/>
          <ac:spMkLst>
            <pc:docMk/>
            <pc:sldMk cId="3641533702" sldId="271"/>
            <ac:spMk id="16" creationId="{4D38700C-CEE7-30E7-DAF3-5641B8296D3C}"/>
          </ac:spMkLst>
        </pc:spChg>
        <pc:picChg chg="add mod modCrop">
          <ac:chgData name="FISHER Tracey [Willetton Senior High School]" userId="6c68e3c1-f1d8-49cf-bb6a-eea68a044eb3" providerId="ADAL" clId="{46CEF2E6-20E0-4512-B9B3-4015A4D0AF4F}" dt="2023-10-16T11:12:14.907" v="642" actId="1076"/>
          <ac:picMkLst>
            <pc:docMk/>
            <pc:sldMk cId="3641533702" sldId="271"/>
            <ac:picMk id="2" creationId="{00229EAB-9CAF-E003-B171-F57A508E79DD}"/>
          </ac:picMkLst>
        </pc:picChg>
        <pc:picChg chg="add mod modCrop">
          <ac:chgData name="FISHER Tracey [Willetton Senior High School]" userId="6c68e3c1-f1d8-49cf-bb6a-eea68a044eb3" providerId="ADAL" clId="{46CEF2E6-20E0-4512-B9B3-4015A4D0AF4F}" dt="2023-10-16T11:09:16.924" v="590" actId="1076"/>
          <ac:picMkLst>
            <pc:docMk/>
            <pc:sldMk cId="3641533702" sldId="271"/>
            <ac:picMk id="5" creationId="{792F0BA4-D689-2DDC-250B-D5FDEB4034D1}"/>
          </ac:picMkLst>
        </pc:picChg>
        <pc:cxnChg chg="add mod">
          <ac:chgData name="FISHER Tracey [Willetton Senior High School]" userId="6c68e3c1-f1d8-49cf-bb6a-eea68a044eb3" providerId="ADAL" clId="{46CEF2E6-20E0-4512-B9B3-4015A4D0AF4F}" dt="2023-10-16T11:14:25.316" v="665" actId="692"/>
          <ac:cxnSpMkLst>
            <pc:docMk/>
            <pc:sldMk cId="3641533702" sldId="271"/>
            <ac:cxnSpMk id="7" creationId="{900B7E50-0F75-6296-FE21-BCE270441B54}"/>
          </ac:cxnSpMkLst>
        </pc:cxnChg>
        <pc:cxnChg chg="add mod">
          <ac:chgData name="FISHER Tracey [Willetton Senior High School]" userId="6c68e3c1-f1d8-49cf-bb6a-eea68a044eb3" providerId="ADAL" clId="{46CEF2E6-20E0-4512-B9B3-4015A4D0AF4F}" dt="2023-10-16T11:14:40.106" v="672" actId="1076"/>
          <ac:cxnSpMkLst>
            <pc:docMk/>
            <pc:sldMk cId="3641533702" sldId="271"/>
            <ac:cxnSpMk id="11" creationId="{71C86C12-81C9-0B2A-D23D-8DD315F6CE7A}"/>
          </ac:cxnSpMkLst>
        </pc:cxnChg>
      </pc:sldChg>
      <pc:sldChg chg="addSp modSp new mod modAnim">
        <pc:chgData name="FISHER Tracey [Willetton Senior High School]" userId="6c68e3c1-f1d8-49cf-bb6a-eea68a044eb3" providerId="ADAL" clId="{46CEF2E6-20E0-4512-B9B3-4015A4D0AF4F}" dt="2023-10-16T11:32:16.723" v="1012" actId="1076"/>
        <pc:sldMkLst>
          <pc:docMk/>
          <pc:sldMk cId="3660612999" sldId="272"/>
        </pc:sldMkLst>
        <pc:spChg chg="add mod">
          <ac:chgData name="FISHER Tracey [Willetton Senior High School]" userId="6c68e3c1-f1d8-49cf-bb6a-eea68a044eb3" providerId="ADAL" clId="{46CEF2E6-20E0-4512-B9B3-4015A4D0AF4F}" dt="2023-10-16T11:17:03.348" v="705" actId="20577"/>
          <ac:spMkLst>
            <pc:docMk/>
            <pc:sldMk cId="3660612999" sldId="272"/>
            <ac:spMk id="2" creationId="{96FB62FC-4EAD-7AA2-6411-2145F7A55419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31:51.449" v="1007" actId="14100"/>
          <ac:spMkLst>
            <pc:docMk/>
            <pc:sldMk cId="3660612999" sldId="272"/>
            <ac:spMk id="4" creationId="{FE606F7C-55F3-B3E5-3DE2-9334C2081E4F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32:07.340" v="1010" actId="1076"/>
          <ac:spMkLst>
            <pc:docMk/>
            <pc:sldMk cId="3660612999" sldId="272"/>
            <ac:spMk id="5" creationId="{9334665F-6221-0542-96A6-C245CE6DEEFD}"/>
          </ac:spMkLst>
        </pc:spChg>
        <pc:picChg chg="add mod">
          <ac:chgData name="FISHER Tracey [Willetton Senior High School]" userId="6c68e3c1-f1d8-49cf-bb6a-eea68a044eb3" providerId="ADAL" clId="{46CEF2E6-20E0-4512-B9B3-4015A4D0AF4F}" dt="2023-10-16T11:25:48.514" v="739" actId="1076"/>
          <ac:picMkLst>
            <pc:docMk/>
            <pc:sldMk cId="3660612999" sldId="272"/>
            <ac:picMk id="3" creationId="{51D9867B-9A6E-A4FE-B183-87D47D28390A}"/>
          </ac:picMkLst>
        </pc:picChg>
        <pc:cxnChg chg="add mod">
          <ac:chgData name="FISHER Tracey [Willetton Senior High School]" userId="6c68e3c1-f1d8-49cf-bb6a-eea68a044eb3" providerId="ADAL" clId="{46CEF2E6-20E0-4512-B9B3-4015A4D0AF4F}" dt="2023-10-16T11:31:40.555" v="1006" actId="14100"/>
          <ac:cxnSpMkLst>
            <pc:docMk/>
            <pc:sldMk cId="3660612999" sldId="272"/>
            <ac:cxnSpMk id="6" creationId="{96007EFA-120A-C522-9688-2ACE4B9AF217}"/>
          </ac:cxnSpMkLst>
        </pc:cxnChg>
        <pc:cxnChg chg="add mod">
          <ac:chgData name="FISHER Tracey [Willetton Senior High School]" userId="6c68e3c1-f1d8-49cf-bb6a-eea68a044eb3" providerId="ADAL" clId="{46CEF2E6-20E0-4512-B9B3-4015A4D0AF4F}" dt="2023-10-16T11:32:16.723" v="1012" actId="1076"/>
          <ac:cxnSpMkLst>
            <pc:docMk/>
            <pc:sldMk cId="3660612999" sldId="272"/>
            <ac:cxnSpMk id="9" creationId="{E3747DD0-DF54-2EEC-46B7-57D41D2BFD3B}"/>
          </ac:cxnSpMkLst>
        </pc:cxnChg>
      </pc:sldChg>
      <pc:sldChg chg="addSp modSp new mod modAnim">
        <pc:chgData name="FISHER Tracey [Willetton Senior High School]" userId="6c68e3c1-f1d8-49cf-bb6a-eea68a044eb3" providerId="ADAL" clId="{46CEF2E6-20E0-4512-B9B3-4015A4D0AF4F}" dt="2023-10-16T11:42:14.260" v="1145"/>
        <pc:sldMkLst>
          <pc:docMk/>
          <pc:sldMk cId="734648752" sldId="273"/>
        </pc:sldMkLst>
        <pc:spChg chg="add mod">
          <ac:chgData name="FISHER Tracey [Willetton Senior High School]" userId="6c68e3c1-f1d8-49cf-bb6a-eea68a044eb3" providerId="ADAL" clId="{46CEF2E6-20E0-4512-B9B3-4015A4D0AF4F}" dt="2023-10-16T11:42:05.683" v="1144" actId="1076"/>
          <ac:spMkLst>
            <pc:docMk/>
            <pc:sldMk cId="734648752" sldId="273"/>
            <ac:spMk id="8" creationId="{8A6CAA9D-AC2F-1E91-3C82-A54C264AF885}"/>
          </ac:spMkLst>
        </pc:spChg>
        <pc:graphicFrameChg chg="add mod">
          <ac:chgData name="FISHER Tracey [Willetton Senior High School]" userId="6c68e3c1-f1d8-49cf-bb6a-eea68a044eb3" providerId="ADAL" clId="{46CEF2E6-20E0-4512-B9B3-4015A4D0AF4F}" dt="2023-10-16T11:34:43.282" v="1021" actId="1076"/>
          <ac:graphicFrameMkLst>
            <pc:docMk/>
            <pc:sldMk cId="734648752" sldId="273"/>
            <ac:graphicFrameMk id="3" creationId="{D691F281-7FB8-1128-6393-EEDF7F737474}"/>
          </ac:graphicFrameMkLst>
        </pc:graphicFrameChg>
        <pc:graphicFrameChg chg="add mod">
          <ac:chgData name="FISHER Tracey [Willetton Senior High School]" userId="6c68e3c1-f1d8-49cf-bb6a-eea68a044eb3" providerId="ADAL" clId="{46CEF2E6-20E0-4512-B9B3-4015A4D0AF4F}" dt="2023-10-16T11:37:53.739" v="1035" actId="1076"/>
          <ac:graphicFrameMkLst>
            <pc:docMk/>
            <pc:sldMk cId="734648752" sldId="273"/>
            <ac:graphicFrameMk id="4" creationId="{1F1EBB12-E116-31C4-BD59-15191DC9F683}"/>
          </ac:graphicFrameMkLst>
        </pc:graphicFrameChg>
        <pc:graphicFrameChg chg="add mod">
          <ac:chgData name="FISHER Tracey [Willetton Senior High School]" userId="6c68e3c1-f1d8-49cf-bb6a-eea68a044eb3" providerId="ADAL" clId="{46CEF2E6-20E0-4512-B9B3-4015A4D0AF4F}" dt="2023-10-16T11:42:14.260" v="1145"/>
          <ac:graphicFrameMkLst>
            <pc:docMk/>
            <pc:sldMk cId="734648752" sldId="273"/>
            <ac:graphicFrameMk id="5" creationId="{077CD941-5039-1944-6CF4-1EE8CA2397F8}"/>
          </ac:graphicFrameMkLst>
        </pc:graphicFrameChg>
        <pc:picChg chg="add mod">
          <ac:chgData name="FISHER Tracey [Willetton Senior High School]" userId="6c68e3c1-f1d8-49cf-bb6a-eea68a044eb3" providerId="ADAL" clId="{46CEF2E6-20E0-4512-B9B3-4015A4D0AF4F}" dt="2023-10-16T11:33:32.682" v="1017" actId="14100"/>
          <ac:picMkLst>
            <pc:docMk/>
            <pc:sldMk cId="734648752" sldId="273"/>
            <ac:picMk id="2" creationId="{668010D6-DA1A-A731-D985-87F66F6C4DE8}"/>
          </ac:picMkLst>
        </pc:picChg>
        <pc:picChg chg="add mod modCrop">
          <ac:chgData name="FISHER Tracey [Willetton Senior High School]" userId="6c68e3c1-f1d8-49cf-bb6a-eea68a044eb3" providerId="ADAL" clId="{46CEF2E6-20E0-4512-B9B3-4015A4D0AF4F}" dt="2023-10-16T11:39:39.811" v="1050" actId="732"/>
          <ac:picMkLst>
            <pc:docMk/>
            <pc:sldMk cId="734648752" sldId="273"/>
            <ac:picMk id="6" creationId="{B001B74B-57E1-72F0-D38C-582476659E96}"/>
          </ac:picMkLst>
        </pc:picChg>
        <pc:picChg chg="add mod modCrop">
          <ac:chgData name="FISHER Tracey [Willetton Senior High School]" userId="6c68e3c1-f1d8-49cf-bb6a-eea68a044eb3" providerId="ADAL" clId="{46CEF2E6-20E0-4512-B9B3-4015A4D0AF4F}" dt="2023-10-16T11:39:56.058" v="1054" actId="1076"/>
          <ac:picMkLst>
            <pc:docMk/>
            <pc:sldMk cId="734648752" sldId="273"/>
            <ac:picMk id="7" creationId="{68620603-0DAD-BC64-5FE5-793479D77E6E}"/>
          </ac:picMkLst>
        </pc:picChg>
      </pc:sldChg>
      <pc:sldChg chg="addSp modSp new mod">
        <pc:chgData name="FISHER Tracey [Willetton Senior High School]" userId="6c68e3c1-f1d8-49cf-bb6a-eea68a044eb3" providerId="ADAL" clId="{46CEF2E6-20E0-4512-B9B3-4015A4D0AF4F}" dt="2023-10-16T11:44:17.663" v="1194" actId="207"/>
        <pc:sldMkLst>
          <pc:docMk/>
          <pc:sldMk cId="1494667704" sldId="274"/>
        </pc:sldMkLst>
        <pc:spChg chg="add mod">
          <ac:chgData name="FISHER Tracey [Willetton Senior High School]" userId="6c68e3c1-f1d8-49cf-bb6a-eea68a044eb3" providerId="ADAL" clId="{46CEF2E6-20E0-4512-B9B3-4015A4D0AF4F}" dt="2023-10-16T11:44:17.663" v="1194" actId="207"/>
          <ac:spMkLst>
            <pc:docMk/>
            <pc:sldMk cId="1494667704" sldId="274"/>
            <ac:spMk id="3" creationId="{3407FEB8-554E-A4AB-BA7B-83096022006C}"/>
          </ac:spMkLst>
        </pc:spChg>
        <pc:picChg chg="add mod">
          <ac:chgData name="FISHER Tracey [Willetton Senior High School]" userId="6c68e3c1-f1d8-49cf-bb6a-eea68a044eb3" providerId="ADAL" clId="{46CEF2E6-20E0-4512-B9B3-4015A4D0AF4F}" dt="2023-10-16T11:43:15.819" v="1149" actId="14100"/>
          <ac:picMkLst>
            <pc:docMk/>
            <pc:sldMk cId="1494667704" sldId="274"/>
            <ac:picMk id="2" creationId="{1ACBF28A-43D2-F3E1-D536-0244DA0029F8}"/>
          </ac:picMkLst>
        </pc:picChg>
      </pc:sldChg>
      <pc:sldChg chg="addSp delSp modSp new mod modAnim">
        <pc:chgData name="FISHER Tracey [Willetton Senior High School]" userId="6c68e3c1-f1d8-49cf-bb6a-eea68a044eb3" providerId="ADAL" clId="{46CEF2E6-20E0-4512-B9B3-4015A4D0AF4F}" dt="2023-10-16T12:13:53.593" v="1715" actId="692"/>
        <pc:sldMkLst>
          <pc:docMk/>
          <pc:sldMk cId="3413238380" sldId="275"/>
        </pc:sldMkLst>
        <pc:spChg chg="add mod">
          <ac:chgData name="FISHER Tracey [Willetton Senior High School]" userId="6c68e3c1-f1d8-49cf-bb6a-eea68a044eb3" providerId="ADAL" clId="{46CEF2E6-20E0-4512-B9B3-4015A4D0AF4F}" dt="2023-10-16T11:57:32.897" v="1617" actId="1076"/>
          <ac:spMkLst>
            <pc:docMk/>
            <pc:sldMk cId="3413238380" sldId="275"/>
            <ac:spMk id="2" creationId="{14535780-5AB8-3141-2454-8344E17BB148}"/>
          </ac:spMkLst>
        </pc:spChg>
        <pc:spChg chg="add del mod">
          <ac:chgData name="FISHER Tracey [Willetton Senior High School]" userId="6c68e3c1-f1d8-49cf-bb6a-eea68a044eb3" providerId="ADAL" clId="{46CEF2E6-20E0-4512-B9B3-4015A4D0AF4F}" dt="2023-10-16T11:50:14.736" v="1261" actId="478"/>
          <ac:spMkLst>
            <pc:docMk/>
            <pc:sldMk cId="3413238380" sldId="275"/>
            <ac:spMk id="5" creationId="{9A4BBF7D-FB3D-8EBF-D77B-4C59CFD05C36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57:45.537" v="1621" actId="1076"/>
          <ac:spMkLst>
            <pc:docMk/>
            <pc:sldMk cId="3413238380" sldId="275"/>
            <ac:spMk id="7" creationId="{DFA80514-CB34-7CE6-09AC-E8DEBBB85A80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57:49.969" v="1622" actId="1076"/>
          <ac:spMkLst>
            <pc:docMk/>
            <pc:sldMk cId="3413238380" sldId="275"/>
            <ac:spMk id="8" creationId="{BFFB2FD6-30DF-B5C9-2701-A964777D6E39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57:53.898" v="1623" actId="1076"/>
          <ac:spMkLst>
            <pc:docMk/>
            <pc:sldMk cId="3413238380" sldId="275"/>
            <ac:spMk id="9" creationId="{1247A527-7103-1927-4B9D-0177A59A86A4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58:10.369" v="1625" actId="1076"/>
          <ac:spMkLst>
            <pc:docMk/>
            <pc:sldMk cId="3413238380" sldId="275"/>
            <ac:spMk id="10" creationId="{61D3BDED-2B13-6C0F-507E-F59F134536DA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1:58:51.712" v="1634" actId="6549"/>
          <ac:spMkLst>
            <pc:docMk/>
            <pc:sldMk cId="3413238380" sldId="275"/>
            <ac:spMk id="11" creationId="{92F9769D-BDB3-E80D-71A6-16966EF6B950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2:13:53.593" v="1715" actId="692"/>
          <ac:spMkLst>
            <pc:docMk/>
            <pc:sldMk cId="3413238380" sldId="275"/>
            <ac:spMk id="12" creationId="{70F37326-090B-2D31-F8DA-815442DABF4B}"/>
          </ac:spMkLst>
        </pc:spChg>
        <pc:graphicFrameChg chg="add mod">
          <ac:chgData name="FISHER Tracey [Willetton Senior High School]" userId="6c68e3c1-f1d8-49cf-bb6a-eea68a044eb3" providerId="ADAL" clId="{46CEF2E6-20E0-4512-B9B3-4015A4D0AF4F}" dt="2023-10-16T11:57:35.721" v="1618" actId="1076"/>
          <ac:graphicFrameMkLst>
            <pc:docMk/>
            <pc:sldMk cId="3413238380" sldId="275"/>
            <ac:graphicFrameMk id="3" creationId="{DBFFE9C1-780D-185C-6F41-8AD4D78EA05B}"/>
          </ac:graphicFrameMkLst>
        </pc:graphicFrameChg>
        <pc:graphicFrameChg chg="add mod">
          <ac:chgData name="FISHER Tracey [Willetton Senior High School]" userId="6c68e3c1-f1d8-49cf-bb6a-eea68a044eb3" providerId="ADAL" clId="{46CEF2E6-20E0-4512-B9B3-4015A4D0AF4F}" dt="2023-10-16T11:57:40.354" v="1619" actId="1076"/>
          <ac:graphicFrameMkLst>
            <pc:docMk/>
            <pc:sldMk cId="3413238380" sldId="275"/>
            <ac:graphicFrameMk id="4" creationId="{D82893F2-FA2B-149C-86FA-E301A15F9B11}"/>
          </ac:graphicFrameMkLst>
        </pc:graphicFrameChg>
        <pc:picChg chg="add mod">
          <ac:chgData name="FISHER Tracey [Willetton Senior High School]" userId="6c68e3c1-f1d8-49cf-bb6a-eea68a044eb3" providerId="ADAL" clId="{46CEF2E6-20E0-4512-B9B3-4015A4D0AF4F}" dt="2023-10-16T11:57:42.337" v="1620" actId="1076"/>
          <ac:picMkLst>
            <pc:docMk/>
            <pc:sldMk cId="3413238380" sldId="275"/>
            <ac:picMk id="6" creationId="{902E260E-5264-8054-64B1-0B300371ACA4}"/>
          </ac:picMkLst>
        </pc:picChg>
      </pc:sldChg>
      <pc:sldChg chg="addSp modSp new mod modAnim">
        <pc:chgData name="FISHER Tracey [Willetton Senior High School]" userId="6c68e3c1-f1d8-49cf-bb6a-eea68a044eb3" providerId="ADAL" clId="{46CEF2E6-20E0-4512-B9B3-4015A4D0AF4F}" dt="2023-10-16T12:09:48.505" v="1703" actId="14100"/>
        <pc:sldMkLst>
          <pc:docMk/>
          <pc:sldMk cId="2064085919" sldId="276"/>
        </pc:sldMkLst>
        <pc:spChg chg="add mod ord">
          <ac:chgData name="FISHER Tracey [Willetton Senior High School]" userId="6c68e3c1-f1d8-49cf-bb6a-eea68a044eb3" providerId="ADAL" clId="{46CEF2E6-20E0-4512-B9B3-4015A4D0AF4F}" dt="2023-10-16T12:02:52.101" v="1669" actId="170"/>
          <ac:spMkLst>
            <pc:docMk/>
            <pc:sldMk cId="2064085919" sldId="276"/>
            <ac:spMk id="2" creationId="{93E499D9-B5D2-1B9D-C737-32A230EE0856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2:08:18.770" v="1693" actId="1076"/>
          <ac:spMkLst>
            <pc:docMk/>
            <pc:sldMk cId="2064085919" sldId="276"/>
            <ac:spMk id="9" creationId="{43328BD7-10D6-F8C0-20A7-1B27EECBCF45}"/>
          </ac:spMkLst>
        </pc:spChg>
        <pc:spChg chg="add mod">
          <ac:chgData name="FISHER Tracey [Willetton Senior High School]" userId="6c68e3c1-f1d8-49cf-bb6a-eea68a044eb3" providerId="ADAL" clId="{46CEF2E6-20E0-4512-B9B3-4015A4D0AF4F}" dt="2023-10-16T12:09:48.505" v="1703" actId="14100"/>
          <ac:spMkLst>
            <pc:docMk/>
            <pc:sldMk cId="2064085919" sldId="276"/>
            <ac:spMk id="11" creationId="{CDBD582B-818D-4388-1F6A-7858F2422801}"/>
          </ac:spMkLst>
        </pc:spChg>
        <pc:graphicFrameChg chg="add mod">
          <ac:chgData name="FISHER Tracey [Willetton Senior High School]" userId="6c68e3c1-f1d8-49cf-bb6a-eea68a044eb3" providerId="ADAL" clId="{46CEF2E6-20E0-4512-B9B3-4015A4D0AF4F}" dt="2023-10-16T12:01:34.576" v="1659" actId="1076"/>
          <ac:graphicFrameMkLst>
            <pc:docMk/>
            <pc:sldMk cId="2064085919" sldId="276"/>
            <ac:graphicFrameMk id="4" creationId="{050C8AEE-0563-F6DF-F7CE-1352E3B8DF83}"/>
          </ac:graphicFrameMkLst>
        </pc:graphicFrameChg>
        <pc:graphicFrameChg chg="add mod">
          <ac:chgData name="FISHER Tracey [Willetton Senior High School]" userId="6c68e3c1-f1d8-49cf-bb6a-eea68a044eb3" providerId="ADAL" clId="{46CEF2E6-20E0-4512-B9B3-4015A4D0AF4F}" dt="2023-10-16T12:08:00.096" v="1690" actId="1076"/>
          <ac:graphicFrameMkLst>
            <pc:docMk/>
            <pc:sldMk cId="2064085919" sldId="276"/>
            <ac:graphicFrameMk id="6" creationId="{EDDDFD67-6258-79F3-103D-DEB7F3A919FA}"/>
          </ac:graphicFrameMkLst>
        </pc:graphicFrameChg>
        <pc:graphicFrameChg chg="add mod">
          <ac:chgData name="FISHER Tracey [Willetton Senior High School]" userId="6c68e3c1-f1d8-49cf-bb6a-eea68a044eb3" providerId="ADAL" clId="{46CEF2E6-20E0-4512-B9B3-4015A4D0AF4F}" dt="2023-10-16T12:07:57.536" v="1689" actId="1076"/>
          <ac:graphicFrameMkLst>
            <pc:docMk/>
            <pc:sldMk cId="2064085919" sldId="276"/>
            <ac:graphicFrameMk id="7" creationId="{303B7FC3-CCE7-59D7-DE4E-F2DBB3F8E8F9}"/>
          </ac:graphicFrameMkLst>
        </pc:graphicFrameChg>
        <pc:graphicFrameChg chg="add mod">
          <ac:chgData name="FISHER Tracey [Willetton Senior High School]" userId="6c68e3c1-f1d8-49cf-bb6a-eea68a044eb3" providerId="ADAL" clId="{46CEF2E6-20E0-4512-B9B3-4015A4D0AF4F}" dt="2023-10-16T12:09:38.752" v="1700" actId="1076"/>
          <ac:graphicFrameMkLst>
            <pc:docMk/>
            <pc:sldMk cId="2064085919" sldId="276"/>
            <ac:graphicFrameMk id="8" creationId="{85FD98BE-797B-BDDB-27FA-B2553B0D0235}"/>
          </ac:graphicFrameMkLst>
        </pc:graphicFrameChg>
        <pc:graphicFrameChg chg="add mod">
          <ac:chgData name="FISHER Tracey [Willetton Senior High School]" userId="6c68e3c1-f1d8-49cf-bb6a-eea68a044eb3" providerId="ADAL" clId="{46CEF2E6-20E0-4512-B9B3-4015A4D0AF4F}" dt="2023-10-16T12:08:29.362" v="1694"/>
          <ac:graphicFrameMkLst>
            <pc:docMk/>
            <pc:sldMk cId="2064085919" sldId="276"/>
            <ac:graphicFrameMk id="10" creationId="{BA46922F-6026-56A4-65C6-16C791DE381C}"/>
          </ac:graphicFrameMkLst>
        </pc:graphicFrameChg>
        <pc:picChg chg="add mod">
          <ac:chgData name="FISHER Tracey [Willetton Senior High School]" userId="6c68e3c1-f1d8-49cf-bb6a-eea68a044eb3" providerId="ADAL" clId="{46CEF2E6-20E0-4512-B9B3-4015A4D0AF4F}" dt="2023-10-16T12:02:41.105" v="1668" actId="14100"/>
          <ac:picMkLst>
            <pc:docMk/>
            <pc:sldMk cId="2064085919" sldId="276"/>
            <ac:picMk id="3" creationId="{0F1D4C33-AEC0-0D45-2053-4FABDEE235E6}"/>
          </ac:picMkLst>
        </pc:picChg>
        <pc:picChg chg="add mod modCrop">
          <ac:chgData name="FISHER Tracey [Willetton Senior High School]" userId="6c68e3c1-f1d8-49cf-bb6a-eea68a044eb3" providerId="ADAL" clId="{46CEF2E6-20E0-4512-B9B3-4015A4D0AF4F}" dt="2023-10-16T12:02:36.627" v="1667" actId="1076"/>
          <ac:picMkLst>
            <pc:docMk/>
            <pc:sldMk cId="2064085919" sldId="276"/>
            <ac:picMk id="5" creationId="{1B89561B-C5BA-39AC-AA46-94BD5F76A9B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D3B91-A616-4322-8702-765BB7FD6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A8484-AFE5-492D-B065-238ECB1B2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3A81A-6BE0-4406-882E-63C6BB9F6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4827-A2EA-4ED8-B5A0-E0F5D36F661B}" type="datetimeFigureOut">
              <a:rPr lang="en-AU" smtClean="0"/>
              <a:t>16/10/2023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8F06F-AD54-44BB-8E96-5C4EB298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31FDE-AC97-4A63-9072-B5812B92E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4B96-ECF1-475C-A089-51F05DB0B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1855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22F9E-4E59-4C30-AF09-AC090D011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C62D2-F09A-4C3B-B709-44AAFF856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009AC-FE05-455D-BB1E-F8E0B60E7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4827-A2EA-4ED8-B5A0-E0F5D36F661B}" type="datetimeFigureOut">
              <a:rPr lang="en-AU" smtClean="0"/>
              <a:t>16/10/2023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0A37E-CFA9-44BE-8369-C50344CE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0922D-93FB-4587-A008-9233642A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4B96-ECF1-475C-A089-51F05DB0B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61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D205-64E5-44EF-BF4B-CE3B606D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5E2D9-7047-4E0E-8657-9271272C8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8738B-BEE8-433B-9CF5-36863698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4827-A2EA-4ED8-B5A0-E0F5D36F661B}" type="datetimeFigureOut">
              <a:rPr lang="en-AU" smtClean="0"/>
              <a:t>16/10/2023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FB8EC-B6C4-4D22-AADC-3FC535EC0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E4D99-31E2-469F-A5C6-26A8EE27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4B96-ECF1-475C-A089-51F05DB0B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58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D66F6-0BCE-4533-81DA-55F04BB6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14E09-1FEE-452E-A856-D7DD4B09A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BB3D3-6B61-49C5-AF51-BA1A52CF5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F1EAE-6925-4436-B04E-DA3AA172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4827-A2EA-4ED8-B5A0-E0F5D36F661B}" type="datetimeFigureOut">
              <a:rPr lang="en-AU" smtClean="0"/>
              <a:t>16/10/2023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70959-A410-4DDE-8269-187573C0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E44D6-9334-49E6-BF40-F2A51AC51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4B96-ECF1-475C-A089-51F05DB0B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835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DD467-2ACF-454A-817C-3D6EE48B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7A578-D0FD-43B2-9429-47B8235B9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A44D3-7F00-49D6-97CB-F8682E9AC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09B34-4944-4228-9D96-0C6C61976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840897-222A-4F4C-BD8D-A1BB8D09A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A0B63E-EA97-455F-ADAD-90EF4C2F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4827-A2EA-4ED8-B5A0-E0F5D36F661B}" type="datetimeFigureOut">
              <a:rPr lang="en-AU" smtClean="0"/>
              <a:t>16/10/2023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A8309-2D2A-43D3-A8D0-9AAADAD8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DC2D25-A7AE-4727-9795-171980E1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4B96-ECF1-475C-A089-51F05DB0B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619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50EE-960C-4A13-AE69-614DC5694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731ED4-5A29-461B-9375-7CFF719E2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4827-A2EA-4ED8-B5A0-E0F5D36F661B}" type="datetimeFigureOut">
              <a:rPr lang="en-AU" smtClean="0"/>
              <a:t>16/10/2023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FD364-D36B-4A10-9502-90A7904E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A0C2E-EC94-4800-A132-12459936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4B96-ECF1-475C-A089-51F05DB0B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76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6C753-5EDF-467C-B8A8-C576040C6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4827-A2EA-4ED8-B5A0-E0F5D36F661B}" type="datetimeFigureOut">
              <a:rPr lang="en-AU" smtClean="0"/>
              <a:t>16/10/2023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D0510-18B3-4AAB-A01A-D31159E8F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C95BB-E0BA-400F-AEDF-1F32F064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4B96-ECF1-475C-A089-51F05DB0B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8619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5702-CDD7-45D7-9D87-4A355A41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37648-1411-49EE-ACD2-2225C9BBA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AD5F5-D0B8-47CC-9590-1F3A37B5B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07E4D-B698-4F9A-99F7-042E23EE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4827-A2EA-4ED8-B5A0-E0F5D36F661B}" type="datetimeFigureOut">
              <a:rPr lang="en-AU" smtClean="0"/>
              <a:t>16/10/2023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28673-70EE-4BCE-A5B4-3319E659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F3E0F-FE0C-4DDA-8807-DE8EAD47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4B96-ECF1-475C-A089-51F05DB0B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6388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416E-C31B-4D2D-96AD-7CD08CCD3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93A91-607F-42A8-A726-76C2C710A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AA42E0-CCAE-4ED0-AF64-4CBA856B2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FB2B4-9A9B-4FAF-9AAF-31A320D7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4827-A2EA-4ED8-B5A0-E0F5D36F661B}" type="datetimeFigureOut">
              <a:rPr lang="en-AU" smtClean="0"/>
              <a:t>16/10/2023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C32AD-A0C5-4326-AC3F-04E3DC01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3C2A8-F244-4A32-9FC7-429DF66C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4B96-ECF1-475C-A089-51F05DB0B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7926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362DA-300A-4C5A-BFF1-60A30E070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BEC22-3D34-4B32-90F8-84D920E0B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DD3D6-713D-4E02-8778-8AC2B639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4827-A2EA-4ED8-B5A0-E0F5D36F661B}" type="datetimeFigureOut">
              <a:rPr lang="en-AU" smtClean="0"/>
              <a:t>16/10/2023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61FE7-18BB-4CFC-914A-F5FD2960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4F62E-7279-465F-9541-2BBB4E3E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4B96-ECF1-475C-A089-51F05DB0B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607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67E76-E88B-4943-B9D6-E67F3EBA6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F20F0-C758-468B-97DB-F822E092F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40964-25B0-4655-8C03-33B3A7EC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4827-A2EA-4ED8-B5A0-E0F5D36F661B}" type="datetimeFigureOut">
              <a:rPr lang="en-AU" smtClean="0"/>
              <a:t>16/10/2023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9851B-2351-4228-8874-412400DCC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AECDB-6237-46E7-AC8E-72737EA9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4B96-ECF1-475C-A089-51F05DB0B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493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96B2FD-752B-4254-B400-BAB757D5F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9AEA8-752F-4D7C-8A94-476E46C8F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AED75-93F5-4A0A-815C-281DEAA25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4827-A2EA-4ED8-B5A0-E0F5D36F661B}" type="datetimeFigureOut">
              <a:rPr lang="en-AU" smtClean="0"/>
              <a:t>16/10/2023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6CBEC-015A-4F41-9DC2-93064C66C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935B9-F39D-48FF-A02E-59829D77D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4B96-ECF1-475C-A089-51F05DB0B2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55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1.w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34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9.wmf"/><Relationship Id="rId9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wmf"/><Relationship Id="rId4" Type="http://schemas.openxmlformats.org/officeDocument/2006/relationships/oleObject" Target="../embeddings/oleObject1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53.emf"/><Relationship Id="rId3" Type="http://schemas.openxmlformats.org/officeDocument/2006/relationships/oleObject" Target="../embeddings/oleObject16.bin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20.bin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52.wmf"/><Relationship Id="rId5" Type="http://schemas.openxmlformats.org/officeDocument/2006/relationships/image" Target="../media/image49.png"/><Relationship Id="rId10" Type="http://schemas.openxmlformats.org/officeDocument/2006/relationships/oleObject" Target="../embeddings/oleObject19.bin"/><Relationship Id="rId4" Type="http://schemas.openxmlformats.org/officeDocument/2006/relationships/image" Target="../media/image48.wmf"/><Relationship Id="rId9" Type="http://schemas.openxmlformats.org/officeDocument/2006/relationships/image" Target="../media/image5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612C22-6438-466D-8C75-164079A463B3}"/>
              </a:ext>
            </a:extLst>
          </p:cNvPr>
          <p:cNvSpPr/>
          <p:nvPr/>
        </p:nvSpPr>
        <p:spPr>
          <a:xfrm>
            <a:off x="970674" y="704492"/>
            <a:ext cx="1074524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SUPERPOSITION AND INTERFERENCE</a:t>
            </a:r>
          </a:p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RESONANCE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1026" name="Picture 2" descr="16.10: Superposition and Interference - Physics LibreTexts">
            <a:extLst>
              <a:ext uri="{FF2B5EF4-FFF2-40B4-BE49-F238E27FC236}">
                <a16:creationId xmlns:a16="http://schemas.microsoft.com/office/drawing/2014/main" id="{D65DF792-9AFF-4094-AD55-DF809F0DC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511" y="2731409"/>
            <a:ext cx="3025811" cy="278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pact of Resonance &amp; Resonant Frequency in Audio Design | CUI Devices">
            <a:extLst>
              <a:ext uri="{FF2B5EF4-FFF2-40B4-BE49-F238E27FC236}">
                <a16:creationId xmlns:a16="http://schemas.microsoft.com/office/drawing/2014/main" id="{A31C1B25-55F5-4975-BDFC-0B73C6A92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868" y="2697192"/>
            <a:ext cx="5343634" cy="311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07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34A056-8418-4380-B996-117ED0214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581" y="1604863"/>
            <a:ext cx="5239275" cy="4389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3229F1-62F9-4516-87DE-DB148E012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56" y="1969951"/>
            <a:ext cx="4641550" cy="38719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FA284E-BABE-C844-C505-6C4AD1D0BDF6}"/>
              </a:ext>
            </a:extLst>
          </p:cNvPr>
          <p:cNvSpPr txBox="1"/>
          <p:nvPr/>
        </p:nvSpPr>
        <p:spPr>
          <a:xfrm>
            <a:off x="506129" y="178997"/>
            <a:ext cx="5239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accent6">
                    <a:lumMod val="75000"/>
                  </a:schemeClr>
                </a:solidFill>
              </a:rPr>
              <a:t>Superposition and Interference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03E92C-CBB1-7125-87E6-DB582F56CD7D}"/>
              </a:ext>
            </a:extLst>
          </p:cNvPr>
          <p:cNvSpPr txBox="1"/>
          <p:nvPr/>
        </p:nvSpPr>
        <p:spPr>
          <a:xfrm>
            <a:off x="1026964" y="655705"/>
            <a:ext cx="523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Constructive 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Interference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EFAF6-90E0-E273-0AE2-4C2D433FE408}"/>
              </a:ext>
            </a:extLst>
          </p:cNvPr>
          <p:cNvSpPr txBox="1"/>
          <p:nvPr/>
        </p:nvSpPr>
        <p:spPr>
          <a:xfrm>
            <a:off x="5938062" y="168215"/>
            <a:ext cx="6202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Interaction of waves, add waves vectorially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E597F-FF00-4D3C-BD6B-0B896B41A1ED}"/>
              </a:ext>
            </a:extLst>
          </p:cNvPr>
          <p:cNvSpPr txBox="1"/>
          <p:nvPr/>
        </p:nvSpPr>
        <p:spPr>
          <a:xfrm>
            <a:off x="633523" y="1110884"/>
            <a:ext cx="4813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70C0"/>
                </a:solidFill>
              </a:rPr>
              <a:t>Waves add to produce waves of larger displacement 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342A79-847E-7835-57C6-1FF55C0CE408}"/>
              </a:ext>
            </a:extLst>
          </p:cNvPr>
          <p:cNvSpPr txBox="1"/>
          <p:nvPr/>
        </p:nvSpPr>
        <p:spPr>
          <a:xfrm>
            <a:off x="6745316" y="629879"/>
            <a:ext cx="523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Destructive</a:t>
            </a:r>
            <a:r>
              <a:rPr lang="en-AU" sz="2400" b="1" dirty="0">
                <a:solidFill>
                  <a:srgbClr val="FF0000"/>
                </a:solidFill>
              </a:rPr>
              <a:t> 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 Interference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5102B5-24F2-D915-561A-EBF023F3027E}"/>
              </a:ext>
            </a:extLst>
          </p:cNvPr>
          <p:cNvSpPr txBox="1"/>
          <p:nvPr/>
        </p:nvSpPr>
        <p:spPr>
          <a:xfrm>
            <a:off x="5925761" y="998740"/>
            <a:ext cx="5777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70C0"/>
                </a:solidFill>
              </a:rPr>
              <a:t>Waves with opposite displacements add to produce waves of smaller displacement 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C6DC6-DF9D-48F8-6A52-40C4DB1C3793}"/>
              </a:ext>
            </a:extLst>
          </p:cNvPr>
          <p:cNvSpPr txBox="1"/>
          <p:nvPr/>
        </p:nvSpPr>
        <p:spPr>
          <a:xfrm>
            <a:off x="1339970" y="6022894"/>
            <a:ext cx="9926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After the waves travel past each other they go back to their original shape.</a:t>
            </a:r>
            <a:r>
              <a:rPr lang="en-AU" sz="2400" dirty="0">
                <a:solidFill>
                  <a:srgbClr val="0070C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87904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C42231-C83F-426B-BD28-2DDA1365A8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88"/>
          <a:stretch/>
        </p:blipFill>
        <p:spPr>
          <a:xfrm>
            <a:off x="1334458" y="1644770"/>
            <a:ext cx="9934846" cy="33758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B3DED3-0E92-4D5F-871F-9539F929BCF1}"/>
              </a:ext>
            </a:extLst>
          </p:cNvPr>
          <p:cNvSpPr txBox="1"/>
          <p:nvPr/>
        </p:nvSpPr>
        <p:spPr>
          <a:xfrm>
            <a:off x="3191774" y="615353"/>
            <a:ext cx="6038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COMPLETE </a:t>
            </a:r>
            <a:r>
              <a:rPr lang="en-AU" sz="2400" b="1" dirty="0">
                <a:solidFill>
                  <a:srgbClr val="FF0000"/>
                </a:solidFill>
              </a:rPr>
              <a:t>CONSTRUCTIVE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 INTERFERENCE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5194BF-56C6-40AF-84F1-57B72FB45892}"/>
              </a:ext>
            </a:extLst>
          </p:cNvPr>
          <p:cNvSpPr txBox="1"/>
          <p:nvPr/>
        </p:nvSpPr>
        <p:spPr>
          <a:xfrm>
            <a:off x="3706482" y="5495993"/>
            <a:ext cx="5690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COMPLETE </a:t>
            </a:r>
            <a:r>
              <a:rPr lang="en-AU" sz="2400" b="1" dirty="0">
                <a:solidFill>
                  <a:srgbClr val="0070C0"/>
                </a:solidFill>
              </a:rPr>
              <a:t>DESTRUCTIVE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 INTERFERENCE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DF1B41-6D7C-1E63-D5BF-D8C78C59E039}"/>
              </a:ext>
            </a:extLst>
          </p:cNvPr>
          <p:cNvSpPr txBox="1"/>
          <p:nvPr/>
        </p:nvSpPr>
        <p:spPr>
          <a:xfrm>
            <a:off x="1420483" y="1077018"/>
            <a:ext cx="8821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Waves are </a:t>
            </a:r>
            <a:r>
              <a:rPr lang="en-AU" sz="2400" b="1" dirty="0">
                <a:solidFill>
                  <a:srgbClr val="FF0000"/>
                </a:solidFill>
              </a:rPr>
              <a:t>in-phase</a:t>
            </a:r>
            <a:r>
              <a:rPr lang="en-AU" sz="2400" dirty="0"/>
              <a:t>, have the same </a:t>
            </a:r>
            <a:r>
              <a:rPr lang="en-AU" sz="2400" b="1" dirty="0">
                <a:solidFill>
                  <a:srgbClr val="FF0000"/>
                </a:solidFill>
              </a:rPr>
              <a:t>frequency</a:t>
            </a:r>
            <a:r>
              <a:rPr lang="en-AU" sz="2400" dirty="0"/>
              <a:t> and </a:t>
            </a:r>
            <a:r>
              <a:rPr lang="en-AU" sz="2400" b="1" dirty="0">
                <a:solidFill>
                  <a:srgbClr val="FF0000"/>
                </a:solidFill>
              </a:rPr>
              <a:t>amplitude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2B32E-DF48-76D9-C887-D113BA3D836B}"/>
              </a:ext>
            </a:extLst>
          </p:cNvPr>
          <p:cNvSpPr txBox="1"/>
          <p:nvPr/>
        </p:nvSpPr>
        <p:spPr>
          <a:xfrm>
            <a:off x="1641895" y="6011814"/>
            <a:ext cx="8821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Waves are 180° </a:t>
            </a:r>
            <a:r>
              <a:rPr lang="en-AU" sz="2400" b="1" dirty="0">
                <a:solidFill>
                  <a:srgbClr val="FF0000"/>
                </a:solidFill>
              </a:rPr>
              <a:t>out-phase</a:t>
            </a:r>
            <a:r>
              <a:rPr lang="en-AU" sz="2400" dirty="0"/>
              <a:t>, have the same </a:t>
            </a:r>
            <a:r>
              <a:rPr lang="en-AU" sz="2400" b="1" dirty="0">
                <a:solidFill>
                  <a:srgbClr val="FF0000"/>
                </a:solidFill>
              </a:rPr>
              <a:t>frequency</a:t>
            </a:r>
            <a:r>
              <a:rPr lang="en-AU" sz="2400" dirty="0"/>
              <a:t> and </a:t>
            </a:r>
            <a:r>
              <a:rPr lang="en-AU" sz="2400" b="1" dirty="0">
                <a:solidFill>
                  <a:srgbClr val="FF0000"/>
                </a:solidFill>
              </a:rPr>
              <a:t>amplitude</a:t>
            </a:r>
          </a:p>
        </p:txBody>
      </p:sp>
    </p:spTree>
    <p:extLst>
      <p:ext uri="{BB962C8B-B14F-4D97-AF65-F5344CB8AC3E}">
        <p14:creationId xmlns:p14="http://schemas.microsoft.com/office/powerpoint/2010/main" val="1561894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195AF2-EE07-5AE5-3ABB-B10A1F5891AA}"/>
              </a:ext>
            </a:extLst>
          </p:cNvPr>
          <p:cNvSpPr txBox="1"/>
          <p:nvPr/>
        </p:nvSpPr>
        <p:spPr>
          <a:xfrm>
            <a:off x="1006461" y="489547"/>
            <a:ext cx="5239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accent6">
                    <a:lumMod val="75000"/>
                  </a:schemeClr>
                </a:solidFill>
              </a:rPr>
              <a:t>Superposition and Interference</a:t>
            </a:r>
          </a:p>
        </p:txBody>
      </p:sp>
      <p:pic>
        <p:nvPicPr>
          <p:cNvPr id="1026" name="Picture 2" descr="Interference, Diffraction &amp; the Principle of Superposition">
            <a:extLst>
              <a:ext uri="{FF2B5EF4-FFF2-40B4-BE49-F238E27FC236}">
                <a16:creationId xmlns:a16="http://schemas.microsoft.com/office/drawing/2014/main" id="{95327781-934C-D7FE-A9DE-FCA80C094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91" y="1012767"/>
            <a:ext cx="6096000" cy="446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erference | Interference of Light | Microscopy Primer | Olympus LS">
            <a:extLst>
              <a:ext uri="{FF2B5EF4-FFF2-40B4-BE49-F238E27FC236}">
                <a16:creationId xmlns:a16="http://schemas.microsoft.com/office/drawing/2014/main" id="{5D9A9F6B-D670-EA53-CF37-083C368BF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891" y="568264"/>
            <a:ext cx="5716887" cy="400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76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E1E6DB-3001-9D49-23EB-94B54C45D1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99" t="1519"/>
          <a:stretch/>
        </p:blipFill>
        <p:spPr>
          <a:xfrm>
            <a:off x="2731697" y="2041585"/>
            <a:ext cx="8280045" cy="43304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AF103C-0E05-63D6-2AA3-45F327A2C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294" y="485955"/>
            <a:ext cx="7512574" cy="6114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E2C5FA-C8F5-73C1-F1EE-48EE42A3E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84" y="1580249"/>
            <a:ext cx="1448259" cy="61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5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ise-Cancellation | Ask a Mathematician / Ask a Physicist">
            <a:extLst>
              <a:ext uri="{FF2B5EF4-FFF2-40B4-BE49-F238E27FC236}">
                <a16:creationId xmlns:a16="http://schemas.microsoft.com/office/drawing/2014/main" id="{63E6A2AE-1882-EBE0-D4A6-A82B391DC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982" y="1674464"/>
            <a:ext cx="6732288" cy="419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F2FF0A-42F3-BF54-A90E-4B92B2CB7684}"/>
              </a:ext>
            </a:extLst>
          </p:cNvPr>
          <p:cNvSpPr txBox="1"/>
          <p:nvPr/>
        </p:nvSpPr>
        <p:spPr>
          <a:xfrm>
            <a:off x="3370053" y="603849"/>
            <a:ext cx="45950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Noise Cancelling Earphones</a:t>
            </a:r>
          </a:p>
        </p:txBody>
      </p:sp>
    </p:spTree>
    <p:extLst>
      <p:ext uri="{BB962C8B-B14F-4D97-AF65-F5344CB8AC3E}">
        <p14:creationId xmlns:p14="http://schemas.microsoft.com/office/powerpoint/2010/main" val="83702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A8C1C2-5CDE-56FB-D061-B630262E6880}"/>
              </a:ext>
            </a:extLst>
          </p:cNvPr>
          <p:cNvSpPr txBox="1"/>
          <p:nvPr/>
        </p:nvSpPr>
        <p:spPr>
          <a:xfrm>
            <a:off x="5900467" y="293297"/>
            <a:ext cx="2398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RESONANCE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16E0C-8C04-8D3C-BE98-ED7ACE84C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17" y="256161"/>
            <a:ext cx="4679041" cy="30434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1CC420-A5CB-CCD7-5356-BC3397F9571F}"/>
              </a:ext>
            </a:extLst>
          </p:cNvPr>
          <p:cNvSpPr txBox="1"/>
          <p:nvPr/>
        </p:nvSpPr>
        <p:spPr>
          <a:xfrm>
            <a:off x="6096000" y="814825"/>
            <a:ext cx="5497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All objects vibrate at a 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natural frequency </a:t>
            </a:r>
            <a:r>
              <a:rPr lang="en-AU" sz="2400" dirty="0"/>
              <a:t>or </a:t>
            </a:r>
            <a:r>
              <a:rPr lang="en-AU" sz="2400" b="1" dirty="0">
                <a:solidFill>
                  <a:srgbClr val="FF0000"/>
                </a:solidFill>
              </a:rPr>
              <a:t>resonant frequency </a:t>
            </a:r>
          </a:p>
        </p:txBody>
      </p:sp>
      <p:pic>
        <p:nvPicPr>
          <p:cNvPr id="2050" name="Picture 2" descr="oscillators - Forced Oscillations &amp; Resonance - Physics Stack Exchange">
            <a:extLst>
              <a:ext uri="{FF2B5EF4-FFF2-40B4-BE49-F238E27FC236}">
                <a16:creationId xmlns:a16="http://schemas.microsoft.com/office/drawing/2014/main" id="{DB289A97-13A8-8B23-8688-95B1136CB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83" y="3679975"/>
            <a:ext cx="4591050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DF94D8-E00F-6E24-9AC4-2CF86883045D}"/>
              </a:ext>
            </a:extLst>
          </p:cNvPr>
          <p:cNvSpPr txBox="1"/>
          <p:nvPr/>
        </p:nvSpPr>
        <p:spPr>
          <a:xfrm>
            <a:off x="6869642" y="2280948"/>
            <a:ext cx="362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Resonance occurs when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045C62-77C9-28BC-FC7C-E7CBB53113BA}"/>
              </a:ext>
            </a:extLst>
          </p:cNvPr>
          <p:cNvSpPr txBox="1"/>
          <p:nvPr/>
        </p:nvSpPr>
        <p:spPr>
          <a:xfrm>
            <a:off x="6096000" y="2720203"/>
            <a:ext cx="5497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Forcing frequency </a:t>
            </a:r>
            <a:r>
              <a:rPr lang="en-AU" sz="2400" dirty="0"/>
              <a:t>= </a:t>
            </a:r>
            <a:r>
              <a:rPr lang="en-AU" sz="2400" b="1" dirty="0">
                <a:solidFill>
                  <a:srgbClr val="FF0000"/>
                </a:solidFill>
              </a:rPr>
              <a:t>resonant frequency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E3CBB-99FE-BEB5-1586-384DD11FC9E9}"/>
              </a:ext>
            </a:extLst>
          </p:cNvPr>
          <p:cNvSpPr txBox="1"/>
          <p:nvPr/>
        </p:nvSpPr>
        <p:spPr>
          <a:xfrm>
            <a:off x="207034" y="3611592"/>
            <a:ext cx="1167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Forcing frequency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C2718-F45C-2859-A58C-6CBDBEE282EE}"/>
              </a:ext>
            </a:extLst>
          </p:cNvPr>
          <p:cNvSpPr txBox="1"/>
          <p:nvPr/>
        </p:nvSpPr>
        <p:spPr>
          <a:xfrm>
            <a:off x="2303253" y="3755365"/>
            <a:ext cx="1167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natural frequency of the </a:t>
            </a:r>
          </a:p>
          <a:p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swing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113313-AB94-CEE6-0DDC-CE366660C96D}"/>
              </a:ext>
            </a:extLst>
          </p:cNvPr>
          <p:cNvSpPr/>
          <p:nvPr/>
        </p:nvSpPr>
        <p:spPr>
          <a:xfrm>
            <a:off x="5900467" y="1990732"/>
            <a:ext cx="5814205" cy="1503761"/>
          </a:xfrm>
          <a:prstGeom prst="rect">
            <a:avLst/>
          </a:prstGeom>
          <a:noFill/>
          <a:ln w="666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7D12CA-B73D-D030-9770-30A1ED41A5C3}"/>
              </a:ext>
            </a:extLst>
          </p:cNvPr>
          <p:cNvSpPr txBox="1"/>
          <p:nvPr/>
        </p:nvSpPr>
        <p:spPr>
          <a:xfrm>
            <a:off x="5900467" y="3679975"/>
            <a:ext cx="54979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7030A0"/>
                </a:solidFill>
              </a:rPr>
              <a:t>Effects of Resonance</a:t>
            </a:r>
          </a:p>
          <a:p>
            <a:endParaRPr lang="en-A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The </a:t>
            </a:r>
            <a:r>
              <a:rPr lang="en-AU" sz="2400" b="1" dirty="0">
                <a:solidFill>
                  <a:srgbClr val="FF0000"/>
                </a:solidFill>
              </a:rPr>
              <a:t>amplitude</a:t>
            </a:r>
            <a:r>
              <a:rPr lang="en-AU" sz="2400" dirty="0"/>
              <a:t> of oscillations within the </a:t>
            </a:r>
            <a:r>
              <a:rPr lang="en-AU" sz="2400" b="1" dirty="0">
                <a:solidFill>
                  <a:srgbClr val="FF0000"/>
                </a:solidFill>
              </a:rPr>
              <a:t>resonant object </a:t>
            </a:r>
            <a:r>
              <a:rPr lang="en-AU" sz="2400" b="1" dirty="0">
                <a:solidFill>
                  <a:schemeClr val="accent1"/>
                </a:solidFill>
              </a:rPr>
              <a:t>increase</a:t>
            </a:r>
            <a:r>
              <a:rPr lang="en-AU" sz="2400" dirty="0"/>
              <a:t> dramatically.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rgbClr val="FF0000"/>
                </a:solidFill>
              </a:rPr>
              <a:t>Maximum possible energy </a:t>
            </a:r>
            <a:r>
              <a:rPr lang="en-AU" sz="2400" dirty="0"/>
              <a:t>from the source creating the forced vibration is </a:t>
            </a:r>
            <a:r>
              <a:rPr lang="en-AU" sz="2400" b="1" dirty="0">
                <a:solidFill>
                  <a:srgbClr val="0070C0"/>
                </a:solidFill>
              </a:rPr>
              <a:t>transferred</a:t>
            </a:r>
            <a:r>
              <a:rPr lang="en-AU" sz="2400" dirty="0"/>
              <a:t> to the resonating object.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5294C2-6D4B-DBE2-11B3-4857A6EEE158}"/>
              </a:ext>
            </a:extLst>
          </p:cNvPr>
          <p:cNvSpPr txBox="1"/>
          <p:nvPr/>
        </p:nvSpPr>
        <p:spPr>
          <a:xfrm>
            <a:off x="9660194" y="293297"/>
            <a:ext cx="1585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i="1" dirty="0"/>
              <a:t>Pearson 10.4</a:t>
            </a:r>
          </a:p>
        </p:txBody>
      </p:sp>
    </p:spTree>
    <p:extLst>
      <p:ext uri="{BB962C8B-B14F-4D97-AF65-F5344CB8AC3E}">
        <p14:creationId xmlns:p14="http://schemas.microsoft.com/office/powerpoint/2010/main" val="273340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ADC209-FDAB-F046-7EA1-BFF4D54464DB}"/>
              </a:ext>
            </a:extLst>
          </p:cNvPr>
          <p:cNvSpPr txBox="1"/>
          <p:nvPr/>
        </p:nvSpPr>
        <p:spPr>
          <a:xfrm>
            <a:off x="4705847" y="234303"/>
            <a:ext cx="3427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STANDING WAVES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A1FDDD-92E2-CB6B-EBE5-6BDBAA4D601A}"/>
              </a:ext>
            </a:extLst>
          </p:cNvPr>
          <p:cNvSpPr txBox="1"/>
          <p:nvPr/>
        </p:nvSpPr>
        <p:spPr>
          <a:xfrm>
            <a:off x="589935" y="583007"/>
            <a:ext cx="11444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Standing waves </a:t>
            </a:r>
            <a:r>
              <a:rPr lang="en-AU" sz="2400" dirty="0"/>
              <a:t>are formed from two waves of </a:t>
            </a:r>
            <a:r>
              <a:rPr lang="en-AU" sz="2400" b="1" dirty="0">
                <a:solidFill>
                  <a:schemeClr val="accent1"/>
                </a:solidFill>
              </a:rPr>
              <a:t>same frequency </a:t>
            </a:r>
            <a:r>
              <a:rPr lang="en-AU" sz="2400" dirty="0"/>
              <a:t>and </a:t>
            </a:r>
            <a:r>
              <a:rPr lang="en-AU" sz="2400" b="1" dirty="0">
                <a:solidFill>
                  <a:schemeClr val="accent1"/>
                </a:solidFill>
              </a:rPr>
              <a:t>amplitude</a:t>
            </a:r>
          </a:p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travelling</a:t>
            </a:r>
            <a:r>
              <a:rPr lang="en-AU" sz="2400" dirty="0"/>
              <a:t> in opposite  directions.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1CA39F-8AE6-2D98-3AF0-7E6775390AB2}"/>
              </a:ext>
            </a:extLst>
          </p:cNvPr>
          <p:cNvSpPr txBox="1"/>
          <p:nvPr/>
        </p:nvSpPr>
        <p:spPr>
          <a:xfrm>
            <a:off x="503289" y="1329218"/>
            <a:ext cx="6701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/>
              <a:t>One wave is often the reflection of the other.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D9D840-4533-DF5B-298B-D42484D75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15" y="1904321"/>
            <a:ext cx="6582868" cy="1520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967E3B-7C23-D24A-0E24-3E451534F848}"/>
              </a:ext>
            </a:extLst>
          </p:cNvPr>
          <p:cNvSpPr txBox="1"/>
          <p:nvPr/>
        </p:nvSpPr>
        <p:spPr>
          <a:xfrm>
            <a:off x="8133734" y="1890515"/>
            <a:ext cx="31887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Fixed end </a:t>
            </a:r>
            <a:r>
              <a:rPr lang="en-AU" sz="2400" dirty="0"/>
              <a:t>– wave inverts on reflection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10967-D8D3-A438-4A98-D85AB5E4EA78}"/>
              </a:ext>
            </a:extLst>
          </p:cNvPr>
          <p:cNvSpPr txBox="1"/>
          <p:nvPr/>
        </p:nvSpPr>
        <p:spPr>
          <a:xfrm>
            <a:off x="589934" y="3460519"/>
            <a:ext cx="11444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Shaking the rope at just the</a:t>
            </a:r>
            <a:r>
              <a:rPr lang="en-AU" sz="2400" b="1" dirty="0">
                <a:solidFill>
                  <a:srgbClr val="FF0000"/>
                </a:solidFill>
              </a:rPr>
              <a:t> right frequency </a:t>
            </a:r>
            <a:r>
              <a:rPr lang="en-AU" sz="2400" dirty="0"/>
              <a:t>will result in new wave that interferes and appears to form a single , larger amplitude </a:t>
            </a:r>
            <a:r>
              <a:rPr lang="en-AU" sz="2400" b="1" dirty="0">
                <a:solidFill>
                  <a:srgbClr val="FF0000"/>
                </a:solidFill>
              </a:rPr>
              <a:t>standing wave.</a:t>
            </a:r>
            <a:endParaRPr lang="en-AU" sz="2400" dirty="0"/>
          </a:p>
        </p:txBody>
      </p:sp>
      <p:pic>
        <p:nvPicPr>
          <p:cNvPr id="4098" name="Picture 2" descr="Standing waves review (article) | Waves | Khan Academy">
            <a:extLst>
              <a:ext uri="{FF2B5EF4-FFF2-40B4-BE49-F238E27FC236}">
                <a16:creationId xmlns:a16="http://schemas.microsoft.com/office/drawing/2014/main" id="{4EDE290F-C252-718D-0262-DAE3FF02F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833" y="4286392"/>
            <a:ext cx="5687960" cy="248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0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4ACBD8-F366-EB43-6724-A768F337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56" y="203086"/>
            <a:ext cx="7100271" cy="62831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B0FC99-55B8-8D56-D60F-820EE2B8E5BD}"/>
              </a:ext>
            </a:extLst>
          </p:cNvPr>
          <p:cNvSpPr txBox="1"/>
          <p:nvPr/>
        </p:nvSpPr>
        <p:spPr>
          <a:xfrm>
            <a:off x="8052620" y="958646"/>
            <a:ext cx="4041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Two waves completely superimposed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Complete constructive interference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5125E67-53DA-E773-D3AD-FCC687E5B8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865359"/>
              </p:ext>
            </p:extLst>
          </p:nvPr>
        </p:nvGraphicFramePr>
        <p:xfrm>
          <a:off x="347256" y="859965"/>
          <a:ext cx="774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0" imgH="672840" progId="Equation.DSMT4">
                  <p:embed/>
                </p:oleObj>
              </mc:Choice>
              <mc:Fallback>
                <p:oleObj name="Equation" r:id="rId3" imgW="774360" imgH="6728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5125E67-53DA-E773-D3AD-FCC687E5B8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256" y="859965"/>
                        <a:ext cx="7747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2E47BC9-346F-D465-0C17-84A662BE9B83}"/>
              </a:ext>
            </a:extLst>
          </p:cNvPr>
          <p:cNvSpPr txBox="1"/>
          <p:nvPr/>
        </p:nvSpPr>
        <p:spPr>
          <a:xfrm>
            <a:off x="8052619" y="1914260"/>
            <a:ext cx="4041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Waves have each moved </a:t>
            </a:r>
          </a:p>
          <a:p>
            <a:r>
              <a:rPr lang="en-AU" sz="2000" dirty="0"/>
              <a:t>180° out of phase</a:t>
            </a:r>
          </a:p>
          <a:p>
            <a:r>
              <a:rPr lang="en-AU" sz="2000" b="1" dirty="0">
                <a:solidFill>
                  <a:schemeClr val="accent1"/>
                </a:solidFill>
              </a:rPr>
              <a:t>Complete destructive interference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8D419E8-601A-40D7-B8F4-3EB90556F6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996796"/>
              </p:ext>
            </p:extLst>
          </p:nvPr>
        </p:nvGraphicFramePr>
        <p:xfrm>
          <a:off x="346075" y="2930525"/>
          <a:ext cx="774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672840" progId="Equation.DSMT4">
                  <p:embed/>
                </p:oleObj>
              </mc:Choice>
              <mc:Fallback>
                <p:oleObj name="Equation" r:id="rId5" imgW="774360" imgH="6728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8D419E8-601A-40D7-B8F4-3EB90556F6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6075" y="2930525"/>
                        <a:ext cx="7747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0E9059D-14AE-EB72-459F-D8348046F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094334"/>
              </p:ext>
            </p:extLst>
          </p:nvPr>
        </p:nvGraphicFramePr>
        <p:xfrm>
          <a:off x="10825163" y="1831975"/>
          <a:ext cx="381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0880" imgH="495000" progId="Equation.DSMT4">
                  <p:embed/>
                </p:oleObj>
              </mc:Choice>
              <mc:Fallback>
                <p:oleObj name="Equation" r:id="rId7" imgW="380880" imgH="4950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0E9059D-14AE-EB72-459F-D8348046F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825163" y="1831975"/>
                        <a:ext cx="3810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2697206-F191-7D0E-3CCE-A7FF502ED9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968751"/>
              </p:ext>
            </p:extLst>
          </p:nvPr>
        </p:nvGraphicFramePr>
        <p:xfrm>
          <a:off x="347256" y="1922710"/>
          <a:ext cx="774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4360" imgH="672840" progId="Equation.DSMT4">
                  <p:embed/>
                </p:oleObj>
              </mc:Choice>
              <mc:Fallback>
                <p:oleObj name="Equation" r:id="rId9" imgW="774360" imgH="6728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62697206-F191-7D0E-3CCE-A7FF502ED9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7256" y="1922710"/>
                        <a:ext cx="7747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CB0A198-329C-8D5C-BEC6-ED1998494D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957991"/>
              </p:ext>
            </p:extLst>
          </p:nvPr>
        </p:nvGraphicFramePr>
        <p:xfrm>
          <a:off x="454025" y="4083050"/>
          <a:ext cx="558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58720" imgH="241200" progId="Equation.DSMT4">
                  <p:embed/>
                </p:oleObj>
              </mc:Choice>
              <mc:Fallback>
                <p:oleObj name="Equation" r:id="rId11" imgW="558720" imgH="2412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CB0A198-329C-8D5C-BEC6-ED1998494D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4025" y="4083050"/>
                        <a:ext cx="558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327372E-CF14-DC49-6929-76E67624FE20}"/>
              </a:ext>
            </a:extLst>
          </p:cNvPr>
          <p:cNvSpPr txBox="1"/>
          <p:nvPr/>
        </p:nvSpPr>
        <p:spPr>
          <a:xfrm>
            <a:off x="8137423" y="3067020"/>
            <a:ext cx="4041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Complete constructive interference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037018-0EBF-5F30-5514-F5921938A04E}"/>
              </a:ext>
            </a:extLst>
          </p:cNvPr>
          <p:cNvSpPr txBox="1"/>
          <p:nvPr/>
        </p:nvSpPr>
        <p:spPr>
          <a:xfrm>
            <a:off x="8137423" y="3955623"/>
            <a:ext cx="6094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chemeClr val="accent1"/>
                </a:solidFill>
              </a:rPr>
              <a:t>Complete destructive interference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816E8-1291-E8D6-AA69-65A0203D2A6A}"/>
              </a:ext>
            </a:extLst>
          </p:cNvPr>
          <p:cNvSpPr txBox="1"/>
          <p:nvPr/>
        </p:nvSpPr>
        <p:spPr>
          <a:xfrm>
            <a:off x="8642556" y="5220906"/>
            <a:ext cx="6094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chemeClr val="accent6">
                    <a:lumMod val="75000"/>
                  </a:schemeClr>
                </a:solidFill>
              </a:rPr>
              <a:t>Forms a standing wave</a:t>
            </a:r>
          </a:p>
        </p:txBody>
      </p:sp>
    </p:spTree>
    <p:extLst>
      <p:ext uri="{BB962C8B-B14F-4D97-AF65-F5344CB8AC3E}">
        <p14:creationId xmlns:p14="http://schemas.microsoft.com/office/powerpoint/2010/main" val="191749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DC220C-622A-73FF-0D73-7B17CE01875C}"/>
              </a:ext>
            </a:extLst>
          </p:cNvPr>
          <p:cNvSpPr txBox="1"/>
          <p:nvPr/>
        </p:nvSpPr>
        <p:spPr>
          <a:xfrm>
            <a:off x="1971501" y="714996"/>
            <a:ext cx="7902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1"/>
                </a:solidFill>
              </a:rPr>
              <a:t>Antinodes and nodes are fixed for a particular frequency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3D4946-5378-9B6C-AE0B-E82BE76E9B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112"/>
          <a:stretch/>
        </p:blipFill>
        <p:spPr>
          <a:xfrm>
            <a:off x="1468077" y="1550148"/>
            <a:ext cx="9084965" cy="2242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DCD800-B586-F1CA-A377-5A41059D828E}"/>
              </a:ext>
            </a:extLst>
          </p:cNvPr>
          <p:cNvSpPr txBox="1"/>
          <p:nvPr/>
        </p:nvSpPr>
        <p:spPr>
          <a:xfrm>
            <a:off x="693787" y="4642555"/>
            <a:ext cx="2934317" cy="1569660"/>
          </a:xfrm>
          <a:prstGeom prst="rect">
            <a:avLst/>
          </a:prstGeom>
          <a:noFill/>
          <a:ln w="53975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Nodes</a:t>
            </a:r>
            <a:r>
              <a:rPr lang="en-AU" sz="2400" dirty="0"/>
              <a:t> are points along the wave which always have </a:t>
            </a:r>
            <a:r>
              <a:rPr lang="en-AU" sz="2400" b="1" dirty="0">
                <a:solidFill>
                  <a:srgbClr val="FF0000"/>
                </a:solidFill>
              </a:rPr>
              <a:t>zero displacement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F309D7-C3A8-2ECB-5243-84C634BCED7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160946" y="2622755"/>
            <a:ext cx="1622016" cy="2019800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8B47266-EDFA-CF1E-B680-16B73336F654}"/>
              </a:ext>
            </a:extLst>
          </p:cNvPr>
          <p:cNvSpPr txBox="1"/>
          <p:nvPr/>
        </p:nvSpPr>
        <p:spPr>
          <a:xfrm>
            <a:off x="4068711" y="4569137"/>
            <a:ext cx="4514852" cy="1569660"/>
          </a:xfrm>
          <a:prstGeom prst="rect">
            <a:avLst/>
          </a:prstGeom>
          <a:noFill/>
          <a:ln w="53975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Antinodes</a:t>
            </a:r>
            <a:r>
              <a:rPr lang="en-AU" sz="2400" dirty="0"/>
              <a:t> are points along the wave vibrate from maximum positive displacement through maximum negative displacement</a:t>
            </a:r>
            <a:endParaRPr lang="en-AU" sz="2400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ED4AA6-39D4-30BE-377E-8AC5645D1BD7}"/>
              </a:ext>
            </a:extLst>
          </p:cNvPr>
          <p:cNvCxnSpPr>
            <a:cxnSpLocks/>
          </p:cNvCxnSpPr>
          <p:nvPr/>
        </p:nvCxnSpPr>
        <p:spPr>
          <a:xfrm flipH="1" flipV="1">
            <a:off x="4793226" y="3111910"/>
            <a:ext cx="1895168" cy="1457227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941EF8-25F1-AD65-5942-DC53C6451B33}"/>
              </a:ext>
            </a:extLst>
          </p:cNvPr>
          <p:cNvSpPr txBox="1"/>
          <p:nvPr/>
        </p:nvSpPr>
        <p:spPr>
          <a:xfrm>
            <a:off x="8785738" y="4006241"/>
            <a:ext cx="3226824" cy="1938992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AU" sz="2400" i="1" dirty="0"/>
              <a:t>Note, the rope itself is not stationary, it is the interference of waves travelling back and forth on the rope.</a:t>
            </a:r>
          </a:p>
        </p:txBody>
      </p:sp>
    </p:spTree>
    <p:extLst>
      <p:ext uri="{BB962C8B-B14F-4D97-AF65-F5344CB8AC3E}">
        <p14:creationId xmlns:p14="http://schemas.microsoft.com/office/powerpoint/2010/main" val="329234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0D9010-F2E4-828D-3669-67003338C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536" y="967701"/>
            <a:ext cx="6687574" cy="525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334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99039-25AC-BD93-5294-4762E0A32895}"/>
              </a:ext>
            </a:extLst>
          </p:cNvPr>
          <p:cNvSpPr txBox="1"/>
          <p:nvPr/>
        </p:nvSpPr>
        <p:spPr>
          <a:xfrm>
            <a:off x="4418986" y="169295"/>
            <a:ext cx="370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HARMONICS IN A STRING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29C7D-2E2A-C3A8-3134-85EA24008C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393"/>
          <a:stretch/>
        </p:blipFill>
        <p:spPr>
          <a:xfrm>
            <a:off x="764138" y="630960"/>
            <a:ext cx="4412545" cy="57919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04F43A-D22B-6636-A1B7-06DB16113FA0}"/>
              </a:ext>
            </a:extLst>
          </p:cNvPr>
          <p:cNvSpPr txBox="1"/>
          <p:nvPr/>
        </p:nvSpPr>
        <p:spPr>
          <a:xfrm>
            <a:off x="8001000" y="169295"/>
            <a:ext cx="3613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1"/>
                </a:solidFill>
              </a:rPr>
              <a:t>String fixed at both ends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B19F329-D63C-C449-EFDE-361FD7C2B6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030393"/>
              </p:ext>
            </p:extLst>
          </p:nvPr>
        </p:nvGraphicFramePr>
        <p:xfrm>
          <a:off x="5595886" y="1116064"/>
          <a:ext cx="673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40" imgH="672840" progId="Equation.DSMT4">
                  <p:embed/>
                </p:oleObj>
              </mc:Choice>
              <mc:Fallback>
                <p:oleObj name="Equation" r:id="rId3" imgW="672840" imgH="6728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3B19F329-D63C-C449-EFDE-361FD7C2B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95886" y="1116064"/>
                        <a:ext cx="6731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CAD9ED3-8936-1328-3FB0-824CCCF3DB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943152"/>
              </p:ext>
            </p:extLst>
          </p:nvPr>
        </p:nvGraphicFramePr>
        <p:xfrm>
          <a:off x="7344287" y="1213414"/>
          <a:ext cx="77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42720" progId="Equation.DSMT4">
                  <p:embed/>
                </p:oleObj>
              </mc:Choice>
              <mc:Fallback>
                <p:oleObj name="Equation" r:id="rId5" imgW="774360" imgH="34272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CAD9ED3-8936-1328-3FB0-824CCCF3DB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44287" y="1213414"/>
                        <a:ext cx="774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970B586A-DD74-1269-F5BA-8D89F461979D}"/>
              </a:ext>
            </a:extLst>
          </p:cNvPr>
          <p:cNvSpPr/>
          <p:nvPr/>
        </p:nvSpPr>
        <p:spPr>
          <a:xfrm>
            <a:off x="6555658" y="1275735"/>
            <a:ext cx="582561" cy="2212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A6C0C10-F26A-CC26-AF77-4CA324F300FE}"/>
              </a:ext>
            </a:extLst>
          </p:cNvPr>
          <p:cNvSpPr/>
          <p:nvPr/>
        </p:nvSpPr>
        <p:spPr>
          <a:xfrm>
            <a:off x="8611727" y="1275735"/>
            <a:ext cx="582561" cy="2212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538F0849-B3EA-C588-D010-790739B9AB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681506"/>
              </p:ext>
            </p:extLst>
          </p:nvPr>
        </p:nvGraphicFramePr>
        <p:xfrm>
          <a:off x="9539185" y="1016564"/>
          <a:ext cx="135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58640" imgH="736560" progId="Equation.DSMT4">
                  <p:embed/>
                </p:oleObj>
              </mc:Choice>
              <mc:Fallback>
                <p:oleObj name="Equation" r:id="rId7" imgW="1358640" imgH="73656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538F0849-B3EA-C588-D010-790739B9AB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39185" y="1016564"/>
                        <a:ext cx="1358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339153ED-B45A-B98C-9F4D-B5A40913A8DA}"/>
              </a:ext>
            </a:extLst>
          </p:cNvPr>
          <p:cNvSpPr/>
          <p:nvPr/>
        </p:nvSpPr>
        <p:spPr>
          <a:xfrm>
            <a:off x="2824316" y="1850922"/>
            <a:ext cx="1445342" cy="346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6C16C-6367-BBAD-0A94-A320EB0DB666}"/>
              </a:ext>
            </a:extLst>
          </p:cNvPr>
          <p:cNvSpPr/>
          <p:nvPr/>
        </p:nvSpPr>
        <p:spPr>
          <a:xfrm>
            <a:off x="2824315" y="3244177"/>
            <a:ext cx="1725561" cy="346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4B2FD9-D2FC-0E89-59DF-5B5C283EA479}"/>
              </a:ext>
            </a:extLst>
          </p:cNvPr>
          <p:cNvSpPr/>
          <p:nvPr/>
        </p:nvSpPr>
        <p:spPr>
          <a:xfrm>
            <a:off x="2824315" y="4586748"/>
            <a:ext cx="1821428" cy="427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F10043-6990-2C55-25FB-4E5EE74DC410}"/>
              </a:ext>
            </a:extLst>
          </p:cNvPr>
          <p:cNvSpPr/>
          <p:nvPr/>
        </p:nvSpPr>
        <p:spPr>
          <a:xfrm>
            <a:off x="2826159" y="5939709"/>
            <a:ext cx="1996564" cy="59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4188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B45A04-A5EB-A6E2-5998-989D8036FD0F}"/>
              </a:ext>
            </a:extLst>
          </p:cNvPr>
          <p:cNvSpPr txBox="1"/>
          <p:nvPr/>
        </p:nvSpPr>
        <p:spPr>
          <a:xfrm>
            <a:off x="4418986" y="169295"/>
            <a:ext cx="370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HARMONICS IN A STRING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3A4062-7059-41A8-4C21-F2AEA2FB7F4F}"/>
              </a:ext>
            </a:extLst>
          </p:cNvPr>
          <p:cNvSpPr txBox="1"/>
          <p:nvPr/>
        </p:nvSpPr>
        <p:spPr>
          <a:xfrm>
            <a:off x="1357573" y="630960"/>
            <a:ext cx="7624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Can you derive a general expression: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66FB3D-BBE9-2828-9182-9F6D58EAB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14" y="1071984"/>
            <a:ext cx="8524807" cy="29248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0E57C2-227A-4C53-9B9C-2F07CBC87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372" y="4058633"/>
            <a:ext cx="6228293" cy="252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8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8F4DF-992C-CA9C-77B5-547B7C2D1FB7}"/>
              </a:ext>
            </a:extLst>
          </p:cNvPr>
          <p:cNvSpPr txBox="1"/>
          <p:nvPr/>
        </p:nvSpPr>
        <p:spPr>
          <a:xfrm>
            <a:off x="4418986" y="169295"/>
            <a:ext cx="5351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WIND INSTRUMENTS AND HARMONICS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812497-B4CB-87E1-DE97-4FEC0E866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19" y="308608"/>
            <a:ext cx="2003934" cy="12023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4EB16C-DEB6-90FC-10CE-3B7078E74354}"/>
              </a:ext>
            </a:extLst>
          </p:cNvPr>
          <p:cNvSpPr txBox="1"/>
          <p:nvPr/>
        </p:nvSpPr>
        <p:spPr>
          <a:xfrm>
            <a:off x="3056011" y="688850"/>
            <a:ext cx="8379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1"/>
                </a:solidFill>
              </a:rPr>
              <a:t>Compressions</a:t>
            </a:r>
            <a:r>
              <a:rPr lang="en-AU" sz="2400" b="1" dirty="0">
                <a:solidFill>
                  <a:srgbClr val="FF0000"/>
                </a:solidFill>
              </a:rPr>
              <a:t> </a:t>
            </a:r>
            <a:r>
              <a:rPr lang="en-AU" sz="2400" dirty="0"/>
              <a:t>and </a:t>
            </a:r>
            <a:r>
              <a:rPr lang="en-AU" sz="2400" b="1" dirty="0">
                <a:solidFill>
                  <a:schemeClr val="accent1"/>
                </a:solidFill>
              </a:rPr>
              <a:t>rarefactions</a:t>
            </a:r>
            <a:r>
              <a:rPr lang="en-AU" sz="2400" b="1" dirty="0">
                <a:solidFill>
                  <a:srgbClr val="FF0000"/>
                </a:solidFill>
              </a:rPr>
              <a:t> </a:t>
            </a:r>
            <a:r>
              <a:rPr lang="en-AU" sz="2400" dirty="0"/>
              <a:t>reflect from the end of a pipe.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E0176C-604B-5FEB-024E-76A3FC586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011" y="1334812"/>
            <a:ext cx="6399004" cy="129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A375F67-EB14-180E-0F99-91772C166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319" y="2629757"/>
            <a:ext cx="6199517" cy="127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8770BD7-D6F9-23EA-571E-22EA79BBC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291" y="4045768"/>
            <a:ext cx="6320286" cy="259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20A054-612D-52B3-32C2-E005A7B923A4}"/>
              </a:ext>
            </a:extLst>
          </p:cNvPr>
          <p:cNvSpPr/>
          <p:nvPr/>
        </p:nvSpPr>
        <p:spPr>
          <a:xfrm>
            <a:off x="2869720" y="1201584"/>
            <a:ext cx="7171427" cy="2667845"/>
          </a:xfrm>
          <a:prstGeom prst="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8B7A5-49E4-02AA-587D-9ABF403061A4}"/>
              </a:ext>
            </a:extLst>
          </p:cNvPr>
          <p:cNvSpPr txBox="1"/>
          <p:nvPr/>
        </p:nvSpPr>
        <p:spPr>
          <a:xfrm>
            <a:off x="10242435" y="1910173"/>
            <a:ext cx="16357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Closed at one end</a:t>
            </a:r>
            <a:endParaRPr lang="en-AU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D786BA-F27E-B13D-87D4-9362AF0BDA8B}"/>
              </a:ext>
            </a:extLst>
          </p:cNvPr>
          <p:cNvSpPr/>
          <p:nvPr/>
        </p:nvSpPr>
        <p:spPr>
          <a:xfrm>
            <a:off x="2869720" y="4029403"/>
            <a:ext cx="7171427" cy="2667845"/>
          </a:xfrm>
          <a:prstGeom prst="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A97131-7B65-536B-AE1C-7B21F0D7DC19}"/>
              </a:ext>
            </a:extLst>
          </p:cNvPr>
          <p:cNvSpPr txBox="1"/>
          <p:nvPr/>
        </p:nvSpPr>
        <p:spPr>
          <a:xfrm>
            <a:off x="10217016" y="4532328"/>
            <a:ext cx="16357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Open at both ends</a:t>
            </a:r>
            <a:endParaRPr lang="en-AU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919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229EAB-9CAF-E003-B171-F57A508E79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748" b="73372"/>
          <a:stretch/>
        </p:blipFill>
        <p:spPr>
          <a:xfrm>
            <a:off x="1147917" y="820200"/>
            <a:ext cx="6137788" cy="22460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011E23-50AA-BCD1-91B0-5D9EA8CEABB2}"/>
              </a:ext>
            </a:extLst>
          </p:cNvPr>
          <p:cNvSpPr txBox="1"/>
          <p:nvPr/>
        </p:nvSpPr>
        <p:spPr>
          <a:xfrm>
            <a:off x="4302913" y="343787"/>
            <a:ext cx="4302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</a:rPr>
              <a:t>Drawing it using sine waves</a:t>
            </a:r>
            <a:endParaRPr lang="en-AU" sz="2800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2F0BA4-D689-2DDC-250B-D5FDEB4034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416" b="73372"/>
          <a:stretch/>
        </p:blipFill>
        <p:spPr>
          <a:xfrm>
            <a:off x="4302913" y="3722895"/>
            <a:ext cx="3647067" cy="22460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6FD1C2-C445-E34E-BC87-1F0604C0EB34}"/>
              </a:ext>
            </a:extLst>
          </p:cNvPr>
          <p:cNvSpPr txBox="1"/>
          <p:nvPr/>
        </p:nvSpPr>
        <p:spPr>
          <a:xfrm>
            <a:off x="5152753" y="889026"/>
            <a:ext cx="1886493" cy="4772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Antinode</a:t>
            </a:r>
            <a:endParaRPr lang="en-AU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0B7E50-0F75-6296-FE21-BCE270441B54}"/>
              </a:ext>
            </a:extLst>
          </p:cNvPr>
          <p:cNvCxnSpPr>
            <a:cxnSpLocks/>
          </p:cNvCxnSpPr>
          <p:nvPr/>
        </p:nvCxnSpPr>
        <p:spPr>
          <a:xfrm flipV="1">
            <a:off x="5786582" y="2927555"/>
            <a:ext cx="0" cy="526174"/>
          </a:xfrm>
          <a:prstGeom prst="straightConnector1">
            <a:avLst/>
          </a:prstGeom>
          <a:ln w="1111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C86C12-81C9-0B2A-D23D-8DD315F6CE7A}"/>
              </a:ext>
            </a:extLst>
          </p:cNvPr>
          <p:cNvCxnSpPr>
            <a:cxnSpLocks/>
          </p:cNvCxnSpPr>
          <p:nvPr/>
        </p:nvCxnSpPr>
        <p:spPr>
          <a:xfrm>
            <a:off x="5786582" y="3825541"/>
            <a:ext cx="0" cy="516045"/>
          </a:xfrm>
          <a:prstGeom prst="straightConnector1">
            <a:avLst/>
          </a:prstGeom>
          <a:ln w="1111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A7D4071-E5B0-B35F-4E03-FC999F005EE1}"/>
              </a:ext>
            </a:extLst>
          </p:cNvPr>
          <p:cNvSpPr txBox="1"/>
          <p:nvPr/>
        </p:nvSpPr>
        <p:spPr>
          <a:xfrm>
            <a:off x="4995736" y="3426993"/>
            <a:ext cx="1886493" cy="47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Compression</a:t>
            </a:r>
            <a:endParaRPr lang="en-AU" sz="2400" dirty="0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8E7A6D-8362-D247-F5F4-8A726BFAC071}"/>
              </a:ext>
            </a:extLst>
          </p:cNvPr>
          <p:cNvSpPr txBox="1"/>
          <p:nvPr/>
        </p:nvSpPr>
        <p:spPr>
          <a:xfrm>
            <a:off x="5457851" y="5968973"/>
            <a:ext cx="116417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Node</a:t>
            </a:r>
            <a:endParaRPr lang="en-AU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CF3FA3-34B7-274F-C15C-D19C8826DBD7}"/>
              </a:ext>
            </a:extLst>
          </p:cNvPr>
          <p:cNvSpPr txBox="1"/>
          <p:nvPr/>
        </p:nvSpPr>
        <p:spPr>
          <a:xfrm>
            <a:off x="7487914" y="2027235"/>
            <a:ext cx="1886493" cy="4772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Node</a:t>
            </a:r>
            <a:endParaRPr lang="en-AU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38700C-CEE7-30E7-DAF3-5641B8296D3C}"/>
              </a:ext>
            </a:extLst>
          </p:cNvPr>
          <p:cNvSpPr txBox="1"/>
          <p:nvPr/>
        </p:nvSpPr>
        <p:spPr>
          <a:xfrm>
            <a:off x="7384676" y="4880791"/>
            <a:ext cx="1886493" cy="4772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Antinode</a:t>
            </a:r>
            <a:endParaRPr lang="en-AU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533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EA6EB8-047C-ED6A-78CD-6E0B39C5A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594" y="374599"/>
            <a:ext cx="7027606" cy="61088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B5F8F2-4FCA-3CF0-4247-F435A0CE0C11}"/>
              </a:ext>
            </a:extLst>
          </p:cNvPr>
          <p:cNvSpPr txBox="1"/>
          <p:nvPr/>
        </p:nvSpPr>
        <p:spPr>
          <a:xfrm>
            <a:off x="4418986" y="169295"/>
            <a:ext cx="5351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HARMONICS, PIPE OPEN AT BOTH 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AEEEA-9AF3-C8E5-5943-6C367090E2C4}"/>
              </a:ext>
            </a:extLst>
          </p:cNvPr>
          <p:cNvSpPr txBox="1"/>
          <p:nvPr/>
        </p:nvSpPr>
        <p:spPr>
          <a:xfrm>
            <a:off x="7094919" y="692790"/>
            <a:ext cx="4241130" cy="1200329"/>
          </a:xfrm>
          <a:prstGeom prst="rect">
            <a:avLst/>
          </a:prstGeom>
          <a:noFill/>
          <a:ln w="53975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2400" dirty="0"/>
              <a:t>Note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 pressure variation</a:t>
            </a:r>
            <a:r>
              <a:rPr lang="en-AU" sz="2400" dirty="0"/>
              <a:t> behaves the same as string with two fixed ends</a:t>
            </a:r>
            <a:endParaRPr lang="en-AU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EE6DF26-3772-66D1-5784-6C92EFAE79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203304"/>
              </p:ext>
            </p:extLst>
          </p:nvPr>
        </p:nvGraphicFramePr>
        <p:xfrm>
          <a:off x="8557487" y="2884080"/>
          <a:ext cx="876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672840" progId="Equation.DSMT4">
                  <p:embed/>
                </p:oleObj>
              </mc:Choice>
              <mc:Fallback>
                <p:oleObj name="Equation" r:id="rId3" imgW="876240" imgH="6728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EE6DF26-3772-66D1-5784-6C92EFAE79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57487" y="2884080"/>
                        <a:ext cx="876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F2046F4-BA6E-7ED3-DC32-0B1C9C5544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794972"/>
              </p:ext>
            </p:extLst>
          </p:nvPr>
        </p:nvGraphicFramePr>
        <p:xfrm>
          <a:off x="8544997" y="4024703"/>
          <a:ext cx="850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50680" imgH="672840" progId="Equation.DSMT4">
                  <p:embed/>
                </p:oleObj>
              </mc:Choice>
              <mc:Fallback>
                <p:oleObj name="Equation" r:id="rId5" imgW="850680" imgH="6728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F2046F4-BA6E-7ED3-DC32-0B1C9C5544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44997" y="4024703"/>
                        <a:ext cx="8509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2138662-A2A6-18D9-7EF8-BD81BEFC1E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170" y="5566270"/>
            <a:ext cx="5724567" cy="105728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A47D480-AAC7-7FCD-83B2-79EFBDA438AA}"/>
              </a:ext>
            </a:extLst>
          </p:cNvPr>
          <p:cNvSpPr/>
          <p:nvPr/>
        </p:nvSpPr>
        <p:spPr>
          <a:xfrm>
            <a:off x="8059994" y="2337618"/>
            <a:ext cx="2035277" cy="2831691"/>
          </a:xfrm>
          <a:prstGeom prst="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740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FB62FC-4EAD-7AA2-6411-2145F7A55419}"/>
              </a:ext>
            </a:extLst>
          </p:cNvPr>
          <p:cNvSpPr txBox="1"/>
          <p:nvPr/>
        </p:nvSpPr>
        <p:spPr>
          <a:xfrm>
            <a:off x="4418986" y="169295"/>
            <a:ext cx="5351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HARMONICS, PIPE CLOSED AT ONE END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D9867B-9A6E-A4FE-B183-87D47D283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11" y="1042670"/>
            <a:ext cx="11839777" cy="27247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606F7C-55F3-B3E5-3DE2-9334C2081E4F}"/>
              </a:ext>
            </a:extLst>
          </p:cNvPr>
          <p:cNvSpPr txBox="1"/>
          <p:nvPr/>
        </p:nvSpPr>
        <p:spPr>
          <a:xfrm>
            <a:off x="1003836" y="4339220"/>
            <a:ext cx="3973745" cy="1217478"/>
          </a:xfrm>
          <a:prstGeom prst="rect">
            <a:avLst/>
          </a:prstGeom>
          <a:noFill/>
          <a:ln w="53975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Open end </a:t>
            </a:r>
            <a:r>
              <a:rPr lang="en-AU" sz="2400" dirty="0"/>
              <a:t>reflects a sound wave with a </a:t>
            </a:r>
            <a:r>
              <a:rPr lang="en-AU" sz="2400" b="1" dirty="0">
                <a:solidFill>
                  <a:schemeClr val="accent1"/>
                </a:solidFill>
              </a:rPr>
              <a:t>change of phase</a:t>
            </a:r>
          </a:p>
          <a:p>
            <a:r>
              <a:rPr lang="en-AU" sz="2400" dirty="0"/>
              <a:t>So,  there is a 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node</a:t>
            </a:r>
            <a:r>
              <a:rPr lang="en-AU" sz="2400" dirty="0"/>
              <a:t> at the end.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4665F-6221-0542-96A6-C245CE6DEEFD}"/>
              </a:ext>
            </a:extLst>
          </p:cNvPr>
          <p:cNvSpPr txBox="1"/>
          <p:nvPr/>
        </p:nvSpPr>
        <p:spPr>
          <a:xfrm>
            <a:off x="5888556" y="4245670"/>
            <a:ext cx="5223954" cy="1569660"/>
          </a:xfrm>
          <a:prstGeom prst="rect">
            <a:avLst/>
          </a:prstGeom>
          <a:noFill/>
          <a:ln w="53975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Closed end </a:t>
            </a:r>
            <a:r>
              <a:rPr lang="en-AU" sz="2400" dirty="0"/>
              <a:t>reflects a sound wave with </a:t>
            </a:r>
            <a:r>
              <a:rPr lang="en-AU" sz="2400" b="1" dirty="0">
                <a:solidFill>
                  <a:schemeClr val="accent1"/>
                </a:solidFill>
              </a:rPr>
              <a:t>no</a:t>
            </a:r>
            <a:r>
              <a:rPr lang="en-AU" sz="2400" dirty="0"/>
              <a:t> </a:t>
            </a:r>
            <a:r>
              <a:rPr lang="en-AU" sz="2400" b="1" dirty="0">
                <a:solidFill>
                  <a:schemeClr val="accent1"/>
                </a:solidFill>
              </a:rPr>
              <a:t>change of phase.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Waves interfere constructively</a:t>
            </a:r>
          </a:p>
          <a:p>
            <a:r>
              <a:rPr lang="en-AU" sz="2400" dirty="0"/>
              <a:t>So,  there is an 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antinode</a:t>
            </a:r>
            <a:r>
              <a:rPr lang="en-AU" sz="2400" dirty="0"/>
              <a:t> at the end.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007EFA-120A-C522-9688-2ACE4B9AF217}"/>
              </a:ext>
            </a:extLst>
          </p:cNvPr>
          <p:cNvCxnSpPr>
            <a:cxnSpLocks/>
          </p:cNvCxnSpPr>
          <p:nvPr/>
        </p:nvCxnSpPr>
        <p:spPr>
          <a:xfrm flipH="1" flipV="1">
            <a:off x="914400" y="3561735"/>
            <a:ext cx="197442" cy="690698"/>
          </a:xfrm>
          <a:prstGeom prst="straightConnector1">
            <a:avLst/>
          </a:prstGeom>
          <a:ln w="1111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747DD0-DF54-2EEC-46B7-57D41D2BFD3B}"/>
              </a:ext>
            </a:extLst>
          </p:cNvPr>
          <p:cNvCxnSpPr>
            <a:cxnSpLocks/>
          </p:cNvCxnSpPr>
          <p:nvPr/>
        </p:nvCxnSpPr>
        <p:spPr>
          <a:xfrm flipH="1" flipV="1">
            <a:off x="5760264" y="3488453"/>
            <a:ext cx="256584" cy="690698"/>
          </a:xfrm>
          <a:prstGeom prst="straightConnector1">
            <a:avLst/>
          </a:prstGeom>
          <a:ln w="1111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1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8010D6-DA1A-A731-D985-87F66F6C4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783" y="494071"/>
            <a:ext cx="9380341" cy="5243051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691F281-7FB8-1128-6393-EEDF7F7374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465489"/>
              </p:ext>
            </p:extLst>
          </p:nvPr>
        </p:nvGraphicFramePr>
        <p:xfrm>
          <a:off x="1479550" y="1399150"/>
          <a:ext cx="77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0" imgH="342720" progId="Equation.DSMT4">
                  <p:embed/>
                </p:oleObj>
              </mc:Choice>
              <mc:Fallback>
                <p:oleObj name="Equation" r:id="rId3" imgW="774360" imgH="34272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691F281-7FB8-1128-6393-EEDF7F7374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9550" y="1399150"/>
                        <a:ext cx="774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F1EBB12-E116-31C4-BD59-15191DC9F6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527243"/>
              </p:ext>
            </p:extLst>
          </p:nvPr>
        </p:nvGraphicFramePr>
        <p:xfrm>
          <a:off x="812800" y="1906588"/>
          <a:ext cx="1333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736560" progId="Equation.DSMT4">
                  <p:embed/>
                </p:oleObj>
              </mc:Choice>
              <mc:Fallback>
                <p:oleObj name="Equation" r:id="rId5" imgW="1333440" imgH="73656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F1EBB12-E116-31C4-BD59-15191DC9F6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2800" y="1906588"/>
                        <a:ext cx="1333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77CD941-5039-1944-6CF4-1EE8CA2397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274188"/>
              </p:ext>
            </p:extLst>
          </p:nvPr>
        </p:nvGraphicFramePr>
        <p:xfrm>
          <a:off x="414338" y="1233488"/>
          <a:ext cx="673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2840" imgH="672840" progId="Equation.DSMT4">
                  <p:embed/>
                </p:oleObj>
              </mc:Choice>
              <mc:Fallback>
                <p:oleObj name="Equation" r:id="rId7" imgW="672840" imgH="6728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77CD941-5039-1944-6CF4-1EE8CA2397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4338" y="1233488"/>
                        <a:ext cx="6731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001B74B-57E1-72F0-D38C-582476659E9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54516"/>
          <a:stretch/>
        </p:blipFill>
        <p:spPr>
          <a:xfrm>
            <a:off x="414338" y="2800352"/>
            <a:ext cx="1908690" cy="17863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620603-0DAD-BC64-5FE5-793479D77E6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52869"/>
          <a:stretch/>
        </p:blipFill>
        <p:spPr>
          <a:xfrm>
            <a:off x="345560" y="4533325"/>
            <a:ext cx="1908690" cy="1851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6CAA9D-AC2F-1E91-3C82-A54C264AF885}"/>
              </a:ext>
            </a:extLst>
          </p:cNvPr>
          <p:cNvSpPr txBox="1"/>
          <p:nvPr/>
        </p:nvSpPr>
        <p:spPr>
          <a:xfrm>
            <a:off x="4844448" y="5922710"/>
            <a:ext cx="6035972" cy="461665"/>
          </a:xfrm>
          <a:prstGeom prst="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Note, the 2nd and 4</a:t>
            </a:r>
            <a:r>
              <a:rPr lang="en-AU" sz="2400" baseline="30000" dirty="0"/>
              <a:t>th</a:t>
            </a:r>
            <a:r>
              <a:rPr lang="en-AU" sz="2400" dirty="0"/>
              <a:t> harmonic can’t form</a:t>
            </a:r>
          </a:p>
        </p:txBody>
      </p:sp>
    </p:spTree>
    <p:extLst>
      <p:ext uri="{BB962C8B-B14F-4D97-AF65-F5344CB8AC3E}">
        <p14:creationId xmlns:p14="http://schemas.microsoft.com/office/powerpoint/2010/main" val="73464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CBF28A-43D2-F3E1-D536-0244DA002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42" y="693175"/>
            <a:ext cx="10639710" cy="56043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07FEB8-554E-A4AB-BA7B-83096022006C}"/>
              </a:ext>
            </a:extLst>
          </p:cNvPr>
          <p:cNvSpPr txBox="1"/>
          <p:nvPr/>
        </p:nvSpPr>
        <p:spPr>
          <a:xfrm>
            <a:off x="7809271" y="921774"/>
            <a:ext cx="29865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This is easier to understand!</a:t>
            </a:r>
          </a:p>
        </p:txBody>
      </p:sp>
    </p:spTree>
    <p:extLst>
      <p:ext uri="{BB962C8B-B14F-4D97-AF65-F5344CB8AC3E}">
        <p14:creationId xmlns:p14="http://schemas.microsoft.com/office/powerpoint/2010/main" val="1494667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535780-5AB8-3141-2454-8344E17BB148}"/>
              </a:ext>
            </a:extLst>
          </p:cNvPr>
          <p:cNvSpPr txBox="1"/>
          <p:nvPr/>
        </p:nvSpPr>
        <p:spPr>
          <a:xfrm>
            <a:off x="494071" y="330624"/>
            <a:ext cx="39525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However, in the data sheet you have this!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BFFE9C1-780D-185C-6F41-8AD4D78EA0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792973"/>
              </p:ext>
            </p:extLst>
          </p:nvPr>
        </p:nvGraphicFramePr>
        <p:xfrm>
          <a:off x="4263052" y="379875"/>
          <a:ext cx="146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838080" progId="Equation.DSMT4">
                  <p:embed/>
                </p:oleObj>
              </mc:Choice>
              <mc:Fallback>
                <p:oleObj name="Equation" r:id="rId2" imgW="1460160" imgH="8380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BFFE9C1-780D-185C-6F41-8AD4D78EA0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63052" y="379875"/>
                        <a:ext cx="14605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82893F2-FA2B-149C-86FA-E301A15F9B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470982"/>
              </p:ext>
            </p:extLst>
          </p:nvPr>
        </p:nvGraphicFramePr>
        <p:xfrm>
          <a:off x="7443328" y="388577"/>
          <a:ext cx="187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560" imgH="838080" progId="Equation.DSMT4">
                  <p:embed/>
                </p:oleObj>
              </mc:Choice>
              <mc:Fallback>
                <p:oleObj name="Equation" r:id="rId4" imgW="1879560" imgH="8380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82893F2-FA2B-149C-86FA-E301A15F9B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43328" y="388577"/>
                        <a:ext cx="18796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02E260E-5264-8054-64B1-0B300371AC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0799" y="1459482"/>
            <a:ext cx="9353457" cy="14236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A80514-CB34-7CE6-09AC-E8DEBBB85A80}"/>
              </a:ext>
            </a:extLst>
          </p:cNvPr>
          <p:cNvSpPr txBox="1"/>
          <p:nvPr/>
        </p:nvSpPr>
        <p:spPr>
          <a:xfrm>
            <a:off x="2470355" y="3057917"/>
            <a:ext cx="533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2n-1</a:t>
            </a:r>
            <a:r>
              <a:rPr lang="en-AU" sz="2400" dirty="0"/>
              <a:t> refers to the </a:t>
            </a:r>
            <a:r>
              <a:rPr lang="en-AU" sz="2400" b="1" dirty="0">
                <a:solidFill>
                  <a:srgbClr val="FF0000"/>
                </a:solidFill>
              </a:rPr>
              <a:t>harmonic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B2FD6-30DF-B5C9-2701-A964777D6E39}"/>
              </a:ext>
            </a:extLst>
          </p:cNvPr>
          <p:cNvSpPr txBox="1"/>
          <p:nvPr/>
        </p:nvSpPr>
        <p:spPr>
          <a:xfrm>
            <a:off x="1369141" y="3583027"/>
            <a:ext cx="9999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n= 1</a:t>
            </a:r>
            <a:r>
              <a:rPr lang="en-AU" sz="2400" dirty="0"/>
              <a:t>,            2n-1= 2x1-1=1 , which is the 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first harmonic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47A527-7103-1927-4B9D-0177A59A86A4}"/>
              </a:ext>
            </a:extLst>
          </p:cNvPr>
          <p:cNvSpPr txBox="1"/>
          <p:nvPr/>
        </p:nvSpPr>
        <p:spPr>
          <a:xfrm>
            <a:off x="1369141" y="4271492"/>
            <a:ext cx="9999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n= 2</a:t>
            </a:r>
            <a:r>
              <a:rPr lang="en-AU" sz="2400" dirty="0"/>
              <a:t>,            2n-1= 2x2-1=3 , which is the 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third harmonic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D3BDED-2B13-6C0F-507E-F59F134536DA}"/>
              </a:ext>
            </a:extLst>
          </p:cNvPr>
          <p:cNvSpPr txBox="1"/>
          <p:nvPr/>
        </p:nvSpPr>
        <p:spPr>
          <a:xfrm>
            <a:off x="1369141" y="4801725"/>
            <a:ext cx="9999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n= 3</a:t>
            </a:r>
            <a:r>
              <a:rPr lang="en-AU" sz="2400" dirty="0"/>
              <a:t>,            2n-1= 2x3-1=5 , which is the </a:t>
            </a:r>
            <a:r>
              <a:rPr lang="en-AU" sz="2400" b="1" dirty="0">
                <a:solidFill>
                  <a:schemeClr val="accent6">
                    <a:lumMod val="75000"/>
                  </a:schemeClr>
                </a:solidFill>
              </a:rPr>
              <a:t>fifth  harmonic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9769D-BDB3-E80D-71A6-16966EF6B950}"/>
              </a:ext>
            </a:extLst>
          </p:cNvPr>
          <p:cNvSpPr txBox="1"/>
          <p:nvPr/>
        </p:nvSpPr>
        <p:spPr>
          <a:xfrm>
            <a:off x="1324896" y="5398518"/>
            <a:ext cx="1022309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I would use the other one!</a:t>
            </a:r>
          </a:p>
          <a:p>
            <a:r>
              <a:rPr lang="en-AU" sz="2400" dirty="0"/>
              <a:t>All you have to do is change 2n-1 to n;  remember n=1, 3, 5…. then you get the previous formula.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F37326-090B-2D31-F8DA-815442DABF4B}"/>
              </a:ext>
            </a:extLst>
          </p:cNvPr>
          <p:cNvSpPr/>
          <p:nvPr/>
        </p:nvSpPr>
        <p:spPr>
          <a:xfrm>
            <a:off x="4139286" y="197599"/>
            <a:ext cx="2198253" cy="1193316"/>
          </a:xfrm>
          <a:prstGeom prst="rect">
            <a:avLst/>
          </a:prstGeom>
          <a:noFill/>
          <a:ln w="508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3238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1D4C33-AEC0-0D45-2053-4FABDEE23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75" y="359795"/>
            <a:ext cx="4846966" cy="43502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E499D9-B5D2-1B9D-C737-32A230EE0856}"/>
              </a:ext>
            </a:extLst>
          </p:cNvPr>
          <p:cNvSpPr txBox="1"/>
          <p:nvPr/>
        </p:nvSpPr>
        <p:spPr>
          <a:xfrm>
            <a:off x="4418986" y="169295"/>
            <a:ext cx="5351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WAVE INTENSITY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50C8AEE-0563-F6DF-F7CE-1352E3B8DF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858484"/>
              </p:ext>
            </p:extLst>
          </p:nvPr>
        </p:nvGraphicFramePr>
        <p:xfrm>
          <a:off x="7888748" y="169295"/>
          <a:ext cx="787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20" imgH="380880" progId="Equation.DSMT4">
                  <p:embed/>
                </p:oleObj>
              </mc:Choice>
              <mc:Fallback>
                <p:oleObj name="Equation" r:id="rId3" imgW="787320" imgH="3808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50C8AEE-0563-F6DF-F7CE-1352E3B8DF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88748" y="169295"/>
                        <a:ext cx="787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B89561B-C5BA-39AC-AA46-94BD5F76A9B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8046"/>
          <a:stretch/>
        </p:blipFill>
        <p:spPr>
          <a:xfrm>
            <a:off x="3899464" y="4320527"/>
            <a:ext cx="8177518" cy="2537473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DDDFD67-6258-79F3-103D-DEB7F3A919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575539"/>
              </p:ext>
            </p:extLst>
          </p:nvPr>
        </p:nvGraphicFramePr>
        <p:xfrm>
          <a:off x="7988223" y="1054461"/>
          <a:ext cx="1079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79280" imgH="965160" progId="Equation.DSMT4">
                  <p:embed/>
                </p:oleObj>
              </mc:Choice>
              <mc:Fallback>
                <p:oleObj name="Equation" r:id="rId6" imgW="1079280" imgH="9651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EDDDFD67-6258-79F3-103D-DEB7F3A919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988223" y="1054461"/>
                        <a:ext cx="10795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03B7FC3-CCE7-59D7-DE4E-F2DBB3F8E8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874286"/>
              </p:ext>
            </p:extLst>
          </p:nvPr>
        </p:nvGraphicFramePr>
        <p:xfrm>
          <a:off x="5492852" y="1092561"/>
          <a:ext cx="990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90360" imgH="927000" progId="Equation.DSMT4">
                  <p:embed/>
                </p:oleObj>
              </mc:Choice>
              <mc:Fallback>
                <p:oleObj name="Equation" r:id="rId8" imgW="990360" imgH="9270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03B7FC3-CCE7-59D7-DE4E-F2DBB3F8E8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92852" y="1092561"/>
                        <a:ext cx="9906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5FD98BE-797B-BDDB-27FA-B2553B0D02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495399"/>
              </p:ext>
            </p:extLst>
          </p:nvPr>
        </p:nvGraphicFramePr>
        <p:xfrm>
          <a:off x="9025687" y="2662094"/>
          <a:ext cx="1143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3000" imgH="1015920" progId="Equation.DSMT4">
                  <p:embed/>
                </p:oleObj>
              </mc:Choice>
              <mc:Fallback>
                <p:oleObj name="Equation" r:id="rId10" imgW="1143000" imgH="101592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5FD98BE-797B-BDDB-27FA-B2553B0D02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025687" y="2662094"/>
                        <a:ext cx="1143000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43328BD7-10D6-F8C0-20A7-1B27EECBCF45}"/>
              </a:ext>
            </a:extLst>
          </p:cNvPr>
          <p:cNvSpPr/>
          <p:nvPr/>
        </p:nvSpPr>
        <p:spPr>
          <a:xfrm>
            <a:off x="7094919" y="2858217"/>
            <a:ext cx="1079500" cy="5750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A46922F-6026-56A4-65C6-16C791DE38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074681"/>
              </p:ext>
            </p:extLst>
          </p:nvPr>
        </p:nvGraphicFramePr>
        <p:xfrm>
          <a:off x="5499100" y="2481263"/>
          <a:ext cx="1193800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93489" imgH="1892948" progId="Equation.DSMT4">
                  <p:embed/>
                </p:oleObj>
              </mc:Choice>
              <mc:Fallback>
                <p:oleObj name="Equation" r:id="rId12" imgW="1193489" imgH="1892948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BA46922F-6026-56A4-65C6-16C791DE38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499100" y="2481263"/>
                        <a:ext cx="1193800" cy="189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CDBD582B-818D-4388-1F6A-7858F2422801}"/>
              </a:ext>
            </a:extLst>
          </p:cNvPr>
          <p:cNvSpPr/>
          <p:nvPr/>
        </p:nvSpPr>
        <p:spPr>
          <a:xfrm>
            <a:off x="8758687" y="2470224"/>
            <a:ext cx="1708030" cy="1509429"/>
          </a:xfrm>
          <a:prstGeom prst="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408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531</Words>
  <Application>Microsoft Office PowerPoint</Application>
  <PresentationFormat>Widescreen</PresentationFormat>
  <Paragraphs>79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FISHER Tracey [Willetton Senior High School]</dc:creator>
  <cp:lastModifiedBy>FISHER Tracey [Willetton Senior High School]</cp:lastModifiedBy>
  <cp:revision>4</cp:revision>
  <dcterms:created xsi:type="dcterms:W3CDTF">2023-10-07T11:46:33Z</dcterms:created>
  <dcterms:modified xsi:type="dcterms:W3CDTF">2023-10-16T12:14:04Z</dcterms:modified>
</cp:coreProperties>
</file>