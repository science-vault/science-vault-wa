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2"/>
  </p:sldMasterIdLst>
  <p:notesMasterIdLst>
    <p:notesMasterId r:id="rId93"/>
  </p:notesMasterIdLst>
  <p:sldIdLst>
    <p:sldId id="256" r:id="rId3"/>
    <p:sldId id="260" r:id="rId4"/>
    <p:sldId id="258" r:id="rId5"/>
    <p:sldId id="261" r:id="rId6"/>
    <p:sldId id="257" r:id="rId7"/>
    <p:sldId id="264" r:id="rId8"/>
    <p:sldId id="265" r:id="rId9"/>
    <p:sldId id="266" r:id="rId10"/>
    <p:sldId id="267" r:id="rId11"/>
    <p:sldId id="268" r:id="rId12"/>
    <p:sldId id="269" r:id="rId13"/>
    <p:sldId id="284" r:id="rId14"/>
    <p:sldId id="259" r:id="rId15"/>
    <p:sldId id="270" r:id="rId16"/>
    <p:sldId id="271" r:id="rId17"/>
    <p:sldId id="415" r:id="rId18"/>
    <p:sldId id="272" r:id="rId19"/>
    <p:sldId id="273" r:id="rId20"/>
    <p:sldId id="429" r:id="rId21"/>
    <p:sldId id="430" r:id="rId22"/>
    <p:sldId id="416" r:id="rId23"/>
    <p:sldId id="274" r:id="rId24"/>
    <p:sldId id="373" r:id="rId25"/>
    <p:sldId id="374" r:id="rId26"/>
    <p:sldId id="375" r:id="rId27"/>
    <p:sldId id="346" r:id="rId28"/>
    <p:sldId id="347" r:id="rId29"/>
    <p:sldId id="345" r:id="rId30"/>
    <p:sldId id="417" r:id="rId31"/>
    <p:sldId id="276" r:id="rId32"/>
    <p:sldId id="263" r:id="rId33"/>
    <p:sldId id="376" r:id="rId34"/>
    <p:sldId id="377" r:id="rId35"/>
    <p:sldId id="379" r:id="rId36"/>
    <p:sldId id="418" r:id="rId37"/>
    <p:sldId id="380" r:id="rId38"/>
    <p:sldId id="381" r:id="rId39"/>
    <p:sldId id="382" r:id="rId40"/>
    <p:sldId id="383" r:id="rId41"/>
    <p:sldId id="384" r:id="rId42"/>
    <p:sldId id="419" r:id="rId43"/>
    <p:sldId id="385" r:id="rId44"/>
    <p:sldId id="286" r:id="rId45"/>
    <p:sldId id="288" r:id="rId46"/>
    <p:sldId id="287" r:id="rId47"/>
    <p:sldId id="289" r:id="rId48"/>
    <p:sldId id="399" r:id="rId49"/>
    <p:sldId id="290" r:id="rId50"/>
    <p:sldId id="291" r:id="rId51"/>
    <p:sldId id="292" r:id="rId52"/>
    <p:sldId id="295" r:id="rId53"/>
    <p:sldId id="296" r:id="rId54"/>
    <p:sldId id="400" r:id="rId55"/>
    <p:sldId id="300" r:id="rId56"/>
    <p:sldId id="301" r:id="rId57"/>
    <p:sldId id="386" r:id="rId58"/>
    <p:sldId id="431" r:id="rId59"/>
    <p:sldId id="420" r:id="rId60"/>
    <p:sldId id="387" r:id="rId61"/>
    <p:sldId id="421" r:id="rId62"/>
    <p:sldId id="389" r:id="rId63"/>
    <p:sldId id="422" r:id="rId64"/>
    <p:sldId id="390" r:id="rId65"/>
    <p:sldId id="393" r:id="rId66"/>
    <p:sldId id="392" r:id="rId67"/>
    <p:sldId id="452" r:id="rId68"/>
    <p:sldId id="453" r:id="rId69"/>
    <p:sldId id="454" r:id="rId70"/>
    <p:sldId id="455" r:id="rId71"/>
    <p:sldId id="451" r:id="rId72"/>
    <p:sldId id="423" r:id="rId73"/>
    <p:sldId id="391" r:id="rId74"/>
    <p:sldId id="396" r:id="rId75"/>
    <p:sldId id="397" r:id="rId76"/>
    <p:sldId id="424" r:id="rId77"/>
    <p:sldId id="491" r:id="rId78"/>
    <p:sldId id="490" r:id="rId79"/>
    <p:sldId id="352" r:id="rId80"/>
    <p:sldId id="353" r:id="rId81"/>
    <p:sldId id="354" r:id="rId82"/>
    <p:sldId id="355" r:id="rId83"/>
    <p:sldId id="356" r:id="rId84"/>
    <p:sldId id="357" r:id="rId85"/>
    <p:sldId id="358" r:id="rId86"/>
    <p:sldId id="359" r:id="rId87"/>
    <p:sldId id="361" r:id="rId88"/>
    <p:sldId id="450" r:id="rId89"/>
    <p:sldId id="340" r:id="rId90"/>
    <p:sldId id="449" r:id="rId91"/>
    <p:sldId id="489" r:id="rId9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9F38CA-7421-4A89-BF99-2E7F8A8008AF}" v="1" dt="2023-10-19T06:10:58.5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111" d="100"/>
          <a:sy n="111" d="100"/>
        </p:scale>
        <p:origin x="48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viewProps" Target="view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presProps" Target="presProps.xml"/><Relationship Id="rId99"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notesMaster" Target="notesMasters/notesMaster1.xml"/><Relationship Id="rId98"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rgan Ball (John XXIII College - Mount Claremont)" userId="c9fe06fd-15b9-4aef-8f74-cc6223a5ec1f" providerId="ADAL" clId="{AD9F38CA-7421-4A89-BF99-2E7F8A8008AF}"/>
    <pc:docChg chg="undo custSel addSld delSld modSld sldOrd">
      <pc:chgData name="Morgan Ball (John XXIII College - Mount Claremont)" userId="c9fe06fd-15b9-4aef-8f74-cc6223a5ec1f" providerId="ADAL" clId="{AD9F38CA-7421-4A89-BF99-2E7F8A8008AF}" dt="2023-10-19T06:10:58.724" v="66" actId="27636"/>
      <pc:docMkLst>
        <pc:docMk/>
      </pc:docMkLst>
      <pc:sldChg chg="addSp delSp modSp mod">
        <pc:chgData name="Morgan Ball (John XXIII College - Mount Claremont)" userId="c9fe06fd-15b9-4aef-8f74-cc6223a5ec1f" providerId="ADAL" clId="{AD9F38CA-7421-4A89-BF99-2E7F8A8008AF}" dt="2023-10-19T06:05:04.782" v="34" actId="1076"/>
        <pc:sldMkLst>
          <pc:docMk/>
          <pc:sldMk cId="3364151103" sldId="258"/>
        </pc:sldMkLst>
        <pc:spChg chg="del">
          <ac:chgData name="Morgan Ball (John XXIII College - Mount Claremont)" userId="c9fe06fd-15b9-4aef-8f74-cc6223a5ec1f" providerId="ADAL" clId="{AD9F38CA-7421-4A89-BF99-2E7F8A8008AF}" dt="2023-10-19T06:01:25.177" v="4" actId="478"/>
          <ac:spMkLst>
            <pc:docMk/>
            <pc:sldMk cId="3364151103" sldId="258"/>
            <ac:spMk id="4" creationId="{B8237642-A4CB-4373-B7C4-0E74C2259FC9}"/>
          </ac:spMkLst>
        </pc:spChg>
        <pc:picChg chg="add del mod">
          <ac:chgData name="Morgan Ball (John XXIII College - Mount Claremont)" userId="c9fe06fd-15b9-4aef-8f74-cc6223a5ec1f" providerId="ADAL" clId="{AD9F38CA-7421-4A89-BF99-2E7F8A8008AF}" dt="2023-10-19T06:04:18.620" v="21" actId="478"/>
          <ac:picMkLst>
            <pc:docMk/>
            <pc:sldMk cId="3364151103" sldId="258"/>
            <ac:picMk id="4" creationId="{1B37DAD4-40F6-8A1B-BD12-A5B8CBE84803}"/>
          </ac:picMkLst>
        </pc:picChg>
        <pc:picChg chg="add mod">
          <ac:chgData name="Morgan Ball (John XXIII College - Mount Claremont)" userId="c9fe06fd-15b9-4aef-8f74-cc6223a5ec1f" providerId="ADAL" clId="{AD9F38CA-7421-4A89-BF99-2E7F8A8008AF}" dt="2023-10-19T06:05:04.782" v="34" actId="1076"/>
          <ac:picMkLst>
            <pc:docMk/>
            <pc:sldMk cId="3364151103" sldId="258"/>
            <ac:picMk id="6" creationId="{0F7BCFC9-3415-3791-65A7-73B88B25DA74}"/>
          </ac:picMkLst>
        </pc:picChg>
        <pc:picChg chg="add mod modCrop">
          <ac:chgData name="Morgan Ball (John XXIII College - Mount Claremont)" userId="c9fe06fd-15b9-4aef-8f74-cc6223a5ec1f" providerId="ADAL" clId="{AD9F38CA-7421-4A89-BF99-2E7F8A8008AF}" dt="2023-10-19T06:05:02.238" v="33" actId="14100"/>
          <ac:picMkLst>
            <pc:docMk/>
            <pc:sldMk cId="3364151103" sldId="258"/>
            <ac:picMk id="8" creationId="{31833305-4A77-1AB5-F8FA-EF1FE53D6777}"/>
          </ac:picMkLst>
        </pc:picChg>
      </pc:sldChg>
      <pc:sldChg chg="modSp mod">
        <pc:chgData name="Morgan Ball (John XXIII College - Mount Claremont)" userId="c9fe06fd-15b9-4aef-8f74-cc6223a5ec1f" providerId="ADAL" clId="{AD9F38CA-7421-4A89-BF99-2E7F8A8008AF}" dt="2023-10-19T06:03:13.128" v="16" actId="20577"/>
        <pc:sldMkLst>
          <pc:docMk/>
          <pc:sldMk cId="3413330212" sldId="260"/>
        </pc:sldMkLst>
        <pc:spChg chg="mod">
          <ac:chgData name="Morgan Ball (John XXIII College - Mount Claremont)" userId="c9fe06fd-15b9-4aef-8f74-cc6223a5ec1f" providerId="ADAL" clId="{AD9F38CA-7421-4A89-BF99-2E7F8A8008AF}" dt="2023-10-19T06:03:13.128" v="16" actId="20577"/>
          <ac:spMkLst>
            <pc:docMk/>
            <pc:sldMk cId="3413330212" sldId="260"/>
            <ac:spMk id="3" creationId="{97263194-58B3-41E6-A798-EC13393225E2}"/>
          </ac:spMkLst>
        </pc:spChg>
      </pc:sldChg>
      <pc:sldChg chg="delSp modSp mod">
        <pc:chgData name="Morgan Ball (John XXIII College - Mount Claremont)" userId="c9fe06fd-15b9-4aef-8f74-cc6223a5ec1f" providerId="ADAL" clId="{AD9F38CA-7421-4A89-BF99-2E7F8A8008AF}" dt="2023-10-19T06:06:01.995" v="36" actId="478"/>
        <pc:sldMkLst>
          <pc:docMk/>
          <pc:sldMk cId="2251347007" sldId="284"/>
        </pc:sldMkLst>
        <pc:spChg chg="del mod">
          <ac:chgData name="Morgan Ball (John XXIII College - Mount Claremont)" userId="c9fe06fd-15b9-4aef-8f74-cc6223a5ec1f" providerId="ADAL" clId="{AD9F38CA-7421-4A89-BF99-2E7F8A8008AF}" dt="2023-10-19T06:06:01.995" v="36" actId="478"/>
          <ac:spMkLst>
            <pc:docMk/>
            <pc:sldMk cId="2251347007" sldId="284"/>
            <ac:spMk id="5" creationId="{2A8252C4-37A4-4AB7-A0EE-AA0BD77B322F}"/>
          </ac:spMkLst>
        </pc:spChg>
      </pc:sldChg>
      <pc:sldChg chg="modSp del mod">
        <pc:chgData name="Morgan Ball (John XXIII College - Mount Claremont)" userId="c9fe06fd-15b9-4aef-8f74-cc6223a5ec1f" providerId="ADAL" clId="{AD9F38CA-7421-4A89-BF99-2E7F8A8008AF}" dt="2023-10-19T06:01:21.761" v="3" actId="47"/>
        <pc:sldMkLst>
          <pc:docMk/>
          <pc:sldMk cId="3260586023" sldId="363"/>
        </pc:sldMkLst>
        <pc:spChg chg="mod">
          <ac:chgData name="Morgan Ball (John XXIII College - Mount Claremont)" userId="c9fe06fd-15b9-4aef-8f74-cc6223a5ec1f" providerId="ADAL" clId="{AD9F38CA-7421-4A89-BF99-2E7F8A8008AF}" dt="2023-10-19T06:01:18.383" v="2" actId="20577"/>
          <ac:spMkLst>
            <pc:docMk/>
            <pc:sldMk cId="3260586023" sldId="363"/>
            <ac:spMk id="3" creationId="{00000000-0000-0000-0000-000000000000}"/>
          </ac:spMkLst>
        </pc:spChg>
      </pc:sldChg>
      <pc:sldChg chg="add del">
        <pc:chgData name="Morgan Ball (John XXIII College - Mount Claremont)" userId="c9fe06fd-15b9-4aef-8f74-cc6223a5ec1f" providerId="ADAL" clId="{AD9F38CA-7421-4A89-BF99-2E7F8A8008AF}" dt="2023-10-19T06:06:12.048" v="38" actId="47"/>
        <pc:sldMkLst>
          <pc:docMk/>
          <pc:sldMk cId="3108787123" sldId="415"/>
        </pc:sldMkLst>
      </pc:sldChg>
      <pc:sldChg chg="del">
        <pc:chgData name="Morgan Ball (John XXIII College - Mount Claremont)" userId="c9fe06fd-15b9-4aef-8f74-cc6223a5ec1f" providerId="ADAL" clId="{AD9F38CA-7421-4A89-BF99-2E7F8A8008AF}" dt="2023-10-19T06:10:55.459" v="64" actId="2696"/>
        <pc:sldMkLst>
          <pc:docMk/>
          <pc:sldMk cId="1914435252" sldId="424"/>
        </pc:sldMkLst>
      </pc:sldChg>
      <pc:sldChg chg="add">
        <pc:chgData name="Morgan Ball (John XXIII College - Mount Claremont)" userId="c9fe06fd-15b9-4aef-8f74-cc6223a5ec1f" providerId="ADAL" clId="{AD9F38CA-7421-4A89-BF99-2E7F8A8008AF}" dt="2023-10-19T06:10:58.542" v="65"/>
        <pc:sldMkLst>
          <pc:docMk/>
          <pc:sldMk cId="2933761341" sldId="424"/>
        </pc:sldMkLst>
      </pc:sldChg>
      <pc:sldChg chg="modSp mod">
        <pc:chgData name="Morgan Ball (John XXIII College - Mount Claremont)" userId="c9fe06fd-15b9-4aef-8f74-cc6223a5ec1f" providerId="ADAL" clId="{AD9F38CA-7421-4A89-BF99-2E7F8A8008AF}" dt="2023-10-19T06:10:58.724" v="66" actId="27636"/>
        <pc:sldMkLst>
          <pc:docMk/>
          <pc:sldMk cId="1908575304" sldId="430"/>
        </pc:sldMkLst>
        <pc:spChg chg="mod">
          <ac:chgData name="Morgan Ball (John XXIII College - Mount Claremont)" userId="c9fe06fd-15b9-4aef-8f74-cc6223a5ec1f" providerId="ADAL" clId="{AD9F38CA-7421-4A89-BF99-2E7F8A8008AF}" dt="2023-10-19T06:10:58.724" v="66" actId="27636"/>
          <ac:spMkLst>
            <pc:docMk/>
            <pc:sldMk cId="1908575304" sldId="430"/>
            <ac:spMk id="3" creationId="{7EC3F23A-DAAA-45A2-B2EB-C7070E495199}"/>
          </ac:spMkLst>
        </pc:spChg>
      </pc:sldChg>
      <pc:sldChg chg="add del ord">
        <pc:chgData name="Morgan Ball (John XXIII College - Mount Claremont)" userId="c9fe06fd-15b9-4aef-8f74-cc6223a5ec1f" providerId="ADAL" clId="{AD9F38CA-7421-4A89-BF99-2E7F8A8008AF}" dt="2023-10-19T06:07:06.611" v="42" actId="47"/>
        <pc:sldMkLst>
          <pc:docMk/>
          <pc:sldMk cId="2701546464" sldId="491"/>
        </pc:sldMkLst>
      </pc:sldChg>
      <pc:sldChg chg="addSp delSp modSp add mod ord setBg">
        <pc:chgData name="Morgan Ball (John XXIII College - Mount Claremont)" userId="c9fe06fd-15b9-4aef-8f74-cc6223a5ec1f" providerId="ADAL" clId="{AD9F38CA-7421-4A89-BF99-2E7F8A8008AF}" dt="2023-10-19T06:09:15.818" v="63" actId="26606"/>
        <pc:sldMkLst>
          <pc:docMk/>
          <pc:sldMk cId="3954585384" sldId="491"/>
        </pc:sldMkLst>
        <pc:spChg chg="mod">
          <ac:chgData name="Morgan Ball (John XXIII College - Mount Claremont)" userId="c9fe06fd-15b9-4aef-8f74-cc6223a5ec1f" providerId="ADAL" clId="{AD9F38CA-7421-4A89-BF99-2E7F8A8008AF}" dt="2023-10-19T06:09:15.818" v="63" actId="26606"/>
          <ac:spMkLst>
            <pc:docMk/>
            <pc:sldMk cId="3954585384" sldId="491"/>
            <ac:spMk id="2" creationId="{F3F9E636-299B-4825-9066-9D5CDEECE060}"/>
          </ac:spMkLst>
        </pc:spChg>
        <pc:spChg chg="add del mod">
          <ac:chgData name="Morgan Ball (John XXIII College - Mount Claremont)" userId="c9fe06fd-15b9-4aef-8f74-cc6223a5ec1f" providerId="ADAL" clId="{AD9F38CA-7421-4A89-BF99-2E7F8A8008AF}" dt="2023-10-19T06:09:05.756" v="57" actId="478"/>
          <ac:spMkLst>
            <pc:docMk/>
            <pc:sldMk cId="3954585384" sldId="491"/>
            <ac:spMk id="13" creationId="{BBF90A22-4A7D-0247-17F8-7E4F65D7EA31}"/>
          </ac:spMkLst>
        </pc:spChg>
        <pc:spChg chg="add del">
          <ac:chgData name="Morgan Ball (John XXIII College - Mount Claremont)" userId="c9fe06fd-15b9-4aef-8f74-cc6223a5ec1f" providerId="ADAL" clId="{AD9F38CA-7421-4A89-BF99-2E7F8A8008AF}" dt="2023-10-19T06:09:15.818" v="63" actId="26606"/>
          <ac:spMkLst>
            <pc:docMk/>
            <pc:sldMk cId="3954585384" sldId="491"/>
            <ac:spMk id="20" creationId="{6B25638D-3D06-41D1-8060-4D2707C60AE8}"/>
          </ac:spMkLst>
        </pc:spChg>
        <pc:spChg chg="add del">
          <ac:chgData name="Morgan Ball (John XXIII College - Mount Claremont)" userId="c9fe06fd-15b9-4aef-8f74-cc6223a5ec1f" providerId="ADAL" clId="{AD9F38CA-7421-4A89-BF99-2E7F8A8008AF}" dt="2023-10-19T06:09:15.818" v="63" actId="26606"/>
          <ac:spMkLst>
            <pc:docMk/>
            <pc:sldMk cId="3954585384" sldId="491"/>
            <ac:spMk id="30" creationId="{773D9643-4BC8-486D-8267-3577C8F0842D}"/>
          </ac:spMkLst>
        </pc:spChg>
        <pc:grpChg chg="add del">
          <ac:chgData name="Morgan Ball (John XXIII College - Mount Claremont)" userId="c9fe06fd-15b9-4aef-8f74-cc6223a5ec1f" providerId="ADAL" clId="{AD9F38CA-7421-4A89-BF99-2E7F8A8008AF}" dt="2023-10-19T06:09:15.818" v="63" actId="26606"/>
          <ac:grpSpMkLst>
            <pc:docMk/>
            <pc:sldMk cId="3954585384" sldId="491"/>
            <ac:grpSpMk id="26" creationId="{2A7F3A7D-1232-4BDE-ACB6-F7CDEF0668CF}"/>
          </ac:grpSpMkLst>
        </pc:grpChg>
        <pc:picChg chg="del">
          <ac:chgData name="Morgan Ball (John XXIII College - Mount Claremont)" userId="c9fe06fd-15b9-4aef-8f74-cc6223a5ec1f" providerId="ADAL" clId="{AD9F38CA-7421-4A89-BF99-2E7F8A8008AF}" dt="2023-10-19T06:08:45.819" v="46" actId="478"/>
          <ac:picMkLst>
            <pc:docMk/>
            <pc:sldMk cId="3954585384" sldId="491"/>
            <ac:picMk id="12" creationId="{52A4726A-9CCE-4885-8568-19C70A4B17A7}"/>
          </ac:picMkLst>
        </pc:picChg>
        <pc:picChg chg="add mod">
          <ac:chgData name="Morgan Ball (John XXIII College - Mount Claremont)" userId="c9fe06fd-15b9-4aef-8f74-cc6223a5ec1f" providerId="ADAL" clId="{AD9F38CA-7421-4A89-BF99-2E7F8A8008AF}" dt="2023-10-19T06:09:15.818" v="63" actId="26606"/>
          <ac:picMkLst>
            <pc:docMk/>
            <pc:sldMk cId="3954585384" sldId="491"/>
            <ac:picMk id="15" creationId="{F7CD697B-463E-08C3-D115-CC2504308B2A}"/>
          </ac:picMkLst>
        </pc:picChg>
        <pc:picChg chg="add del">
          <ac:chgData name="Morgan Ball (John XXIII College - Mount Claremont)" userId="c9fe06fd-15b9-4aef-8f74-cc6223a5ec1f" providerId="ADAL" clId="{AD9F38CA-7421-4A89-BF99-2E7F8A8008AF}" dt="2023-10-19T06:09:15.818" v="63" actId="26606"/>
          <ac:picMkLst>
            <pc:docMk/>
            <pc:sldMk cId="3954585384" sldId="491"/>
            <ac:picMk id="22" creationId="{8161BB1E-0062-4056-AB94-121EF614D5FB}"/>
          </ac:picMkLst>
        </pc:picChg>
        <pc:inkChg chg="del">
          <ac:chgData name="Morgan Ball (John XXIII College - Mount Claremont)" userId="c9fe06fd-15b9-4aef-8f74-cc6223a5ec1f" providerId="ADAL" clId="{AD9F38CA-7421-4A89-BF99-2E7F8A8008AF}" dt="2023-10-19T06:08:53.001" v="55" actId="478"/>
          <ac:inkMkLst>
            <pc:docMk/>
            <pc:sldMk cId="3954585384" sldId="491"/>
            <ac:inkMk id="3" creationId="{0996E969-7734-42C3-ACF4-2CC6EF9012DC}"/>
          </ac:inkMkLst>
        </pc:inkChg>
        <pc:inkChg chg="del">
          <ac:chgData name="Morgan Ball (John XXIII College - Mount Claremont)" userId="c9fe06fd-15b9-4aef-8f74-cc6223a5ec1f" providerId="ADAL" clId="{AD9F38CA-7421-4A89-BF99-2E7F8A8008AF}" dt="2023-10-19T06:08:51.071" v="52" actId="478"/>
          <ac:inkMkLst>
            <pc:docMk/>
            <pc:sldMk cId="3954585384" sldId="491"/>
            <ac:inkMk id="4" creationId="{FEA8B6DA-1A7D-4BF6-9280-3010FEF8618C}"/>
          </ac:inkMkLst>
        </pc:inkChg>
        <pc:inkChg chg="del">
          <ac:chgData name="Morgan Ball (John XXIII College - Mount Claremont)" userId="c9fe06fd-15b9-4aef-8f74-cc6223a5ec1f" providerId="ADAL" clId="{AD9F38CA-7421-4A89-BF99-2E7F8A8008AF}" dt="2023-10-19T06:08:52.152" v="54" actId="478"/>
          <ac:inkMkLst>
            <pc:docMk/>
            <pc:sldMk cId="3954585384" sldId="491"/>
            <ac:inkMk id="5" creationId="{F805F41A-5597-475F-8C2B-4347F11ADE47}"/>
          </ac:inkMkLst>
        </pc:inkChg>
        <pc:inkChg chg="del">
          <ac:chgData name="Morgan Ball (John XXIII College - Mount Claremont)" userId="c9fe06fd-15b9-4aef-8f74-cc6223a5ec1f" providerId="ADAL" clId="{AD9F38CA-7421-4A89-BF99-2E7F8A8008AF}" dt="2023-10-19T06:08:51.599" v="53" actId="478"/>
          <ac:inkMkLst>
            <pc:docMk/>
            <pc:sldMk cId="3954585384" sldId="491"/>
            <ac:inkMk id="6" creationId="{02808666-6439-484A-879A-D34CEB21EBD5}"/>
          </ac:inkMkLst>
        </pc:inkChg>
        <pc:inkChg chg="del">
          <ac:chgData name="Morgan Ball (John XXIII College - Mount Claremont)" userId="c9fe06fd-15b9-4aef-8f74-cc6223a5ec1f" providerId="ADAL" clId="{AD9F38CA-7421-4A89-BF99-2E7F8A8008AF}" dt="2023-10-19T06:08:49.585" v="50" actId="478"/>
          <ac:inkMkLst>
            <pc:docMk/>
            <pc:sldMk cId="3954585384" sldId="491"/>
            <ac:inkMk id="7" creationId="{74F841CE-97CF-42E0-AA70-7D488A9DDA90}"/>
          </ac:inkMkLst>
        </pc:inkChg>
        <pc:inkChg chg="del">
          <ac:chgData name="Morgan Ball (John XXIII College - Mount Claremont)" userId="c9fe06fd-15b9-4aef-8f74-cc6223a5ec1f" providerId="ADAL" clId="{AD9F38CA-7421-4A89-BF99-2E7F8A8008AF}" dt="2023-10-19T06:08:53.679" v="56" actId="478"/>
          <ac:inkMkLst>
            <pc:docMk/>
            <pc:sldMk cId="3954585384" sldId="491"/>
            <ac:inkMk id="8" creationId="{78FD6A7B-91E0-4492-8A2D-367B809B6302}"/>
          </ac:inkMkLst>
        </pc:inkChg>
        <pc:inkChg chg="del">
          <ac:chgData name="Morgan Ball (John XXIII College - Mount Claremont)" userId="c9fe06fd-15b9-4aef-8f74-cc6223a5ec1f" providerId="ADAL" clId="{AD9F38CA-7421-4A89-BF99-2E7F8A8008AF}" dt="2023-10-19T06:08:47.539" v="48" actId="478"/>
          <ac:inkMkLst>
            <pc:docMk/>
            <pc:sldMk cId="3954585384" sldId="491"/>
            <ac:inkMk id="9" creationId="{3BF349C2-B46E-4D39-8039-3C72A93EC8B3}"/>
          </ac:inkMkLst>
        </pc:inkChg>
        <pc:inkChg chg="del">
          <ac:chgData name="Morgan Ball (John XXIII College - Mount Claremont)" userId="c9fe06fd-15b9-4aef-8f74-cc6223a5ec1f" providerId="ADAL" clId="{AD9F38CA-7421-4A89-BF99-2E7F8A8008AF}" dt="2023-10-19T06:08:46.864" v="47" actId="478"/>
          <ac:inkMkLst>
            <pc:docMk/>
            <pc:sldMk cId="3954585384" sldId="491"/>
            <ac:inkMk id="10" creationId="{AD40EC6D-CE37-497C-8426-42A74C9FB283}"/>
          </ac:inkMkLst>
        </pc:inkChg>
        <pc:inkChg chg="del">
          <ac:chgData name="Morgan Ball (John XXIII College - Mount Claremont)" userId="c9fe06fd-15b9-4aef-8f74-cc6223a5ec1f" providerId="ADAL" clId="{AD9F38CA-7421-4A89-BF99-2E7F8A8008AF}" dt="2023-10-19T06:08:49.985" v="51" actId="478"/>
          <ac:inkMkLst>
            <pc:docMk/>
            <pc:sldMk cId="3954585384" sldId="491"/>
            <ac:inkMk id="18" creationId="{FB011F32-7FC9-4702-B52B-64AD01553FFF}"/>
          </ac:inkMkLst>
        </pc:inkChg>
        <pc:cxnChg chg="add del">
          <ac:chgData name="Morgan Ball (John XXIII College - Mount Claremont)" userId="c9fe06fd-15b9-4aef-8f74-cc6223a5ec1f" providerId="ADAL" clId="{AD9F38CA-7421-4A89-BF99-2E7F8A8008AF}" dt="2023-10-19T06:09:15.818" v="63" actId="26606"/>
          <ac:cxnSpMkLst>
            <pc:docMk/>
            <pc:sldMk cId="3954585384" sldId="491"/>
            <ac:cxnSpMk id="24" creationId="{8FBC01E2-D629-4319-B5CB-BFA461B8CF30}"/>
          </ac:cxnSpMkLst>
        </pc:cxn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5:13.235"/>
    </inkml:context>
    <inkml:brush xml:id="br0">
      <inkml:brushProperty name="width" value="0.35" units="cm"/>
      <inkml:brushProperty name="height" value="0.35" units="cm"/>
      <inkml:brushProperty name="color" value="#FF4E00"/>
      <inkml:brushProperty name="inkEffects" value="rainbow"/>
      <inkml:brushProperty name="anchorX" value="0"/>
      <inkml:brushProperty name="anchorY" value="0"/>
      <inkml:brushProperty name="scaleFactor" value="0.5"/>
    </inkml:brush>
  </inkml:definitions>
  <inkml:trace contextRef="#ctx0" brushRef="#br0">1 1146 3682,'0'0'0,"0"-1"1328,1-4 113,1-3-1153,3-2 56,2-2-192,3-3-157,1-3 101,2-4-173,1-3 141,3-4-158,2-2 102,6-6-162,8-4 100,9-7-202,10-6 187,11-5-137,8-2 172,6-2-86,3 0 197,4 1-109,1 0 189,3 0-143,1 0 159,3 1-157,-2 3 123,1 5-131,-5 8 131,-3 10-115,-4 10 128,-5 10-56,-55 13 8,0 1 0,11 1-104,-12 1 80,-1 0 0,13 4-80,30 11 291,-5 8-110,-2 8 94,-4 6-139,-2 3 21,0 4-141,-3 4 72,0 3-122,-4 1 106,0 2-16,-2 0 136,2-3-35,5-6 150,8-5-112,8-6 58,11-6-165,7-4 46,5 1-172,1 2 137,-1 4-142,-3 5 115,-2 6-128,-5 1 131,-1-1-152,-3-3 157,2-5-160,1-8 160,2-8-160,2-6 178,2-7-164,-3-5 143,1-2-136,-4-3 134,0-1-152,-1-4 138,2-5-136,2-9 153,5-9-158,4-11 160,6-10-142,2-6 137,5-6-134,1-2 134,0 1-134,-2 3 153,-1 3-158,-3 7 160,-2 5-160,-3 9 160,-2 6-142,-6 7 156,-2 4-121,-5 3 131,-2 3-130,-3 2 132,1 2-170,-1 4 107,-1 7-110,-2 4 123,-3 8-149,-5 7 157,-5 4-85,-3 4 138,-2 4-112,0 1 131,1-1-130,1-1 95,6-2-160,3-3 140,3-2-159,1-1 140,2 0-137,-3-1 115,0 2-91,-2 0 121,1 3-129,0 1 134,5 2-134,0 4 115,3 2-147,0 3 155,0 2-141,-2 0 117,0-1-109,-2-5 106,3-5-106,3-8 125,-47-17-102,0 0 1,8 0 29,-3-2 75,27-3-75,37-11-59,7-11 115,6-10-128,1-9 149,2-6-138,-1-3 136,1-2-134,-4 2 152,0 1-157,-2 2 142,1-1-156,-1 2 158,1-2-160,-1 0 142,-1-1-118,-3 3 128,-3 2-131,-5 5 134,-3 5-115,-6 6 109,-1 7-144,-4 5 155,2 5-141,0 4 136,4 4-153,1 3 140,2 5-118,1 3 109,1 3-106,-3 4 143,0 1-116,-3 2 148,0 0-116,0 0 148,0 1-154,0-1 142,1 2-81,0-1 155,-2 2-24,-3 0 126,-3 1-86,-3 3 51,-1 3-88,-3 1 5,3 3-118,4 0 49,5-2-134,4 0 73,8-3-121,2 0 32,5-2-13,1 0 94,3 0-121,1 0 190,2 0 18,2 0 1,5 0-84,0-2 102,6-4-165,2-4 66,4-5-117,0-6 104,0-4-90,-3-4 100,-5-2-103,-7-2 106,-5-1-106,-8-3 106,-2-3-218,-3-4 120,0-3-193,-2-3 126,3-3-136,-2 0 205,-1-1-98,-4 1 202,-2 3-109,-5 2 115,-3 4-104,-3 5 87,-1 3-138,0 3 40,3 1-165,2 0 136,3 1-142,0 0 189,-2 1-111,-5 3 205,-5 4-112,-7 3 134,-5 3-129,-6 4 115,-4 3-240,-5 2 125,-1 3-213,-1 1 168,0 4-131,1 1 243,4 3-13,1 1 162,2 1-109,3-2 118,3-3-182,1-5 53,4-7-133,2-6 144,2-6-160,-1-4 160,-1-3-48,-4 0 166,-1 1-25,-2 1 129,-1 3-124,0 0 44,1-1-182,2-1 29,3-2-112,2-2 118,2-1-134,-2-1 59,-3 0-579,-7 1-192,-9 1-2518,-12-2 936,-9 3-6151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5:13.235"/>
    </inkml:context>
    <inkml:brush xml:id="br0">
      <inkml:brushProperty name="width" value="0.35" units="cm"/>
      <inkml:brushProperty name="height" value="0.35" units="cm"/>
      <inkml:brushProperty name="color" value="#FF4E00"/>
      <inkml:brushProperty name="inkEffects" value="rainbow"/>
      <inkml:brushProperty name="anchorX" value="0"/>
      <inkml:brushProperty name="anchorY" value="0"/>
      <inkml:brushProperty name="scaleFactor" value="0.5"/>
    </inkml:brush>
  </inkml:definitions>
  <inkml:trace contextRef="#ctx0" brushRef="#br0">1 1146 3682,'0'0'0,"0"-1"1328,1-4 113,1-3-1153,3-2 56,2-2-192,3-3-157,1-3 101,2-4-173,1-3 141,3-4-158,2-2 102,6-6-162,8-4 100,9-7-202,10-6 187,11-5-137,8-2 172,6-2-86,3 0 197,4 1-109,1 0 189,3 0-143,1 0 159,3 1-157,-2 3 123,1 5-131,-5 8 131,-3 10-115,-4 10 128,-5 10-56,-55 13 8,0 1 0,11 1-104,-12 1 80,-1 0 0,13 4-80,30 11 291,-5 8-110,-2 8 94,-4 6-139,-2 3 21,0 4-141,-3 4 72,0 3-122,-4 1 106,0 2-16,-2 0 136,2-3-35,5-6 150,8-5-112,8-6 58,11-6-165,7-4 46,5 1-172,1 2 137,-1 4-142,-3 5 115,-2 6-128,-5 1 131,-1-1-152,-3-3 157,2-5-160,1-8 160,2-8-160,2-6 178,2-7-164,-3-5 143,1-2-136,-4-3 134,0-1-152,-1-4 138,2-5-136,2-9 153,5-9-158,4-11 160,6-10-142,2-6 137,5-6-134,1-2 134,0 1-134,-2 3 153,-1 3-158,-3 7 160,-2 5-160,-3 9 160,-2 6-142,-6 7 156,-2 4-121,-5 3 131,-2 3-130,-3 2 132,1 2-170,-1 4 107,-1 7-110,-2 4 123,-3 8-149,-5 7 157,-5 4-85,-3 4 138,-2 4-112,0 1 131,1-1-130,1-1 95,6-2-160,3-3 140,3-2-159,1-1 140,2 0-137,-3-1 115,0 2-91,-2 0 121,1 3-129,0 1 134,5 2-134,0 4 115,3 2-147,0 3 155,0 2-141,-2 0 117,0-1-109,-2-5 106,3-5-106,3-8 125,-47-17-102,0 0 1,8 0 29,-3-2 75,27-3-75,37-11-59,7-11 115,6-10-128,1-9 149,2-6-138,-1-3 136,1-2-134,-4 2 152,0 1-157,-2 2 142,1-1-156,-1 2 158,1-2-160,-1 0 142,-1-1-118,-3 3 128,-3 2-131,-5 5 134,-3 5-115,-6 6 109,-1 7-144,-4 5 155,2 5-141,0 4 136,4 4-153,1 3 140,2 5-118,1 3 109,1 3-106,-3 4 143,0 1-116,-3 2 148,0 0-116,0 0 148,0 1-154,0-1 142,1 2-81,0-1 155,-2 2-24,-3 0 126,-3 1-86,-3 3 51,-1 3-88,-3 1 5,3 3-118,4 0 49,5-2-134,4 0 73,8-3-121,2 0 32,5-2-13,1 0 94,3 0-121,1 0 190,2 0 18,2 0 1,5 0-84,0-2 102,6-4-165,2-4 66,4-5-117,0-6 104,0-4-90,-3-4 100,-5-2-103,-7-2 106,-5-1-106,-8-3 106,-2-3-218,-3-4 120,0-3-193,-2-3 126,3-3-136,-2 0 205,-1-1-98,-4 1 202,-2 3-109,-5 2 115,-3 4-104,-3 5 87,-1 3-138,0 3 40,3 1-165,2 0 136,3 1-142,0 0 189,-2 1-111,-5 3 205,-5 4-112,-7 3 134,-5 3-129,-6 4 115,-4 3-240,-5 2 125,-1 3-213,-1 1 168,0 4-131,1 1 243,4 3-13,1 1 162,2 1-109,3-2 118,3-3-182,1-5 53,4-7-133,2-6 144,2-6-160,-1-4 160,-1-3-48,-4 0 166,-1 1-25,-2 1 129,-1 3-124,0 0 44,1-1-182,2-1 29,3-2-112,2-2 118,2-1-134,-2-1 59,-3 0-579,-7 1-192,-9 1-2518,-12-2 936,-9 3-6151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5:41.848"/>
    </inkml:context>
    <inkml:brush xml:id="br0">
      <inkml:brushProperty name="width" value="0.35" units="cm"/>
      <inkml:brushProperty name="height" value="0.35" units="cm"/>
      <inkml:brushProperty name="color" value="#BB5B18"/>
      <inkml:brushProperty name="inkEffects" value="bronze"/>
      <inkml:brushProperty name="anchorX" value="-29806.78906"/>
      <inkml:brushProperty name="anchorY" value="1006.15796"/>
      <inkml:brushProperty name="scaleFactor" value="0.5"/>
    </inkml:brush>
  </inkml:definitions>
  <inkml:trace contextRef="#ctx0" brushRef="#br0">190 2705 5907,'0'0'0,"-5"4"1664,-10 6 524,-6 3-2110,-5 5 578,-3 4-413,2 0 53,2-2-83,5-7 38,20-13-243,-1 0 0,1 0 0,-1 1 0,0-1 0,1 0 0,-1 0 0,0 0 0,0 1 0,1-1 0,-1 0 0,0 0 0,0 0 0,1 0 0,-1 0 0,0-1 0,1 1 0,-1 0 0,0 0-8,0-2 10,0 1 1,1 0-1,-1 0 0,0 0 1,1 0-1,-1 0 0,1 0 1,-1 0-1,1 0 0,0 0 0,-1 0 1,1 0-1,0 0 0,0-1 1,0 0-11,-1-37 53,6-23 6,5-19-46,7-17 27,2-9-48,6-11 88,4-6 11,5-9 37,5-7-43,9-13 54,9-7-91,9-8 8,5-2-61,4-2 31,-2 6-31,-1 8 45,-4 12-51,-3 13 54,-2 18-72,-1 16 58,-2 18-37,-40 58 29,19-18-21,19-7-5,-2 12 8,-2 12-41,-1 12 12,-4 10-62,-42 4 77,0-1 0,-1 0 1,1 1-1,-1 0 0,6 2 11,-7 0-11,1-1 0,-1 0 0,0 0 0,0 1 0,0 0 0,3 3 11,-3-1-6,0 1 1,0-1 0,0 1-1,-1 0 1,4 6 5,-2 1 0,-1-1 0,1 1 0,1 10 0,11 65 69,-4 18 3,-3 18 80,1 11-74,1 12 63,4 4-111,3 5 50,2 2-75,5 5 38,3 0-33,6 0 65,5-5-19,9-8 27,5-14-43,-29-85 32,12 17-72,-16-32 5,24 27-5,-25-36 12,1-3 0,7 6-12,-9-11 17,2-1 1,10 7-18,-15-13 22,1-2 0,0 0 1,6 1-23,-8-4 19,0-1 1,1-1-1,11 3-19,-13-6 35,-1 0 0,2-1-1,-1-1 1,4 0-35,-3-1 29,0 0 1,0-2-1,0 0 0,1-1-29,3-1 55,-1-2 1,-1 0-1,9-4-55,0-1 49,-1-2 0,8-6-49,0-2 139,22-19-139,34-35 32,3-16 30,-2-13-70,1-14 34,-1-10-31,-2-12 26,-4-3-26,-1-5 45,-3 3-32,-3 3 29,-3 8-26,1 7 26,-2 11-45,1 5 51,0 6-35,4 5 11,0 6-22,2 6 24,-2 11-63,-1 14 36,-55 47-12,0 1-1,5-1 19,-14 9-16,1 1 0,0 0 0,12-3 16,-16 6-9,0 1 0,0 0 0,0 1 0,0 0 0,2 1 9,-3 0-10,0 1 0,0 0 1,0 0-1,0 1 1,5 2 9,-4-1-3,1 1 0,-1 0 1,0 1-1,5 4 3,-2-1-7,-1 0 0,0 1 0,7 7 7,-2 0-8,-1 0 0,6 8 8,33 46 2,0 13-23,-1 14 8,-1 11-3,0 14 18,-1 10-4,1 11 20,0 7-23,3 6 45,1-1-32,2-2 29,0-8-26,2-8 64,-1-13-19,1-14 26,2-15-42,-43-70-4,0-1 0,6 5-36,-11-15 2,1 0 0,0 0 0,7 3-2,-9-9 10,-1 0 1,1-1 0,0 0-1,8 1-10,-8-3-2,0-1 0,0-1 0,0 0 0,12 0 2,-10-3 6,0 0 0,0-1 0,0-1 0,9-2-6,-4 0-1,-1-1-1,1-2 0,11-4 2,-5-1 1,-1-1 1,19-13-2,-12 4-10,-1-1 1,3-4 9,7-10 5,19-23-5,44-55 16,2-21-2,1-17 20,2-15-23,1-5 8,2-4-3,0 6 0,0 6-19,-3 14 24,-2 12 30,-6 15-64,-2 14 40,-7 18-33,-4 17 9,-61 54-41,27-14 38,-36 25-2,-1 0-1,1 2 0,5-1 3,-9 3-12,0 2 0,1 0-1,14-1 13,-16 4-12,0 0 0,-1 1 0,1 0 0,6 2 12,-4 1-9,0 0 0,0 0 0,13 6 9,-9-1-11,-1 0-1,0 2 1,2 1 11,6 5-16,-1 2 0,2 2 16,11 10 5,9 12-5,41 43 13,6 14 38,2 5-27,3 8 29,0 2-26,1 3-30,-2-3-533,1-1-598,0-6 1276,5-7-3757,2-12 1878,-21-21-7191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5:13.235"/>
    </inkml:context>
    <inkml:brush xml:id="br0">
      <inkml:brushProperty name="width" value="0.35" units="cm"/>
      <inkml:brushProperty name="height" value="0.35" units="cm"/>
      <inkml:brushProperty name="color" value="#FF4E00"/>
      <inkml:brushProperty name="inkEffects" value="rainbow"/>
      <inkml:brushProperty name="anchorX" value="0"/>
      <inkml:brushProperty name="anchorY" value="0"/>
      <inkml:brushProperty name="scaleFactor" value="0.5"/>
    </inkml:brush>
  </inkml:definitions>
  <inkml:trace contextRef="#ctx0" brushRef="#br0">1 1146 3682,'0'0'0,"0"-1"1328,1-4 113,1-3-1153,3-2 56,2-2-192,3-3-157,1-3 101,2-4-173,1-3 141,3-4-158,2-2 102,6-6-162,8-4 100,9-7-202,10-6 187,11-5-137,8-2 172,6-2-86,3 0 197,4 1-109,1 0 189,3 0-143,1 0 159,3 1-157,-2 3 123,1 5-131,-5 8 131,-3 10-115,-4 10 128,-5 10-56,-55 13 8,0 1 0,11 1-104,-12 1 80,-1 0 0,13 4-80,30 11 291,-5 8-110,-2 8 94,-4 6-139,-2 3 21,0 4-141,-3 4 72,0 3-122,-4 1 106,0 2-16,-2 0 136,2-3-35,5-6 150,8-5-112,8-6 58,11-6-165,7-4 46,5 1-172,1 2 137,-1 4-142,-3 5 115,-2 6-128,-5 1 131,-1-1-152,-3-3 157,2-5-160,1-8 160,2-8-160,2-6 178,2-7-164,-3-5 143,1-2-136,-4-3 134,0-1-152,-1-4 138,2-5-136,2-9 153,5-9-158,4-11 160,6-10-142,2-6 137,5-6-134,1-2 134,0 1-134,-2 3 153,-1 3-158,-3 7 160,-2 5-160,-3 9 160,-2 6-142,-6 7 156,-2 4-121,-5 3 131,-2 3-130,-3 2 132,1 2-170,-1 4 107,-1 7-110,-2 4 123,-3 8-149,-5 7 157,-5 4-85,-3 4 138,-2 4-112,0 1 131,1-1-130,1-1 95,6-2-160,3-3 140,3-2-159,1-1 140,2 0-137,-3-1 115,0 2-91,-2 0 121,1 3-129,0 1 134,5 2-134,0 4 115,3 2-147,0 3 155,0 2-141,-2 0 117,0-1-109,-2-5 106,3-5-106,3-8 125,-47-17-102,0 0 1,8 0 29,-3-2 75,27-3-75,37-11-59,7-11 115,6-10-128,1-9 149,2-6-138,-1-3 136,1-2-134,-4 2 152,0 1-157,-2 2 142,1-1-156,-1 2 158,1-2-160,-1 0 142,-1-1-118,-3 3 128,-3 2-131,-5 5 134,-3 5-115,-6 6 109,-1 7-144,-4 5 155,2 5-141,0 4 136,4 4-153,1 3 140,2 5-118,1 3 109,1 3-106,-3 4 143,0 1-116,-3 2 148,0 0-116,0 0 148,0 1-154,0-1 142,1 2-81,0-1 155,-2 2-24,-3 0 126,-3 1-86,-3 3 51,-1 3-88,-3 1 5,3 3-118,4 0 49,5-2-134,4 0 73,8-3-121,2 0 32,5-2-13,1 0 94,3 0-121,1 0 190,2 0 18,2 0 1,5 0-84,0-2 102,6-4-165,2-4 66,4-5-117,0-6 104,0-4-90,-3-4 100,-5-2-103,-7-2 106,-5-1-106,-8-3 106,-2-3-218,-3-4 120,0-3-193,-2-3 126,3-3-136,-2 0 205,-1-1-98,-4 1 202,-2 3-109,-5 2 115,-3 4-104,-3 5 87,-1 3-138,0 3 40,3 1-165,2 0 136,3 1-142,0 0 189,-2 1-111,-5 3 205,-5 4-112,-7 3 134,-5 3-129,-6 4 115,-4 3-240,-5 2 125,-1 3-213,-1 1 168,0 4-131,1 1 243,4 3-13,1 1 162,2 1-109,3-2 118,3-3-182,1-5 53,4-7-133,2-6 144,2-6-160,-1-4 160,-1-3-48,-4 0 166,-1 1-25,-2 1 129,-1 3-124,0 0 44,1-1-182,2-1 29,3-2-112,2-2 118,2-1-134,-2-1 59,-3 0-579,-7 1-192,-9 1-2518,-12-2 936,-9 3-6151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5:41.848"/>
    </inkml:context>
    <inkml:brush xml:id="br0">
      <inkml:brushProperty name="width" value="0.35" units="cm"/>
      <inkml:brushProperty name="height" value="0.35" units="cm"/>
      <inkml:brushProperty name="color" value="#BB5B18"/>
      <inkml:brushProperty name="inkEffects" value="bronze"/>
      <inkml:brushProperty name="anchorX" value="-29806.78906"/>
      <inkml:brushProperty name="anchorY" value="1006.15796"/>
      <inkml:brushProperty name="scaleFactor" value="0.5"/>
    </inkml:brush>
  </inkml:definitions>
  <inkml:trace contextRef="#ctx0" brushRef="#br0">190 2705 5907,'0'0'0,"-5"4"1664,-10 6 524,-6 3-2110,-5 5 578,-3 4-413,2 0 53,2-2-83,5-7 38,20-13-243,-1 0 0,1 0 0,-1 1 0,0-1 0,1 0 0,-1 0 0,0 0 0,0 1 0,1-1 0,-1 0 0,0 0 0,0 0 0,1 0 0,-1 0 0,0-1 0,1 1 0,-1 0 0,0 0-8,0-2 10,0 1 1,1 0-1,-1 0 0,0 0 1,1 0-1,-1 0 0,1 0 1,-1 0-1,1 0 0,0 0 0,-1 0 1,1 0-1,0 0 0,0-1 1,0 0-11,-1-37 53,6-23 6,5-19-46,7-17 27,2-9-48,6-11 88,4-6 11,5-9 37,5-7-43,9-13 54,9-7-91,9-8 8,5-2-61,4-2 31,-2 6-31,-1 8 45,-4 12-51,-3 13 54,-2 18-72,-1 16 58,-2 18-37,-40 58 29,19-18-21,19-7-5,-2 12 8,-2 12-41,-1 12 12,-4 10-62,-42 4 77,0-1 0,-1 0 1,1 1-1,-1 0 0,6 2 11,-7 0-11,1-1 0,-1 0 0,0 0 0,0 1 0,0 0 0,3 3 11,-3-1-6,0 1 1,0-1 0,0 1-1,-1 0 1,4 6 5,-2 1 0,-1-1 0,1 1 0,1 10 0,11 65 69,-4 18 3,-3 18 80,1 11-74,1 12 63,4 4-111,3 5 50,2 2-75,5 5 38,3 0-33,6 0 65,5-5-19,9-8 27,5-14-43,-29-85 32,12 17-72,-16-32 5,24 27-5,-25-36 12,1-3 0,7 6-12,-9-11 17,2-1 1,10 7-18,-15-13 22,1-2 0,0 0 1,6 1-23,-8-4 19,0-1 1,1-1-1,11 3-19,-13-6 35,-1 0 0,2-1-1,-1-1 1,4 0-35,-3-1 29,0 0 1,0-2-1,0 0 0,1-1-29,3-1 55,-1-2 1,-1 0-1,9-4-55,0-1 49,-1-2 0,8-6-49,0-2 139,22-19-139,34-35 32,3-16 30,-2-13-70,1-14 34,-1-10-31,-2-12 26,-4-3-26,-1-5 45,-3 3-32,-3 3 29,-3 8-26,1 7 26,-2 11-45,1 5 51,0 6-35,4 5 11,0 6-22,2 6 24,-2 11-63,-1 14 36,-55 47-12,0 1-1,5-1 19,-14 9-16,1 1 0,0 0 0,12-3 16,-16 6-9,0 1 0,0 0 0,0 1 0,0 0 0,2 1 9,-3 0-10,0 1 0,0 0 1,0 0-1,0 1 1,5 2 9,-4-1-3,1 1 0,-1 0 1,0 1-1,5 4 3,-2-1-7,-1 0 0,0 1 0,7 7 7,-2 0-8,-1 0 0,6 8 8,33 46 2,0 13-23,-1 14 8,-1 11-3,0 14 18,-1 10-4,1 11 20,0 7-23,3 6 45,1-1-32,2-2 29,0-8-26,2-8 64,-1-13-19,1-14 26,2-15-42,-43-70-4,0-1 0,6 5-36,-11-15 2,1 0 0,0 0 0,7 3-2,-9-9 10,-1 0 1,1-1 0,0 0-1,8 1-10,-8-3-2,0-1 0,0-1 0,0 0 0,12 0 2,-10-3 6,0 0 0,0-1 0,0-1 0,9-2-6,-4 0-1,-1-1-1,1-2 0,11-4 2,-5-1 1,-1-1 1,19-13-2,-12 4-10,-1-1 1,3-4 9,7-10 5,19-23-5,44-55 16,2-21-2,1-17 20,2-15-23,1-5 8,2-4-3,0 6 0,0 6-19,-3 14 24,-2 12 30,-6 15-64,-2 14 40,-7 18-33,-4 17 9,-61 54-41,27-14 38,-36 25-2,-1 0-1,1 2 0,5-1 3,-9 3-12,0 2 0,1 0-1,14-1 13,-16 4-12,0 0 0,-1 1 0,1 0 0,6 2 12,-4 1-9,0 0 0,0 0 0,13 6 9,-9-1-11,-1 0-1,0 2 1,2 1 11,6 5-16,-1 2 0,2 2 16,11 10 5,9 12-5,41 43 13,6 14 38,2 5-27,3 8 29,0 2-26,1 3-30,-2-3-533,1-1-598,0-6 1276,5-7-3757,2-12 1878,-21-21-7191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5:54.398"/>
    </inkml:context>
    <inkml:brush xml:id="br0">
      <inkml:brushProperty name="width" value="0.35" units="cm"/>
      <inkml:brushProperty name="height" value="0.35" units="cm"/>
      <inkml:brushProperty name="color" value="#AE198D"/>
      <inkml:brushProperty name="inkEffects" value="galaxy"/>
      <inkml:brushProperty name="anchorX" value="-40299.17188"/>
      <inkml:brushProperty name="anchorY" value="1323.73767"/>
      <inkml:brushProperty name="scaleFactor" value="0.5"/>
    </inkml:brush>
  </inkml:definitions>
  <inkml:trace contextRef="#ctx0" brushRef="#br0">12912 1116 6675,'0'0'0,"-1"-12"1009,-2-23 709,1-17-2612,-1-19 902,-2-10-264,-6-5 152,-5 5 266,8 58-36,1 0-1,-5-6-125,4 12 98,-1-1-1,-9-12-97,7 13 135,0 2-1,-12-12-134,-29-27 158,-9 3-6,-3 0-171,-3-2 62,-1 0-48,1 1 119,3 3 4,1 6 79,1 6-34,-2 9-22,-2 10-141,-6 9-18,-2 9-62,-4 10 26,-2 8-12,0 11 95,2 6-26,0 9 69,3 6-72,2 6 61,3 3-56,2 5 54,4 2-72,1 3 39,2 3-31,1 2 26,0 0-63,0 1 111,0-3-53,0-4 37,1-8 11,2-6 16,2-10-58,2-10 92,3-11-9,2-11 97,1-10-42,0-10 112,-1-8-85,-3-7-8,-1-6-91,-4-4 3,-2-4-102,-4-2 62,0-4-81,-1-2 41,0-3-14,-1 1 3,1-1-37,-3 2 48,0 3-35,-5 2 29,-1 3-8,-3 3 97,-2 5-46,-2 5 37,0 6-45,-2 6 14,2 6-81,-1 5 3,0 6-43,-2 5 46,0 5-35,-3 6 66,2 5-36,-3 6 31,4 7-8,0 9 22,4 8-43,1 8 32,5 3-11,1 3 22,2-3-24,0-2 26,2-4-26,-1-3 45,1-5-51,2-3 35,0-2-29,1-3 26,0-2-26,1-4 26,0-5-45,2-7 32,0-8-29,47-16 23,-1 0-1,0-1 1,-1 0-2,3-1-642,0-1 0,0 0 0,-6-2 642,5 0 183,0 0 0,0-1 1,-3-2-184,-40-21-294,-1-10 299,3-7-45,0-9 1956,3-6-2484,0-7 845,2-4-280,0-6 22,0-1-6,1 0 22,1 4-24,-2 4 26,-1 8-26,-1 8 26,-1 7-26,-2 7 26,-2 6-45,-4 5 32,-1 5-29,-4 3 8,-2 5-3,-3 3-19,-1 6-13,-3 8 40,1 5-51,-2 9 54,0 7-35,-1 5 48,0 5-32,-1 5 48,2 3-51,-1 5 35,3 4-48,1 6 51,3 2-35,3 3 48,3-2-51,3-4 54,3-7-35,1-7 29,1-8-7,0-8 20,2-6-60,0-8 74,1-6-80,2-8 80,1-7-43,-2-6 70,1-6-38,-2-6 32,0-4-63,-2-6-1,0-7-58,-1-6-25,0-4-34,-1-3 24,1 2-10,-1 2 20,1 6 14,-2 9 35,0 9 10,-2 9 19,-2 11-21,-3 9 26,-3 6-26,-3 8 26,-1 5-45,-2 6 32,0 6-29,1 8 26,1 6-26,2 7 26,2 2-7,3 4 20,3-1-23,3-3 26,2-5-26,2-5 26,2-6-26,1-4 26,2-6-26,0-3 26,1-3-7,1-3 39,3-4-48,2-5 35,2-5-29,1-7 8,0-6-22,-3-8 43,0-5-13,-3-5 5,0-2 0,-2-3 0,1 1-38,-2-3 30,-1-1-29,0-2 8,0-4-3,0-3 18,3 0-42,-1 1 32,0 5 8,-2 7-2,-1 8 2,-5 10 37,-1 7-29,-2 8 30,2 5-65,1 6 38,3 4-51,3 5 32,2 5-30,1 6 102,-2 3 8,-3 3 96,-3-1-21,-1-3-248,3-6-430,45-27-222,0 1 0,0-1 0,0 0 0,-7 2 737,-21 1-10940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5:13.235"/>
    </inkml:context>
    <inkml:brush xml:id="br0">
      <inkml:brushProperty name="width" value="0.35" units="cm"/>
      <inkml:brushProperty name="height" value="0.35" units="cm"/>
      <inkml:brushProperty name="color" value="#FF4E00"/>
      <inkml:brushProperty name="inkEffects" value="rainbow"/>
      <inkml:brushProperty name="anchorX" value="0"/>
      <inkml:brushProperty name="anchorY" value="0"/>
      <inkml:brushProperty name="scaleFactor" value="0.5"/>
    </inkml:brush>
  </inkml:definitions>
  <inkml:trace contextRef="#ctx0" brushRef="#br0">1 1146 3682,'0'0'0,"0"-1"1328,1-4 113,1-3-1153,3-2 56,2-2-192,3-3-157,1-3 101,2-4-173,1-3 141,3-4-158,2-2 102,6-6-162,8-4 100,9-7-202,10-6 187,11-5-137,8-2 172,6-2-86,3 0 197,4 1-109,1 0 189,3 0-143,1 0 159,3 1-157,-2 3 123,1 5-131,-5 8 131,-3 10-115,-4 10 128,-5 10-56,-55 13 8,0 1 0,11 1-104,-12 1 80,-1 0 0,13 4-80,30 11 291,-5 8-110,-2 8 94,-4 6-139,-2 3 21,0 4-141,-3 4 72,0 3-122,-4 1 106,0 2-16,-2 0 136,2-3-35,5-6 150,8-5-112,8-6 58,11-6-165,7-4 46,5 1-172,1 2 137,-1 4-142,-3 5 115,-2 6-128,-5 1 131,-1-1-152,-3-3 157,2-5-160,1-8 160,2-8-160,2-6 178,2-7-164,-3-5 143,1-2-136,-4-3 134,0-1-152,-1-4 138,2-5-136,2-9 153,5-9-158,4-11 160,6-10-142,2-6 137,5-6-134,1-2 134,0 1-134,-2 3 153,-1 3-158,-3 7 160,-2 5-160,-3 9 160,-2 6-142,-6 7 156,-2 4-121,-5 3 131,-2 3-130,-3 2 132,1 2-170,-1 4 107,-1 7-110,-2 4 123,-3 8-149,-5 7 157,-5 4-85,-3 4 138,-2 4-112,0 1 131,1-1-130,1-1 95,6-2-160,3-3 140,3-2-159,1-1 140,2 0-137,-3-1 115,0 2-91,-2 0 121,1 3-129,0 1 134,5 2-134,0 4 115,3 2-147,0 3 155,0 2-141,-2 0 117,0-1-109,-2-5 106,3-5-106,3-8 125,-47-17-102,0 0 1,8 0 29,-3-2 75,27-3-75,37-11-59,7-11 115,6-10-128,1-9 149,2-6-138,-1-3 136,1-2-134,-4 2 152,0 1-157,-2 2 142,1-1-156,-1 2 158,1-2-160,-1 0 142,-1-1-118,-3 3 128,-3 2-131,-5 5 134,-3 5-115,-6 6 109,-1 7-144,-4 5 155,2 5-141,0 4 136,4 4-153,1 3 140,2 5-118,1 3 109,1 3-106,-3 4 143,0 1-116,-3 2 148,0 0-116,0 0 148,0 1-154,0-1 142,1 2-81,0-1 155,-2 2-24,-3 0 126,-3 1-86,-3 3 51,-1 3-88,-3 1 5,3 3-118,4 0 49,5-2-134,4 0 73,8-3-121,2 0 32,5-2-13,1 0 94,3 0-121,1 0 190,2 0 18,2 0 1,5 0-84,0-2 102,6-4-165,2-4 66,4-5-117,0-6 104,0-4-90,-3-4 100,-5-2-103,-7-2 106,-5-1-106,-8-3 106,-2-3-218,-3-4 120,0-3-193,-2-3 126,3-3-136,-2 0 205,-1-1-98,-4 1 202,-2 3-109,-5 2 115,-3 4-104,-3 5 87,-1 3-138,0 3 40,3 1-165,2 0 136,3 1-142,0 0 189,-2 1-111,-5 3 205,-5 4-112,-7 3 134,-5 3-129,-6 4 115,-4 3-240,-5 2 125,-1 3-213,-1 1 168,0 4-131,1 1 243,4 3-13,1 1 162,2 1-109,3-2 118,3-3-182,1-5 53,4-7-133,2-6 144,2-6-160,-1-4 160,-1-3-48,-4 0 166,-1 1-25,-2 1 129,-1 3-124,0 0 44,1-1-182,2-1 29,3-2-112,2-2 118,2-1-134,-2-1 59,-3 0-579,-7 1-192,-9 1-2518,-12-2 936,-9 3-6151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5:41.848"/>
    </inkml:context>
    <inkml:brush xml:id="br0">
      <inkml:brushProperty name="width" value="0.35" units="cm"/>
      <inkml:brushProperty name="height" value="0.35" units="cm"/>
      <inkml:brushProperty name="color" value="#BB5B18"/>
      <inkml:brushProperty name="inkEffects" value="bronze"/>
      <inkml:brushProperty name="anchorX" value="-29806.78906"/>
      <inkml:brushProperty name="anchorY" value="1006.15796"/>
      <inkml:brushProperty name="scaleFactor" value="0.5"/>
    </inkml:brush>
  </inkml:definitions>
  <inkml:trace contextRef="#ctx0" brushRef="#br0">190 2705 5907,'0'0'0,"-5"4"1664,-10 6 524,-6 3-2110,-5 5 578,-3 4-413,2 0 53,2-2-83,5-7 38,20-13-243,-1 0 0,1 0 0,-1 1 0,0-1 0,1 0 0,-1 0 0,0 0 0,0 1 0,1-1 0,-1 0 0,0 0 0,0 0 0,1 0 0,-1 0 0,0-1 0,1 1 0,-1 0 0,0 0-8,0-2 10,0 1 1,1 0-1,-1 0 0,0 0 1,1 0-1,-1 0 0,1 0 1,-1 0-1,1 0 0,0 0 0,-1 0 1,1 0-1,0 0 0,0-1 1,0 0-11,-1-37 53,6-23 6,5-19-46,7-17 27,2-9-48,6-11 88,4-6 11,5-9 37,5-7-43,9-13 54,9-7-91,9-8 8,5-2-61,4-2 31,-2 6-31,-1 8 45,-4 12-51,-3 13 54,-2 18-72,-1 16 58,-2 18-37,-40 58 29,19-18-21,19-7-5,-2 12 8,-2 12-41,-1 12 12,-4 10-62,-42 4 77,0-1 0,-1 0 1,1 1-1,-1 0 0,6 2 11,-7 0-11,1-1 0,-1 0 0,0 0 0,0 1 0,0 0 0,3 3 11,-3-1-6,0 1 1,0-1 0,0 1-1,-1 0 1,4 6 5,-2 1 0,-1-1 0,1 1 0,1 10 0,11 65 69,-4 18 3,-3 18 80,1 11-74,1 12 63,4 4-111,3 5 50,2 2-75,5 5 38,3 0-33,6 0 65,5-5-19,9-8 27,5-14-43,-29-85 32,12 17-72,-16-32 5,24 27-5,-25-36 12,1-3 0,7 6-12,-9-11 17,2-1 1,10 7-18,-15-13 22,1-2 0,0 0 1,6 1-23,-8-4 19,0-1 1,1-1-1,11 3-19,-13-6 35,-1 0 0,2-1-1,-1-1 1,4 0-35,-3-1 29,0 0 1,0-2-1,0 0 0,1-1-29,3-1 55,-1-2 1,-1 0-1,9-4-55,0-1 49,-1-2 0,8-6-49,0-2 139,22-19-139,34-35 32,3-16 30,-2-13-70,1-14 34,-1-10-31,-2-12 26,-4-3-26,-1-5 45,-3 3-32,-3 3 29,-3 8-26,1 7 26,-2 11-45,1 5 51,0 6-35,4 5 11,0 6-22,2 6 24,-2 11-63,-1 14 36,-55 47-12,0 1-1,5-1 19,-14 9-16,1 1 0,0 0 0,12-3 16,-16 6-9,0 1 0,0 0 0,0 1 0,0 0 0,2 1 9,-3 0-10,0 1 0,0 0 1,0 0-1,0 1 1,5 2 9,-4-1-3,1 1 0,-1 0 1,0 1-1,5 4 3,-2-1-7,-1 0 0,0 1 0,7 7 7,-2 0-8,-1 0 0,6 8 8,33 46 2,0 13-23,-1 14 8,-1 11-3,0 14 18,-1 10-4,1 11 20,0 7-23,3 6 45,1-1-32,2-2 29,0-8-26,2-8 64,-1-13-19,1-14 26,2-15-42,-43-70-4,0-1 0,6 5-36,-11-15 2,1 0 0,0 0 0,7 3-2,-9-9 10,-1 0 1,1-1 0,0 0-1,8 1-10,-8-3-2,0-1 0,0-1 0,0 0 0,12 0 2,-10-3 6,0 0 0,0-1 0,0-1 0,9-2-6,-4 0-1,-1-1-1,1-2 0,11-4 2,-5-1 1,-1-1 1,19-13-2,-12 4-10,-1-1 1,3-4 9,7-10 5,19-23-5,44-55 16,2-21-2,1-17 20,2-15-23,1-5 8,2-4-3,0 6 0,0 6-19,-3 14 24,-2 12 30,-6 15-64,-2 14 40,-7 18-33,-4 17 9,-61 54-41,27-14 38,-36 25-2,-1 0-1,1 2 0,5-1 3,-9 3-12,0 2 0,1 0-1,14-1 13,-16 4-12,0 0 0,-1 1 0,1 0 0,6 2 12,-4 1-9,0 0 0,0 0 0,13 6 9,-9-1-11,-1 0-1,0 2 1,2 1 11,6 5-16,-1 2 0,2 2 16,11 10 5,9 12-5,41 43 13,6 14 38,2 5-27,3 8 29,0 2-26,1 3-30,-2-3-533,1-1-598,0-6 1276,5-7-3757,2-12 1878,-21-21-7191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5:54.398"/>
    </inkml:context>
    <inkml:brush xml:id="br0">
      <inkml:brushProperty name="width" value="0.35" units="cm"/>
      <inkml:brushProperty name="height" value="0.35" units="cm"/>
      <inkml:brushProperty name="color" value="#AE198D"/>
      <inkml:brushProperty name="inkEffects" value="galaxy"/>
      <inkml:brushProperty name="anchorX" value="-40299.17188"/>
      <inkml:brushProperty name="anchorY" value="1323.73767"/>
      <inkml:brushProperty name="scaleFactor" value="0.5"/>
    </inkml:brush>
  </inkml:definitions>
  <inkml:trace contextRef="#ctx0" brushRef="#br0">12912 1116 6675,'0'0'0,"-1"-12"1009,-2-23 709,1-17-2612,-1-19 902,-2-10-264,-6-5 152,-5 5 266,8 58-36,1 0-1,-5-6-125,4 12 98,-1-1-1,-9-12-97,7 13 135,0 2-1,-12-12-134,-29-27 158,-9 3-6,-3 0-171,-3-2 62,-1 0-48,1 1 119,3 3 4,1 6 79,1 6-34,-2 9-22,-2 10-141,-6 9-18,-2 9-62,-4 10 26,-2 8-12,0 11 95,2 6-26,0 9 69,3 6-72,2 6 61,3 3-56,2 5 54,4 2-72,1 3 39,2 3-31,1 2 26,0 0-63,0 1 111,0-3-53,0-4 37,1-8 11,2-6 16,2-10-58,2-10 92,3-11-9,2-11 97,1-10-42,0-10 112,-1-8-85,-3-7-8,-1-6-91,-4-4 3,-2-4-102,-4-2 62,0-4-81,-1-2 41,0-3-14,-1 1 3,1-1-37,-3 2 48,0 3-35,-5 2 29,-1 3-8,-3 3 97,-2 5-46,-2 5 37,0 6-45,-2 6 14,2 6-81,-1 5 3,0 6-43,-2 5 46,0 5-35,-3 6 66,2 5-36,-3 6 31,4 7-8,0 9 22,4 8-43,1 8 32,5 3-11,1 3 22,2-3-24,0-2 26,2-4-26,-1-3 45,1-5-51,2-3 35,0-2-29,1-3 26,0-2-26,1-4 26,0-5-45,2-7 32,0-8-29,47-16 23,-1 0-1,0-1 1,-1 0-2,3-1-642,0-1 0,0 0 0,-6-2 642,5 0 183,0 0 0,0-1 1,-3-2-184,-40-21-294,-1-10 299,3-7-45,0-9 1956,3-6-2484,0-7 845,2-4-280,0-6 22,0-1-6,1 0 22,1 4-24,-2 4 26,-1 8-26,-1 8 26,-1 7-26,-2 7 26,-2 6-45,-4 5 32,-1 5-29,-4 3 8,-2 5-3,-3 3-19,-1 6-13,-3 8 40,1 5-51,-2 9 54,0 7-35,-1 5 48,0 5-32,-1 5 48,2 3-51,-1 5 35,3 4-48,1 6 51,3 2-35,3 3 48,3-2-51,3-4 54,3-7-35,1-7 29,1-8-7,0-8 20,2-6-60,0-8 74,1-6-80,2-8 80,1-7-43,-2-6 70,1-6-38,-2-6 32,0-4-63,-2-6-1,0-7-58,-1-6-25,0-4-34,-1-3 24,1 2-10,-1 2 20,1 6 14,-2 9 35,0 9 10,-2 9 19,-2 11-21,-3 9 26,-3 6-26,-3 8 26,-1 5-45,-2 6 32,0 6-29,1 8 26,1 6-26,2 7 26,2 2-7,3 4 20,3-1-23,3-3 26,2-5-26,2-5 26,2-6-26,1-4 26,2-6-26,0-3 26,1-3-7,1-3 39,3-4-48,2-5 35,2-5-29,1-7 8,0-6-22,-3-8 43,0-5-13,-3-5 5,0-2 0,-2-3 0,1 1-38,-2-3 30,-1-1-29,0-2 8,0-4-3,0-3 18,3 0-42,-1 1 32,0 5 8,-2 7-2,-1 8 2,-5 10 37,-1 7-29,-2 8 30,2 5-65,1 6 38,3 4-51,3 5 32,2 5-30,1 6 102,-2 3 8,-3 3 96,-3-1-21,-1-3-248,3-6-430,45-27-222,0 1 0,0-1 0,0 0 0,-7 2 737,-21 1-10940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6:20.423"/>
    </inkml:context>
    <inkml:brush xml:id="br0">
      <inkml:brushProperty name="width" value="0.35" units="cm"/>
      <inkml:brushProperty name="height" value="0.35" units="cm"/>
      <inkml:brushProperty name="color" value="#B4C3DA"/>
      <inkml:brushProperty name="inkEffects" value="silver"/>
      <inkml:brushProperty name="anchorX" value="-26540.55273"/>
      <inkml:brushProperty name="anchorY" value="2263.60938"/>
      <inkml:brushProperty name="scaleFactor" value="0.5"/>
    </inkml:brush>
  </inkml:definitions>
  <inkml:trace contextRef="#ctx0" brushRef="#br0">251 387 3474,'0'0'0,"-5"2"1424,-7 4 113,-6 3-1022,-5 2 37,-3 3-197,-4 1-94,0 0 28,1 0-132,2-3 91,6-3-144,4-6 59,17-3-162,-1 0 0,1 0 0,-1 0 1,1 0-1,0 0 0,-1 0 0,1 0 0,-1 0 0,1 0 1,-1 0-1,1 0 0,0 0 0,-1 0 0,1 0 0,-1 0 1,1-1-1,0 1 0,-1 0 0,1 0 0,0 0 0,-1 0 1,1-1-1,0 1 0,-1 0 0,1 0-1,-3-10 120,9-7-125,7-7 90,11-6-122,9-4 146,8-2-138,6-1 192,4 2-150,1 4 142,0 3-115,0 5 72,3 1-134,5 1 113,7-2-149,8-3 116,9-2-111,3 2 125,0 3-168,-4 7 163,-70 14-87,1 1 1,0 0 0,0 0-1,4 0 20,-11 2 19,1-1 0,0 0 0,-1 1 0,1-1 0,-1 1 0,1 1 1,0-1-20,-2 0 6,-1 1 1,0-1 0,1 1-1,-1 0 1,0-1 0,-1 1-1,1 0 1,3 3-7,-3-3 36,0 1 0,0 1-1,0-1 1,-1 1 0,0-1 0,0 1 0,-1 0-36,4 3 54,-1 0 0,-1 0 0,3 8-54,12 24 291,-3 4-144,1-1 45,4 0-128,3-2 107,5-1-131,4-2 93,4-1-141,4-2 134,4-3-156,3-5 102,3-5-106,-40-17 57,1-1 0,0 0 0,5 1-23,-7-2-9,-1-1-1,1 1 1,-1-1 0,8 0 9,-6-1 22,1 0 0,-1 0 0,0-1 0,3 0-22,1-1-8,1 0 0,-1-1 0,4-1 8,55-14 104,6-6-131,2-6 115,2-3-72,-2 0 40,-3 0 64,-6 1 94,-6 2-97,-5 3 75,-4 2-59,-3 2-39,1 2-121,1 1 105,1-1-153,0 2 155,-1 0-141,-3 4 135,-2 3-132,-5 6 132,-3 5-151,-5 5 138,-2 5-117,-4 2 128,-2 4-130,-2 2 132,-2 3-132,0 1 132,1 2-114,1 2 128,1 1-149,-1 0 157,2 1-160,-1-2 141,0 0-135,-2-3 114,3-2-110,1-2 108,4-2-108,5-3 108,6-3-108,5-5 108,5-4-108,3-5 108,6-6-126,1-2 130,2-5-132,2-3 151,1-2-157,1-3 160,2-1-141,1-2 135,3 2-132,-3 1 132,0 3-114,-5 5 91,-4 4-83,-7 3 99,-3 4-123,-4 2 130,-1 1-114,-2 2 110,1 0-145,-1 2 136,2 1-135,0 3 132,0 4-114,0 4 128,-2 3-112,-3 3 128,-2 2-93,-4 2 104,-1 1-105,-2 0 145,0 2-136,0 0 117,2 0-147,1 0 137,2-3-174,1-4 144,2-3-139,1-6 134,4-4-153,3-5 158,6-4-160,2-5 160,6-6-160,1-4 160,5-5-141,1-4 136,4-1-134,-1 0 134,-1 0-134,-4 3 152,-4 3-157,-9 4 142,-6 4-118,-6 3 109,-5 4-125,-5 3 112,-1 3-109,-3 2 125,0 1-150,-4 2 140,0 3-137,-5 3 152,-3 2-119,-2 4 130,-1 3-94,0 2 124,2 1-148,3 2 121,5 0-112,2 1 69,5 0-96,1-1 26,2 0-28,1-2 116,4-4-127,1-4 98,5-5-10,4-6 2,-41-3-49,1-1-1,-1 0 1,3 0 20,48-8 77,7-7-138,5-5 136,6-5-134,3-2 134,1-2-97,0-1 161,0 0-102,-2 2 54,0 0-51,-3 1 70,1 2-153,-3 2 120,-1 0-58,-4 2 16,0 1-78,-5 3 115,-4 2-149,-6 5 138,-6 5-117,-7 5 109,-5 6-106,-6 3 125,-4 4-131,-5 3 134,-2 4-115,-3 2 147,-1 4-137,-1 2 156,1 1-158,0 0 122,3 1-148,3-3 135,5-3-154,3-3 138,4-3-136,2-3 153,4-4-158,2-2 160,3-2-160,1 0 160,5-2-179,2-3 166,4-1-163,4-4 160,5-5-142,6-6 137,8-5-115,4-5 109,7-3-106,1-1 125,1 0-131,-4 2 134,-2 2-134,-8 4 153,-5 4-158,-8 3 141,-3 4-136,-5 2 134,-1 4-152,-2 2 138,1 3-154,-2 4 138,-1 3-117,-3 3 128,-3 5-131,-4 3 153,-4 4-121,-2 1 112,1 1-106,2-2 106,5-2-162,5-5 160,-38-12-115,-1-1 0,14 2 48,38 1 26,6-5-92,4-5 138,5-3-134,3-2 156,5-1-158,0 1 141,4 2-304,-1 2-304,5 1-2763,-1-1 1370,-18 1-7826</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6:25.828"/>
    </inkml:context>
    <inkml:brush xml:id="br0">
      <inkml:brushProperty name="width" value="0.35" units="cm"/>
      <inkml:brushProperty name="height" value="0.35" units="cm"/>
      <inkml:brushProperty name="color" value="#E71224"/>
    </inkml:brush>
  </inkml:definitions>
  <inkml:trace contextRef="#ctx0" brushRef="#br0">0 552 5843,'13'-7'3814,"-1"0"-3402,-3 2-268,1-1 1,-1 0-1,0 0 1,-1-1-1,0 0 1,0-1-1,0 1 1,3-7-145,36-31 802,22-9-328,2 4 0,2 3 0,2 4 0,2 2 0,1 4 1,3 3-1,58-15-474,-110 39 386,26-13-386,-9 3-256,-40 17-438,-4 3 535,-1 0-1,0-1 1,1 1 0,-1-1-1,0 1 1,1-1-1,-1 0 1,0 1 0,0-1-1,0 0 1,0 0-1,0 0 1,1-1 159,-2-4-1505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6:26.231"/>
    </inkml:context>
    <inkml:brush xml:id="br0">
      <inkml:brushProperty name="width" value="0.35" units="cm"/>
      <inkml:brushProperty name="height" value="0.35" units="cm"/>
      <inkml:brushProperty name="color" value="#E71224"/>
    </inkml:brush>
  </inkml:definitions>
  <inkml:trace contextRef="#ctx0" brushRef="#br0">1 1 6579,'23'51'3941,"17"24"-2385,-13-24-1602,0 3 46,7 26 98,-6-12 249,5 2-347,33 55 334,26 31-334,-92-155-14,0-1 1,1 1 0,-1 0 0,0-1-1,1 1 1,-1-1 0,1 1 0,-1 0 0,0-1-1,1 1 1,0-1 0,-1 1 0,1-1-1,-1 0 1,1 1 0,0-1 0,-1 0 0,1 1-1,-1-1 1,1 0 0,0 1 13,0-2-37,-1 1-1,0 0 1,1-1 0,-1 1-1,0 0 1,1-1 0,-1 1-1,0-1 1,0 1 0,1 0-1,-1-1 1,0 1 0,0-1-1,0 1 1,0-1 0,0 1-1,0-1 1,0 1 0,0-1-1,0 1 1,0-1 0,0 1-1,0-1 38,-2-36-2057,-4-7-336,2-3-283</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6:26.647"/>
    </inkml:context>
    <inkml:brush xml:id="br0">
      <inkml:brushProperty name="width" value="0.35" units="cm"/>
      <inkml:brushProperty name="height" value="0.35" units="cm"/>
      <inkml:brushProperty name="color" value="#E71224"/>
    </inkml:brush>
  </inkml:definitions>
  <inkml:trace contextRef="#ctx0" brushRef="#br0">112 450 4450,'-36'-31'3315,"25"23"-2650,0-1-1,1 0 1,0-1 0,-3-5-665,10 12 71,1 0 1,0 0-1,0 0 1,0 0-1,1 0 0,-1-1 1,1 1-1,-1-1 1,1 1-1,0-1 0,1 0 1,-1 1-1,1-1 1,-1 0-1,1 0 1,0 1-1,0-1 0,1-1-71,1-5 45,1 0 0,1 0 0,0 0 0,0 1 0,0-1 0,1 1-1,1 1 1,0-1 0,0 1 0,0 0 0,1 0 0,0 0 0,6-3-45,9-9 8,1 1 0,1 1 0,1 1 1,4-1-9,-9 6 33,1 1 1,0 0-1,1 2 1,0 1-1,0 0 1,1 2-1,0 1 1,0 0-1,20 0-33,-36 4 16,-1 1-1,1 1 1,-1-1-1,1 1 1,0 0-1,-1 0 1,0 1-1,1 0 1,-1 0-1,0 1 1,0 0-1,0 0 1,0 0-1,2 2-15,-2 0 8,0 0-1,0 1 0,0 0 1,-1 0-1,1 0 1,-2 0-1,1 1 1,-1 0-1,0 0 0,0 0 1,1 5-8,28 73-69,17 74 69,-25-75-72,-12-43 1,-2 0 1,-1 1 0,0 16 70,-9-43 46,0 1 0,-1-1 0,0 1 0,-1-1 0,-1 1-1,0-1 1,-1 0 0,-1 0 0,0 0 0,-7 13-46,-5 6 241,-2-1 0,-1-1 0,-1-1 0,-2-1 0,-1 0 0,-6 2-241,26-29-78,1 0 0,-1 0 0,0-1 0,0 1 0,-1-1 0,1 0 0,0 0 0,-1 0 0,1 0 0,-1 0 0,0-1 1,0 0-1,1 0 0,-1 0 0,0 0 0,0-1 0,0 1 0,0-1 0,0 0 0,0 0 0,0 0 0,0-1 0,0 1 0,-1-1 78,5 1-31,0 0-1,0-1 1,0 1-1,-1 0 1,1 0-1,0 0 1,0 0-1,0 0 1,0 0-1,0 0 1,0 0-1,-1 0 1,1 0-1,0 0 1,0 0-1,0-1 1,0 1-1,0 0 1,0 0-1,0 0 1,0 0-1,0 0 1,0 0-1,-1-1 1,1 1-1,0 0 1,0 0-1,0 0 1,0 0-1,0 0 0,0-1 1,0 1-1,0 0 1,0 0-1,0 0 1,0 0-1,0 0 1,0-1-1,0 1 1,0 0-1,1 0 1,-1 0-1,0 0 1,0 0-1,0 0 1,0-1-1,0 1 32,6-11-799,1-1-50,11-27-722</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6:27.070"/>
    </inkml:context>
    <inkml:brush xml:id="br0">
      <inkml:brushProperty name="width" value="0.35" units="cm"/>
      <inkml:brushProperty name="height" value="0.35" units="cm"/>
      <inkml:brushProperty name="color" value="#E71224"/>
    </inkml:brush>
  </inkml:definitions>
  <inkml:trace contextRef="#ctx0" brushRef="#br0">1 19 6771,'8'-3'928,"1"-1"1,1 1-1,-1 1 0,0 0 1,1 0-1,6 0-928,-12 2-5,1-1 0,-1 1 0,1 1 0,-1-1-1,1 1 1,-1 0 0,1 0 0,-1 0 0,0 0 0,0 1 0,1-1 0,-1 1 0,0 1-1,0-1 1,1 2 5,22 17 2,-1 2 0,-2 1 0,0 1 0,3 7-2,82 111 153,-84-109-95,10 14 129,-2 0 1,-2 2-1,-3 2 1,1 5-188,-24-45 117,0-1 1,2 1 0,-1-1-1,1 0 1,4 3-118,-9-12-18,-1 0 0,1 0 0,-1-1 0,1 1 0,0-1 0,0 1 0,0-1 0,0 0-1,0 0 1,0 1 0,0-1 0,0-1 0,0 1 0,1 0 0,-1-1 18,0 1-73,-1-2-1,1 1 1,0 0-1,-1 0 1,1 0-1,-1-1 1,1 1-1,-1-1 1,1 1-1,-1-1 1,1 0-1,-1 0 1,1 1-1,-1-1 1,0 0 0,0 0-1,1 0 1,-1 0-1,0-1 1,0 1-1,0 0 1,0 0-1,0-1 1,0 0 73,1-1-319,0 1 0,-1-1 0,1-1 0,-1 1 0,1 0 0,-1 0-1,0 0 1,0-1 0,-1 1 0,1 0 0,-1-1 0,0 1 319,0-23-2435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6:27.487"/>
    </inkml:context>
    <inkml:brush xml:id="br0">
      <inkml:brushProperty name="width" value="0.35" units="cm"/>
      <inkml:brushProperty name="height" value="0.35" units="cm"/>
      <inkml:brushProperty name="color" value="#E71224"/>
    </inkml:brush>
  </inkml:definitions>
  <inkml:trace contextRef="#ctx0" brushRef="#br0">8 284 4818,'-7'-5'1649,"8"2"-79,17 1-499,-10 2-1007,1 1 0,0 1 1,-1 0-1,0 0 0,1 0 0,-1 1 0,0 0 0,0 1 1,0 0-1,-1 0 0,1 1 0,-1 0 0,0 0 0,0 1 1,-1 0-1,2 2-64,10 12 150,-2 1 0,0 1 1,-1 0-1,7 17-150,-1-3 271,14 17-271,-27-42 40,0-1-1,1-1 0,0 1 0,0-1 0,1-1 0,11 8-39,-8-8 35,0-1 0,0 0 0,1 0 0,1-2 0,-1 0 0,1 0-1,-1-1 1,1-1 0,0-1 0,1 0 0,-1 0 0,0-2 0,0 0-1,1-1 1,-1 0 0,1-1-35,-11 0 53,0 1 0,0-1 0,0 0 0,0 0 0,0-1 0,0 1 0,-1-1 1,1 0-1,-1 0 0,0-1 0,0 1 0,0-1 0,0 0 0,-1 0 0,0 0 0,0-1 0,0 1 0,0-1 0,0 1 0,-1-1 0,0 0 0,0-1-53,6-15 203,-2-1 0,-1 0 0,0 0-1,0-18-202,1 3 127,32-224 1175,-34 240-1108,6-49 439,-10 66-570,0 0 0,0-1 0,0 1 0,0-1 0,-1 1 0,0-1 0,0 1 0,0 0 0,0-1 0,-1 1 0,0 0 0,0 0 0,-1-2-63,3 5-49,-1 0 0,0 0 0,0 0 0,0 0 0,0 1 0,0-1 0,0 0 0,0 0 0,0 1 0,0-1 1,0 1-1,0-1 0,-1 1 0,1-1 0,0 1 0,0-1 0,0 1 0,-1 0 0,1 0 0,-1 0 49,-13-5-3380,12 5 413,3 3-141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6:27.771"/>
    </inkml:context>
    <inkml:brush xml:id="br0">
      <inkml:brushProperty name="width" value="0.35" units="cm"/>
      <inkml:brushProperty name="height" value="0.35" units="cm"/>
      <inkml:brushProperty name="color" value="#E71224"/>
    </inkml:brush>
  </inkml:definitions>
  <inkml:trace contextRef="#ctx0" brushRef="#br0">0 0 7860,'25'42'4787,"15"17"-4787,-12-19 698,5 14-698,24 61 187,-36-68-92,3-2-1,25 38-94,-39-69 13,0 0-1,1-1 1,0-1-1,1 0 1,0-1-1,1 0 1,0-1-1,1 0 1,0-1-1,13 6-12,-12-8-123,-1-1 0,1 0 0,0-1 1,1-1-1,-1 0 0,1-1 0,15 1 123,-22-4-405,-1 0 1,1 0-1,0 0 1,0-1-1,0-1 1,-1 1 0,1-1-1,-1-1 1,1 0-1,-1 0 1,0 0-1,0-1 1,0-1-1,5-3 405,15-16-2537</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6:28.172"/>
    </inkml:context>
    <inkml:brush xml:id="br0">
      <inkml:brushProperty name="width" value="0.35" units="cm"/>
      <inkml:brushProperty name="height" value="0.35" units="cm"/>
      <inkml:brushProperty name="color" value="#E71224"/>
    </inkml:brush>
  </inkml:definitions>
  <inkml:trace contextRef="#ctx0" brushRef="#br0">525 15 7491,'-15'-4'308,"0"0"0,0 2 0,0 0-1,0 0 1,0 2 0,0 0-1,0 0 1,-1 1 0,1 1 0,0 1-1,0 0 1,1 1 0,-5 2-308,-10 5-73,1 0 0,0 2-1,1 1 1,1 1 0,0 2 0,-2 3 73,8-6 37,0 2 0,-11 12-37,26-23 9,0 0-1,1 0 1,-1 0-1,1 0 1,0 1-1,1 0 1,0 0-1,0 0 1,0 0-1,0 1 1,1-1-1,0 1-8,2-5 1,-1 0 0,1 0-1,0 0 1,0 1 0,0-1 0,0 0 0,0 0-1,0 0 1,1 0 0,-1 0 0,1 0-1,-1 0 1,1 1 0,0-1 0,0-1 0,0 1-1,0 0 1,1 1-1,0 0 0,1 0-1,0 0 1,-1-1-1,1 1 1,0-1-1,0 0 1,1 0-1,-1 0 1,0 0-1,2 0 1,9 4-2,1-1 1,0 0-1,0-1 0,13 1 2,-20-4 3,81 14 15,-43-8-45,1 2-1,-1 2 1,3 3 27,-34-9-11,-1 1 1,1 1-1,-2 0 1,1 0-1,-1 1 0,0 1 1,0 0-1,-1 1 0,-1 0 1,0 1-1,4 5 11,-3-2 30,-1 1 0,-1 0 0,-1 0 0,0 1 0,-1 1 0,0-1 0,-1 1 0,-2 0 0,1 1-1,-2-1 1,0 1 0,-1 0 0,-1 0 0,-1 0 0,0 0 0,-2 1 0,0-1 0,-1 5-30,1-18 44,-1-1 0,1 1-1,-1-1 1,0 0 0,0 1 0,0-1-1,-1 0 1,1-1 0,-1 1 0,0 0-1,0-1 1,-1 1 0,1-1 0,-1 0-1,1 0 1,-1 0 0,0-1 0,0 1 0,0-1-1,0 0 1,-1 0 0,-2 0-44,-13 5 334,0 0-1,0-2 1,-1 0 0,-6 0-334,23-5 44,-111 17 1022,96-15-1141,0-1 0,0-1 0,0 0 0,1-2 0,-3-1 75,19 3-116,1 0 0,0 0 0,0-1 0,0 1 0,-1 0 0,1-1 0,0 1 0,0-1 0,0 0 0,0 1 0,0-1 0,0 0 0,0 0 0,0 1 0,0-1 0,0 0-1,0 0 1,0 0 0,1 0 0,-1 0 0,0 0 0,1-1 0,-1 1 0,1 0 0,-1 0 0,1 0 0,-1-1 0,1 1 0,0 0 0,0 0 0,0-1 0,0 1 0,0 0 0,0 0 0,0-1-1,0 1 1,0 0 0,0 0 0,1-1 0,-1 1 0,1 0 0,-1 0 0,1 0 0,0-1 116,13-23-2876</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6:28.451"/>
    </inkml:context>
    <inkml:brush xml:id="br0">
      <inkml:brushProperty name="width" value="0.35" units="cm"/>
      <inkml:brushProperty name="height" value="0.35" units="cm"/>
      <inkml:brushProperty name="color" value="#E71224"/>
    </inkml:brush>
  </inkml:definitions>
  <inkml:trace contextRef="#ctx0" brushRef="#br0">0 1 7748,'91'134'6386,"-45"-69"-5540,-3 2 0,5 17-846,11 43 240,18 65-240,-50-123 51,-14-33-67,16 36 130,-26-64-226,1-1 0,1 1 0,-1-1 0,1 0 0,1-1 0,-1 1 0,5 3 112,-9-9-37,0 0 1,0 0-1,0-1 0,0 1 0,0 0 0,-1-1 1,1 1-1,0-1 0,0 1 0,1-1 1,-1 0-1,0 1 0,0-1 0,0 0 0,1 1 37,-2-2-28,1 1 0,-1 0 0,1 0 0,-1 0 0,1 0 0,-1 0 0,1-1 0,-1 1 0,1 0 0,-1 0 0,1-1 0,-1 1 0,0 0 0,1-1 0,-1 1 0,1 0 0,-1-1 0,0 1-1,1 0 1,-1-1 0,0 1 0,0-1 0,1 0 28,1-3-409,-1-1-1,1 0 0,-1 0 0,0 0 1,0-1-1,0-3 410,7-51-2140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6:28.820"/>
    </inkml:context>
    <inkml:brush xml:id="br0">
      <inkml:brushProperty name="width" value="0.35" units="cm"/>
      <inkml:brushProperty name="height" value="0.35" units="cm"/>
      <inkml:brushProperty name="color" value="#E71224"/>
    </inkml:brush>
  </inkml:definitions>
  <inkml:trace contextRef="#ctx0" brushRef="#br0">0 342 3890,'19'14'3101,"-2"1"0,9 8-3101,25 36 1938,-21-18-1751,-3 1-1,3 8-186,-14-22 56,1-1-1,2-1 1,0-1-1,2 0 1,0-1-1,2-2 1,16 14-56,-27-27 20,0-1 0,0 0 0,0 0 1,1-1-1,0-1 0,0 0 0,1-1 0,-1 0 1,1-1-1,0-1 0,0 0 0,1-1 0,-1-1 1,1 0-1,-1 0 0,1-2 0,-1 0 0,2-1-20,-2-1 96,-1 0-1,1-1 1,-1-1-1,0-1 0,0 1 1,0-2-1,-1 0 1,0-1-1,0 0 0,-1 0 1,0-1-1,0-1 0,-1 0 1,0 0-1,6-10-95,2-4 147,0 0-1,-2-1 1,-2-1 0,0 0-1,-1-1 1,-2-1-1,0 0-146,-2-1 37,-1 0-1,-1-1 0,-2 0 0,0 0 0,-2-1 0,-2 1 0,-1 0 1,-1-1-1,-1 1 0,-2-1 0,-2-4-36,4 24 31,0 1 0,-1-1 0,-1 1 0,0 0 0,0 0 0,-1 0 0,0 1-1,-1 0 1,0 0 0,-6-8-31,6 12 26,1-1-1,-1 1 0,0 0 0,0 1 1,0 0-1,0 0 0,-1 0 0,0 1 1,0-1-1,0 2 0,0-1 1,0 1-1,-1 0 0,1 1 0,-5-1-25,-6 0-1,0 2-1,0 0 1,0 0 0,0 2-1,1 0 1,-1 1-1,0 1 1,1 1-1,0 0 1,-6 4 1,-23 11-304,1 1 0,1 2 1,-7 7 303,-5 5-1063,0 2 1,3 3-1,1 2 1,-33 37 1062,77-72-285,4-3 4,0-1 0,0 1 0,0 0 0,1 0 0,0 0 0,-1 1 0,1-1 0,1 1-1,-1-1 1,1 1 0,0 0 0,0 0 0,0 0 0,1 1 0,-1 3 281,2-3-527,0-1 0,1 1-1,0 0 1,0-1 0,2 5 527</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6:29.305"/>
    </inkml:context>
    <inkml:brush xml:id="br0">
      <inkml:brushProperty name="width" value="0.35" units="cm"/>
      <inkml:brushProperty name="height" value="0.35" units="cm"/>
      <inkml:brushProperty name="color" value="#E71224"/>
    </inkml:brush>
  </inkml:definitions>
  <inkml:trace contextRef="#ctx0" brushRef="#br0">96 1236 7635,'8'-2'540,"11"-2"615,0-1-1,0-1 1,0 0 0,-1-2-1,1 0-1154,-15 6 81,0-1 0,0 1 0,0 0 0,0-1 0,-1 0 0,1 0 0,-1 0 0,0 0 0,0-1 0,0 1 0,0-1 0,-1 0 0,1 0 0,-1 0 0,0 0 0,0 0 0,0 0 1,-1 0-1,1-1 0,-1 1 0,0-1 0,-1 1 0,1-1 0,-1 0-81,0-4 24,0 1 1,-1-1-1,0 1 0,-1-1 1,0 1-1,0 0 1,-1 0-1,0 0 1,-2-4-25,-8-13 92,0 0 1,-6-4-93,1 0 91,-19-32 110,5 11 26,2-1-1,3-2 1,2-1-1,-3-12-226,24 52 42,0 0-1,1 0 1,-1-6-42,4 16 6,-1 0 0,1 1 0,0-1 1,0 1-1,0-1 0,0 0 0,1 1 1,-1-1-1,1 1 0,0-1 1,0 1-1,0-1 0,1 1 0,-1 0 1,1-2-7,-1 5-2,0 0 0,-1 0-1,1 0 1,-1 0 0,1 0 0,-1 0 0,1 0 0,0 0 0,-1 0 0,1 0-1,-1 0 1,1 0 0,-1 0 0,1 0 0,-1 0 0,1 1 0,0-1 0,-1 0 0,1 0-1,-1 1 1,1-1 0,-1 0 0,0 1 0,1-1 0,-1 1 0,1-1 0,-1 0-1,0 1 1,1-1 0,-1 1 0,0-1 0,1 1 0,-1-1 0,0 1 2,51 52-115,7 6-138,6 1 253,9 0-53,2-3 1,2-3 0,3-4-1,2-3 1,37 13 52,-71-39 4,1-1 0,0-2 0,1-3 0,1-2 0,0-2 0,5-2-4,-14-4 48,-1-3 0,1-1 0,0-2 0,-1-2 0,1-2 0,-1-2 0,4-2-48,-27 3 113,0 0 0,0-2 1,-1 0-1,1 0 0,-2-2 0,1 0 0,-1-1 0,-1-1 0,0 0 0,-1-1 0,0 0 0,-1-2 1,-1 1-1,0-2 0,-1 1 0,0-1 0,-2-1 0,0 0 0,0 0 0,-2-1 0,0 0 0,-1-1 0,0-6-113,4-23 50,-2-1 0,-2-1-1,-3 1 1,-1-1 0,-3 1-1,-2-1 1,-2 1-1,-2 0 1,-3 0 0,-8-25-50,13 56-6,-2-1 0,1 1 0,-2 0 0,-6-12 6,12 26-20,0 0 0,-1 0 0,1 1 1,-1-1-1,0 0 0,0 1 0,0 0 0,0-1 0,0 1 0,-1 0 1,1 1-1,-1-1 0,0 1 0,0-1 0,0 1 0,0 1 1,0-1-1,0 0 0,-1 1 0,1 0 0,-1 0 0,1 0 0,-3 0 20,-2 2-208,-1 0 0,1 1 0,0 0 0,-1 0 0,1 1 0,0 0 0,1 1 0,-1 0 0,0 0 0,1 1 0,0 0 0,0 0 0,0 1 0,-1 1 208,-11 11-1230,0 1 0,1 0 0,1 1 0,-9 15 1230,-33 52-3674</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6:34.179"/>
    </inkml:context>
    <inkml:brush xml:id="br0">
      <inkml:brushProperty name="width" value="0.35" units="cm"/>
      <inkml:brushProperty name="height" value="0.35" units="cm"/>
      <inkml:brushProperty name="color" value="#E71224"/>
    </inkml:brush>
  </inkml:definitions>
  <inkml:trace contextRef="#ctx0" brushRef="#br0">1 71 5891,'10'4'658,"1"-1"1,0-1 0,0 0-1,0 0 1,0-1-1,0-1 1,6 0-659,19-2 903,24-5-903,-30 3 70,0 1 0,18 1-70,-35 4 64,0 0 0,0 1 0,0 0-1,-1 1 1,1 1 0,-1-1 0,8 6-64,36 12 481,-39-18-333,0 0 0,0-1 0,0-1-1,0 0 1,0-2 0,0 0-1,0 0 1,1-2 0,-1 0 0,7-3-148,-13 3-233,0-1 0,-1 0 0,1 0 0,-1-1 0,0-1 0,0 0 0,0 0 0,-1-1 1,0 0-1,0-1 0,-1 0 0,1 0 0,-1-1 0,-1 0 0,0 0 0,4-7 233,3-10-2588</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6:35.905"/>
    </inkml:context>
    <inkml:brush xml:id="br0">
      <inkml:brushProperty name="width" value="0.35" units="cm"/>
      <inkml:brushProperty name="height" value="0.35" units="cm"/>
      <inkml:brushProperty name="color" value="#E71224"/>
    </inkml:brush>
  </inkml:definitions>
  <inkml:trace contextRef="#ctx0" brushRef="#br0">136 261 8020,'2'9'1172,"0"-1"1,0 1 0,-1 0 0,-1 0 0,1 4-1173,-2 13-36,-1 1-1,-3 9 37,0-3 339,-3 31-339,3 1 0,3 0 0,3 0 0,3 0 0,5 20 0,-3-42-16,0 3-345,2 0-1,11 34 362,-10-64-1243,-9-16 1159,1 0-1,-1 0 0,1 1 1,-1-1-1,1 0 0,-1 0 1,1 0-1,0 0 0,-1 0 1,1 0-1,-1 0 0,1 0 1,-1 0-1,1 0 0,-1 0 1,1 0-1,0 0 0,-1 0 1,1 0-1,-1-1 0,1 1 1,-1 0-1,1 0 0,-1-1 1,1 1-1,-1 0 0,1-1 1,-1 1-1,0 0 0,1-1 85,20-20-2697</inkml:trace>
  <inkml:trace contextRef="#ctx0" brushRef="#br0" timeOffset="415.47">7 487 3554,'-1'-6'679,"-1"0"-1,1 0 1,0 0 0,0 0 0,1 0 0,0 0 0,0 0 0,0 0 0,2-4-679,0-2 414,0 1 0,1-1 1,1 1-1,4-10-414,6-10-171,2 1 0,2 1 0,2-3 171,-10 19 27,0 1 0,0-1 0,1 2 0,1 0 0,0 0 0,1 1 1,0 0-1,0 1 0,1 1 0,10-5-27,18-7 183,1 2 1,0 2-1,7 0-183,-15 6 49,1 0-1,-1 2 1,1 2-1,21-1-48,-42 6 6,-1 1 0,0 0 0,0 1 0,1 1 0,-1 0 0,0 0 0,0 2 0,-1 0 0,1 0 0,-1 1 0,0 1 0,0 0 0,5 4-6,-5-1 21,0 0-1,0 1 1,-1 0 0,0 1-1,0 1 1,-2 0-1,1 0 1,-2 1-1,0 0 1,0 1-1,3 7-20,-9-15 18,0 1 0,0 0 0,-1 0 0,0 0-1,0 0 1,0 1 0,-1-1 0,0 0 0,-1 1 0,1-1 0,-1 1 0,-1-1-1,0 0 1,0 1 0,0-1 0,-1 0 0,0 1 0,0-1 0,-1 0-1,0-1 1,0 1 0,0 0 0,-1-1 0,0 0 0,-4 5-18,-1-1 115,-1 0-1,0 0 1,-1-1 0,0-1 0,0 0 0,-1 0-1,0-1 1,0 0 0,-9 2-115,-22 10 603,-2-3-1,-7 0-602,-56 13 1429,-36 2-1429,-84 21 556,216-49-771,1 1 0,-1 1 0,1-1 0,1 2 0,-7 3 215,16-9-53,1 1 0,0-1 0,-1 0 1,1 0-1,-1 0 0,1 0 0,0 0 1,-1 1-1,1-1 0,0 0 0,-1 0 0,1 1 1,0-1-1,-1 0 0,1 1 0,0-1 0,-1 0 1,1 1-1,0-1 0,0 0 0,0 1 0,-1-1 1,1 0-1,0 1 0,0-1 0,0 1 0,0-1 1,0 0-1,0 1 0,0-1 0,0 1 0,0-1 1,0 1-1,0-1 0,0 0 0,0 1 53,1 0-193,0-1 0,0 1-1,0-1 1,1 1 0,-1-1-1,0 0 1,1 1 0,-1-1-1,0 0 1,0 0-1,1 0 1,-1 0 0,0 0-1,1 0 194,45-5-3270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6:34.779"/>
    </inkml:context>
    <inkml:brush xml:id="br0">
      <inkml:brushProperty name="width" value="0.35" units="cm"/>
      <inkml:brushProperty name="height" value="0.35" units="cm"/>
      <inkml:brushProperty name="color" value="#E71224"/>
    </inkml:brush>
  </inkml:definitions>
  <inkml:trace contextRef="#ctx0" brushRef="#br0">676 78 6867,'-3'-5'249,"-1"1"0,1-1-1,-1 1 1,0 0 0,0 0-1,0 0 1,0 1 0,-1-1-1,0 1 1,0 0 0,0 0 0,0 1-1,0 0 1,-4-2-249,-6-1-279,-1 1 0,0 0 0,-1 2 1,-5-1 278,-5 0 52,0 1 0,0 2 0,0 1 0,0 0 0,0 3 0,0 0 0,0 1 0,1 2 1,0 1-1,0 0 0,1 2 0,0 2 0,0 0 0,2 1 0,-18 12-52,32-18 44,1 0 0,-1 1 0,1 0-1,0 0 1,1 0 0,0 1 0,0 1-1,-3 5-43,8-12 5,0 0 0,0 0-1,1 1 1,0-1 0,-1 0-1,1 1 1,0-1 0,0 0-1,1 1 1,-1-1 0,1 1-1,0-1 1,0 1-1,0-1 1,0 1 0,0 0-1,1-1 1,0 0 0,0 1-1,0-1 1,0 1 0,0-1-1,1 0 1,-1 0 0,1 0-1,0 0 1,0 0-1,1 1-4,2 2 4,0-1-1,0-1 1,1 1-1,0-1 1,-1 0-1,2 0 1,-1-1-1,0 1 1,5 0-4,13 5 15,0-1 1,3 0-16,-6-2 20,26 9-7,-1 2 0,-1 2 0,0 2 0,-2 2 0,-1 2 0,1 2-13,72 46 23,-49-34-102,32 28 79,-89-60-5,0 0 0,-1 1-1,0 0 1,0 0 0,-1 0 0,0 1 0,0 1 0,-1 0 5,-3-5 21,0 0 0,0 1 1,-1-1-1,0 1 0,0 0 0,-1-1 0,0 1 0,0 0 0,0 0 0,0 0 0,-1 0 0,0 0 0,0 0 0,-1-1 0,0 1 0,-1 4-21,-1 0 52,-1 1 0,0-1 0,0 0 1,-1 0-1,-1 0 0,0-1 0,0 0 1,0 0-1,-1 0 0,-1-1 0,0 0 1,0-1-1,0 1 0,-1-2 0,-3 3-52,3-2 57,-1-1-1,1-1 0,-1 0 0,0 0 0,-1-1 0,1 0 0,-1 0 0,1-1 0,-1-1 0,0 0 0,0 0 0,-1-1 0,1-1 0,0 0 0,-6-1-56,-87-12 939,2-4 1,-43-16-940,141 32 45,0 0-1,0 0 1,0-1 0,0 0 0,0 1 0,0-1 0,1 0 0,-4-3-45,6 4-44,0 0 0,0 0-1,0 0 1,0 0 0,1-1 0,-1 1 0,0 0 0,1-1 0,-1 1 0,1 0-1,-1-1 1,1 1 0,0-1 0,0 1 0,-1-1 0,1 1 0,0-1-1,0 1 1,1 0 0,-1-1 0,0 1 0,0-1 0,1 1 0,-1-1-1,1 1 1,-1 0 0,1-1 44,14-40-696</inkml:trace>
  <inkml:trace contextRef="#ctx0" brushRef="#br0" timeOffset="184.49">1221 737 10485,'7'29'2609,"-7"-14"656,-2-10-3232,-4-5-962,-1-5-303,-3-5 1151,1-4-3184,6-9 1536</inkml:trace>
  <inkml:trace contextRef="#ctx0" brushRef="#br0" timeOffset="638.77">1814 244 8292,'-2'14'897,"0"0"0,0 0 1,-2 0-1,1 0 0,-2 0 0,-1 2-897,-39 81-554,19-42 540,14-30-74,2 1 0,1 0 0,0 1-1,2 0 1,2 0 0,-2 14 88,6-31-9,1 1 1,0-1-1,0 0 0,1 0 1,1 0-1,0 0 0,0 0 1,4 10 8,-4-14 2,1 1 0,0-1 1,0 0-1,1 0 0,0 0 1,0-1-1,0 1 0,1-1 1,0 0-1,0 0 0,0-1 1,1 0-1,5 4-2,-3-3 3,0-1 0,1 0 0,0-1 0,0 1-1,0-2 1,0 1 0,0-1 0,1-1 0,-1 0 0,1 0 0,-1-1 0,1 0 0,-1 0-1,1-1 1,-1 0 0,0-1 0,1 0 0,3-2-3,13-4 21,0-2 0,0 0 0,-1-2 0,-1-1 0,20-13-21,2-6 100,0-1 0,-3-3 0,0-2 0,-3-2-1,27-34-99,-51 55 25,0-1 1,-2 0-1,0-1 0,-1-1 0,-1 0 0,-1-1 0,4-13-25,-12 26 71,0 1 0,0 0 0,-1-1-1,0 0 1,0 0 0,-1 1 0,-1-1 0,0 0 0,0 0 0,-1 0-1,0 0 1,-1 0 0,0 1 0,0-1 0,-1 1 0,0-1 0,-1 1-1,0 0 1,-1 0 0,-1-1-71,3 5 69,0 0-1,-1 1 1,1 0-1,-1-1 1,0 1-1,0 1 1,-1-1 0,1 1-1,-1 0 1,1 0-1,-1 0 1,0 0-1,0 1 1,-1 0-1,-4-2-68,1 2 43,0 1 0,0-1 1,0 1-1,0 1 0,0 0 0,0 0 0,0 1 0,0 0 0,-4 1-43,-20 7-54,2 0 1,-1 2-1,1 1 0,-27 16 54,52-25-16,-17 8-77,-81 38-1649,3 5-1,-41 30 1743,136-80-231,1-1-177,-1 0 0,1 1 0,0 0 0,0 0 1,1 0-1,-1 0 0,1 1 0,0-1 0,0 1 1,0 0-1,1 1 0,-3 3 408,2 19-3124</inkml:trace>
  <inkml:trace contextRef="#ctx0" brushRef="#br0" timeOffset="899.15">2797 697 11029,'42'37'2737,"-5"-10"753,-10-7-3346,-9-7-688,-11-9-337,-9-8-799,-4-8 255,4-13-1889,15-3 385</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5:13.235"/>
    </inkml:context>
    <inkml:brush xml:id="br0">
      <inkml:brushProperty name="width" value="0.35" units="cm"/>
      <inkml:brushProperty name="height" value="0.35" units="cm"/>
      <inkml:brushProperty name="color" value="#FF4E00"/>
      <inkml:brushProperty name="inkEffects" value="rainbow"/>
      <inkml:brushProperty name="anchorX" value="0"/>
      <inkml:brushProperty name="anchorY" value="0"/>
      <inkml:brushProperty name="scaleFactor" value="0.5"/>
    </inkml:brush>
  </inkml:definitions>
  <inkml:trace contextRef="#ctx0" brushRef="#br0">1 1146 3682,'0'0'0,"0"-1"1328,1-4 113,1-3-1153,3-2 56,2-2-192,3-3-157,1-3 101,2-4-173,1-3 141,3-4-158,2-2 102,6-6-162,8-4 100,9-7-202,10-6 187,11-5-137,8-2 172,6-2-86,3 0 197,4 1-109,1 0 189,3 0-143,1 0 159,3 1-157,-2 3 123,1 5-131,-5 8 131,-3 10-115,-4 10 128,-5 10-56,-55 13 8,0 1 0,11 1-104,-12 1 80,-1 0 0,13 4-80,30 11 291,-5 8-110,-2 8 94,-4 6-139,-2 3 21,0 4-141,-3 4 72,0 3-122,-4 1 106,0 2-16,-2 0 136,2-3-35,5-6 150,8-5-112,8-6 58,11-6-165,7-4 46,5 1-172,1 2 137,-1 4-142,-3 5 115,-2 6-128,-5 1 131,-1-1-152,-3-3 157,2-5-160,1-8 160,2-8-160,2-6 178,2-7-164,-3-5 143,1-2-136,-4-3 134,0-1-152,-1-4 138,2-5-136,2-9 153,5-9-158,4-11 160,6-10-142,2-6 137,5-6-134,1-2 134,0 1-134,-2 3 153,-1 3-158,-3 7 160,-2 5-160,-3 9 160,-2 6-142,-6 7 156,-2 4-121,-5 3 131,-2 3-130,-3 2 132,1 2-170,-1 4 107,-1 7-110,-2 4 123,-3 8-149,-5 7 157,-5 4-85,-3 4 138,-2 4-112,0 1 131,1-1-130,1-1 95,6-2-160,3-3 140,3-2-159,1-1 140,2 0-137,-3-1 115,0 2-91,-2 0 121,1 3-129,0 1 134,5 2-134,0 4 115,3 2-147,0 3 155,0 2-141,-2 0 117,0-1-109,-2-5 106,3-5-106,3-8 125,-47-17-102,0 0 1,8 0 29,-3-2 75,27-3-75,37-11-59,7-11 115,6-10-128,1-9 149,2-6-138,-1-3 136,1-2-134,-4 2 152,0 1-157,-2 2 142,1-1-156,-1 2 158,1-2-160,-1 0 142,-1-1-118,-3 3 128,-3 2-131,-5 5 134,-3 5-115,-6 6 109,-1 7-144,-4 5 155,2 5-141,0 4 136,4 4-153,1 3 140,2 5-118,1 3 109,1 3-106,-3 4 143,0 1-116,-3 2 148,0 0-116,0 0 148,0 1-154,0-1 142,1 2-81,0-1 155,-2 2-24,-3 0 126,-3 1-86,-3 3 51,-1 3-88,-3 1 5,3 3-118,4 0 49,5-2-134,4 0 73,8-3-121,2 0 32,5-2-13,1 0 94,3 0-121,1 0 190,2 0 18,2 0 1,5 0-84,0-2 102,6-4-165,2-4 66,4-5-117,0-6 104,0-4-90,-3-4 100,-5-2-103,-7-2 106,-5-1-106,-8-3 106,-2-3-218,-3-4 120,0-3-193,-2-3 126,3-3-136,-2 0 205,-1-1-98,-4 1 202,-2 3-109,-5 2 115,-3 4-104,-3 5 87,-1 3-138,0 3 40,3 1-165,2 0 136,3 1-142,0 0 189,-2 1-111,-5 3 205,-5 4-112,-7 3 134,-5 3-129,-6 4 115,-4 3-240,-5 2 125,-1 3-213,-1 1 168,0 4-131,1 1 243,4 3-13,1 1 162,2 1-109,3-2 118,3-3-182,1-5 53,4-7-133,2-6 144,2-6-160,-1-4 160,-1-3-48,-4 0 166,-1 1-25,-2 1 129,-1 3-124,0 0 44,1-1-182,2-1 29,3-2-112,2-2 118,2-1-134,-2-1 59,-3 0-579,-7 1-192,-9 1-2518,-12-2 936,-9 3-6151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5:41.848"/>
    </inkml:context>
    <inkml:brush xml:id="br0">
      <inkml:brushProperty name="width" value="0.35" units="cm"/>
      <inkml:brushProperty name="height" value="0.35" units="cm"/>
      <inkml:brushProperty name="color" value="#BB5B18"/>
      <inkml:brushProperty name="inkEffects" value="bronze"/>
      <inkml:brushProperty name="anchorX" value="-29806.78906"/>
      <inkml:brushProperty name="anchorY" value="1006.15796"/>
      <inkml:brushProperty name="scaleFactor" value="0.5"/>
    </inkml:brush>
  </inkml:definitions>
  <inkml:trace contextRef="#ctx0" brushRef="#br0">190 2705 5907,'0'0'0,"-5"4"1664,-10 6 524,-6 3-2110,-5 5 578,-3 4-413,2 0 53,2-2-83,5-7 38,20-13-243,-1 0 0,1 0 0,-1 1 0,0-1 0,1 0 0,-1 0 0,0 0 0,0 1 0,1-1 0,-1 0 0,0 0 0,0 0 0,1 0 0,-1 0 0,0-1 0,1 1 0,-1 0 0,0 0-8,0-2 10,0 1 1,1 0-1,-1 0 0,0 0 1,1 0-1,-1 0 0,1 0 1,-1 0-1,1 0 0,0 0 0,-1 0 1,1 0-1,0 0 0,0-1 1,0 0-11,-1-37 53,6-23 6,5-19-46,7-17 27,2-9-48,6-11 88,4-6 11,5-9 37,5-7-43,9-13 54,9-7-91,9-8 8,5-2-61,4-2 31,-2 6-31,-1 8 45,-4 12-51,-3 13 54,-2 18-72,-1 16 58,-2 18-37,-40 58 29,19-18-21,19-7-5,-2 12 8,-2 12-41,-1 12 12,-4 10-62,-42 4 77,0-1 0,-1 0 1,1 1-1,-1 0 0,6 2 11,-7 0-11,1-1 0,-1 0 0,0 0 0,0 1 0,0 0 0,3 3 11,-3-1-6,0 1 1,0-1 0,0 1-1,-1 0 1,4 6 5,-2 1 0,-1-1 0,1 1 0,1 10 0,11 65 69,-4 18 3,-3 18 80,1 11-74,1 12 63,4 4-111,3 5 50,2 2-75,5 5 38,3 0-33,6 0 65,5-5-19,9-8 27,5-14-43,-29-85 32,12 17-72,-16-32 5,24 27-5,-25-36 12,1-3 0,7 6-12,-9-11 17,2-1 1,10 7-18,-15-13 22,1-2 0,0 0 1,6 1-23,-8-4 19,0-1 1,1-1-1,11 3-19,-13-6 35,-1 0 0,2-1-1,-1-1 1,4 0-35,-3-1 29,0 0 1,0-2-1,0 0 0,1-1-29,3-1 55,-1-2 1,-1 0-1,9-4-55,0-1 49,-1-2 0,8-6-49,0-2 139,22-19-139,34-35 32,3-16 30,-2-13-70,1-14 34,-1-10-31,-2-12 26,-4-3-26,-1-5 45,-3 3-32,-3 3 29,-3 8-26,1 7 26,-2 11-45,1 5 51,0 6-35,4 5 11,0 6-22,2 6 24,-2 11-63,-1 14 36,-55 47-12,0 1-1,5-1 19,-14 9-16,1 1 0,0 0 0,12-3 16,-16 6-9,0 1 0,0 0 0,0 1 0,0 0 0,2 1 9,-3 0-10,0 1 0,0 0 1,0 0-1,0 1 1,5 2 9,-4-1-3,1 1 0,-1 0 1,0 1-1,5 4 3,-2-1-7,-1 0 0,0 1 0,7 7 7,-2 0-8,-1 0 0,6 8 8,33 46 2,0 13-23,-1 14 8,-1 11-3,0 14 18,-1 10-4,1 11 20,0 7-23,3 6 45,1-1-32,2-2 29,0-8-26,2-8 64,-1-13-19,1-14 26,2-15-42,-43-70-4,0-1 0,6 5-36,-11-15 2,1 0 0,0 0 0,7 3-2,-9-9 10,-1 0 1,1-1 0,0 0-1,8 1-10,-8-3-2,0-1 0,0-1 0,0 0 0,12 0 2,-10-3 6,0 0 0,0-1 0,0-1 0,9-2-6,-4 0-1,-1-1-1,1-2 0,11-4 2,-5-1 1,-1-1 1,19-13-2,-12 4-10,-1-1 1,3-4 9,7-10 5,19-23-5,44-55 16,2-21-2,1-17 20,2-15-23,1-5 8,2-4-3,0 6 0,0 6-19,-3 14 24,-2 12 30,-6 15-64,-2 14 40,-7 18-33,-4 17 9,-61 54-41,27-14 38,-36 25-2,-1 0-1,1 2 0,5-1 3,-9 3-12,0 2 0,1 0-1,14-1 13,-16 4-12,0 0 0,-1 1 0,1 0 0,6 2 12,-4 1-9,0 0 0,0 0 0,13 6 9,-9-1-11,-1 0-1,0 2 1,2 1 11,6 5-16,-1 2 0,2 2 16,11 10 5,9 12-5,41 43 13,6 14 38,2 5-27,3 8 29,0 2-26,1 3-30,-2-3-533,1-1-598,0-6 1276,5-7-3757,2-12 1878,-21-21-7191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5:54.398"/>
    </inkml:context>
    <inkml:brush xml:id="br0">
      <inkml:brushProperty name="width" value="0.35" units="cm"/>
      <inkml:brushProperty name="height" value="0.35" units="cm"/>
      <inkml:brushProperty name="color" value="#AE198D"/>
      <inkml:brushProperty name="inkEffects" value="galaxy"/>
      <inkml:brushProperty name="anchorX" value="-40299.17188"/>
      <inkml:brushProperty name="anchorY" value="1323.73767"/>
      <inkml:brushProperty name="scaleFactor" value="0.5"/>
    </inkml:brush>
  </inkml:definitions>
  <inkml:trace contextRef="#ctx0" brushRef="#br0">12912 1116 6675,'0'0'0,"-1"-12"1009,-2-23 709,1-17-2612,-1-19 902,-2-10-264,-6-5 152,-5 5 266,8 58-36,1 0-1,-5-6-125,4 12 98,-1-1-1,-9-12-97,7 13 135,0 2-1,-12-12-134,-29-27 158,-9 3-6,-3 0-171,-3-2 62,-1 0-48,1 1 119,3 3 4,1 6 79,1 6-34,-2 9-22,-2 10-141,-6 9-18,-2 9-62,-4 10 26,-2 8-12,0 11 95,2 6-26,0 9 69,3 6-72,2 6 61,3 3-56,2 5 54,4 2-72,1 3 39,2 3-31,1 2 26,0 0-63,0 1 111,0-3-53,0-4 37,1-8 11,2-6 16,2-10-58,2-10 92,3-11-9,2-11 97,1-10-42,0-10 112,-1-8-85,-3-7-8,-1-6-91,-4-4 3,-2-4-102,-4-2 62,0-4-81,-1-2 41,0-3-14,-1 1 3,1-1-37,-3 2 48,0 3-35,-5 2 29,-1 3-8,-3 3 97,-2 5-46,-2 5 37,0 6-45,-2 6 14,2 6-81,-1 5 3,0 6-43,-2 5 46,0 5-35,-3 6 66,2 5-36,-3 6 31,4 7-8,0 9 22,4 8-43,1 8 32,5 3-11,1 3 22,2-3-24,0-2 26,2-4-26,-1-3 45,1-5-51,2-3 35,0-2-29,1-3 26,0-2-26,1-4 26,0-5-45,2-7 32,0-8-29,47-16 23,-1 0-1,0-1 1,-1 0-2,3-1-642,0-1 0,0 0 0,-6-2 642,5 0 183,0 0 0,0-1 1,-3-2-184,-40-21-294,-1-10 299,3-7-45,0-9 1956,3-6-2484,0-7 845,2-4-280,0-6 22,0-1-6,1 0 22,1 4-24,-2 4 26,-1 8-26,-1 8 26,-1 7-26,-2 7 26,-2 6-45,-4 5 32,-1 5-29,-4 3 8,-2 5-3,-3 3-19,-1 6-13,-3 8 40,1 5-51,-2 9 54,0 7-35,-1 5 48,0 5-32,-1 5 48,2 3-51,-1 5 35,3 4-48,1 6 51,3 2-35,3 3 48,3-2-51,3-4 54,3-7-35,1-7 29,1-8-7,0-8 20,2-6-60,0-8 74,1-6-80,2-8 80,1-7-43,-2-6 70,1-6-38,-2-6 32,0-4-63,-2-6-1,0-7-58,-1-6-25,0-4-34,-1-3 24,1 2-10,-1 2 20,1 6 14,-2 9 35,0 9 10,-2 9 19,-2 11-21,-3 9 26,-3 6-26,-3 8 26,-1 5-45,-2 6 32,0 6-29,1 8 26,1 6-26,2 7 26,2 2-7,3 4 20,3-1-23,3-3 26,2-5-26,2-5 26,2-6-26,1-4 26,2-6-26,0-3 26,1-3-7,1-3 39,3-4-48,2-5 35,2-5-29,1-7 8,0-6-22,-3-8 43,0-5-13,-3-5 5,0-2 0,-2-3 0,1 1-38,-2-3 30,-1-1-29,0-2 8,0-4-3,0-3 18,3 0-42,-1 1 32,0 5 8,-2 7-2,-1 8 2,-5 10 37,-1 7-29,-2 8 30,2 5-65,1 6 38,3 4-51,3 5 32,2 5-30,1 6 102,-2 3 8,-3 3 96,-3-1-21,-1-3-248,3-6-430,45-27-222,0 1 0,0-1 0,0 0 0,-7 2 737,-21 1-10940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6:20.423"/>
    </inkml:context>
    <inkml:brush xml:id="br0">
      <inkml:brushProperty name="width" value="0.35" units="cm"/>
      <inkml:brushProperty name="height" value="0.35" units="cm"/>
      <inkml:brushProperty name="color" value="#B4C3DA"/>
      <inkml:brushProperty name="inkEffects" value="silver"/>
      <inkml:brushProperty name="anchorX" value="-26540.55273"/>
      <inkml:brushProperty name="anchorY" value="2263.60938"/>
      <inkml:brushProperty name="scaleFactor" value="0.5"/>
    </inkml:brush>
  </inkml:definitions>
  <inkml:trace contextRef="#ctx0" brushRef="#br0">251 387 3474,'0'0'0,"-5"2"1424,-7 4 113,-6 3-1022,-5 2 37,-3 3-197,-4 1-94,0 0 28,1 0-132,2-3 91,6-3-144,4-6 59,17-3-162,-1 0 0,1 0 0,-1 0 1,1 0-1,0 0 0,-1 0 0,1 0 0,-1 0 0,1 0 1,-1 0-1,1 0 0,0 0 0,-1 0 0,1 0 0,-1 0 1,1-1-1,0 1 0,-1 0 0,1 0 0,0 0 0,-1 0 1,1-1-1,0 1 0,-1 0 0,1 0-1,-3-10 120,9-7-125,7-7 90,11-6-122,9-4 146,8-2-138,6-1 192,4 2-150,1 4 142,0 3-115,0 5 72,3 1-134,5 1 113,7-2-149,8-3 116,9-2-111,3 2 125,0 3-168,-4 7 163,-70 14-87,1 1 1,0 0 0,0 0-1,4 0 20,-11 2 19,1-1 0,0 0 0,-1 1 0,1-1 0,-1 1 0,1 1 1,0-1-20,-2 0 6,-1 1 1,0-1 0,1 1-1,-1 0 1,0-1 0,-1 1-1,1 0 1,3 3-7,-3-3 36,0 1 0,0 1-1,0-1 1,-1 1 0,0-1 0,0 1 0,-1 0-36,4 3 54,-1 0 0,-1 0 0,3 8-54,12 24 291,-3 4-144,1-1 45,4 0-128,3-2 107,5-1-131,4-2 93,4-1-141,4-2 134,4-3-156,3-5 102,3-5-106,-40-17 57,1-1 0,0 0 0,5 1-23,-7-2-9,-1-1-1,1 1 1,-1-1 0,8 0 9,-6-1 22,1 0 0,-1 0 0,0-1 0,3 0-22,1-1-8,1 0 0,-1-1 0,4-1 8,55-14 104,6-6-131,2-6 115,2-3-72,-2 0 40,-3 0 64,-6 1 94,-6 2-97,-5 3 75,-4 2-59,-3 2-39,1 2-121,1 1 105,1-1-153,0 2 155,-1 0-141,-3 4 135,-2 3-132,-5 6 132,-3 5-151,-5 5 138,-2 5-117,-4 2 128,-2 4-130,-2 2 132,-2 3-132,0 1 132,1 2-114,1 2 128,1 1-149,-1 0 157,2 1-160,-1-2 141,0 0-135,-2-3 114,3-2-110,1-2 108,4-2-108,5-3 108,6-3-108,5-5 108,5-4-108,3-5 108,6-6-126,1-2 130,2-5-132,2-3 151,1-2-157,1-3 160,2-1-141,1-2 135,3 2-132,-3 1 132,0 3-114,-5 5 91,-4 4-83,-7 3 99,-3 4-123,-4 2 130,-1 1-114,-2 2 110,1 0-145,-1 2 136,2 1-135,0 3 132,0 4-114,0 4 128,-2 3-112,-3 3 128,-2 2-93,-4 2 104,-1 1-105,-2 0 145,0 2-136,0 0 117,2 0-147,1 0 137,2-3-174,1-4 144,2-3-139,1-6 134,4-4-153,3-5 158,6-4-160,2-5 160,6-6-160,1-4 160,5-5-141,1-4 136,4-1-134,-1 0 134,-1 0-134,-4 3 152,-4 3-157,-9 4 142,-6 4-118,-6 3 109,-5 4-125,-5 3 112,-1 3-109,-3 2 125,0 1-150,-4 2 140,0 3-137,-5 3 152,-3 2-119,-2 4 130,-1 3-94,0 2 124,2 1-148,3 2 121,5 0-112,2 1 69,5 0-96,1-1 26,2 0-28,1-2 116,4-4-127,1-4 98,5-5-10,4-6 2,-41-3-49,1-1-1,-1 0 1,3 0 20,48-8 77,7-7-138,5-5 136,6-5-134,3-2 134,1-2-97,0-1 161,0 0-102,-2 2 54,0 0-51,-3 1 70,1 2-153,-3 2 120,-1 0-58,-4 2 16,0 1-78,-5 3 115,-4 2-149,-6 5 138,-6 5-117,-7 5 109,-5 6-106,-6 3 125,-4 4-131,-5 3 134,-2 4-115,-3 2 147,-1 4-137,-1 2 156,1 1-158,0 0 122,3 1-148,3-3 135,5-3-154,3-3 138,4-3-136,2-3 153,4-4-158,2-2 160,3-2-160,1 0 160,5-2-179,2-3 166,4-1-163,4-4 160,5-5-142,6-6 137,8-5-115,4-5 109,7-3-106,1-1 125,1 0-131,-4 2 134,-2 2-134,-8 4 153,-5 4-158,-8 3 141,-3 4-136,-5 2 134,-1 4-152,-2 2 138,1 3-154,-2 4 138,-1 3-117,-3 3 128,-3 5-131,-4 3 153,-4 4-121,-2 1 112,1 1-106,2-2 106,5-2-162,5-5 160,-38-12-115,-1-1 0,14 2 48,38 1 26,6-5-92,4-5 138,5-3-134,3-2 156,5-1-158,0 1 141,4 2-304,-1 2-304,5 1-2763,-1-1 1370,-18 1-7826</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7:25.960"/>
    </inkml:context>
    <inkml:brush xml:id="br0">
      <inkml:brushProperty name="width" value="0.35" units="cm"/>
      <inkml:brushProperty name="height" value="0.35" units="cm"/>
      <inkml:brushProperty name="color" value="#DA0C07"/>
      <inkml:brushProperty name="inkEffects" value="lava"/>
      <inkml:brushProperty name="anchorX" value="-40716.37891"/>
      <inkml:brushProperty name="anchorY" value="1545.14148"/>
      <inkml:brushProperty name="scaleFactor" value="0.5"/>
    </inkml:brush>
  </inkml:definitions>
  <inkml:trace contextRef="#ctx0" brushRef="#br0">7 2850 4402,'0'0'0,"-1"-5"1617,-1-12 130,0-13-1456,1-15 163,1-13-428,2-9 68,2-6-86,1-3 88,1-4 29,3-7 51,2-9-26,7-16 12,8-16-76,9-19-54,8-13-27,8-13 0,4-3-5,3-1 19,2 7-24,1 5 7,2 12-2,0 12 38,-2 15-49,-3 17 72,-8 22 35,-9 24 67,-11 23 5,-28 38-145,-1 1-1,1-1 1,-1 1-1,1-1 1,-1 1 0,1 0-1,0 0 1,-1-1-1,1 1 1,0 1-1,1-2-22,-2 2 6,0 0 0,-1 0-1,1 0 1,-1 0-1,1 0 1,-1 0 0,1 0-1,0 0 1,-1 0-1,1 0 1,-1 0-1,1 0 1,-1 0 0,1 1-1,-1-1 1,0 0-1,1 0 1,-1 1 0,1-1-1,-1 0 1,1 1-1,-1-1 1,0 0 0,1 1-1,-1-1 1,0 1-1,1-1 1,-1 0 0,0 1-1,0-1 1,1 1-6,11 27 181,1 16-95,4 14 4,8 8-82,6 9 0,6 7-5,7 9-22,3 9-13,2 12 3,0 12-3,0 14 37,-2 9-10,0 12 42,0 2-29,4 3 30,5-7-28,8-6 28,4-12-46,7-10 50,2-14-15,3-10 61,3-11-16,3-10 27,2-13-6,-57-50 3,32 17-96,-37-26 30,0-1-1,19 6-29,-25-12 23,1 0 0,-1-1 0,21 1-23,-21-5 2,-1 0 0,1-1 0,0-1 0,7-2-2,-3-1 21,0-1-1,-1-1 1,18-9-21,-10 3 2,-1-2 1,24-16-3,-16 5 20,0-1 0,3-6-20,9-10 11,16-21-11,49-63 37,-5-14-26,-1-13 7,-3-5-2,1-7-18,0-1 23,2-6-8,-1-1-15,5-5 4,0 5-2,1 3 0,-4 13 0,-4 14 19,-10 21 13,-9 20-40,-12 24-5,-53 59 15,0 2 1,1-1-3,-12 11-20,1 1 1,0 0-1,11-5 20,-16 9-13,0 0 1,-1 1-1,1 0 0,0 0 0,-1 1 0,7-1 13,-7 1-5,-1 1-1,0 0 1,1 0 0,-1 1-1,1 0 1,-1 0 0,5 1 5,-3 0-9,-1 0 0,1 1 0,-1 0 0,0 0 0,0 0 0,3 3 9,1 1-16,0 1 0,-1-1 0,8 10 16,-2-1-14,-1 1-1,4 7 15,27 49-53,-1 21 45,-4 17-32,-4 20 48,-6 14-14,-4 16 44,-1 7-12,-2 7 25,2-2-43,3 3 32,3-4-48,5 0 32,4-4-29,6 1 7,3-7-2,5-6 0,3-14-37,4-13 29,-33-77-29,8 5 37,-16-27 4,2-2 0,5 5-4,-10-14-3,1 0 0,18 12 3,-21-19 13,0-1-1,1-1 1,14 7-13,-15-9 6,0-2 1,0 0 0,1 0-1,2-1-6,-3-2 13,1 0 0,0-1-1,-1 0 1,8-1-13,-4-1 3,1-1-1,-1-1 1,12-2-3,-9-2 20,-1 0-1,0-1 1,10-5-20,-4-1-7,0 0 0,18-14 7,-10 2 23,-1 0 0,2-5-23,10-12 8,15-19-8,52-69 18,4-18-39,7-15 66,2-7-58,6-6 37,1 3-48,2 0 51,-1 6-54,2 0 54,-2 5-54,2 3 54,-4 11-35,-2 11 29,-8 18-45,-7 20 51,-72 66-54,16-7 27,-37 26-5,2 0-1,19-7 6,-30 16 6,-1 0-1,1 1 0,0 1 1,13-3-6,-18 5 23,-1 1-1,1-1 1,-1 1 0,1 1 0,-1-1 0,1 1 0,6 2-23,-7-2 23,0 1 0,0 1-1,0-1 1,0 1 0,0 1 0,-1-1 0,5 4-23,-1 0 52,0 0 0,0 1 0,-1 0 0,7 9-52,3 2 101,-2 1 1,2 6-102,39 53 189,0 7-144,4 5 3,-1-1-48,1 1 25,0 0-31,3 6-10,1 7 3,6 12-3,2 14-19,7 14-125,3 9-245,6 8 863,4-4-3574,5-11 2161,-18-33-8648</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5T01:06:37.270"/>
    </inkml:context>
    <inkml:brush xml:id="br0">
      <inkml:brushProperty name="width" value="0.35" units="cm"/>
      <inkml:brushProperty name="height" value="0.35" units="cm"/>
      <inkml:brushProperty name="color" value="#FF4E00"/>
      <inkml:brushProperty name="inkEffects" value="rainbow"/>
      <inkml:brushProperty name="anchorX" value="-20087.17188"/>
      <inkml:brushProperty name="anchorY" value="42.86022"/>
      <inkml:brushProperty name="scaleFactor" value="0.5"/>
    </inkml:brush>
  </inkml:definitions>
  <inkml:trace contextRef="#ctx0" brushRef="#br0">773 96 3265,'0'0'0,"-3"-3"897,-6-3 242,-4-3-1096,-5-3 290,-3-1-98,-5 1-54,-3 0 129,-3 2-19,-4 1-27,-2 3-61,-3 3-3,-6 3-99,-1 5-13,-6 5-77,-1 6 72,-3 6-83,2 5 98,4 4-84,7 2 63,7 2-130,11-1 93,10 0-163,8-1 102,9-1-129,7 0 73,8-1-118,7 1 144,10-1-82,8-2 138,9-3-37,9-1 128,8-3-88,5-3 88,4 0-80,3 0 62,-1 0-94,-4 1 101,-9 2-69,-11 2 133,-12 1-55,-13 2 114,-26-25-188,0 2 0,0-1 1,0 0-1,0 0 0,-1 1 0,1-1 0,0 3-20,3 23 203,-8 2-110,-6 1 52,-7 1-113,-5 2 66,-6-2-23,-6-3 154,-6-5 89,-2-7 189,-4-8 90,1-6 30,0-6-104,1-4-112,2-4-235,3-1-152,2-2-352,3-1-35,3 0-544,4 0 283,5-1-2041,6-3 1037,6 3-4515</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5T01:06:40.313"/>
    </inkml:context>
    <inkml:brush xml:id="br0">
      <inkml:brushProperty name="width" value="0.35" units="cm"/>
      <inkml:brushProperty name="height" value="0.35" units="cm"/>
      <inkml:brushProperty name="color" value="#FF4E00"/>
      <inkml:brushProperty name="inkEffects" value="rainbow"/>
      <inkml:brushProperty name="anchorX" value="-29292.34766"/>
      <inkml:brushProperty name="anchorY" value="-6908.59521"/>
      <inkml:brushProperty name="scaleFactor" value="0.5"/>
    </inkml:brush>
  </inkml:definitions>
  <inkml:trace contextRef="#ctx0" brushRef="#br0">42 1 6995,'0'0'0,"1"3"3858,0 1-486,-1-1-1168,1 0-2143,-1 0 121,0 2-631,-3 2-1007,-3 2-126,-3 2-2025,-5 0 288,2-2-3393</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5T01:06:40.508"/>
    </inkml:context>
    <inkml:brush xml:id="br0">
      <inkml:brushProperty name="width" value="0.35" units="cm"/>
      <inkml:brushProperty name="height" value="0.35" units="cm"/>
      <inkml:brushProperty name="color" value="#FF4E00"/>
      <inkml:brushProperty name="inkEffects" value="rainbow"/>
      <inkml:brushProperty name="anchorX" value="-28403.97266"/>
      <inkml:brushProperty name="anchorY" value="-6130.27881"/>
      <inkml:brushProperty name="scaleFactor" value="0.5"/>
    </inkml:brush>
  </inkml:definitions>
  <inkml:trace contextRef="#ctx0" brushRef="#br0">18 14 9156,'0'0'0,"-2"3"2866,-1 2 466,0 2-3140,0 0 533,1-1-746,1-3-307,-1-3 8,2-3-715,-1-3-94,1-4-2368,-1-4 911,1 2-5494</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5T01:06:37.720"/>
    </inkml:context>
    <inkml:brush xml:id="br0">
      <inkml:brushProperty name="width" value="0.35" units="cm"/>
      <inkml:brushProperty name="height" value="0.35" units="cm"/>
      <inkml:brushProperty name="color" value="#FF4E00"/>
      <inkml:brushProperty name="inkEffects" value="rainbow"/>
      <inkml:brushProperty name="anchorX" value="-18723.0625"/>
      <inkml:brushProperty name="anchorY" value="73.96243"/>
      <inkml:brushProperty name="scaleFactor" value="0.5"/>
    </inkml:brush>
    <inkml:brush xml:id="br1">
      <inkml:brushProperty name="width" value="0.35" units="cm"/>
      <inkml:brushProperty name="height" value="0.35" units="cm"/>
      <inkml:brushProperty name="color" value="#FF4E00"/>
      <inkml:brushProperty name="inkEffects" value="rainbow"/>
      <inkml:brushProperty name="anchorX" value="-19733.48047"/>
      <inkml:brushProperty name="anchorY" value="-1416.84412"/>
      <inkml:brushProperty name="scaleFactor" value="0.5"/>
    </inkml:brush>
    <inkml:brush xml:id="br2">
      <inkml:brushProperty name="width" value="0.35" units="cm"/>
      <inkml:brushProperty name="height" value="0.35" units="cm"/>
      <inkml:brushProperty name="color" value="#FF4E00"/>
      <inkml:brushProperty name="inkEffects" value="rainbow"/>
      <inkml:brushProperty name="anchorX" value="-21310.24609"/>
      <inkml:brushProperty name="anchorY" value="-1694.46387"/>
      <inkml:brushProperty name="scaleFactor" value="0.5"/>
    </inkml:brush>
    <inkml:brush xml:id="br3">
      <inkml:brushProperty name="width" value="0.35" units="cm"/>
      <inkml:brushProperty name="height" value="0.35" units="cm"/>
      <inkml:brushProperty name="color" value="#FF4E00"/>
      <inkml:brushProperty name="inkEffects" value="rainbow"/>
      <inkml:brushProperty name="anchorX" value="-22815.79297"/>
      <inkml:brushProperty name="anchorY" value="-2433.7981"/>
      <inkml:brushProperty name="scaleFactor" value="0.5"/>
    </inkml:brush>
    <inkml:brush xml:id="br4">
      <inkml:brushProperty name="width" value="0.35" units="cm"/>
      <inkml:brushProperty name="height" value="0.35" units="cm"/>
      <inkml:brushProperty name="color" value="#FF4E00"/>
      <inkml:brushProperty name="inkEffects" value="rainbow"/>
      <inkml:brushProperty name="anchorX" value="-24165.26172"/>
      <inkml:brushProperty name="anchorY" value="-3019.02197"/>
      <inkml:brushProperty name="scaleFactor" value="0.5"/>
    </inkml:brush>
    <inkml:brush xml:id="br5">
      <inkml:brushProperty name="width" value="0.35" units="cm"/>
      <inkml:brushProperty name="height" value="0.35" units="cm"/>
      <inkml:brushProperty name="color" value="#FF4E00"/>
      <inkml:brushProperty name="inkEffects" value="rainbow"/>
      <inkml:brushProperty name="anchorX" value="-25311.73242"/>
      <inkml:brushProperty name="anchorY" value="-4321.75146"/>
      <inkml:brushProperty name="scaleFactor" value="0.5"/>
    </inkml:brush>
    <inkml:brush xml:id="br6">
      <inkml:brushProperty name="width" value="0.35" units="cm"/>
      <inkml:brushProperty name="height" value="0.35" units="cm"/>
      <inkml:brushProperty name="color" value="#FF4E00"/>
      <inkml:brushProperty name="inkEffects" value="rainbow"/>
      <inkml:brushProperty name="anchorX" value="-27051.16016"/>
      <inkml:brushProperty name="anchorY" value="-4596.45996"/>
      <inkml:brushProperty name="scaleFactor" value="0.5"/>
    </inkml:brush>
    <inkml:brush xml:id="br7">
      <inkml:brushProperty name="width" value="0.35" units="cm"/>
      <inkml:brushProperty name="height" value="0.35" units="cm"/>
      <inkml:brushProperty name="color" value="#FF4E00"/>
      <inkml:brushProperty name="inkEffects" value="rainbow"/>
      <inkml:brushProperty name="anchorX" value="-28112.02734"/>
      <inkml:brushProperty name="anchorY" value="-6241.27441"/>
      <inkml:brushProperty name="scaleFactor" value="0.5"/>
    </inkml:brush>
  </inkml:definitions>
  <inkml:trace contextRef="#ctx0" brushRef="#br0">488 428 5539,'0'0'0,"1"8"1712,2 5 337,1 7-1833,0 3-72,0 8-128,0 3-34,-1 6-57,0 2 166,1 2-49,2-2 79,1-2-55,1-2 76,2-3-78,0-5 24,0-2-83,0-3 40,0-1-15,1-3 58,-1 0-72,0-2 61,-1 0-149,0-2-125,-2-2-345,-1-3-66,-3-6-1729,-4-6 768,0-3-4102</inkml:trace>
  <inkml:trace contextRef="#ctx0" brushRef="#br1" timeOffset="267.85">1 616 5939,'0'0'0,"8"-6"1616,12-11 487,11-7-2082,13-11 382,9-8-264,8-7-169,6-5 110,3-2-117,-1 0 13,1 0-379,-4 5-176,-3 4-1710,-2 9 606,-14 10-4119</inkml:trace>
  <inkml:trace contextRef="#ctx0" brushRef="#br2" timeOffset="773.83">1201 1010 5939,'0'0'0,"0"0"1616,-1-1 468,1-4-2132,-3-5 488,-1-6-336,-1-9-144,-2-7 86,0-10-76,0-5 76,2-8-41,1-5 126,2-4-73,2-4 84,5-3-116,2 1 92,5 2-105,2 6 67,3 9-96,2 9 83,2 10-120,1 10 109,3 10-91,1 9 83,4 10-61,2 9 111,5 10-106,2 7 110,3 9-108,0 5 145,2 6-43,-2 0 166,0 2-25,-3-2 110,-2-2-43,-3-2 0,-2-3-128,-4-3 16,-3-2-144,-3-5 35,-5-3-112,-3-4 63,-3-4-172,-4-4 47,-4-2-283,-2-4 1,-6-2-483,-5-4-46,-8-4-1849,-9-6 817,2-1-4385</inkml:trace>
  <inkml:trace contextRef="#ctx0" brushRef="#br3" timeOffset="968.16">950 905 6739,'0'0'0,"6"-3"1393,15-6 634,13-6-2496,14-7 527,10-7-322,9-6-464,4-2-235,1-2-1083,-2-1 213,-15 8-2403</inkml:trace>
  <inkml:trace contextRef="#ctx0" brushRef="#br4" timeOffset="1311.25">2245 351 6179,'0'0'0,"3"6"2049,4 7 299,5 7-1972,2 7-110,1 9-183,1 8-67,-1 5-72,-1 3 147,0 0-83,1-2 123,2-4-107,4-6 128,4-6-56,2-6 56,2-7-107,-1-7 89,-3-5-292,-3-5-29,-6-4-453,-5-3 18,-6-3-503,-5-2 137,-4-3-482,-4-2 27,-3-2-312,-4-3-83,1 3-34</inkml:trace>
  <inkml:trace contextRef="#ctx0" brushRef="#br5" timeOffset="1595.12">1806 572 5779,'0'0'0,"2"-3"1504,4-7 487,7-7-2045,9-9 409,9-8-232,10-9-62,7-5 139,8-2 32,3 0 110,5 1-22,3 4 35,4 3-118,0 3-58,0 5-195,-4 7-48,-6 4-395,-9 7-107,-10 6-2069,-12 5 973,-11 4-5250</inkml:trace>
  <inkml:trace contextRef="#ctx0" brushRef="#br6" timeOffset="2103.63">3439 55 7395,'0'0'0,"1"-1"1873,-1-3 616,-1-1-2771,-4 0 866,-5 1-437,-7 4 39,-8 3 100,-9 6 45,-6 5-118,-6 5-125,-5 6-5,-3 6-182,2 4 80,1 9-127,6 4 143,6 7-101,8 4 163,6 3-139,6 0 157,8 1-157,6-3 141,9 0-135,7-5 151,10-2-120,8-6 150,9-3-80,6-4 138,6-5-112,2-5 132,3-6-132,2-7 96,1-8-141,0-6 78,0-8-140,-2-7 38,-3-5-389,-8-6-6,-6-3-582,-11-2-98,-11-1-1859,-16 27 2716,0-1 0,-1 1 1,1-1-1,-1 1 1,1-1-1,-1 0 1,0 1-1,0-1 0,0-1 234,-2-18-6388</inkml:trace>
  <inkml:trace contextRef="#ctx0" brushRef="#br7" timeOffset="2343.1">3090 616 6531,'0'0'0,"5"-3"2113,11-2 336,7-2-2225,6-4 432,5-2-501,3-3-200,0-2-62,0-2-624,-1-1 13,-4-1-2024,-5-2 712,-7 4-4290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5T01:06:32.996"/>
    </inkml:context>
    <inkml:brush xml:id="br0">
      <inkml:brushProperty name="width" value="0.35" units="cm"/>
      <inkml:brushProperty name="height" value="0.35" units="cm"/>
      <inkml:brushProperty name="color" value="#FF4E00"/>
      <inkml:brushProperty name="inkEffects" value="rainbow"/>
      <inkml:brushProperty name="anchorX" value="0"/>
      <inkml:brushProperty name="anchorY" value="0"/>
      <inkml:brushProperty name="scaleFactor" value="0.5"/>
    </inkml:brush>
    <inkml:brush xml:id="br1">
      <inkml:brushProperty name="width" value="0.35" units="cm"/>
      <inkml:brushProperty name="height" value="0.35" units="cm"/>
      <inkml:brushProperty name="color" value="#FF4E00"/>
      <inkml:brushProperty name="inkEffects" value="rainbow"/>
      <inkml:brushProperty name="anchorX" value="-27539.60938"/>
      <inkml:brushProperty name="anchorY" value="-5269.63721"/>
      <inkml:brushProperty name="scaleFactor" value="0.5"/>
    </inkml:brush>
    <inkml:brush xml:id="br2">
      <inkml:brushProperty name="width" value="0.35" units="cm"/>
      <inkml:brushProperty name="height" value="0.35" units="cm"/>
      <inkml:brushProperty name="color" value="#FF4E00"/>
      <inkml:brushProperty name="inkEffects" value="rainbow"/>
      <inkml:brushProperty name="anchorX" value="-26643.51563"/>
      <inkml:brushProperty name="anchorY" value="-5367.26172"/>
      <inkml:brushProperty name="scaleFactor" value="0.5"/>
    </inkml:brush>
    <inkml:brush xml:id="br3">
      <inkml:brushProperty name="width" value="0.35" units="cm"/>
      <inkml:brushProperty name="height" value="0.35" units="cm"/>
      <inkml:brushProperty name="color" value="#FF4E00"/>
      <inkml:brushProperty name="inkEffects" value="rainbow"/>
      <inkml:brushProperty name="anchorX" value="-25792.60547"/>
      <inkml:brushProperty name="anchorY" value="-4853.50488"/>
      <inkml:brushProperty name="scaleFactor" value="0.5"/>
    </inkml:brush>
    <inkml:brush xml:id="br4">
      <inkml:brushProperty name="width" value="0.35" units="cm"/>
      <inkml:brushProperty name="height" value="0.35" units="cm"/>
      <inkml:brushProperty name="color" value="#FF4E00"/>
      <inkml:brushProperty name="inkEffects" value="rainbow"/>
      <inkml:brushProperty name="anchorX" value="-27409.74023"/>
      <inkml:brushProperty name="anchorY" value="-5494.57129"/>
      <inkml:brushProperty name="scaleFactor" value="0.5"/>
    </inkml:brush>
    <inkml:brush xml:id="br5">
      <inkml:brushProperty name="width" value="0.35" units="cm"/>
      <inkml:brushProperty name="height" value="0.35" units="cm"/>
      <inkml:brushProperty name="color" value="#FF4E00"/>
      <inkml:brushProperty name="inkEffects" value="rainbow"/>
      <inkml:brushProperty name="anchorX" value="-28444.51172"/>
      <inkml:brushProperty name="anchorY" value="-6185.15576"/>
      <inkml:brushProperty name="scaleFactor" value="0.5"/>
    </inkml:brush>
    <inkml:brush xml:id="br6">
      <inkml:brushProperty name="width" value="0.35" units="cm"/>
      <inkml:brushProperty name="height" value="0.35" units="cm"/>
      <inkml:brushProperty name="color" value="#FF4E00"/>
      <inkml:brushProperty name="inkEffects" value="rainbow"/>
      <inkml:brushProperty name="anchorX" value="-29380.50781"/>
      <inkml:brushProperty name="anchorY" value="-7704.37305"/>
      <inkml:brushProperty name="scaleFactor" value="0.5"/>
    </inkml:brush>
    <inkml:brush xml:id="br7">
      <inkml:brushProperty name="width" value="0.35" units="cm"/>
      <inkml:brushProperty name="height" value="0.35" units="cm"/>
      <inkml:brushProperty name="color" value="#FF4E00"/>
      <inkml:brushProperty name="inkEffects" value="rainbow"/>
      <inkml:brushProperty name="anchorX" value="-31354.31641"/>
      <inkml:brushProperty name="anchorY" value="-8789.11816"/>
      <inkml:brushProperty name="scaleFactor" value="0.5"/>
    </inkml:brush>
    <inkml:brush xml:id="br8">
      <inkml:brushProperty name="width" value="0.35" units="cm"/>
      <inkml:brushProperty name="height" value="0.35" units="cm"/>
      <inkml:brushProperty name="color" value="#FF4E00"/>
      <inkml:brushProperty name="inkEffects" value="rainbow"/>
      <inkml:brushProperty name="anchorX" value="-32437.03906"/>
      <inkml:brushProperty name="anchorY" value="-10089.28223"/>
      <inkml:brushProperty name="scaleFactor" value="0.5"/>
    </inkml:brush>
    <inkml:brush xml:id="br9">
      <inkml:brushProperty name="width" value="0.35" units="cm"/>
      <inkml:brushProperty name="height" value="0.35" units="cm"/>
      <inkml:brushProperty name="color" value="#FF4E00"/>
      <inkml:brushProperty name="inkEffects" value="rainbow"/>
      <inkml:brushProperty name="anchorX" value="-34003.75781"/>
      <inkml:brushProperty name="anchorY" value="-10514.66895"/>
      <inkml:brushProperty name="scaleFactor" value="0.5"/>
    </inkml:brush>
    <inkml:brush xml:id="br10">
      <inkml:brushProperty name="width" value="0.35" units="cm"/>
      <inkml:brushProperty name="height" value="0.35" units="cm"/>
      <inkml:brushProperty name="color" value="#FF4E00"/>
      <inkml:brushProperty name="inkEffects" value="rainbow"/>
      <inkml:brushProperty name="anchorX" value="-35193.625"/>
      <inkml:brushProperty name="anchorY" value="-11767.29492"/>
      <inkml:brushProperty name="scaleFactor" value="0.5"/>
    </inkml:brush>
    <inkml:brush xml:id="br11">
      <inkml:brushProperty name="width" value="0.35" units="cm"/>
      <inkml:brushProperty name="height" value="0.35" units="cm"/>
      <inkml:brushProperty name="color" value="#FF4E00"/>
      <inkml:brushProperty name="inkEffects" value="rainbow"/>
      <inkml:brushProperty name="anchorX" value="-34286.25781"/>
      <inkml:brushProperty name="anchorY" value="-11799.57715"/>
      <inkml:brushProperty name="scaleFactor" value="0.5"/>
    </inkml:brush>
    <inkml:brush xml:id="br12">
      <inkml:brushProperty name="width" value="0.35" units="cm"/>
      <inkml:brushProperty name="height" value="0.35" units="cm"/>
      <inkml:brushProperty name="color" value="#FF4E00"/>
      <inkml:brushProperty name="inkEffects" value="rainbow"/>
      <inkml:brushProperty name="anchorX" value="-35217.09375"/>
      <inkml:brushProperty name="anchorY" value="-12621.44824"/>
      <inkml:brushProperty name="scaleFactor" value="0.5"/>
    </inkml:brush>
  </inkml:definitions>
  <inkml:trace contextRef="#ctx0" brushRef="#br0">54 3340 3954,'0'0'0,"-3"5"1472,-4 4 225,-3 0-1072,-1-1-148,1-4-29,2-6-173,3-10 11,5-9-30,5-9-16,4-10 3,5-10-59,6-7-40,6-8-86,5-7 1,7-9-102,6-5 118,5-6-96,5-4 103,6-1-47,2 1 109,3 3-66,2 3 79,3 1-96,1-1 49,5-2-110,3 0 85,6 1-104,1 4 86,-1 8-83,-2 9 118,-6 9-36,-6 10 145,-6 9-75,-7 9 141,-3 8-130,-3 8 43,-1 6-164,-1 8 81,0 6-126,1 5 126,1 8-59,-2 4 131,0 4-54,-2 4 115,0 4-85,-1 1 48,1 5-88,1 1 42,3 5-90,4 3 23,3 7-84,2 4 76,4 6-119,2 3 109,2 2-128,2 0 112,5 0-109,2-4 125,4-3-131,2-4 134,5-3-97,1-5 105,4-2-67,3-2 96,3-3-120,3-3 131,3-2-134,2-4 97,3-3-124,1-4 110,4-3-146,0-4 154,3-3-142,-2-6 118,2-3-109,-1-5 125,1-5-131,0-5 134,3-7-134,1-5 115,4-10-109,0-8 106,5-9-125,-1-9 131,4-9-115,-2-7 109,3-6-87,-3-5 82,2-8-80,-3-3 98,2-7-103,-2-1 106,2-4-106,-2 2 106,1 0-106,-2 4 106,2 1-125,-2 4 131,3 3-134,-2 5 115,-1 6-90,-4 9 82,-4 6-62,-5 11 150,-2 9-136,-3 10 158,-2 9-158,-2 8 85,-2 6-119,-5 8 87,-1 4-104,-5 6 123,-3 6-149,-5 7 157,-5 5-160,-5 6 160,-3 5-141,-4 5 117,1 8-110,0 4 108,4 9-108,1 4 89,2 8-102,1 4 105,1 4-108,-2 1 126,1 4-93,1 2 104,2 4-123,2 0 149,5 0-157,3-3 141,6-5-117,1-6 110,5-5-108,1-6 108,2-1-108,0-2 89,0-1-83,-2-3 80,0-1-99,0-6 105,2-6-89,0-8 102,5-8-67,-1-7 96,4-8-120,1-5 149,4-5-157,1-4 123,4-6-131,1-6 130,5-9-132,0-11 114,6-12-128,4-11 112,6-11-128,3-6 130,7-4-132,2-1 132,3-4-114,0 1 128,0-2-130,-4-2 114,1-2-110,-5-1 126,1 1-130,-2 3 132,0 2-114,-4 5 110,0 3-126,-6 6 130,-4 3-114,-7 5 129,-3 5-95,-8 5 142,-3 5-133,-5 6 136,-2 8-153,-5 6 102,-2 7-125,-5 7 109,-2 6-147,-5 5 137,-3 8-137,-3 5 134,-1 7-115,-2 6 109,0 6-125,-2 6 131,0 3-153,-3 1 158,-1 3-160,-3-1 142,-2 1-118,-4 1 109,-5 3-106,-4 2 143,-4 2-135,-3 1 136,0 3-134,-2 2 134,3 2-115,0 0 109,2-1-106,1-3 125,2-1-94,0-4 105,-1-3-160,-1-4-27,-8-5-1174,-9-6-2140,-18-10 854,-12-10-7183</inkml:trace>
  <inkml:trace contextRef="#ctx0" brushRef="#br1" timeOffset="14449.78">345 162 2065,'0'0'0,"-1"-2"1441,-1-3-150,-1-1-443,-1-1-69,0 0-333,3 3-105,1 2-71,3 5-116,2 6 4,2 10-105,1 10 81,0 13-124,-3 14 92,-2 14-105,-3 10 104,-3 8-106,-2 3 106,1-1-87,-1-7 101,3-8-105,0-10 89,0-10-102,0-12 49,0-9-447,-2-9-1330,-6-10 186,8-14 1366,2-1 0,-1 1 0,0 0 0,0-1 0,0 1-1,0-1 1,0 0 0,-1 1 0,1-1 0,0 0 0,0 0 0,0 0 0,0 1-1,-1-1 180,-13 0-2394</inkml:trace>
  <inkml:trace contextRef="#ctx0" brushRef="#br2" timeOffset="14928.65">340 264 4738,'0'0'0,"2"-1"1313,5-5 354,5-1-1688,7-5 336,6-2-291,5-3-142,5-3 102,4-3-117,1-1 125,5 0-75,1 2 155,6 2-229,5 3-3,5 6-361,4 4 111,-1 5-132,-6 7 267,-7 5 89,-12 4 415,-13 4-24,-25-17-169,0 1 0,-1 0-1,1-1 1,-1 1-1,0 0 1,1 0-1,-1 0 1,0 0 0,0 2-36,0-2 14,0 0 1,-1-1-1,0 1 1,1 0-1,-1 0 1,0-1-1,0 1 1,0 0-1,0 0 1,0-1 0,-1 3-15,1-2 22,-1 1 0,0-1 0,0 1 0,0 0 0,0-1 0,-1 0 0,1 1 0,-1 0-22,-20 22 16,-10 1 56,-8 0-83,-7 0 75,-4 1-43,-2 1 107,-1 0 9,0 1 57,0 1-47,2-2 56,-1 0-147,3-2-13,1-1-358,1 1-168,0-1-1227,2 0 413,9-6-2949</inkml:trace>
  <inkml:trace contextRef="#ctx0" brushRef="#br3" timeOffset="15513.82">1048 899 5314,'0'0'0,"-2"-1"1585,0 0 336,-1-1-1833,-3-2 395,0-1-355,-1-1-91,-1-3 67,1-1-125,1-3 72,4-4-137,2-6 76,3-7-196,4-8 110,5-7-171,4-7 158,7-4-88,3 0 213,5 0-96,4 4 186,1 5-66,2 6 139,-1 7-16,0 7 122,-3 6-85,-2 8 70,-3 5-131,-1 6 18,1 6-104,0 5 25,3 6-70,3 5 146,4 6-63,2 4 99,3 5-25,-3 2 48,-1 3-85,-5 1 65,-6 0-116,-5-1 70,-7-3-155,-4-5 117,-5-5-170,-4-5 141,-2-4-195,0-5 94,-3-4-369,-3-4 46,-1-3-592,-4-6-913,-5-5-355,-5-5-416,2 1-836</inkml:trace>
  <inkml:trace contextRef="#ctx0" brushRef="#br4" timeOffset="15687.2">1101 761 4786,'0'0'0,"1"-1"1457,1-4 298,4-2-1635,7-4 169,5-2-263,3-2-44,5-2-308,-1 0-218,1-5-1302,2-3 416,-6 2-3276</inkml:trace>
  <inkml:trace contextRef="#ctx0" brushRef="#br5" timeOffset="15987.17">2351 193 5651,'0'0'0,"4"6"1280,5 11 561,4 7-2046,3 10 525,2 7-206,-1 8-116,0 4 143,-3 6-157,-4 2 123,-3 1-150,-4-4 118,-3-3-206,-2-7 22,-1-9-537,-1-10-1181,-3-9 117,-5-8-884,2-7 375</inkml:trace>
  <inkml:trace contextRef="#ctx0" brushRef="#br6" timeOffset="16493.54">2259 333 5587,'0'0'0,"5"-2"1456,8-6 505,8-3-2124,9-5 545,8-3-443,5-2 58,5 1-144,1 1 147,1 4-123,-4 4 131,-1 3-112,-4 3 184,-4 3-165,-4 2 128,-3 4-150,-6 1 80,-7 3-101,-7 3 120,-10 3-93,-8 3 141,-9 3-77,-5 1 101,-6 2-120,-3-1 112,0 0-128,2 0 112,2-2-91,5 0 102,6-1-142,6-2 174,7-1-91,8-1 160,7-1-99,10 1 128,8 2-90,7 1 67,8 3-38,7 2 122,5 0-71,6 0 101,2-2-138,-2-3 42,-1-5-147,-6-6 38,-6-8-262,-7-5 32,-6-6-509,-6-5-1062,-5-6-251,-5-6-507,-7 3-700</inkml:trace>
  <inkml:trace contextRef="#ctx0" brushRef="#br7" timeOffset="16806.64">3668 203 5763,'0'0'0,"4"-1"1296,4-1 636,2 0-2199,3 2 761,2 2-334,0 4 74,0 5-92,-2 4 103,-2 7-199,-2 4 76,-1 5-122,-2 4 86,-1 2-68,1 1 132,1 0-76,2 0 140,2-3-113,3-2 94,1-3-158,2-4 83,-1-4-234,-2-5 7,-3-4-480,-4-6-43,-9-8-1867,-7-10 747,-3-1-4292</inkml:trace>
  <inkml:trace contextRef="#ctx0" brushRef="#br8" timeOffset="17049.99">3250 484 5090,'0'0'0,"0"-1"1857,1-3 318,0-2-1567,2-4 299,5-4-368,6-4-115,8-5-99,12-3-138,8-5-11,11-2-85,6-3 90,7 0-125,3 0 56,1 4-504,-4 2-64,-3 4-720,-6 3-1490,-5 2 505,-12 5-4289</inkml:trace>
  <inkml:trace contextRef="#ctx0" brushRef="#br9" timeOffset="17376.56">4485 0 4722,'0'0'0,"0"5"1601,2 7 280,3 7-1649,1 4 339,2 6-443,-1 4 16,0 1-101,-1 2 71,0 0-119,0-1 90,0 0-103,1-2 84,3-2-175,3-2 69,3-5-251,4-4 86,6-7-187,2-5 157,4-8-165,2-5 122,2-7-1605,-2-4 944,-6 0-4434</inkml:trace>
  <inkml:trace contextRef="#ctx0" brushRef="#br10" timeOffset="17686.5">5137 49 4338,'0'0'0,"2"-1"1777,-1-2 93,0-1-1315,-1 1-104,-2 1-288,-2 2-94,-2 4-45,-1 5 109,-1 6-18,0 4 85,2 7-75,1 5 102,0 4-141,1 4 116,1 5-36,-1 4 103,1 6-26,2 5 69,1 5-128,1 1 22,2 2-180,0-3 65,-1-6-160,0-7 2,-2-8-306,0-8 42,-2-8-443,0-8 19,0-8-1750,0-7 907,0-3-4327</inkml:trace>
  <inkml:trace contextRef="#ctx0" brushRef="#br11" timeOffset="17896.66">5753 313 8276,'0'0'0,"6"-1"2369,6-4 635,6 0-3169,0-1 421,1 1-913,-6 2-303,-7 1-2215,-8 3 1049,-4 0-5402</inkml:trace>
  <inkml:trace contextRef="#ctx0" brushRef="#br12" timeOffset="18080.24">5649 614 7700,'0'0'0,"2"5"2465,4 1 485,4 0-2603,3 0 400,2-2-469,0-1-663,-3-1-231,-5-4-544,-7-4-1970,-6-6 662,-2-1-4913</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5T01:06:37.270"/>
    </inkml:context>
    <inkml:brush xml:id="br0">
      <inkml:brushProperty name="width" value="0.35" units="cm"/>
      <inkml:brushProperty name="height" value="0.35" units="cm"/>
      <inkml:brushProperty name="color" value="#FF4E00"/>
      <inkml:brushProperty name="inkEffects" value="rainbow"/>
      <inkml:brushProperty name="anchorX" value="-20087.17188"/>
      <inkml:brushProperty name="anchorY" value="42.86022"/>
      <inkml:brushProperty name="scaleFactor" value="0.5"/>
    </inkml:brush>
  </inkml:definitions>
  <inkml:trace contextRef="#ctx0" brushRef="#br0">773 96 3265,'0'0'0,"-3"-3"897,-6-3 242,-4-3-1096,-5-3 290,-3-1-98,-5 1-54,-3 0 129,-3 2-19,-4 1-27,-2 3-61,-3 3-3,-6 3-99,-1 5-13,-6 5-77,-1 6 72,-3 6-83,2 5 98,4 4-84,7 2 63,7 2-130,11-1 93,10 0-163,8-1 102,9-1-129,7 0 73,8-1-118,7 1 144,10-1-82,8-2 138,9-3-37,9-1 128,8-3-88,5-3 88,4 0-80,3 0 62,-1 0-94,-4 1 101,-9 2-69,-11 2 133,-12 1-55,-13 2 114,-26-25-188,0 2 0,0-1 1,0 0-1,0 0 0,-1 1 0,1-1 0,0 3-20,3 23 203,-8 2-110,-6 1 52,-7 1-113,-5 2 66,-6-2-23,-6-3 154,-6-5 89,-2-7 189,-4-8 90,1-6 30,0-6-104,1-4-112,2-4-235,3-1-152,2-2-352,3-1-35,3 0-544,4 0 283,5-1-2041,6-3 1037,6 3-4515</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5T01:06:40.313"/>
    </inkml:context>
    <inkml:brush xml:id="br0">
      <inkml:brushProperty name="width" value="0.35" units="cm"/>
      <inkml:brushProperty name="height" value="0.35" units="cm"/>
      <inkml:brushProperty name="color" value="#FF4E00"/>
      <inkml:brushProperty name="inkEffects" value="rainbow"/>
      <inkml:brushProperty name="anchorX" value="-29292.34766"/>
      <inkml:brushProperty name="anchorY" value="-6908.59521"/>
      <inkml:brushProperty name="scaleFactor" value="0.5"/>
    </inkml:brush>
  </inkml:definitions>
  <inkml:trace contextRef="#ctx0" brushRef="#br0">42 1 6995,'0'0'0,"1"3"3858,0 1-486,-1-1-1168,1 0-2143,-1 0 121,0 2-631,-3 2-1007,-3 2-126,-3 2-2025,-5 0 288,2-2-3393</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5T01:06:40.508"/>
    </inkml:context>
    <inkml:brush xml:id="br0">
      <inkml:brushProperty name="width" value="0.35" units="cm"/>
      <inkml:brushProperty name="height" value="0.35" units="cm"/>
      <inkml:brushProperty name="color" value="#FF4E00"/>
      <inkml:brushProperty name="inkEffects" value="rainbow"/>
      <inkml:brushProperty name="anchorX" value="-28403.97266"/>
      <inkml:brushProperty name="anchorY" value="-6130.27881"/>
      <inkml:brushProperty name="scaleFactor" value="0.5"/>
    </inkml:brush>
  </inkml:definitions>
  <inkml:trace contextRef="#ctx0" brushRef="#br0">18 14 9156,'0'0'0,"-2"3"2866,-1 2 466,0 2-3140,0 0 533,1-1-746,1-3-307,-1-3 8,2-3-715,-1-3-94,1-4-2368,-1-4 911,1 2-5494</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5T01:06:37.720"/>
    </inkml:context>
    <inkml:brush xml:id="br0">
      <inkml:brushProperty name="width" value="0.35" units="cm"/>
      <inkml:brushProperty name="height" value="0.35" units="cm"/>
      <inkml:brushProperty name="color" value="#FF4E00"/>
      <inkml:brushProperty name="inkEffects" value="rainbow"/>
      <inkml:brushProperty name="anchorX" value="-18723.0625"/>
      <inkml:brushProperty name="anchorY" value="73.96243"/>
      <inkml:brushProperty name="scaleFactor" value="0.5"/>
    </inkml:brush>
    <inkml:brush xml:id="br1">
      <inkml:brushProperty name="width" value="0.35" units="cm"/>
      <inkml:brushProperty name="height" value="0.35" units="cm"/>
      <inkml:brushProperty name="color" value="#FF4E00"/>
      <inkml:brushProperty name="inkEffects" value="rainbow"/>
      <inkml:brushProperty name="anchorX" value="-19733.48047"/>
      <inkml:brushProperty name="anchorY" value="-1416.84412"/>
      <inkml:brushProperty name="scaleFactor" value="0.5"/>
    </inkml:brush>
    <inkml:brush xml:id="br2">
      <inkml:brushProperty name="width" value="0.35" units="cm"/>
      <inkml:brushProperty name="height" value="0.35" units="cm"/>
      <inkml:brushProperty name="color" value="#FF4E00"/>
      <inkml:brushProperty name="inkEffects" value="rainbow"/>
      <inkml:brushProperty name="anchorX" value="-21310.24609"/>
      <inkml:brushProperty name="anchorY" value="-1694.46387"/>
      <inkml:brushProperty name="scaleFactor" value="0.5"/>
    </inkml:brush>
    <inkml:brush xml:id="br3">
      <inkml:brushProperty name="width" value="0.35" units="cm"/>
      <inkml:brushProperty name="height" value="0.35" units="cm"/>
      <inkml:brushProperty name="color" value="#FF4E00"/>
      <inkml:brushProperty name="inkEffects" value="rainbow"/>
      <inkml:brushProperty name="anchorX" value="-22815.79297"/>
      <inkml:brushProperty name="anchorY" value="-2433.7981"/>
      <inkml:brushProperty name="scaleFactor" value="0.5"/>
    </inkml:brush>
    <inkml:brush xml:id="br4">
      <inkml:brushProperty name="width" value="0.35" units="cm"/>
      <inkml:brushProperty name="height" value="0.35" units="cm"/>
      <inkml:brushProperty name="color" value="#FF4E00"/>
      <inkml:brushProperty name="inkEffects" value="rainbow"/>
      <inkml:brushProperty name="anchorX" value="-24165.26172"/>
      <inkml:brushProperty name="anchorY" value="-3019.02197"/>
      <inkml:brushProperty name="scaleFactor" value="0.5"/>
    </inkml:brush>
    <inkml:brush xml:id="br5">
      <inkml:brushProperty name="width" value="0.35" units="cm"/>
      <inkml:brushProperty name="height" value="0.35" units="cm"/>
      <inkml:brushProperty name="color" value="#FF4E00"/>
      <inkml:brushProperty name="inkEffects" value="rainbow"/>
      <inkml:brushProperty name="anchorX" value="-25311.73242"/>
      <inkml:brushProperty name="anchorY" value="-4321.75146"/>
      <inkml:brushProperty name="scaleFactor" value="0.5"/>
    </inkml:brush>
    <inkml:brush xml:id="br6">
      <inkml:brushProperty name="width" value="0.35" units="cm"/>
      <inkml:brushProperty name="height" value="0.35" units="cm"/>
      <inkml:brushProperty name="color" value="#FF4E00"/>
      <inkml:brushProperty name="inkEffects" value="rainbow"/>
      <inkml:brushProperty name="anchorX" value="-27051.16016"/>
      <inkml:brushProperty name="anchorY" value="-4596.45996"/>
      <inkml:brushProperty name="scaleFactor" value="0.5"/>
    </inkml:brush>
    <inkml:brush xml:id="br7">
      <inkml:brushProperty name="width" value="0.35" units="cm"/>
      <inkml:brushProperty name="height" value="0.35" units="cm"/>
      <inkml:brushProperty name="color" value="#FF4E00"/>
      <inkml:brushProperty name="inkEffects" value="rainbow"/>
      <inkml:brushProperty name="anchorX" value="-28112.02734"/>
      <inkml:brushProperty name="anchorY" value="-6241.27441"/>
      <inkml:brushProperty name="scaleFactor" value="0.5"/>
    </inkml:brush>
  </inkml:definitions>
  <inkml:trace contextRef="#ctx0" brushRef="#br0">488 428 5539,'0'0'0,"1"8"1712,2 5 337,1 7-1833,0 3-72,0 8-128,0 3-34,-1 6-57,0 2 166,1 2-49,2-2 79,1-2-55,1-2 76,2-3-78,0-5 24,0-2-83,0-3 40,0-1-15,1-3 58,-1 0-72,0-2 61,-1 0-149,0-2-125,-2-2-345,-1-3-66,-3-6-1729,-4-6 768,0-3-4102</inkml:trace>
  <inkml:trace contextRef="#ctx0" brushRef="#br1" timeOffset="267.85">1 616 5939,'0'0'0,"8"-6"1616,12-11 487,11-7-2082,13-11 382,9-8-264,8-7-169,6-5 110,3-2-117,-1 0 13,1 0-379,-4 5-176,-3 4-1710,-2 9 606,-14 10-4119</inkml:trace>
  <inkml:trace contextRef="#ctx0" brushRef="#br2" timeOffset="773.83">1201 1010 5939,'0'0'0,"0"0"1616,-1-1 468,1-4-2132,-3-5 488,-1-6-336,-1-9-144,-2-7 86,0-10-76,0-5 76,2-8-41,1-5 126,2-4-73,2-4 84,5-3-116,2 1 92,5 2-105,2 6 67,3 9-96,2 9 83,2 10-120,1 10 109,3 10-91,1 9 83,4 10-61,2 9 111,5 10-106,2 7 110,3 9-108,0 5 145,2 6-43,-2 0 166,0 2-25,-3-2 110,-2-2-43,-3-2 0,-2-3-128,-4-3 16,-3-2-144,-3-5 35,-5-3-112,-3-4 63,-3-4-172,-4-4 47,-4-2-283,-2-4 1,-6-2-483,-5-4-46,-8-4-1849,-9-6 817,2-1-4385</inkml:trace>
  <inkml:trace contextRef="#ctx0" brushRef="#br3" timeOffset="968.16">950 905 6739,'0'0'0,"6"-3"1393,15-6 634,13-6-2496,14-7 527,10-7-322,9-6-464,4-2-235,1-2-1083,-2-1 213,-15 8-2403</inkml:trace>
  <inkml:trace contextRef="#ctx0" brushRef="#br4" timeOffset="1311.25">2245 351 6179,'0'0'0,"3"6"2049,4 7 299,5 7-1972,2 7-110,1 9-183,1 8-67,-1 5-72,-1 3 147,0 0-83,1-2 123,2-4-107,4-6 128,4-6-56,2-6 56,2-7-107,-1-7 89,-3-5-292,-3-5-29,-6-4-453,-5-3 18,-6-3-503,-5-2 137,-4-3-482,-4-2 27,-3-2-312,-4-3-83,1 3-34</inkml:trace>
  <inkml:trace contextRef="#ctx0" brushRef="#br5" timeOffset="1595.12">1806 572 5779,'0'0'0,"2"-3"1504,4-7 487,7-7-2045,9-9 409,9-8-232,10-9-62,7-5 139,8-2 32,3 0 110,5 1-22,3 4 35,4 3-118,0 3-58,0 5-195,-4 7-48,-6 4-395,-9 7-107,-10 6-2069,-12 5 973,-11 4-5250</inkml:trace>
  <inkml:trace contextRef="#ctx0" brushRef="#br6" timeOffset="2103.63">3439 55 7395,'0'0'0,"1"-1"1873,-1-3 616,-1-1-2771,-4 0 866,-5 1-437,-7 4 39,-8 3 100,-9 6 45,-6 5-118,-6 5-125,-5 6-5,-3 6-182,2 4 80,1 9-127,6 4 143,6 7-101,8 4 163,6 3-139,6 0 157,8 1-157,6-3 141,9 0-135,7-5 151,10-2-120,8-6 150,9-3-80,6-4 138,6-5-112,2-5 132,3-6-132,2-7 96,1-8-141,0-6 78,0-8-140,-2-7 38,-3-5-389,-8-6-6,-6-3-582,-11-2-98,-11-1-1859,-16 27 2716,0-1 0,-1 1 1,1-1-1,-1 1 1,1-1-1,-1 0 1,0 1-1,0-1 0,0-1 234,-2-18-6388</inkml:trace>
  <inkml:trace contextRef="#ctx0" brushRef="#br7" timeOffset="2343.1">3090 616 6531,'0'0'0,"5"-3"2113,11-2 336,7-2-2225,6-4 432,5-2-501,3-3-200,0-2-62,0-2-624,-1-1 13,-4-1-2024,-5-2 712,-7 4-4290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5T01:06:32.996"/>
    </inkml:context>
    <inkml:brush xml:id="br0">
      <inkml:brushProperty name="width" value="0.35" units="cm"/>
      <inkml:brushProperty name="height" value="0.35" units="cm"/>
      <inkml:brushProperty name="color" value="#FF4E00"/>
      <inkml:brushProperty name="inkEffects" value="rainbow"/>
      <inkml:brushProperty name="anchorX" value="0"/>
      <inkml:brushProperty name="anchorY" value="0"/>
      <inkml:brushProperty name="scaleFactor" value="0.5"/>
    </inkml:brush>
    <inkml:brush xml:id="br1">
      <inkml:brushProperty name="width" value="0.35" units="cm"/>
      <inkml:brushProperty name="height" value="0.35" units="cm"/>
      <inkml:brushProperty name="color" value="#FF4E00"/>
      <inkml:brushProperty name="inkEffects" value="rainbow"/>
      <inkml:brushProperty name="anchorX" value="-27539.60938"/>
      <inkml:brushProperty name="anchorY" value="-5269.63721"/>
      <inkml:brushProperty name="scaleFactor" value="0.5"/>
    </inkml:brush>
    <inkml:brush xml:id="br2">
      <inkml:brushProperty name="width" value="0.35" units="cm"/>
      <inkml:brushProperty name="height" value="0.35" units="cm"/>
      <inkml:brushProperty name="color" value="#FF4E00"/>
      <inkml:brushProperty name="inkEffects" value="rainbow"/>
      <inkml:brushProperty name="anchorX" value="-26643.51563"/>
      <inkml:brushProperty name="anchorY" value="-5367.26172"/>
      <inkml:brushProperty name="scaleFactor" value="0.5"/>
    </inkml:brush>
    <inkml:brush xml:id="br3">
      <inkml:brushProperty name="width" value="0.35" units="cm"/>
      <inkml:brushProperty name="height" value="0.35" units="cm"/>
      <inkml:brushProperty name="color" value="#FF4E00"/>
      <inkml:brushProperty name="inkEffects" value="rainbow"/>
      <inkml:brushProperty name="anchorX" value="-25792.60547"/>
      <inkml:brushProperty name="anchorY" value="-4853.50488"/>
      <inkml:brushProperty name="scaleFactor" value="0.5"/>
    </inkml:brush>
    <inkml:brush xml:id="br4">
      <inkml:brushProperty name="width" value="0.35" units="cm"/>
      <inkml:brushProperty name="height" value="0.35" units="cm"/>
      <inkml:brushProperty name="color" value="#FF4E00"/>
      <inkml:brushProperty name="inkEffects" value="rainbow"/>
      <inkml:brushProperty name="anchorX" value="-27409.74023"/>
      <inkml:brushProperty name="anchorY" value="-5494.57129"/>
      <inkml:brushProperty name="scaleFactor" value="0.5"/>
    </inkml:brush>
    <inkml:brush xml:id="br5">
      <inkml:brushProperty name="width" value="0.35" units="cm"/>
      <inkml:brushProperty name="height" value="0.35" units="cm"/>
      <inkml:brushProperty name="color" value="#FF4E00"/>
      <inkml:brushProperty name="inkEffects" value="rainbow"/>
      <inkml:brushProperty name="anchorX" value="-28444.51172"/>
      <inkml:brushProperty name="anchorY" value="-6185.15576"/>
      <inkml:brushProperty name="scaleFactor" value="0.5"/>
    </inkml:brush>
    <inkml:brush xml:id="br6">
      <inkml:brushProperty name="width" value="0.35" units="cm"/>
      <inkml:brushProperty name="height" value="0.35" units="cm"/>
      <inkml:brushProperty name="color" value="#FF4E00"/>
      <inkml:brushProperty name="inkEffects" value="rainbow"/>
      <inkml:brushProperty name="anchorX" value="-29380.50781"/>
      <inkml:brushProperty name="anchorY" value="-7704.37305"/>
      <inkml:brushProperty name="scaleFactor" value="0.5"/>
    </inkml:brush>
    <inkml:brush xml:id="br7">
      <inkml:brushProperty name="width" value="0.35" units="cm"/>
      <inkml:brushProperty name="height" value="0.35" units="cm"/>
      <inkml:brushProperty name="color" value="#FF4E00"/>
      <inkml:brushProperty name="inkEffects" value="rainbow"/>
      <inkml:brushProperty name="anchorX" value="-31354.31641"/>
      <inkml:brushProperty name="anchorY" value="-8789.11816"/>
      <inkml:brushProperty name="scaleFactor" value="0.5"/>
    </inkml:brush>
    <inkml:brush xml:id="br8">
      <inkml:brushProperty name="width" value="0.35" units="cm"/>
      <inkml:brushProperty name="height" value="0.35" units="cm"/>
      <inkml:brushProperty name="color" value="#FF4E00"/>
      <inkml:brushProperty name="inkEffects" value="rainbow"/>
      <inkml:brushProperty name="anchorX" value="-32437.03906"/>
      <inkml:brushProperty name="anchorY" value="-10089.28223"/>
      <inkml:brushProperty name="scaleFactor" value="0.5"/>
    </inkml:brush>
    <inkml:brush xml:id="br9">
      <inkml:brushProperty name="width" value="0.35" units="cm"/>
      <inkml:brushProperty name="height" value="0.35" units="cm"/>
      <inkml:brushProperty name="color" value="#FF4E00"/>
      <inkml:brushProperty name="inkEffects" value="rainbow"/>
      <inkml:brushProperty name="anchorX" value="-34003.75781"/>
      <inkml:brushProperty name="anchorY" value="-10514.66895"/>
      <inkml:brushProperty name="scaleFactor" value="0.5"/>
    </inkml:brush>
    <inkml:brush xml:id="br10">
      <inkml:brushProperty name="width" value="0.35" units="cm"/>
      <inkml:brushProperty name="height" value="0.35" units="cm"/>
      <inkml:brushProperty name="color" value="#FF4E00"/>
      <inkml:brushProperty name="inkEffects" value="rainbow"/>
      <inkml:brushProperty name="anchorX" value="-35193.625"/>
      <inkml:brushProperty name="anchorY" value="-11767.29492"/>
      <inkml:brushProperty name="scaleFactor" value="0.5"/>
    </inkml:brush>
    <inkml:brush xml:id="br11">
      <inkml:brushProperty name="width" value="0.35" units="cm"/>
      <inkml:brushProperty name="height" value="0.35" units="cm"/>
      <inkml:brushProperty name="color" value="#FF4E00"/>
      <inkml:brushProperty name="inkEffects" value="rainbow"/>
      <inkml:brushProperty name="anchorX" value="-34286.25781"/>
      <inkml:brushProperty name="anchorY" value="-11799.57715"/>
      <inkml:brushProperty name="scaleFactor" value="0.5"/>
    </inkml:brush>
    <inkml:brush xml:id="br12">
      <inkml:brushProperty name="width" value="0.35" units="cm"/>
      <inkml:brushProperty name="height" value="0.35" units="cm"/>
      <inkml:brushProperty name="color" value="#FF4E00"/>
      <inkml:brushProperty name="inkEffects" value="rainbow"/>
      <inkml:brushProperty name="anchorX" value="-35217.09375"/>
      <inkml:brushProperty name="anchorY" value="-12621.44824"/>
      <inkml:brushProperty name="scaleFactor" value="0.5"/>
    </inkml:brush>
  </inkml:definitions>
  <inkml:trace contextRef="#ctx0" brushRef="#br0">54 3340 3954,'0'0'0,"-3"5"1472,-4 4 225,-3 0-1072,-1-1-148,1-4-29,2-6-173,3-10 11,5-9-30,5-9-16,4-10 3,5-10-59,6-7-40,6-8-86,5-7 1,7-9-102,6-5 118,5-6-96,5-4 103,6-1-47,2 1 109,3 3-66,2 3 79,3 1-96,1-1 49,5-2-110,3 0 85,6 1-104,1 4 86,-1 8-83,-2 9 118,-6 9-36,-6 10 145,-6 9-75,-7 9 141,-3 8-130,-3 8 43,-1 6-164,-1 8 81,0 6-126,1 5 126,1 8-59,-2 4 131,0 4-54,-2 4 115,0 4-85,-1 1 48,1 5-88,1 1 42,3 5-90,4 3 23,3 7-84,2 4 76,4 6-119,2 3 109,2 2-128,2 0 112,5 0-109,2-4 125,4-3-131,2-4 134,5-3-97,1-5 105,4-2-67,3-2 96,3-3-120,3-3 131,3-2-134,2-4 97,3-3-124,1-4 110,4-3-146,0-4 154,3-3-142,-2-6 118,2-3-109,-1-5 125,1-5-131,0-5 134,3-7-134,1-5 115,4-10-109,0-8 106,5-9-125,-1-9 131,4-9-115,-2-7 109,3-6-87,-3-5 82,2-8-80,-3-3 98,2-7-103,-2-1 106,2-4-106,-2 2 106,1 0-106,-2 4 106,2 1-125,-2 4 131,3 3-134,-2 5 115,-1 6-90,-4 9 82,-4 6-62,-5 11 150,-2 9-136,-3 10 158,-2 9-158,-2 8 85,-2 6-119,-5 8 87,-1 4-104,-5 6 123,-3 6-149,-5 7 157,-5 5-160,-5 6 160,-3 5-141,-4 5 117,1 8-110,0 4 108,4 9-108,1 4 89,2 8-102,1 4 105,1 4-108,-2 1 126,1 4-93,1 2 104,2 4-123,2 0 149,5 0-157,3-3 141,6-5-117,1-6 110,5-5-108,1-6 108,2-1-108,0-2 89,0-1-83,-2-3 80,0-1-99,0-6 105,2-6-89,0-8 102,5-8-67,-1-7 96,4-8-120,1-5 149,4-5-157,1-4 123,4-6-131,1-6 130,5-9-132,0-11 114,6-12-128,4-11 112,6-11-128,3-6 130,7-4-132,2-1 132,3-4-114,0 1 128,0-2-130,-4-2 114,1-2-110,-5-1 126,1 1-130,-2 3 132,0 2-114,-4 5 110,0 3-126,-6 6 130,-4 3-114,-7 5 129,-3 5-95,-8 5 142,-3 5-133,-5 6 136,-2 8-153,-5 6 102,-2 7-125,-5 7 109,-2 6-147,-5 5 137,-3 8-137,-3 5 134,-1 7-115,-2 6 109,0 6-125,-2 6 131,0 3-153,-3 1 158,-1 3-160,-3-1 142,-2 1-118,-4 1 109,-5 3-106,-4 2 143,-4 2-135,-3 1 136,0 3-134,-2 2 134,3 2-115,0 0 109,2-1-106,1-3 125,2-1-94,0-4 105,-1-3-160,-1-4-27,-8-5-1174,-9-6-2140,-18-10 854,-12-10-7183</inkml:trace>
  <inkml:trace contextRef="#ctx0" brushRef="#br1" timeOffset="14449.78">345 162 2065,'0'0'0,"-1"-2"1441,-1-3-150,-1-1-443,-1-1-69,0 0-333,3 3-105,1 2-71,3 5-116,2 6 4,2 10-105,1 10 81,0 13-124,-3 14 92,-2 14-105,-3 10 104,-3 8-106,-2 3 106,1-1-87,-1-7 101,3-8-105,0-10 89,0-10-102,0-12 49,0-9-447,-2-9-1330,-6-10 186,8-14 1366,2-1 0,-1 1 0,0 0 0,0-1 0,0 1-1,0-1 1,0 0 0,-1 1 0,1-1 0,0 0 0,0 0 0,0 0 0,0 1-1,-1-1 180,-13 0-2394</inkml:trace>
  <inkml:trace contextRef="#ctx0" brushRef="#br2" timeOffset="14928.65">340 264 4738,'0'0'0,"2"-1"1313,5-5 354,5-1-1688,7-5 336,6-2-291,5-3-142,5-3 102,4-3-117,1-1 125,5 0-75,1 2 155,6 2-229,5 3-3,5 6-361,4 4 111,-1 5-132,-6 7 267,-7 5 89,-12 4 415,-13 4-24,-25-17-169,0 1 0,-1 0-1,1-1 1,-1 1-1,0 0 1,1 0-1,-1 0 1,0 0 0,0 2-36,0-2 14,0 0 1,-1-1-1,0 1 1,1 0-1,-1 0 1,0-1-1,0 1 1,0 0-1,0 0 1,0-1 0,-1 3-15,1-2 22,-1 1 0,0-1 0,0 1 0,0 0 0,0-1 0,-1 0 0,1 1 0,-1 0-22,-20 22 16,-10 1 56,-8 0-83,-7 0 75,-4 1-43,-2 1 107,-1 0 9,0 1 57,0 1-47,2-2 56,-1 0-147,3-2-13,1-1-358,1 1-168,0-1-1227,2 0 413,9-6-2949</inkml:trace>
  <inkml:trace contextRef="#ctx0" brushRef="#br3" timeOffset="15513.82">1048 899 5314,'0'0'0,"-2"-1"1585,0 0 336,-1-1-1833,-3-2 395,0-1-355,-1-1-91,-1-3 67,1-1-125,1-3 72,4-4-137,2-6 76,3-7-196,4-8 110,5-7-171,4-7 158,7-4-88,3 0 213,5 0-96,4 4 186,1 5-66,2 6 139,-1 7-16,0 7 122,-3 6-85,-2 8 70,-3 5-131,-1 6 18,1 6-104,0 5 25,3 6-70,3 5 146,4 6-63,2 4 99,3 5-25,-3 2 48,-1 3-85,-5 1 65,-6 0-116,-5-1 70,-7-3-155,-4-5 117,-5-5-170,-4-5 141,-2-4-195,0-5 94,-3-4-369,-3-4 46,-1-3-592,-4-6-913,-5-5-355,-5-5-416,2 1-836</inkml:trace>
  <inkml:trace contextRef="#ctx0" brushRef="#br4" timeOffset="15687.2">1101 761 4786,'0'0'0,"1"-1"1457,1-4 298,4-2-1635,7-4 169,5-2-263,3-2-44,5-2-308,-1 0-218,1-5-1302,2-3 416,-6 2-3276</inkml:trace>
  <inkml:trace contextRef="#ctx0" brushRef="#br5" timeOffset="15987.17">2351 193 5651,'0'0'0,"4"6"1280,5 11 561,4 7-2046,3 10 525,2 7-206,-1 8-116,0 4 143,-3 6-157,-4 2 123,-3 1-150,-4-4 118,-3-3-206,-2-7 22,-1-9-537,-1-10-1181,-3-9 117,-5-8-884,2-7 375</inkml:trace>
  <inkml:trace contextRef="#ctx0" brushRef="#br6" timeOffset="16493.54">2259 333 5587,'0'0'0,"5"-2"1456,8-6 505,8-3-2124,9-5 545,8-3-443,5-2 58,5 1-144,1 1 147,1 4-123,-4 4 131,-1 3-112,-4 3 184,-4 3-165,-4 2 128,-3 4-150,-6 1 80,-7 3-101,-7 3 120,-10 3-93,-8 3 141,-9 3-77,-5 1 101,-6 2-120,-3-1 112,0 0-128,2 0 112,2-2-91,5 0 102,6-1-142,6-2 174,7-1-91,8-1 160,7-1-99,10 1 128,8 2-90,7 1 67,8 3-38,7 2 122,5 0-71,6 0 101,2-2-138,-2-3 42,-1-5-147,-6-6 38,-6-8-262,-7-5 32,-6-6-509,-6-5-1062,-5-6-251,-5-6-507,-7 3-700</inkml:trace>
  <inkml:trace contextRef="#ctx0" brushRef="#br7" timeOffset="16806.64">3668 203 5763,'0'0'0,"4"-1"1296,4-1 636,2 0-2199,3 2 761,2 2-334,0 4 74,0 5-92,-2 4 103,-2 7-199,-2 4 76,-1 5-122,-2 4 86,-1 2-68,1 1 132,1 0-76,2 0 140,2-3-113,3-2 94,1-3-158,2-4 83,-1-4-234,-2-5 7,-3-4-480,-4-6-43,-9-8-1867,-7-10 747,-3-1-4292</inkml:trace>
  <inkml:trace contextRef="#ctx0" brushRef="#br8" timeOffset="17049.99">3250 484 5090,'0'0'0,"0"-1"1857,1-3 318,0-2-1567,2-4 299,5-4-368,6-4-115,8-5-99,12-3-138,8-5-11,11-2-85,6-3 90,7 0-125,3 0 56,1 4-504,-4 2-64,-3 4-720,-6 3-1490,-5 2 505,-12 5-4289</inkml:trace>
  <inkml:trace contextRef="#ctx0" brushRef="#br9" timeOffset="17376.56">4485 0 4722,'0'0'0,"0"5"1601,2 7 280,3 7-1649,1 4 339,2 6-443,-1 4 16,0 1-101,-1 2 71,0 0-119,0-1 90,0 0-103,1-2 84,3-2-175,3-2 69,3-5-251,4-4 86,6-7-187,2-5 157,4-8-165,2-5 122,2-7-1605,-2-4 944,-6 0-4434</inkml:trace>
  <inkml:trace contextRef="#ctx0" brushRef="#br10" timeOffset="17686.5">5137 49 4338,'0'0'0,"2"-1"1777,-1-2 93,0-1-1315,-1 1-104,-2 1-288,-2 2-94,-2 4-45,-1 5 109,-1 6-18,0 4 85,2 7-75,1 5 102,0 4-141,1 4 116,1 5-36,-1 4 103,1 6-26,2 5 69,1 5-128,1 1 22,2 2-180,0-3 65,-1-6-160,0-7 2,-2-8-306,0-8 42,-2-8-443,0-8 19,0-8-1750,0-7 907,0-3-4327</inkml:trace>
  <inkml:trace contextRef="#ctx0" brushRef="#br11" timeOffset="17896.66">5753 313 8276,'0'0'0,"6"-1"2369,6-4 635,6 0-3169,0-1 421,1 1-913,-6 2-303,-7 1-2215,-8 3 1049,-4 0-5402</inkml:trace>
  <inkml:trace contextRef="#ctx0" brushRef="#br12" timeOffset="18080.24">5649 614 7700,'0'0'0,"2"5"2465,4 1 485,4 0-2603,3 0 400,2-2-469,0-1-663,-3-1-231,-5-4-544,-7-4-1970,-6-6 662,-2-1-4913</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5T01:07:37.027"/>
    </inkml:context>
    <inkml:brush xml:id="br0">
      <inkml:brushProperty name="width" value="0.35" units="cm"/>
      <inkml:brushProperty name="height" value="0.35" units="cm"/>
      <inkml:brushProperty name="color" value="#FF4E00"/>
      <inkml:brushProperty name="inkEffects" value="rainbow"/>
      <inkml:brushProperty name="anchorX" value="-36129.79688"/>
      <inkml:brushProperty name="anchorY" value="-13467.2959"/>
      <inkml:brushProperty name="scaleFactor" value="0.5"/>
    </inkml:brush>
  </inkml:definitions>
  <inkml:trace contextRef="#ctx0" brushRef="#br0">104 1795 4130,'0'0'0,"-3"2"1393,-5 2 298,-2-2-1299,-2-3 296,-1-4-221,-1-6-141,1-6 13,2-6-91,1-6-37,3-8-107,5-6 61,5-11-138,6-8 55,10-12-151,9-10 152,11-8-145,9-4 137,10-2-115,6 4 147,7 5-118,2 8 131,4 4-131,0 5 116,2 0-148,0-1 118,4-1-132,1 3 132,1 3-59,0 9 187,0 10-70,-3 11 161,-3 13-78,-4 10 48,-2 10-141,-3 7 40,0 9-131,-1 7 69,2 8-120,0 7 126,1 9-134,-2 9 153,0 9-140,-1 4 118,1 4-90,2 2 82,5-1-99,4 0 123,6 1-149,2 1 119,5 2-130,0 2 131,2 2-134,0-1 153,4-3-102,0-7 144,5-9-115,2-10 131,-54-28-130,5-1-38,56 10 114,3-7-135,0-8 130,2-5-173,-3-7 144,2-6-138,0-6 133,1-8-134,1-7 152,2-7-138,-1-7 154,3-7-119,-1-6 111,3-9-106,1-6 106,4-8-125,0-3 112,3-4-147,1 1 118,2 0-112,-3 2 106,1-1-106,-4 2 125,0 2-150,-5 2 158,-2 5-141,-6 8 117,-5 6-109,-4 10 125,-4 9-131,-5 8 134,-4 10-153,-5 9 158,-6 7-160,-5 7 160,-4 7-160,-3 5 142,-1 6-137,-2 5 134,2 7-153,-1 6 158,0 7-160,-2 6 160,1 7-122,-3 3 111,0 5-106,-2 0 125,1 1-112,2 1 109,2 2-125,2 2 131,4 4-153,0 2 158,1 1-104,1-1 144,4-4-58,1-6 133,4-6-129,3-8 118,5-6-146,2-5 98,3-5-163,3-5 120,4-5-133,3-5 112,5-7-128,3-7 131,6-8-115,3-8 109,8-9-125,2-9 131,8-10-152,2-7 138,6-8-136,1-5 153,4-8-177,-1-5 166,5-7-126,0-5 112,3-7-162,0-2 160,4-1-182,-2 3 147,1 2-120,-4 5 128,-1 4-93,-6 6 122,-3 5-109,-8 7 109,-3 7-106,-7 8 106,-3 7-106,-7 9 125,-2 8-131,-7 8 134,-3 8-115,-8 7 147,-4 9-118,-4 7 131,-1 9-131,-3 5 97,0 7-142,-2 3 133,-2 5-136,-4-1 153,0 3-140,-3-1 156,0 1-158,0 1 160,0 3-179,-1 1 147,0 5-139,0 1 153,1 4-177,-1 1 166,2 3-145,2-3 119,1 0-111,-1-2 108,1-1-127,-1-3 151,0-1-158,1-4 141,2-2-136,-1-6 153,3-5-121,1-6 113,3-7-108,3-8 108,6-8-126,2-8 112,4-7-147,0-8 136,2-5-136,-4-5 134,0-3-134,-5 0 153,-1-1-140,-5 4 174,-2 2-162,-6 6 143,-3 2-136,-4 3 78,-3 3-304,-5 0 29,-2 2-379,-7 2 18,-7 5 3557,-16 4-7067,-42-12 4223,1 1-1,1 0 1,-1-1 0,0 1-1,1 0 1,-1 0 0,0 0-1,1 0 1,-1 0 0,0 0-1,0 0 1,0 0 0,0 1-1,1-1-95,-1-1-732,0 1-1,-1-1 0,1 1 1,-1-1-1,0 1 0,1-1 1,-1 1-1,0 0 1,1-1-1,-1 1 0,0 0 1,0-1-1,0 1 0,0-1 1,1 1-1,-1 0 0,0-1 1,0 1 0,0 0-1,0-1 1,-1 1 732</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11:30:38.348"/>
    </inkml:context>
    <inkml:brush xml:id="br0">
      <inkml:brushProperty name="width" value="0.35" units="cm"/>
      <inkml:brushProperty name="height" value="0.35" units="cm"/>
      <inkml:brushProperty name="color" value="#FF4E00"/>
      <inkml:brushProperty name="inkEffects" value="rainbow"/>
      <inkml:brushProperty name="anchorX" value="0"/>
      <inkml:brushProperty name="anchorY" value="0"/>
      <inkml:brushProperty name="scaleFactor" value="0.5"/>
    </inkml:brush>
    <inkml:brush xml:id="br1">
      <inkml:brushProperty name="width" value="0.35" units="cm"/>
      <inkml:brushProperty name="height" value="0.35" units="cm"/>
      <inkml:brushProperty name="color" value="#FF4E00"/>
      <inkml:brushProperty name="inkEffects" value="rainbow"/>
      <inkml:brushProperty name="anchorX" value="-1008.43762"/>
      <inkml:brushProperty name="anchorY" value="-2015.03748"/>
      <inkml:brushProperty name="scaleFactor" value="0.5"/>
    </inkml:brush>
    <inkml:brush xml:id="br2">
      <inkml:brushProperty name="width" value="0.35" units="cm"/>
      <inkml:brushProperty name="height" value="0.35" units="cm"/>
      <inkml:brushProperty name="color" value="#FF4E00"/>
      <inkml:brushProperty name="inkEffects" value="rainbow"/>
      <inkml:brushProperty name="anchorX" value="-1924.95581"/>
      <inkml:brushProperty name="anchorY" value="-2727.60059"/>
      <inkml:brushProperty name="scaleFactor" value="0.5"/>
    </inkml:brush>
    <inkml:brush xml:id="br3">
      <inkml:brushProperty name="width" value="0.35" units="cm"/>
      <inkml:brushProperty name="height" value="0.35" units="cm"/>
      <inkml:brushProperty name="color" value="#FF4E00"/>
      <inkml:brushProperty name="inkEffects" value="rainbow"/>
      <inkml:brushProperty name="anchorX" value="-3145.98804"/>
      <inkml:brushProperty name="anchorY" value="-2302.61035"/>
      <inkml:brushProperty name="scaleFactor" value="0.5"/>
    </inkml:brush>
    <inkml:brush xml:id="br4">
      <inkml:brushProperty name="width" value="0.35" units="cm"/>
      <inkml:brushProperty name="height" value="0.35" units="cm"/>
      <inkml:brushProperty name="color" value="#FF4E00"/>
      <inkml:brushProperty name="inkEffects" value="rainbow"/>
      <inkml:brushProperty name="anchorX" value="-4348.68408"/>
      <inkml:brushProperty name="anchorY" value="-4102"/>
      <inkml:brushProperty name="scaleFactor" value="0.5"/>
    </inkml:brush>
    <inkml:brush xml:id="br5">
      <inkml:brushProperty name="width" value="0.35" units="cm"/>
      <inkml:brushProperty name="height" value="0.35" units="cm"/>
      <inkml:brushProperty name="color" value="#FF4E00"/>
      <inkml:brushProperty name="inkEffects" value="rainbow"/>
      <inkml:brushProperty name="anchorX" value="-5355.47461"/>
      <inkml:brushProperty name="anchorY" value="-5618.75293"/>
      <inkml:brushProperty name="scaleFactor" value="0.5"/>
    </inkml:brush>
    <inkml:brush xml:id="br6">
      <inkml:brushProperty name="width" value="0.35" units="cm"/>
      <inkml:brushProperty name="height" value="0.35" units="cm"/>
      <inkml:brushProperty name="color" value="#FF4E00"/>
      <inkml:brushProperty name="inkEffects" value="rainbow"/>
      <inkml:brushProperty name="anchorX" value="-6245.56201"/>
      <inkml:brushProperty name="anchorY" value="-6438.8584"/>
      <inkml:brushProperty name="scaleFactor" value="0.5"/>
    </inkml:brush>
    <inkml:brush xml:id="br7">
      <inkml:brushProperty name="width" value="0.35" units="cm"/>
      <inkml:brushProperty name="height" value="0.35" units="cm"/>
      <inkml:brushProperty name="color" value="#FF4E00"/>
      <inkml:brushProperty name="inkEffects" value="rainbow"/>
      <inkml:brushProperty name="anchorX" value="-8649.03711"/>
      <inkml:brushProperty name="anchorY" value="-6440.68896"/>
      <inkml:brushProperty name="scaleFactor" value="0.5"/>
    </inkml:brush>
    <inkml:brush xml:id="br8">
      <inkml:brushProperty name="width" value="0.35" units="cm"/>
      <inkml:brushProperty name="height" value="0.35" units="cm"/>
      <inkml:brushProperty name="color" value="#FF4E00"/>
      <inkml:brushProperty name="inkEffects" value="rainbow"/>
      <inkml:brushProperty name="anchorX" value="-9908.86133"/>
      <inkml:brushProperty name="anchorY" value="-8235.38281"/>
      <inkml:brushProperty name="scaleFactor" value="0.5"/>
    </inkml:brush>
    <inkml:brush xml:id="br9">
      <inkml:brushProperty name="width" value="0.35" units="cm"/>
      <inkml:brushProperty name="height" value="0.35" units="cm"/>
      <inkml:brushProperty name="color" value="#FF4E00"/>
      <inkml:brushProperty name="inkEffects" value="rainbow"/>
      <inkml:brushProperty name="anchorX" value="-11413.37109"/>
      <inkml:brushProperty name="anchorY" value="-7904.04688"/>
      <inkml:brushProperty name="scaleFactor" value="0.5"/>
    </inkml:brush>
    <inkml:brush xml:id="br10">
      <inkml:brushProperty name="width" value="0.35" units="cm"/>
      <inkml:brushProperty name="height" value="0.35" units="cm"/>
      <inkml:brushProperty name="color" value="#FF4E00"/>
      <inkml:brushProperty name="inkEffects" value="rainbow"/>
      <inkml:brushProperty name="anchorX" value="-12915.39648"/>
      <inkml:brushProperty name="anchorY" value="-10168.4043"/>
      <inkml:brushProperty name="scaleFactor" value="0.5"/>
    </inkml:brush>
    <inkml:brush xml:id="br11">
      <inkml:brushProperty name="width" value="0.35" units="cm"/>
      <inkml:brushProperty name="height" value="0.35" units="cm"/>
      <inkml:brushProperty name="color" value="#FF4E00"/>
      <inkml:brushProperty name="inkEffects" value="rainbow"/>
      <inkml:brushProperty name="anchorX" value="-13875.70313"/>
      <inkml:brushProperty name="anchorY" value="-11788.47852"/>
      <inkml:brushProperty name="scaleFactor" value="0.5"/>
    </inkml:brush>
    <inkml:brush xml:id="br12">
      <inkml:brushProperty name="width" value="0.35" units="cm"/>
      <inkml:brushProperty name="height" value="0.35" units="cm"/>
      <inkml:brushProperty name="color" value="#FF4E00"/>
      <inkml:brushProperty name="inkEffects" value="rainbow"/>
      <inkml:brushProperty name="anchorX" value="-14823.74512"/>
      <inkml:brushProperty name="anchorY" value="-12716.67871"/>
      <inkml:brushProperty name="scaleFactor" value="0.5"/>
    </inkml:brush>
    <inkml:brush xml:id="br13">
      <inkml:brushProperty name="width" value="0.35" units="cm"/>
      <inkml:brushProperty name="height" value="0.35" units="cm"/>
      <inkml:brushProperty name="color" value="#FF4E00"/>
      <inkml:brushProperty name="inkEffects" value="rainbow"/>
      <inkml:brushProperty name="anchorX" value="-21734.8125"/>
      <inkml:brushProperty name="anchorY" value="-10600.7207"/>
      <inkml:brushProperty name="scaleFactor" value="0.5"/>
    </inkml:brush>
    <inkml:brush xml:id="br14">
      <inkml:brushProperty name="width" value="0.35" units="cm"/>
      <inkml:brushProperty name="height" value="0.35" units="cm"/>
      <inkml:brushProperty name="color" value="#FF4E00"/>
      <inkml:brushProperty name="inkEffects" value="rainbow"/>
      <inkml:brushProperty name="anchorX" value="-27546.00781"/>
      <inkml:brushProperty name="anchorY" value="-9442.42578"/>
      <inkml:brushProperty name="scaleFactor" value="0.5"/>
    </inkml:brush>
  </inkml:definitions>
  <inkml:trace contextRef="#ctx0" brushRef="#br0">480 4762 3201,'0'0'0,"-8"1"1601,-10 2-37,-7 1-644,-5 4-603,-4 6 57,-2 5-222,-3 6-29,0 6-41,-2 7 23,0 5 7,2 9 34,4 7-7,4 12-32,6 10-27,5 12-14,7 8-36,7 4 7,7-3-5,8-5 19,9-10-6,-11-64-30,0-1 0,6 10-15,-6-15 17,1-1 0,11 15-17,-11-19 11,1 0 0,0-1-1,7 7-10,-7-9 4,1-1-1,-1 0 0,1 0 1,1-1-4,-1-1 4,0-1 1,0 0 0,0-1-1,6 2-4,-5-2-10,1-1 0,-1-1 0,1 0 0,3 0 10,-2-1-94,0-1-1,0-1 0,0 0 0,2-1 95,1 0-250,1-2-1,-1 0 0,5-3 251,1-1-1007,-1-1 0,10-7 1007,43-28-1753,-15 3-3144</inkml:trace>
  <inkml:trace contextRef="#ctx0" brushRef="#br1" timeOffset="498.51">1256 5191 3330,'0'0'0,"1"2"1264,0 6 374,3 6-1152,3 8 183,4 9-231,4 9-118,4 8-205,5 8 45,3 3-51,4 1 6,3-3-40,3-4 10,2-7-5,2-9 0,2-11 19,-35-22-67,0-1 1,0 0 0,0-1 0,6 2-33,-6-3 44,0 0 1,1 0 0,-1-1-1,7 0-44,-5-1 52,-1-1-1,1 1 0,-1-2 1,4 0-52,-1-1 55,-1-1 0,1 0 0,5-3-55,35-26 182,-1-10-62,-3-11-59,-5-10-24,-7-8-18,-8-6 18,-8-6-7,-10 0 2,-8 3 18,-10 5 33,4 60-33,0-1 0,-1 1-1,-2-1-49,2 5 45,-1-1-1,-1 1 1,-5-9-45,5 13 45,-1-1 1,1 1-1,-1 0 0,-6-4-45,6 6 48,-1 0-1,0 0 0,0 1 1,-8-4-48,5 4 56,1 1 1,-1 0 0,0 1-1,-5-1-56,3 1 49,-1 1-1,0 1 0,-9 0-48,7 1 56,0 1 1,-1 1 0,-4 1-57,4 1 52,-1 0 0,-16 7-52,16-4-61,-1 1 0,-10 6 61,11-4-180,1 2-1,-9 5 181,-30 28-907,7 2-1627,5 0 602,11-8-4504</inkml:trace>
  <inkml:trace contextRef="#ctx0" brushRef="#br2" timeOffset="1124.34">2591 5500 5507,'0'0'0,"-2"0"1328,-4-2 654,-3-5-2091,-3-8 656,-2-9-315,-4-12 32,-1-10-29,-2-8 45,-1-5-51,-1-2 36,1 0-124,1 0-2,1 2-43,3 3-14,2 4-36,3 4 45,1 7-17,3 6 25,1 6-6,2 7-15,3 7-33,1 4-29,4 6-13,4 4-19,5 5 21,8 6-26,8 6 26,11 7-8,11 4 3,11 3-18,8-2-52,6-5-23,2-7 2,-1-6-5,-6-6 38,-7-5 25,-9-4 71,-8-2 21,-7-3-1,-3-3 25,-3-3-6,-3-5 3,-1-6 19,-6-6 88,-5-6 32,-10-6 71,-10-2 7,-11-4 23,-11 1-40,-9 1-61,-5 3-41,-1 4-87,1 5-131,4 5-475,5 5-195,5 3-2390,6 1 923,6 6-5913</inkml:trace>
  <inkml:trace contextRef="#ctx0" brushRef="#br3" timeOffset="1528.7">3721 3487 5651,'0'0'0,"-7"3"1408,-13 7 561,-6 6-2102,-8 10 560,-7 9-350,-4 12-40,-3 11-15,0 14 15,3 11 11,7 10 16,9 6 16,22-60 16,-3 25-96,7-31 112,2 33-112,2-37 83,1 1 0,3 6-83,-1-12 76,1 0 0,6 13-76,-5-20 65,0 0 1,2 0 0,3 5-66,-4-10 69,0 0-1,1 0 1,10 10-69,-11-13 51,1-1 0,0 0 1,1 0-1,7 3-51,-8-4 38,1-2 0,0 1 0,1-2 0,8 4-38,-7-4 28,-1-1 0,1 0 0,0-1 0,8 1-28,-5-1 21,1-1 1,0-1-1,8 0-21,-2-2-20,1 0 0,7-4 20,46-14-221,1-10-574,-2-10-1609,-1-10 619,-15 6-4753</inkml:trace>
  <inkml:trace contextRef="#ctx0" brushRef="#br4" timeOffset="1957.31">4790 3143 4914,'0'0'0,"-2"-2"1281,-4-1 466,-5-2-1683,-4 2 305,-6 2-220,-5 7-50,-8 9-35,-6 10-32,-6 13 24,-5 12 8,-4 13 34,0 8-26,2 8 30,3 5-46,9 6-24,9 2 5,24-59 14,-4 25-51,8-29 120,-1 28-120,5-37 107,1 1-1,2 15-106,-1-22 89,0 1 0,2-1 0,2 8-89,-3-13 75,0-1 0,1 0-1,0 0 1,1 0 0,2 3-75,-4-6 52,1 1 1,1-1-1,0 0 1,-1 0-1,2 0 1,1 1-53,-1-1 53,0-1 1,0-1 0,1 1 0,-1-1 0,1 0-1,1 0-53,1 0 44,0 0-1,1 0 0,0-1 1,4 0-44,1 0 46,-1-1 0,1-1 0,1 0-46,48-7 8,4-9-160,-1-9-21,-2-10-198,-5-8-104,-7-7-357,-9-4-102,-10-1-1288,-11 3 453,-10 11-2904</inkml:trace>
  <inkml:trace contextRef="#ctx0" brushRef="#br5" timeOffset="2094.96">4280 3737 5715,'0'0'0,"-3"2"1184,1 0 374,4-2-2422,8-6-761,8-6 184,0-1-3560</inkml:trace>
  <inkml:trace contextRef="#ctx0" brushRef="#br6" timeOffset="3181.98">4940 3491 5058,'0'0'0,"4"8"1089,8 14 578,9 11-1920,8 10 546,7 10-239,3 7-44,0 5 30,-2 1-29,-3-2 26,-7-6-26,-5-9 26,-6-13-63,-6-13-94,-6-15-70,-6-14-26,-6-12 16,-6-9 139,-4-8 165,-4-7 93,0-4 67,-2-7-21,1-5-96,0-7-65,1-4-44,0-4 39,2 1 19,2-1 51,3 4 26,6 2-2,7 5-13,7 3-33,8 6-66,7 3 15,7 4-10,7 4-18,4 6 42,6 5-32,3 8 10,4 8-39,0 7-27,1 9 5,-4 7-23,-5 8 23,-9 5 11,-30-18-9,0 1-1,0 0 0,0 0 1,-1 0-1,3 3-6,-3-3 11,-1 0 0,1 1 0,-1-1 1,0 0-1,-1 1 0,1 0-11,5 30 59,-9 2 23,-7 2-42,-5 1 14,-5 0-44,-4 0 12,-3 0-25,-2-4 6,-3-3-22,0-3 24,2-3-26,4-2 8,7-3-3,9-2-19,9-19 33,0 0-1,0 1 1,0-1 0,0 0 0,0 0-1,0 1 1,0-1 0,1 0 0,-1 0-1,0 0 1,1 1 0,-1-1 0,1 1 2,13 14-14,13 0-4,12 3 2,8 2 0,6 4-19,4 2 6,-1 1 15,-2 1-5,-5-4 3,-5-4 38,-7-7 45,-6-9 45,-8-8 29,-5-7 110,-6-6-27,-5-6 53,-3-3-66,-4-4-16,-2-1-72,-1-2-22,-2-2-37,0-2 5,0 0-5,-1-2 38,-3 0 7,-1 0 19,-2-1 16,-1 1 35,0 2-46,0 1 17,4 4-62,4 3-3,5 4-58,6 3-24,6 6-17,5 6 1,4 7-3,7 10 0,6 11 19,11 9-6,10 10 22,11 5-25,9 2 46,8-1-32,2-7 48,3-10 6,-4-10 74,-61-15-68,0 0 0,12-2-68,-18-1 66,0 0-1,1-1 1,3-2-66,-7 1 62,0-1-1,-1-1 0,12-5-61,-14 5 44,1-1-1,-1 0 0,0-1 1,1-1-44,-3 0 35,0 0 0,0 0 1,0-1-1,1-2-35,-2 2 33,-1-1-1,0 0 1,-1 0 0,1-3-33,0 1 62,-1-1 0,-1 0 1,2-6-63,7-41 205,-10 0-21,-9 3 11,-7 4-22,-7 6-69,-6 7-74,-5 6 15,-4 7-162,0 4-70,-1 5-456,2 4-144,1 3-627,3 2-1126,0-3-195,3-5-495,5 3-406</inkml:trace>
  <inkml:trace contextRef="#ctx0" brushRef="#br7" timeOffset="3408.79">6856 2083 6851,'0'0'0,"3"10"1761,6 16 709,6 14-2462,10 16 579,7 13-368,8 13 40,4 7-118,1 7 33,-2-1-52,-4-2-44,-5-8-270,-6-11-675,-4-14-1881,-5-16 704,-5-15-5510</inkml:trace>
  <inkml:trace contextRef="#ctx0" brushRef="#br8" timeOffset="3947.7">7489 2768 7716,'0'0'0,"-1"-3"1840,-2-3 823,0-4-2794,-1-4 625,1-5-358,-1-5-109,-1-6-57,0-6-47,-2-4 42,-1-7 19,1-4-5,1-7 23,1-4-4,1-6 20,2-2-4,1-3 95,1 4-26,2 5-6,-1 8 25,0 10-9,1 12-72,1 13-15,1 14-1,4 15-24,4 14 25,9 16-46,7 11 13,10 11-5,8 5 19,8 4-43,3-1 69,4-2-21,-2-6 27,-2-8-6,-3-8 3,-2-10 19,-4-12-6,-40-19-21,0-1 0,0 0 0,0 0 0,5 0-8,-6-1 18,0-1-1,0 0 1,0 0-1,0 0 1,0-1-18,-2 0 41,1 0-1,-1-1 1,1 1-1,-1-1 1,5-3-41,-5 3 42,1-1 0,-1 0 0,-1 0 0,1-1 1,3-2-43,-4 2 66,0-1 0,1 1 0,-1-1 0,0-1 0,0-1-66,15-31 286,-8-10 21,-7-7-134,-6-10-18,-4-7-97,-2-8-18,-3-3-40,1 0-162,1 5-89,2 8-341,0 12-105,1 12-613,0 10-971,-2 8-384,-2 8-414,2 6-935</inkml:trace>
  <inkml:trace contextRef="#ctx0" brushRef="#br9" timeOffset="4484.78">8893 902 5619,'0'0'0,"-1"0"1152,-1 1 636,-3 1-2125,-5 5 628,-6 4-272,-10 8-3,-8 8 19,-9 14 50,-6 13-13,-5 18 64,1 15-35,29-40 89,-1 9-190,6-8 240,-2 15-240,8-15 397,-3 23-397,10-29 398,-2 35-398,7-40 233,2 1 1,1 2-234,0-9 191,3 0-1,2 10-190,-2-20 88,1 0-1,1-1 0,3 5-87,-5-12 36,1 0 0,0-1 0,2 0 0,3 5-36,-6-10 12,0-1 0,1 1 0,0-1 0,0 0 0,0 0 0,3 1-12,-4-3 0,0-1 1,0 0-1,0 0 0,0 0 1,1-1-1,-1 0 0,1 0 1,0 0-1,-1-1 1,0 0 0,1 0 1,-1 0-1,0-1 0,1 0 1,-1 0-1,0 0 0,3-1-1,-2 0-2,1 0-1,-1-1 0,1 0 1,-1 0-1,0-1 0,0 1 1,0-1 2,2-2-11,0 0 1,0-1 0,0 0 0,-1 0 0,2-2 10,1-2-8,-1 0 0,0-1 0,7-10 8,-4 2-8,-1-1 0,4-8 8,17-48 0,-5-7 35,-7 0 10,-3 3 19,-5 8-21,-1 15-11,0 18-16,-11 38-16,1-1 0,-1 1 0,1-1 0,0 1 0,0 0 0,-1-1 0,1 1 0,0 0 0,0 0 0,0-1 0,1 1 0,-1 0 0,0 0 0,0 1 0,-1 0 1,1 0 0,-1 0 0,1 0-1,-1 0 1,1 0 0,-1 0 0,1 0-1,-1 0 1,1 0 0,0 0 0,-1 0-1,1 0 1,-1 0 0,1 0-1,-1 1 1,1-1 0,-1 0 0,1 0-1,-1 1 1,1-1 0,-1 0 0,0 0-1,1 1 1,-1-1 0,1 1 0,-1-1-1,0 0 1,1 1-1,17 29-5,3 21 45,3 21 24,2 14 69,6 11 283,3 2-37,8 0 51,3-8-75,5-9-89,0-13-444,0-14-71,-7-17-871,-40-35 627,1 0 1,0 0-1,0-1 0,0 1 1,0-1-1,3 1 493,-7-3-127,0 0 0,1 0 0,-1 1 1,1-1-1,-1 0 0,1 0 0,-1 0 0,1 0 1,-1 0-1,0 0 0,1 0 0,-1-1 0,1 1 1,-1-1-1,1 1 0,-1-1 0,1 0 127,0 3-562,-1-3 0,0 1 0,0-1 0,1 0 0,-1 1 0,0-1 0,0 0 0,0 0 1,0 0-1,0 0 0,0 0 0,0 0 1,0 0-1,0 0 562</inkml:trace>
  <inkml:trace contextRef="#ctx0" brushRef="#br10" timeOffset="4970.72">9455 251 6627,'0'0'0,"5"-8"1569,7-10 672,9-7-2433,9-4 587,10-3-334,7 0-24,7 0-21,2 4-16,1 5 3,-2 7 16,-4 8 50,-6 9 24,-4 9-2,-5 7 5,-5 7 0,-5 6-75,-7 5-15,-8 5-1,-11 4-5,-9 3 0,-12 5 19,-9 4 13,-7 2 16,-5 2 35,-2 1 10,0-2 19,1 0-3,2-3-15,1 0-33,2-3 8,4-5-61,5-6 16,5-5-325,5-7-190,7-7-2206,2-7 973,4-5-5841</inkml:trace>
  <inkml:trace contextRef="#ctx0" brushRef="#br11" timeOffset="5134.63">9843 1586 11509,'0'0'0,"3"4"2561,7 5 1009,5 3-4883,4 3 580,2 1-3114,-2-1 629,-4-4-6132</inkml:trace>
  <inkml:trace contextRef="#ctx0" brushRef="#br12" timeOffset="5907.6">2084 6752 7443,'0'0'0,"-6"5"2017,-5 6 747,3-1-2510,10-11-241,-2 1 1,0 0 0,0 0-1,0 0 1,-1 0 0,1 0-1,0 0 1,0 0-1,0 1 1,0-1 0,0 0-1,0 0 1,0 0 0,0 0-1,0 0 1,0 0 0,0 0-1,0 0 1,0 1-1,0-1 1,0 0 0,0 0-1,0 0 1,0 0 0,1 0-1,-1 0 1,0 0 0,0 0-1,0 1 1,0-1-1,0 0 1,0 0 0,0 0-1,0 0 1,0 0 0,0 0-1,0 0 1,0 0 0,1 0-1,-1 0 1,0 0-1,0 0 1,0 0 0,0 0-1,0 0 1,0 0 0,0 0-1,0 0 1,1 0 0,-1 0-1,0 0 1,0 0-1,0 0 1,0 0-14,21-8 488,30-17 35,32-18-152,41-22 67,39-18-81,50-22-74,40-20-75,49-23-43,38-20-183,41-21-161,21-12 14,20-11-25,0 0-2,0 4 149,-15 10 163,-12 10 0,-24 17 38,-21 15-1,-30 17-71,-30 18-36,-39 19-31,-38 18-110,-44 20-66,-43 17-233,-42 15-37,-41 13-362,-36 14 437,-10 3-54,-33 5-760,-39 11 62,-43 14-1892,-43 15 971,15-2-4649</inkml:trace>
  <inkml:trace contextRef="#ctx0" brushRef="#br13" timeOffset="6393.16">2789 6618 6979,'0'0'0,"-9"10"1761,-8 12 541,1 3-2339,5 3 10,11-26 7,0 1 0,-1-1 0,1 1 0,0 0 0,0 0 0,0-1 0,0 1 0,1 2 20,0-4-13,-1 1 1,1 0-1,0 0 0,0 0 0,0 0 0,0 0 0,0 0 0,0-1 1,0 1-1,1 0 0,0-1 13,1 1-9,-1 0 0,1-1-1,0 1 1,-1-1 0,1 0 0,0 1 0,0-1-1,0-1 1,2 2 9,3-2 10,1 1-1,-1 0 0,1-1 1,5 0-10,59-13 162,23-16 108,29-20 39,29-18-15,32-20 125,28-16-17,30-16 143,21-8 2,24-9 213,10 0-165,12-4-70,-1 3-90,1 1-136,-12 4-198,-12 7-31,-24 12-30,-20 15-5,-28 15 71,-29 15 54,-29 15 27,-27 12-19,-29 11 11,-24 10-59,-21 9-21,-16 7 2,-12 5 14,-8 3 13,-4 2-21,-4 2-49,-2-1 33,-3-1-107,-2-3-64,-6-2-360,-6-7-206,-7-8 1639,-8-13-5526,-8-17 3663,1 3-13314</inkml:trace>
  <inkml:trace contextRef="#ctx0" brushRef="#br14" timeOffset="10846.6">4239 4004 960,'0'0'0,"1"-2"401,0-4-20,1-4-255,1-3-78,0-1-14,-1-1 97,0 1 114,0 2 180,-1 4-20,0 1 62,0 0-120,1 1-131,2-1-136,2 0-32,1-2-45,4-1 21,1 0 26,3-1 217,1 0-21,2-1 39,1 2 19,-2 0-40,1 2-192,0 1 54,1 2-49,4-1 6,5-3-22,4-2 6,4-4-40,4-3 10,1-3-24,0 0 6,-2 0-22,-2 1 25,-4 2-28,-3 1 28,-4 3-9,-5 1 3,-5 4 37,-5 3 9,-5 2 36,-4 4-7,-4 1 24,-2 3-62,-2 0-56,0 1-1592,0 0 952,1-1-4593</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5:13.235"/>
    </inkml:context>
    <inkml:brush xml:id="br0">
      <inkml:brushProperty name="width" value="0.35" units="cm"/>
      <inkml:brushProperty name="height" value="0.35" units="cm"/>
      <inkml:brushProperty name="color" value="#FF4E00"/>
      <inkml:brushProperty name="inkEffects" value="rainbow"/>
      <inkml:brushProperty name="anchorX" value="0"/>
      <inkml:brushProperty name="anchorY" value="0"/>
      <inkml:brushProperty name="scaleFactor" value="0.5"/>
    </inkml:brush>
  </inkml:definitions>
  <inkml:trace contextRef="#ctx0" brushRef="#br0">1 1146 3682,'0'0'0,"0"-1"1328,1-4 113,1-3-1153,3-2 56,2-2-192,3-3-157,1-3 101,2-4-173,1-3 141,3-4-158,2-2 102,6-6-162,8-4 100,9-7-202,10-6 187,11-5-137,8-2 172,6-2-86,3 0 197,4 1-109,1 0 189,3 0-143,1 0 159,3 1-157,-2 3 123,1 5-131,-5 8 131,-3 10-115,-4 10 128,-5 10-56,-55 13 8,0 1 0,11 1-104,-12 1 80,-1 0 0,13 4-80,30 11 291,-5 8-110,-2 8 94,-4 6-139,-2 3 21,0 4-141,-3 4 72,0 3-122,-4 1 106,0 2-16,-2 0 136,2-3-35,5-6 150,8-5-112,8-6 58,11-6-165,7-4 46,5 1-172,1 2 137,-1 4-142,-3 5 115,-2 6-128,-5 1 131,-1-1-152,-3-3 157,2-5-160,1-8 160,2-8-160,2-6 178,2-7-164,-3-5 143,1-2-136,-4-3 134,0-1-152,-1-4 138,2-5-136,2-9 153,5-9-158,4-11 160,6-10-142,2-6 137,5-6-134,1-2 134,0 1-134,-2 3 153,-1 3-158,-3 7 160,-2 5-160,-3 9 160,-2 6-142,-6 7 156,-2 4-121,-5 3 131,-2 3-130,-3 2 132,1 2-170,-1 4 107,-1 7-110,-2 4 123,-3 8-149,-5 7 157,-5 4-85,-3 4 138,-2 4-112,0 1 131,1-1-130,1-1 95,6-2-160,3-3 140,3-2-159,1-1 140,2 0-137,-3-1 115,0 2-91,-2 0 121,1 3-129,0 1 134,5 2-134,0 4 115,3 2-147,0 3 155,0 2-141,-2 0 117,0-1-109,-2-5 106,3-5-106,3-8 125,-47-17-102,0 0 1,8 0 29,-3-2 75,27-3-75,37-11-59,7-11 115,6-10-128,1-9 149,2-6-138,-1-3 136,1-2-134,-4 2 152,0 1-157,-2 2 142,1-1-156,-1 2 158,1-2-160,-1 0 142,-1-1-118,-3 3 128,-3 2-131,-5 5 134,-3 5-115,-6 6 109,-1 7-144,-4 5 155,2 5-141,0 4 136,4 4-153,1 3 140,2 5-118,1 3 109,1 3-106,-3 4 143,0 1-116,-3 2 148,0 0-116,0 0 148,0 1-154,0-1 142,1 2-81,0-1 155,-2 2-24,-3 0 126,-3 1-86,-3 3 51,-1 3-88,-3 1 5,3 3-118,4 0 49,5-2-134,4 0 73,8-3-121,2 0 32,5-2-13,1 0 94,3 0-121,1 0 190,2 0 18,2 0 1,5 0-84,0-2 102,6-4-165,2-4 66,4-5-117,0-6 104,0-4-90,-3-4 100,-5-2-103,-7-2 106,-5-1-106,-8-3 106,-2-3-218,-3-4 120,0-3-193,-2-3 126,3-3-136,-2 0 205,-1-1-98,-4 1 202,-2 3-109,-5 2 115,-3 4-104,-3 5 87,-1 3-138,0 3 40,3 1-165,2 0 136,3 1-142,0 0 189,-2 1-111,-5 3 205,-5 4-112,-7 3 134,-5 3-129,-6 4 115,-4 3-240,-5 2 125,-1 3-213,-1 1 168,0 4-131,1 1 243,4 3-13,1 1 162,2 1-109,3-2 118,3-3-182,1-5 53,4-7-133,2-6 144,2-6-160,-1-4 160,-1-3-48,-4 0 166,-1 1-25,-2 1 129,-1 3-124,0 0 44,1-1-182,2-1 29,3-2-112,2-2 118,2-1-134,-2-1 59,-3 0-579,-7 1-192,-9 1-2518,-12-2 936,-9 3-6151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5:41.848"/>
    </inkml:context>
    <inkml:brush xml:id="br0">
      <inkml:brushProperty name="width" value="0.35" units="cm"/>
      <inkml:brushProperty name="height" value="0.35" units="cm"/>
      <inkml:brushProperty name="color" value="#BB5B18"/>
      <inkml:brushProperty name="inkEffects" value="bronze"/>
      <inkml:brushProperty name="anchorX" value="-29806.78906"/>
      <inkml:brushProperty name="anchorY" value="1006.15796"/>
      <inkml:brushProperty name="scaleFactor" value="0.5"/>
    </inkml:brush>
  </inkml:definitions>
  <inkml:trace contextRef="#ctx0" brushRef="#br0">190 2705 5907,'0'0'0,"-5"4"1664,-10 6 524,-6 3-2110,-5 5 578,-3 4-413,2 0 53,2-2-83,5-7 38,20-13-243,-1 0 0,1 0 0,-1 1 0,0-1 0,1 0 0,-1 0 0,0 0 0,0 1 0,1-1 0,-1 0 0,0 0 0,0 0 0,1 0 0,-1 0 0,0-1 0,1 1 0,-1 0 0,0 0-8,0-2 10,0 1 1,1 0-1,-1 0 0,0 0 1,1 0-1,-1 0 0,1 0 1,-1 0-1,1 0 0,0 0 0,-1 0 1,1 0-1,0 0 0,0-1 1,0 0-11,-1-37 53,6-23 6,5-19-46,7-17 27,2-9-48,6-11 88,4-6 11,5-9 37,5-7-43,9-13 54,9-7-91,9-8 8,5-2-61,4-2 31,-2 6-31,-1 8 45,-4 12-51,-3 13 54,-2 18-72,-1 16 58,-2 18-37,-40 58 29,19-18-21,19-7-5,-2 12 8,-2 12-41,-1 12 12,-4 10-62,-42 4 77,0-1 0,-1 0 1,1 1-1,-1 0 0,6 2 11,-7 0-11,1-1 0,-1 0 0,0 0 0,0 1 0,0 0 0,3 3 11,-3-1-6,0 1 1,0-1 0,0 1-1,-1 0 1,4 6 5,-2 1 0,-1-1 0,1 1 0,1 10 0,11 65 69,-4 18 3,-3 18 80,1 11-74,1 12 63,4 4-111,3 5 50,2 2-75,5 5 38,3 0-33,6 0 65,5-5-19,9-8 27,5-14-43,-29-85 32,12 17-72,-16-32 5,24 27-5,-25-36 12,1-3 0,7 6-12,-9-11 17,2-1 1,10 7-18,-15-13 22,1-2 0,0 0 1,6 1-23,-8-4 19,0-1 1,1-1-1,11 3-19,-13-6 35,-1 0 0,2-1-1,-1-1 1,4 0-35,-3-1 29,0 0 1,0-2-1,0 0 0,1-1-29,3-1 55,-1-2 1,-1 0-1,9-4-55,0-1 49,-1-2 0,8-6-49,0-2 139,22-19-139,34-35 32,3-16 30,-2-13-70,1-14 34,-1-10-31,-2-12 26,-4-3-26,-1-5 45,-3 3-32,-3 3 29,-3 8-26,1 7 26,-2 11-45,1 5 51,0 6-35,4 5 11,0 6-22,2 6 24,-2 11-63,-1 14 36,-55 47-12,0 1-1,5-1 19,-14 9-16,1 1 0,0 0 0,12-3 16,-16 6-9,0 1 0,0 0 0,0 1 0,0 0 0,2 1 9,-3 0-10,0 1 0,0 0 1,0 0-1,0 1 1,5 2 9,-4-1-3,1 1 0,-1 0 1,0 1-1,5 4 3,-2-1-7,-1 0 0,0 1 0,7 7 7,-2 0-8,-1 0 0,6 8 8,33 46 2,0 13-23,-1 14 8,-1 11-3,0 14 18,-1 10-4,1 11 20,0 7-23,3 6 45,1-1-32,2-2 29,0-8-26,2-8 64,-1-13-19,1-14 26,2-15-42,-43-70-4,0-1 0,6 5-36,-11-15 2,1 0 0,0 0 0,7 3-2,-9-9 10,-1 0 1,1-1 0,0 0-1,8 1-10,-8-3-2,0-1 0,0-1 0,0 0 0,12 0 2,-10-3 6,0 0 0,0-1 0,0-1 0,9-2-6,-4 0-1,-1-1-1,1-2 0,11-4 2,-5-1 1,-1-1 1,19-13-2,-12 4-10,-1-1 1,3-4 9,7-10 5,19-23-5,44-55 16,2-21-2,1-17 20,2-15-23,1-5 8,2-4-3,0 6 0,0 6-19,-3 14 24,-2 12 30,-6 15-64,-2 14 40,-7 18-33,-4 17 9,-61 54-41,27-14 38,-36 25-2,-1 0-1,1 2 0,5-1 3,-9 3-12,0 2 0,1 0-1,14-1 13,-16 4-12,0 0 0,-1 1 0,1 0 0,6 2 12,-4 1-9,0 0 0,0 0 0,13 6 9,-9-1-11,-1 0-1,0 2 1,2 1 11,6 5-16,-1 2 0,2 2 16,11 10 5,9 12-5,41 43 13,6 14 38,2 5-27,3 8 29,0 2-26,1 3-30,-2-3-533,1-1-598,0-6 1276,5-7-3757,2-12 1878,-21-21-7191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5:54.398"/>
    </inkml:context>
    <inkml:brush xml:id="br0">
      <inkml:brushProperty name="width" value="0.35" units="cm"/>
      <inkml:brushProperty name="height" value="0.35" units="cm"/>
      <inkml:brushProperty name="color" value="#AE198D"/>
      <inkml:brushProperty name="inkEffects" value="galaxy"/>
      <inkml:brushProperty name="anchorX" value="-40299.17188"/>
      <inkml:brushProperty name="anchorY" value="1323.73767"/>
      <inkml:brushProperty name="scaleFactor" value="0.5"/>
    </inkml:brush>
  </inkml:definitions>
  <inkml:trace contextRef="#ctx0" brushRef="#br0">12912 1116 6675,'0'0'0,"-1"-12"1009,-2-23 709,1-17-2612,-1-19 902,-2-10-264,-6-5 152,-5 5 266,8 58-36,1 0-1,-5-6-125,4 12 98,-1-1-1,-9-12-97,7 13 135,0 2-1,-12-12-134,-29-27 158,-9 3-6,-3 0-171,-3-2 62,-1 0-48,1 1 119,3 3 4,1 6 79,1 6-34,-2 9-22,-2 10-141,-6 9-18,-2 9-62,-4 10 26,-2 8-12,0 11 95,2 6-26,0 9 69,3 6-72,2 6 61,3 3-56,2 5 54,4 2-72,1 3 39,2 3-31,1 2 26,0 0-63,0 1 111,0-3-53,0-4 37,1-8 11,2-6 16,2-10-58,2-10 92,3-11-9,2-11 97,1-10-42,0-10 112,-1-8-85,-3-7-8,-1-6-91,-4-4 3,-2-4-102,-4-2 62,0-4-81,-1-2 41,0-3-14,-1 1 3,1-1-37,-3 2 48,0 3-35,-5 2 29,-1 3-8,-3 3 97,-2 5-46,-2 5 37,0 6-45,-2 6 14,2 6-81,-1 5 3,0 6-43,-2 5 46,0 5-35,-3 6 66,2 5-36,-3 6 31,4 7-8,0 9 22,4 8-43,1 8 32,5 3-11,1 3 22,2-3-24,0-2 26,2-4-26,-1-3 45,1-5-51,2-3 35,0-2-29,1-3 26,0-2-26,1-4 26,0-5-45,2-7 32,0-8-29,47-16 23,-1 0-1,0-1 1,-1 0-2,3-1-642,0-1 0,0 0 0,-6-2 642,5 0 183,0 0 0,0-1 1,-3-2-184,-40-21-294,-1-10 299,3-7-45,0-9 1956,3-6-2484,0-7 845,2-4-280,0-6 22,0-1-6,1 0 22,1 4-24,-2 4 26,-1 8-26,-1 8 26,-1 7-26,-2 7 26,-2 6-45,-4 5 32,-1 5-29,-4 3 8,-2 5-3,-3 3-19,-1 6-13,-3 8 40,1 5-51,-2 9 54,0 7-35,-1 5 48,0 5-32,-1 5 48,2 3-51,-1 5 35,3 4-48,1 6 51,3 2-35,3 3 48,3-2-51,3-4 54,3-7-35,1-7 29,1-8-7,0-8 20,2-6-60,0-8 74,1-6-80,2-8 80,1-7-43,-2-6 70,1-6-38,-2-6 32,0-4-63,-2-6-1,0-7-58,-1-6-25,0-4-34,-1-3 24,1 2-10,-1 2 20,1 6 14,-2 9 35,0 9 10,-2 9 19,-2 11-21,-3 9 26,-3 6-26,-3 8 26,-1 5-45,-2 6 32,0 6-29,1 8 26,1 6-26,2 7 26,2 2-7,3 4 20,3-1-23,3-3 26,2-5-26,2-5 26,2-6-26,1-4 26,2-6-26,0-3 26,1-3-7,1-3 39,3-4-48,2-5 35,2-5-29,1-7 8,0-6-22,-3-8 43,0-5-13,-3-5 5,0-2 0,-2-3 0,1 1-38,-2-3 30,-1-1-29,0-2 8,0-4-3,0-3 18,3 0-42,-1 1 32,0 5 8,-2 7-2,-1 8 2,-5 10 37,-1 7-29,-2 8 30,2 5-65,1 6 38,3 4-51,3 5 32,2 5-30,1 6 102,-2 3 8,-3 3 96,-3-1-21,-1-3-248,3-6-430,45-27-222,0 1 0,0-1 0,0 0 0,-7 2 737,-21 1-10940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6:20.423"/>
    </inkml:context>
    <inkml:brush xml:id="br0">
      <inkml:brushProperty name="width" value="0.35" units="cm"/>
      <inkml:brushProperty name="height" value="0.35" units="cm"/>
      <inkml:brushProperty name="color" value="#B4C3DA"/>
      <inkml:brushProperty name="inkEffects" value="silver"/>
      <inkml:brushProperty name="anchorX" value="-26540.55273"/>
      <inkml:brushProperty name="anchorY" value="2263.60938"/>
      <inkml:brushProperty name="scaleFactor" value="0.5"/>
    </inkml:brush>
  </inkml:definitions>
  <inkml:trace contextRef="#ctx0" brushRef="#br0">251 387 3474,'0'0'0,"-5"2"1424,-7 4 113,-6 3-1022,-5 2 37,-3 3-197,-4 1-94,0 0 28,1 0-132,2-3 91,6-3-144,4-6 59,17-3-162,-1 0 0,1 0 0,-1 0 1,1 0-1,0 0 0,-1 0 0,1 0 0,-1 0 0,1 0 1,-1 0-1,1 0 0,0 0 0,-1 0 0,1 0 0,-1 0 1,1-1-1,0 1 0,-1 0 0,1 0 0,0 0 0,-1 0 1,1-1-1,0 1 0,-1 0 0,1 0-1,-3-10 120,9-7-125,7-7 90,11-6-122,9-4 146,8-2-138,6-1 192,4 2-150,1 4 142,0 3-115,0 5 72,3 1-134,5 1 113,7-2-149,8-3 116,9-2-111,3 2 125,0 3-168,-4 7 163,-70 14-87,1 1 1,0 0 0,0 0-1,4 0 20,-11 2 19,1-1 0,0 0 0,-1 1 0,1-1 0,-1 1 0,1 1 1,0-1-20,-2 0 6,-1 1 1,0-1 0,1 1-1,-1 0 1,0-1 0,-1 1-1,1 0 1,3 3-7,-3-3 36,0 1 0,0 1-1,0-1 1,-1 1 0,0-1 0,0 1 0,-1 0-36,4 3 54,-1 0 0,-1 0 0,3 8-54,12 24 291,-3 4-144,1-1 45,4 0-128,3-2 107,5-1-131,4-2 93,4-1-141,4-2 134,4-3-156,3-5 102,3-5-106,-40-17 57,1-1 0,0 0 0,5 1-23,-7-2-9,-1-1-1,1 1 1,-1-1 0,8 0 9,-6-1 22,1 0 0,-1 0 0,0-1 0,3 0-22,1-1-8,1 0 0,-1-1 0,4-1 8,55-14 104,6-6-131,2-6 115,2-3-72,-2 0 40,-3 0 64,-6 1 94,-6 2-97,-5 3 75,-4 2-59,-3 2-39,1 2-121,1 1 105,1-1-153,0 2 155,-1 0-141,-3 4 135,-2 3-132,-5 6 132,-3 5-151,-5 5 138,-2 5-117,-4 2 128,-2 4-130,-2 2 132,-2 3-132,0 1 132,1 2-114,1 2 128,1 1-149,-1 0 157,2 1-160,-1-2 141,0 0-135,-2-3 114,3-2-110,1-2 108,4-2-108,5-3 108,6-3-108,5-5 108,5-4-108,3-5 108,6-6-126,1-2 130,2-5-132,2-3 151,1-2-157,1-3 160,2-1-141,1-2 135,3 2-132,-3 1 132,0 3-114,-5 5 91,-4 4-83,-7 3 99,-3 4-123,-4 2 130,-1 1-114,-2 2 110,1 0-145,-1 2 136,2 1-135,0 3 132,0 4-114,0 4 128,-2 3-112,-3 3 128,-2 2-93,-4 2 104,-1 1-105,-2 0 145,0 2-136,0 0 117,2 0-147,1 0 137,2-3-174,1-4 144,2-3-139,1-6 134,4-4-153,3-5 158,6-4-160,2-5 160,6-6-160,1-4 160,5-5-141,1-4 136,4-1-134,-1 0 134,-1 0-134,-4 3 152,-4 3-157,-9 4 142,-6 4-118,-6 3 109,-5 4-125,-5 3 112,-1 3-109,-3 2 125,0 1-150,-4 2 140,0 3-137,-5 3 152,-3 2-119,-2 4 130,-1 3-94,0 2 124,2 1-148,3 2 121,5 0-112,2 1 69,5 0-96,1-1 26,2 0-28,1-2 116,4-4-127,1-4 98,5-5-10,4-6 2,-41-3-49,1-1-1,-1 0 1,3 0 20,48-8 77,7-7-138,5-5 136,6-5-134,3-2 134,1-2-97,0-1 161,0 0-102,-2 2 54,0 0-51,-3 1 70,1 2-153,-3 2 120,-1 0-58,-4 2 16,0 1-78,-5 3 115,-4 2-149,-6 5 138,-6 5-117,-7 5 109,-5 6-106,-6 3 125,-4 4-131,-5 3 134,-2 4-115,-3 2 147,-1 4-137,-1 2 156,1 1-158,0 0 122,3 1-148,3-3 135,5-3-154,3-3 138,4-3-136,2-3 153,4-4-158,2-2 160,3-2-160,1 0 160,5-2-179,2-3 166,4-1-163,4-4 160,5-5-142,6-6 137,8-5-115,4-5 109,7-3-106,1-1 125,1 0-131,-4 2 134,-2 2-134,-8 4 153,-5 4-158,-8 3 141,-3 4-136,-5 2 134,-1 4-152,-2 2 138,1 3-154,-2 4 138,-1 3-117,-3 3 128,-3 5-131,-4 3 153,-4 4-121,-2 1 112,1 1-106,2-2 106,5-2-162,5-5 160,-38-12-115,-1-1 0,14 2 48,38 1 26,6-5-92,4-5 138,5-3-134,3-2 156,5-1-158,0 1 141,4 2-304,-1 2-304,5 1-2763,-1-1 1370,-18 1-7826</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7:25.960"/>
    </inkml:context>
    <inkml:brush xml:id="br0">
      <inkml:brushProperty name="width" value="0.35" units="cm"/>
      <inkml:brushProperty name="height" value="0.35" units="cm"/>
      <inkml:brushProperty name="color" value="#DA0C07"/>
      <inkml:brushProperty name="inkEffects" value="lava"/>
      <inkml:brushProperty name="anchorX" value="-40716.37891"/>
      <inkml:brushProperty name="anchorY" value="1545.14148"/>
      <inkml:brushProperty name="scaleFactor" value="0.5"/>
    </inkml:brush>
  </inkml:definitions>
  <inkml:trace contextRef="#ctx0" brushRef="#br0">7 2850 4402,'0'0'0,"-1"-5"1617,-1-12 130,0-13-1456,1-15 163,1-13-428,2-9 68,2-6-86,1-3 88,1-4 29,3-7 51,2-9-26,7-16 12,8-16-76,9-19-54,8-13-27,8-13 0,4-3-5,3-1 19,2 7-24,1 5 7,2 12-2,0 12 38,-2 15-49,-3 17 72,-8 22 35,-9 24 67,-11 23 5,-28 38-145,-1 1-1,1-1 1,-1 1-1,1-1 1,-1 1 0,1 0-1,0 0 1,-1-1-1,1 1 1,0 1-1,1-2-22,-2 2 6,0 0 0,-1 0-1,1 0 1,-1 0-1,1 0 1,-1 0 0,1 0-1,0 0 1,-1 0-1,1 0 1,-1 0-1,1 0 1,-1 0 0,1 1-1,-1-1 1,0 0-1,1 0 1,-1 1 0,1-1-1,-1 0 1,1 1-1,-1-1 1,0 0 0,1 1-1,-1-1 1,0 1-1,1-1 1,-1 0 0,0 1-1,0-1 1,1 1-6,11 27 181,1 16-95,4 14 4,8 8-82,6 9 0,6 7-5,7 9-22,3 9-13,2 12 3,0 12-3,0 14 37,-2 9-10,0 12 42,0 2-29,4 3 30,5-7-28,8-6 28,4-12-46,7-10 50,2-14-15,3-10 61,3-11-16,3-10 27,2-13-6,-57-50 3,32 17-96,-37-26 30,0-1-1,19 6-29,-25-12 23,1 0 0,-1-1 0,21 1-23,-21-5 2,-1 0 0,1-1 0,0-1 0,7-2-2,-3-1 21,0-1-1,-1-1 1,18-9-21,-10 3 2,-1-2 1,24-16-3,-16 5 20,0-1 0,3-6-20,9-10 11,16-21-11,49-63 37,-5-14-26,-1-13 7,-3-5-2,1-7-18,0-1 23,2-6-8,-1-1-15,5-5 4,0 5-2,1 3 0,-4 13 0,-4 14 19,-10 21 13,-9 20-40,-12 24-5,-53 59 15,0 2 1,1-1-3,-12 11-20,1 1 1,0 0-1,11-5 20,-16 9-13,0 0 1,-1 1-1,1 0 0,0 0 0,-1 1 0,7-1 13,-7 1-5,-1 1-1,0 0 1,1 0 0,-1 1-1,1 0 1,-1 0 0,5 1 5,-3 0-9,-1 0 0,1 1 0,-1 0 0,0 0 0,0 0 0,3 3 9,1 1-16,0 1 0,-1-1 0,8 10 16,-2-1-14,-1 1-1,4 7 15,27 49-53,-1 21 45,-4 17-32,-4 20 48,-6 14-14,-4 16 44,-1 7-12,-2 7 25,2-2-43,3 3 32,3-4-48,5 0 32,4-4-29,6 1 7,3-7-2,5-6 0,3-14-37,4-13 29,-33-77-29,8 5 37,-16-27 4,2-2 0,5 5-4,-10-14-3,1 0 0,18 12 3,-21-19 13,0-1-1,1-1 1,14 7-13,-15-9 6,0-2 1,0 0 0,1 0-1,2-1-6,-3-2 13,1 0 0,0-1-1,-1 0 1,8-1-13,-4-1 3,1-1-1,-1-1 1,12-2-3,-9-2 20,-1 0-1,0-1 1,10-5-20,-4-1-7,0 0 0,18-14 7,-10 2 23,-1 0 0,2-5-23,10-12 8,15-19-8,52-69 18,4-18-39,7-15 66,2-7-58,6-6 37,1 3-48,2 0 51,-1 6-54,2 0 54,-2 5-54,2 3 54,-4 11-35,-2 11 29,-8 18-45,-7 20 51,-72 66-54,16-7 27,-37 26-5,2 0-1,19-7 6,-30 16 6,-1 0-1,1 1 0,0 1 1,13-3-6,-18 5 23,-1 1-1,1-1 1,-1 1 0,1 1 0,-1-1 0,1 1 0,6 2-23,-7-2 23,0 1 0,0 1-1,0-1 1,0 1 0,0 1 0,-1-1 0,5 4-23,-1 0 52,0 0 0,0 1 0,-1 0 0,7 9-52,3 2 101,-2 1 1,2 6-102,39 53 189,0 7-144,4 5 3,-1-1-48,1 1 25,0 0-31,3 6-10,1 7 3,6 12-3,2 14-19,7 14-125,3 9-245,6 8 863,4-4-3574,5-11 2161,-18-33-8648</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7:43.275"/>
    </inkml:context>
    <inkml:brush xml:id="br0">
      <inkml:brushProperty name="width" value="0.35" units="cm"/>
      <inkml:brushProperty name="height" value="0.35" units="cm"/>
      <inkml:brushProperty name="color" value="#FF4E00"/>
      <inkml:brushProperty name="inkEffects" value="rainbow"/>
      <inkml:brushProperty name="anchorX" value="-51782.84375"/>
      <inkml:brushProperty name="anchorY" value="1108.50049"/>
      <inkml:brushProperty name="scaleFactor" value="0.5"/>
    </inkml:brush>
  </inkml:definitions>
  <inkml:trace contextRef="#ctx0" brushRef="#br0">10917 1545 6051,'0'0'0,"-2"-1"1857,-3-4 429,-5-2-1896,-1-3 26,-3-3-80,-1-2-269,-1-5 74,0-4-181,-2-7 139,2-7-179,-1-7 144,-1-8-139,-1-8 115,-3-5-147,-5-6 137,-4-4-118,-7-2 128,-6 0-94,-8 0 142,-4 3-77,-8-1 138,-5 4-93,-7 2 70,-2 6-132,-6 6 94,0 11-144,52 33 96,-21-8-40,27 14 14,-1 0-1,-3 1-13,8 3 33,0 1 1,-17 0-34,20 3-12,-1 0 1,0 2-1,0 0 12,1 2 24,0 0 0,1 0 0,-5 4-24,3-1-19,0 1 1,-16 10 18,12-5-12,2 2 0,-7 5 12,2 0-30,-18 20 30,-25 33 43,4 8-96,5 10 69,6 5-96,2 7 101,6 2-88,1 1 83,3-2-61,-1-3 93,0-4-101,-2-3 125,0-3-131,-2-3 134,0-7-134,2-6 115,2-10-91,1-12 102,2-11-104,2-13 50,33-26-25,0 0 1,0 0-1,1-1 0,-1 0 0,-5 1 12,6-2 8,1-1 0,-1 1-1,0-1 1,0 0 0,0 0-1,0 0 1,0-1-8,-1 0-6,0 0-1,1 0 1,-1-1 0,1 0 0,0 0-1,-2-1 7,-2-2 26,1 0 0,0 0 0,0-1 0,-2-1-26,-36-35 46,-6-14 133,-5-9-129,-5-10 81,-4-4-155,-2-3 117,1-2-133,0-3 94,0-1-86,1-4 80,0-2-80,-3-3 98,0 2-103,-3-3 88,-4 1-102,-4-4 86,-1 0-83,-5-2 42,0 5-68,-4 8 130,-1 12-59,59 55 134,-30-17-131,35 25 29,0 2 0,-14-5-29,15 8 99,-1 2 0,-18-4-99,18 6 15,-1 1-1,-13 1-14,10 1 60,0 3 0,-3 1-60,-3 0-21,-21 6 21,-38 13 72,4 9-125,58-15 34,-23 14 19,27-11-63,1 2 1,0 1 62,0 3-41,1 1 1,0 3 40,-2 4-173,-21 28 173,15-11-112,-5 12 112,-33 58-171,1 10 110,3 2-51,-1 1 93,2-5-42,1-7 90,3-11-61,3-12 78,4-12-79,3-13 82,3-11-82,2-10 82,3-8-81,0-7 98,0-8-84,-1-10 82,38-15-73,0 0 0,1-1 1,-1 0-1,-1 0 9,1-2 17,0 1 1,1-1-1,-1-1 0,-4-1-17,4 0-4,0-1-1,-1 0 0,1 0 1,-2-2 4,-1-2 21,0 0 0,0 0 1,-2-4-22,-38-36-16,-2-12 98,1-7-103,-3-9 88,-3-4-83,-4-6 80,-3-3-118,-6-4 129,-3 0-96,-2 1 85,-1 6-99,-2 7 86,2 9-121,-2 9 110,-1 9-90,-3 8 82,-2 9-43,-4 7 88,2 9-61,0 9 78,4 8-116,2 10 92,5 8-124,2 9 92,4 8-105,0 10 86,3 7-83,1 8 80,4 5-62,4 4 76,6 2-60,3 2 57,4-2-72,3-2 95,1-2-103,-1-5 106,-1-5-87,-4-5 100,-3-5-84,-4-6 82,-1-5-99,0-4 104,3-2-87,2-4 119,3-3-90,3-2 141,2-5-115,3-7 113,3-7-164,-1-10 105,2-10-166,-2-11 102,-1-9-128,-2-9 109,-1-9-128,-4-10 130,0-6-114,0-10 128,0-5-93,2-4 122,3 2-109,0 5 110,2 11-89,0 12 83,-1 13-99,32 42 75,1 0 0,-2 0 0,-5-4-24,7 7-5,0 0 0,0 0-1,0 1 1,-4-1 5,4 2 25,1 1 1,-1-1-1,-1 1 0,-5 0-25,-34-1-26,-2 11 114,-2 8-128,0 10 74,2 12-79,37-25 61,1 0 0,-10 14-16,9-9-24,1 1 0,-6 13 24,4-1 32,-10 26-32,-10 45-48,5 9 99,4 1-86,5-6-141,4-15-240,7-16-262,5-17-229,7-16-1908,1-14 964,1-12-4813</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5:13.235"/>
    </inkml:context>
    <inkml:brush xml:id="br0">
      <inkml:brushProperty name="width" value="0.35" units="cm"/>
      <inkml:brushProperty name="height" value="0.35" units="cm"/>
      <inkml:brushProperty name="color" value="#FF4E00"/>
      <inkml:brushProperty name="inkEffects" value="rainbow"/>
      <inkml:brushProperty name="anchorX" value="0"/>
      <inkml:brushProperty name="anchorY" value="0"/>
      <inkml:brushProperty name="scaleFactor" value="0.5"/>
    </inkml:brush>
  </inkml:definitions>
  <inkml:trace contextRef="#ctx0" brushRef="#br0">1 1146 3682,'0'0'0,"0"-1"1328,1-4 113,1-3-1153,3-2 56,2-2-192,3-3-157,1-3 101,2-4-173,1-3 141,3-4-158,2-2 102,6-6-162,8-4 100,9-7-202,10-6 187,11-5-137,8-2 172,6-2-86,3 0 197,4 1-109,1 0 189,3 0-143,1 0 159,3 1-157,-2 3 123,1 5-131,-5 8 131,-3 10-115,-4 10 128,-5 10-56,-55 13 8,0 1 0,11 1-104,-12 1 80,-1 0 0,13 4-80,30 11 291,-5 8-110,-2 8 94,-4 6-139,-2 3 21,0 4-141,-3 4 72,0 3-122,-4 1 106,0 2-16,-2 0 136,2-3-35,5-6 150,8-5-112,8-6 58,11-6-165,7-4 46,5 1-172,1 2 137,-1 4-142,-3 5 115,-2 6-128,-5 1 131,-1-1-152,-3-3 157,2-5-160,1-8 160,2-8-160,2-6 178,2-7-164,-3-5 143,1-2-136,-4-3 134,0-1-152,-1-4 138,2-5-136,2-9 153,5-9-158,4-11 160,6-10-142,2-6 137,5-6-134,1-2 134,0 1-134,-2 3 153,-1 3-158,-3 7 160,-2 5-160,-3 9 160,-2 6-142,-6 7 156,-2 4-121,-5 3 131,-2 3-130,-3 2 132,1 2-170,-1 4 107,-1 7-110,-2 4 123,-3 8-149,-5 7 157,-5 4-85,-3 4 138,-2 4-112,0 1 131,1-1-130,1-1 95,6-2-160,3-3 140,3-2-159,1-1 140,2 0-137,-3-1 115,0 2-91,-2 0 121,1 3-129,0 1 134,5 2-134,0 4 115,3 2-147,0 3 155,0 2-141,-2 0 117,0-1-109,-2-5 106,3-5-106,3-8 125,-47-17-102,0 0 1,8 0 29,-3-2 75,27-3-75,37-11-59,7-11 115,6-10-128,1-9 149,2-6-138,-1-3 136,1-2-134,-4 2 152,0 1-157,-2 2 142,1-1-156,-1 2 158,1-2-160,-1 0 142,-1-1-118,-3 3 128,-3 2-131,-5 5 134,-3 5-115,-6 6 109,-1 7-144,-4 5 155,2 5-141,0 4 136,4 4-153,1 3 140,2 5-118,1 3 109,1 3-106,-3 4 143,0 1-116,-3 2 148,0 0-116,0 0 148,0 1-154,0-1 142,1 2-81,0-1 155,-2 2-24,-3 0 126,-3 1-86,-3 3 51,-1 3-88,-3 1 5,3 3-118,4 0 49,5-2-134,4 0 73,8-3-121,2 0 32,5-2-13,1 0 94,3 0-121,1 0 190,2 0 18,2 0 1,5 0-84,0-2 102,6-4-165,2-4 66,4-5-117,0-6 104,0-4-90,-3-4 100,-5-2-103,-7-2 106,-5-1-106,-8-3 106,-2-3-218,-3-4 120,0-3-193,-2-3 126,3-3-136,-2 0 205,-1-1-98,-4 1 202,-2 3-109,-5 2 115,-3 4-104,-3 5 87,-1 3-138,0 3 40,3 1-165,2 0 136,3 1-142,0 0 189,-2 1-111,-5 3 205,-5 4-112,-7 3 134,-5 3-129,-6 4 115,-4 3-240,-5 2 125,-1 3-213,-1 1 168,0 4-131,1 1 243,4 3-13,1 1 162,2 1-109,3-2 118,3-3-182,1-5 53,4-7-133,2-6 144,2-6-160,-1-4 160,-1-3-48,-4 0 166,-1 1-25,-2 1 129,-1 3-124,0 0 44,1-1-182,2-1 29,3-2-112,2-2 118,2-1-134,-2-1 59,-3 0-579,-7 1-192,-9 1-2518,-12-2 936,-9 3-6151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5:41.848"/>
    </inkml:context>
    <inkml:brush xml:id="br0">
      <inkml:brushProperty name="width" value="0.35" units="cm"/>
      <inkml:brushProperty name="height" value="0.35" units="cm"/>
      <inkml:brushProperty name="color" value="#BB5B18"/>
      <inkml:brushProperty name="inkEffects" value="bronze"/>
      <inkml:brushProperty name="anchorX" value="-29806.78906"/>
      <inkml:brushProperty name="anchorY" value="1006.15796"/>
      <inkml:brushProperty name="scaleFactor" value="0.5"/>
    </inkml:brush>
  </inkml:definitions>
  <inkml:trace contextRef="#ctx0" brushRef="#br0">190 2705 5907,'0'0'0,"-5"4"1664,-10 6 524,-6 3-2110,-5 5 578,-3 4-413,2 0 53,2-2-83,5-7 38,20-13-243,-1 0 0,1 0 0,-1 1 0,0-1 0,1 0 0,-1 0 0,0 0 0,0 1 0,1-1 0,-1 0 0,0 0 0,0 0 0,1 0 0,-1 0 0,0-1 0,1 1 0,-1 0 0,0 0-8,0-2 10,0 1 1,1 0-1,-1 0 0,0 0 1,1 0-1,-1 0 0,1 0 1,-1 0-1,1 0 0,0 0 0,-1 0 1,1 0-1,0 0 0,0-1 1,0 0-11,-1-37 53,6-23 6,5-19-46,7-17 27,2-9-48,6-11 88,4-6 11,5-9 37,5-7-43,9-13 54,9-7-91,9-8 8,5-2-61,4-2 31,-2 6-31,-1 8 45,-4 12-51,-3 13 54,-2 18-72,-1 16 58,-2 18-37,-40 58 29,19-18-21,19-7-5,-2 12 8,-2 12-41,-1 12 12,-4 10-62,-42 4 77,0-1 0,-1 0 1,1 1-1,-1 0 0,6 2 11,-7 0-11,1-1 0,-1 0 0,0 0 0,0 1 0,0 0 0,3 3 11,-3-1-6,0 1 1,0-1 0,0 1-1,-1 0 1,4 6 5,-2 1 0,-1-1 0,1 1 0,1 10 0,11 65 69,-4 18 3,-3 18 80,1 11-74,1 12 63,4 4-111,3 5 50,2 2-75,5 5 38,3 0-33,6 0 65,5-5-19,9-8 27,5-14-43,-29-85 32,12 17-72,-16-32 5,24 27-5,-25-36 12,1-3 0,7 6-12,-9-11 17,2-1 1,10 7-18,-15-13 22,1-2 0,0 0 1,6 1-23,-8-4 19,0-1 1,1-1-1,11 3-19,-13-6 35,-1 0 0,2-1-1,-1-1 1,4 0-35,-3-1 29,0 0 1,0-2-1,0 0 0,1-1-29,3-1 55,-1-2 1,-1 0-1,9-4-55,0-1 49,-1-2 0,8-6-49,0-2 139,22-19-139,34-35 32,3-16 30,-2-13-70,1-14 34,-1-10-31,-2-12 26,-4-3-26,-1-5 45,-3 3-32,-3 3 29,-3 8-26,1 7 26,-2 11-45,1 5 51,0 6-35,4 5 11,0 6-22,2 6 24,-2 11-63,-1 14 36,-55 47-12,0 1-1,5-1 19,-14 9-16,1 1 0,0 0 0,12-3 16,-16 6-9,0 1 0,0 0 0,0 1 0,0 0 0,2 1 9,-3 0-10,0 1 0,0 0 1,0 0-1,0 1 1,5 2 9,-4-1-3,1 1 0,-1 0 1,0 1-1,5 4 3,-2-1-7,-1 0 0,0 1 0,7 7 7,-2 0-8,-1 0 0,6 8 8,33 46 2,0 13-23,-1 14 8,-1 11-3,0 14 18,-1 10-4,1 11 20,0 7-23,3 6 45,1-1-32,2-2 29,0-8-26,2-8 64,-1-13-19,1-14 26,2-15-42,-43-70-4,0-1 0,6 5-36,-11-15 2,1 0 0,0 0 0,7 3-2,-9-9 10,-1 0 1,1-1 0,0 0-1,8 1-10,-8-3-2,0-1 0,0-1 0,0 0 0,12 0 2,-10-3 6,0 0 0,0-1 0,0-1 0,9-2-6,-4 0-1,-1-1-1,1-2 0,11-4 2,-5-1 1,-1-1 1,19-13-2,-12 4-10,-1-1 1,3-4 9,7-10 5,19-23-5,44-55 16,2-21-2,1-17 20,2-15-23,1-5 8,2-4-3,0 6 0,0 6-19,-3 14 24,-2 12 30,-6 15-64,-2 14 40,-7 18-33,-4 17 9,-61 54-41,27-14 38,-36 25-2,-1 0-1,1 2 0,5-1 3,-9 3-12,0 2 0,1 0-1,14-1 13,-16 4-12,0 0 0,-1 1 0,1 0 0,6 2 12,-4 1-9,0 0 0,0 0 0,13 6 9,-9-1-11,-1 0-1,0 2 1,2 1 11,6 5-16,-1 2 0,2 2 16,11 10 5,9 12-5,41 43 13,6 14 38,2 5-27,3 8 29,0 2-26,1 3-30,-2-3-533,1-1-598,0-6 1276,5-7-3757,2-12 1878,-21-21-7191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5:54.398"/>
    </inkml:context>
    <inkml:brush xml:id="br0">
      <inkml:brushProperty name="width" value="0.35" units="cm"/>
      <inkml:brushProperty name="height" value="0.35" units="cm"/>
      <inkml:brushProperty name="color" value="#AE198D"/>
      <inkml:brushProperty name="inkEffects" value="galaxy"/>
      <inkml:brushProperty name="anchorX" value="-40299.17188"/>
      <inkml:brushProperty name="anchorY" value="1323.73767"/>
      <inkml:brushProperty name="scaleFactor" value="0.5"/>
    </inkml:brush>
  </inkml:definitions>
  <inkml:trace contextRef="#ctx0" brushRef="#br0">12912 1116 6675,'0'0'0,"-1"-12"1009,-2-23 709,1-17-2612,-1-19 902,-2-10-264,-6-5 152,-5 5 266,8 58-36,1 0-1,-5-6-125,4 12 98,-1-1-1,-9-12-97,7 13 135,0 2-1,-12-12-134,-29-27 158,-9 3-6,-3 0-171,-3-2 62,-1 0-48,1 1 119,3 3 4,1 6 79,1 6-34,-2 9-22,-2 10-141,-6 9-18,-2 9-62,-4 10 26,-2 8-12,0 11 95,2 6-26,0 9 69,3 6-72,2 6 61,3 3-56,2 5 54,4 2-72,1 3 39,2 3-31,1 2 26,0 0-63,0 1 111,0-3-53,0-4 37,1-8 11,2-6 16,2-10-58,2-10 92,3-11-9,2-11 97,1-10-42,0-10 112,-1-8-85,-3-7-8,-1-6-91,-4-4 3,-2-4-102,-4-2 62,0-4-81,-1-2 41,0-3-14,-1 1 3,1-1-37,-3 2 48,0 3-35,-5 2 29,-1 3-8,-3 3 97,-2 5-46,-2 5 37,0 6-45,-2 6 14,2 6-81,-1 5 3,0 6-43,-2 5 46,0 5-35,-3 6 66,2 5-36,-3 6 31,4 7-8,0 9 22,4 8-43,1 8 32,5 3-11,1 3 22,2-3-24,0-2 26,2-4-26,-1-3 45,1-5-51,2-3 35,0-2-29,1-3 26,0-2-26,1-4 26,0-5-45,2-7 32,0-8-29,47-16 23,-1 0-1,0-1 1,-1 0-2,3-1-642,0-1 0,0 0 0,-6-2 642,5 0 183,0 0 0,0-1 1,-3-2-184,-40-21-294,-1-10 299,3-7-45,0-9 1956,3-6-2484,0-7 845,2-4-280,0-6 22,0-1-6,1 0 22,1 4-24,-2 4 26,-1 8-26,-1 8 26,-1 7-26,-2 7 26,-2 6-45,-4 5 32,-1 5-29,-4 3 8,-2 5-3,-3 3-19,-1 6-13,-3 8 40,1 5-51,-2 9 54,0 7-35,-1 5 48,0 5-32,-1 5 48,2 3-51,-1 5 35,3 4-48,1 6 51,3 2-35,3 3 48,3-2-51,3-4 54,3-7-35,1-7 29,1-8-7,0-8 20,2-6-60,0-8 74,1-6-80,2-8 80,1-7-43,-2-6 70,1-6-38,-2-6 32,0-4-63,-2-6-1,0-7-58,-1-6-25,0-4-34,-1-3 24,1 2-10,-1 2 20,1 6 14,-2 9 35,0 9 10,-2 9 19,-2 11-21,-3 9 26,-3 6-26,-3 8 26,-1 5-45,-2 6 32,0 6-29,1 8 26,1 6-26,2 7 26,2 2-7,3 4 20,3-1-23,3-3 26,2-5-26,2-5 26,2-6-26,1-4 26,2-6-26,0-3 26,1-3-7,1-3 39,3-4-48,2-5 35,2-5-29,1-7 8,0-6-22,-3-8 43,0-5-13,-3-5 5,0-2 0,-2-3 0,1 1-38,-2-3 30,-1-1-29,0-2 8,0-4-3,0-3 18,3 0-42,-1 1 32,0 5 8,-2 7-2,-1 8 2,-5 10 37,-1 7-29,-2 8 30,2 5-65,1 6 38,3 4-51,3 5 32,2 5-30,1 6 102,-2 3 8,-3 3 96,-3-1-21,-1-3-248,3-6-430,45-27-222,0 1 0,0-1 0,0 0 0,-7 2 737,-21 1-10940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6:20.423"/>
    </inkml:context>
    <inkml:brush xml:id="br0">
      <inkml:brushProperty name="width" value="0.35" units="cm"/>
      <inkml:brushProperty name="height" value="0.35" units="cm"/>
      <inkml:brushProperty name="color" value="#B4C3DA"/>
      <inkml:brushProperty name="inkEffects" value="silver"/>
      <inkml:brushProperty name="anchorX" value="-26540.55273"/>
      <inkml:brushProperty name="anchorY" value="2263.60938"/>
      <inkml:brushProperty name="scaleFactor" value="0.5"/>
    </inkml:brush>
  </inkml:definitions>
  <inkml:trace contextRef="#ctx0" brushRef="#br0">251 387 3474,'0'0'0,"-5"2"1424,-7 4 113,-6 3-1022,-5 2 37,-3 3-197,-4 1-94,0 0 28,1 0-132,2-3 91,6-3-144,4-6 59,17-3-162,-1 0 0,1 0 0,-1 0 1,1 0-1,0 0 0,-1 0 0,1 0 0,-1 0 0,1 0 1,-1 0-1,1 0 0,0 0 0,-1 0 0,1 0 0,-1 0 1,1-1-1,0 1 0,-1 0 0,1 0 0,0 0 0,-1 0 1,1-1-1,0 1 0,-1 0 0,1 0-1,-3-10 120,9-7-125,7-7 90,11-6-122,9-4 146,8-2-138,6-1 192,4 2-150,1 4 142,0 3-115,0 5 72,3 1-134,5 1 113,7-2-149,8-3 116,9-2-111,3 2 125,0 3-168,-4 7 163,-70 14-87,1 1 1,0 0 0,0 0-1,4 0 20,-11 2 19,1-1 0,0 0 0,-1 1 0,1-1 0,-1 1 0,1 1 1,0-1-20,-2 0 6,-1 1 1,0-1 0,1 1-1,-1 0 1,0-1 0,-1 1-1,1 0 1,3 3-7,-3-3 36,0 1 0,0 1-1,0-1 1,-1 1 0,0-1 0,0 1 0,-1 0-36,4 3 54,-1 0 0,-1 0 0,3 8-54,12 24 291,-3 4-144,1-1 45,4 0-128,3-2 107,5-1-131,4-2 93,4-1-141,4-2 134,4-3-156,3-5 102,3-5-106,-40-17 57,1-1 0,0 0 0,5 1-23,-7-2-9,-1-1-1,1 1 1,-1-1 0,8 0 9,-6-1 22,1 0 0,-1 0 0,0-1 0,3 0-22,1-1-8,1 0 0,-1-1 0,4-1 8,55-14 104,6-6-131,2-6 115,2-3-72,-2 0 40,-3 0 64,-6 1 94,-6 2-97,-5 3 75,-4 2-59,-3 2-39,1 2-121,1 1 105,1-1-153,0 2 155,-1 0-141,-3 4 135,-2 3-132,-5 6 132,-3 5-151,-5 5 138,-2 5-117,-4 2 128,-2 4-130,-2 2 132,-2 3-132,0 1 132,1 2-114,1 2 128,1 1-149,-1 0 157,2 1-160,-1-2 141,0 0-135,-2-3 114,3-2-110,1-2 108,4-2-108,5-3 108,6-3-108,5-5 108,5-4-108,3-5 108,6-6-126,1-2 130,2-5-132,2-3 151,1-2-157,1-3 160,2-1-141,1-2 135,3 2-132,-3 1 132,0 3-114,-5 5 91,-4 4-83,-7 3 99,-3 4-123,-4 2 130,-1 1-114,-2 2 110,1 0-145,-1 2 136,2 1-135,0 3 132,0 4-114,0 4 128,-2 3-112,-3 3 128,-2 2-93,-4 2 104,-1 1-105,-2 0 145,0 2-136,0 0 117,2 0-147,1 0 137,2-3-174,1-4 144,2-3-139,1-6 134,4-4-153,3-5 158,6-4-160,2-5 160,6-6-160,1-4 160,5-5-141,1-4 136,4-1-134,-1 0 134,-1 0-134,-4 3 152,-4 3-157,-9 4 142,-6 4-118,-6 3 109,-5 4-125,-5 3 112,-1 3-109,-3 2 125,0 1-150,-4 2 140,0 3-137,-5 3 152,-3 2-119,-2 4 130,-1 3-94,0 2 124,2 1-148,3 2 121,5 0-112,2 1 69,5 0-96,1-1 26,2 0-28,1-2 116,4-4-127,1-4 98,5-5-10,4-6 2,-41-3-49,1-1-1,-1 0 1,3 0 20,48-8 77,7-7-138,5-5 136,6-5-134,3-2 134,1-2-97,0-1 161,0 0-102,-2 2 54,0 0-51,-3 1 70,1 2-153,-3 2 120,-1 0-58,-4 2 16,0 1-78,-5 3 115,-4 2-149,-6 5 138,-6 5-117,-7 5 109,-5 6-106,-6 3 125,-4 4-131,-5 3 134,-2 4-115,-3 2 147,-1 4-137,-1 2 156,1 1-158,0 0 122,3 1-148,3-3 135,5-3-154,3-3 138,4-3-136,2-3 153,4-4-158,2-2 160,3-2-160,1 0 160,5-2-179,2-3 166,4-1-163,4-4 160,5-5-142,6-6 137,8-5-115,4-5 109,7-3-106,1-1 125,1 0-131,-4 2 134,-2 2-134,-8 4 153,-5 4-158,-8 3 141,-3 4-136,-5 2 134,-1 4-152,-2 2 138,1 3-154,-2 4 138,-1 3-117,-3 3 128,-3 5-131,-4 3 153,-4 4-121,-2 1 112,1 1-106,2-2 106,5-2-162,5-5 160,-38-12-115,-1-1 0,14 2 48,38 1 26,6-5-92,4-5 138,5-3-134,3-2 156,5-1-158,0 1 141,4 2-304,-1 2-304,5 1-2763,-1-1 1370,-18 1-7826</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7:25.960"/>
    </inkml:context>
    <inkml:brush xml:id="br0">
      <inkml:brushProperty name="width" value="0.35" units="cm"/>
      <inkml:brushProperty name="height" value="0.35" units="cm"/>
      <inkml:brushProperty name="color" value="#DA0C07"/>
      <inkml:brushProperty name="inkEffects" value="lava"/>
      <inkml:brushProperty name="anchorX" value="-40716.37891"/>
      <inkml:brushProperty name="anchorY" value="1545.14148"/>
      <inkml:brushProperty name="scaleFactor" value="0.5"/>
    </inkml:brush>
  </inkml:definitions>
  <inkml:trace contextRef="#ctx0" brushRef="#br0">7 2850 4402,'0'0'0,"-1"-5"1617,-1-12 130,0-13-1456,1-15 163,1-13-428,2-9 68,2-6-86,1-3 88,1-4 29,3-7 51,2-9-26,7-16 12,8-16-76,9-19-54,8-13-27,8-13 0,4-3-5,3-1 19,2 7-24,1 5 7,2 12-2,0 12 38,-2 15-49,-3 17 72,-8 22 35,-9 24 67,-11 23 5,-28 38-145,-1 1-1,1-1 1,-1 1-1,1-1 1,-1 1 0,1 0-1,0 0 1,-1-1-1,1 1 1,0 1-1,1-2-22,-2 2 6,0 0 0,-1 0-1,1 0 1,-1 0-1,1 0 1,-1 0 0,1 0-1,0 0 1,-1 0-1,1 0 1,-1 0-1,1 0 1,-1 0 0,1 1-1,-1-1 1,0 0-1,1 0 1,-1 1 0,1-1-1,-1 0 1,1 1-1,-1-1 1,0 0 0,1 1-1,-1-1 1,0 1-1,1-1 1,-1 0 0,0 1-1,0-1 1,1 1-6,11 27 181,1 16-95,4 14 4,8 8-82,6 9 0,6 7-5,7 9-22,3 9-13,2 12 3,0 12-3,0 14 37,-2 9-10,0 12 42,0 2-29,4 3 30,5-7-28,8-6 28,4-12-46,7-10 50,2-14-15,3-10 61,3-11-16,3-10 27,2-13-6,-57-50 3,32 17-96,-37-26 30,0-1-1,19 6-29,-25-12 23,1 0 0,-1-1 0,21 1-23,-21-5 2,-1 0 0,1-1 0,0-1 0,7-2-2,-3-1 21,0-1-1,-1-1 1,18-9-21,-10 3 2,-1-2 1,24-16-3,-16 5 20,0-1 0,3-6-20,9-10 11,16-21-11,49-63 37,-5-14-26,-1-13 7,-3-5-2,1-7-18,0-1 23,2-6-8,-1-1-15,5-5 4,0 5-2,1 3 0,-4 13 0,-4 14 19,-10 21 13,-9 20-40,-12 24-5,-53 59 15,0 2 1,1-1-3,-12 11-20,1 1 1,0 0-1,11-5 20,-16 9-13,0 0 1,-1 1-1,1 0 0,0 0 0,-1 1 0,7-1 13,-7 1-5,-1 1-1,0 0 1,1 0 0,-1 1-1,1 0 1,-1 0 0,5 1 5,-3 0-9,-1 0 0,1 1 0,-1 0 0,0 0 0,0 0 0,3 3 9,1 1-16,0 1 0,-1-1 0,8 10 16,-2-1-14,-1 1-1,4 7 15,27 49-53,-1 21 45,-4 17-32,-4 20 48,-6 14-14,-4 16 44,-1 7-12,-2 7 25,2-2-43,3 3 32,3-4-48,5 0 32,4-4-29,6 1 7,3-7-2,5-6 0,3-14-37,4-13 29,-33-77-29,8 5 37,-16-27 4,2-2 0,5 5-4,-10-14-3,1 0 0,18 12 3,-21-19 13,0-1-1,1-1 1,14 7-13,-15-9 6,0-2 1,0 0 0,1 0-1,2-1-6,-3-2 13,1 0 0,0-1-1,-1 0 1,8-1-13,-4-1 3,1-1-1,-1-1 1,12-2-3,-9-2 20,-1 0-1,0-1 1,10-5-20,-4-1-7,0 0 0,18-14 7,-10 2 23,-1 0 0,2-5-23,10-12 8,15-19-8,52-69 18,4-18-39,7-15 66,2-7-58,6-6 37,1 3-48,2 0 51,-1 6-54,2 0 54,-2 5-54,2 3 54,-4 11-35,-2 11 29,-8 18-45,-7 20 51,-72 66-54,16-7 27,-37 26-5,2 0-1,19-7 6,-30 16 6,-1 0-1,1 1 0,0 1 1,13-3-6,-18 5 23,-1 1-1,1-1 1,-1 1 0,1 1 0,-1-1 0,1 1 0,6 2-23,-7-2 23,0 1 0,0 1-1,0-1 1,0 1 0,0 1 0,-1-1 0,5 4-23,-1 0 52,0 0 0,0 1 0,-1 0 0,7 9-52,3 2 101,-2 1 1,2 6-102,39 53 189,0 7-144,4 5 3,-1-1-48,1 1 25,0 0-31,3 6-10,1 7 3,6 12-3,2 14-19,7 14-125,3 9-245,6 8 863,4-4-3574,5-11 2161,-18-33-8648</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7:43.275"/>
    </inkml:context>
    <inkml:brush xml:id="br0">
      <inkml:brushProperty name="width" value="0.35" units="cm"/>
      <inkml:brushProperty name="height" value="0.35" units="cm"/>
      <inkml:brushProperty name="color" value="#FF4E00"/>
      <inkml:brushProperty name="inkEffects" value="rainbow"/>
      <inkml:brushProperty name="anchorX" value="-51782.84375"/>
      <inkml:brushProperty name="anchorY" value="1108.50049"/>
      <inkml:brushProperty name="scaleFactor" value="0.5"/>
    </inkml:brush>
  </inkml:definitions>
  <inkml:trace contextRef="#ctx0" brushRef="#br0">10917 1545 6051,'0'0'0,"-2"-1"1857,-3-4 429,-5-2-1896,-1-3 26,-3-3-80,-1-2-269,-1-5 74,0-4-181,-2-7 139,2-7-179,-1-7 144,-1-8-139,-1-8 115,-3-5-147,-5-6 137,-4-4-118,-7-2 128,-6 0-94,-8 0 142,-4 3-77,-8-1 138,-5 4-93,-7 2 70,-2 6-132,-6 6 94,0 11-144,52 33 96,-21-8-40,27 14 14,-1 0-1,-3 1-13,8 3 33,0 1 1,-17 0-34,20 3-12,-1 0 1,0 2-1,0 0 12,1 2 24,0 0 0,1 0 0,-5 4-24,3-1-19,0 1 1,-16 10 18,12-5-12,2 2 0,-7 5 12,2 0-30,-18 20 30,-25 33 43,4 8-96,5 10 69,6 5-96,2 7 101,6 2-88,1 1 83,3-2-61,-1-3 93,0-4-101,-2-3 125,0-3-131,-2-3 134,0-7-134,2-6 115,2-10-91,1-12 102,2-11-104,2-13 50,33-26-25,0 0 1,0 0-1,1-1 0,-1 0 0,-5 1 12,6-2 8,1-1 0,-1 1-1,0-1 1,0 0 0,0 0-1,0 0 1,0-1-8,-1 0-6,0 0-1,1 0 1,-1-1 0,1 0 0,0 0-1,-2-1 7,-2-2 26,1 0 0,0 0 0,0-1 0,-2-1-26,-36-35 46,-6-14 133,-5-9-129,-5-10 81,-4-4-155,-2-3 117,1-2-133,0-3 94,0-1-86,1-4 80,0-2-80,-3-3 98,0 2-103,-3-3 88,-4 1-102,-4-4 86,-1 0-83,-5-2 42,0 5-68,-4 8 130,-1 12-59,59 55 134,-30-17-131,35 25 29,0 2 0,-14-5-29,15 8 99,-1 2 0,-18-4-99,18 6 15,-1 1-1,-13 1-14,10 1 60,0 3 0,-3 1-60,-3 0-21,-21 6 21,-38 13 72,4 9-125,58-15 34,-23 14 19,27-11-63,1 2 1,0 1 62,0 3-41,1 1 1,0 3 40,-2 4-173,-21 28 173,15-11-112,-5 12 112,-33 58-171,1 10 110,3 2-51,-1 1 93,2-5-42,1-7 90,3-11-61,3-12 78,4-12-79,3-13 82,3-11-82,2-10 82,3-8-81,0-7 98,0-8-84,-1-10 82,38-15-73,0 0 0,1-1 1,-1 0-1,-1 0 9,1-2 17,0 1 1,1-1-1,-1-1 0,-4-1-17,4 0-4,0-1-1,-1 0 0,1 0 1,-2-2 4,-1-2 21,0 0 0,0 0 1,-2-4-22,-38-36-16,-2-12 98,1-7-103,-3-9 88,-3-4-83,-4-6 80,-3-3-118,-6-4 129,-3 0-96,-2 1 85,-1 6-99,-2 7 86,2 9-121,-2 9 110,-1 9-90,-3 8 82,-2 9-43,-4 7 88,2 9-61,0 9 78,4 8-116,2 10 92,5 8-124,2 9 92,4 8-105,0 10 86,3 7-83,1 8 80,4 5-62,4 4 76,6 2-60,3 2 57,4-2-72,3-2 95,1-2-103,-1-5 106,-1-5-87,-4-5 100,-3-5-84,-4-6 82,-1-5-99,0-4 104,3-2-87,2-4 119,3-3-90,3-2 141,2-5-115,3-7 113,3-7-164,-1-10 105,2-10-166,-2-11 102,-1-9-128,-2-9 109,-1-9-128,-4-10 130,0-6-114,0-10 128,0-5-93,2-4 122,3 2-109,0 5 110,2 11-89,0 12 83,-1 13-99,32 42 75,1 0 0,-2 0 0,-5-4-24,7 7-5,0 0 0,0 0-1,0 1 1,-4-1 5,4 2 25,1 1 1,-1-1-1,-1 1 0,-5 0-25,-34-1-26,-2 11 114,-2 8-128,0 10 74,2 12-79,37-25 61,1 0 0,-10 14-16,9-9-24,1 1 0,-6 13 24,4-1 32,-10 26-32,-10 45-48,5 9 99,4 1-86,5-6-141,4-15-240,7-16-262,5-17-229,7-16-1908,1-14 964,1-12-4813</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7:55.346"/>
    </inkml:context>
    <inkml:brush xml:id="br0">
      <inkml:brushProperty name="width" value="0.35" units="cm"/>
      <inkml:brushProperty name="height" value="0.35" units="cm"/>
      <inkml:brushProperty name="color" value="#AE198D"/>
      <inkml:brushProperty name="inkEffects" value="galaxy"/>
      <inkml:brushProperty name="anchorX" value="-40031.125"/>
      <inkml:brushProperty name="anchorY" value="1943.83594"/>
      <inkml:brushProperty name="scaleFactor" value="0.5"/>
    </inkml:brush>
  </inkml:definitions>
  <inkml:trace contextRef="#ctx0" brushRef="#br0">14044 768 5859,'0'0'0,"-1"-2"1472,1-7 524,1-6-1999,2-10 230,0-9-64,1-7-193,-3-3 140,-4-2-81,-4 3 137,-6 4-94,-5 5 106,-7 2-159,-4 2 48,-5-3-225,-1-5 78,-4-7-165,-2-4 151,-5-1-143,-5 1 229,-7 8-85,42 33 134,0 0 1,-1 1 0,0 0-42,0 2 4,1 0 1,-1 1-1,-8 0-4,4 1 103,-1 1 0,-16 1-103,-48 6 80,-1 8 99,2 4-158,5 1 120,6 0-189,8 1 128,5 1-154,5 4 135,3 5-136,2 6 153,1 6-158,2 5 160,1 5-160,4 1 160,3 0-179,6-3 184,5-4-167,4-7 143,2-5-117,0-5 147,-4-2-99,-5-2 162,-5 1-138,-4-1 158,-1-2-158,2-4 104,3-4-144,4-6 133,4-6-79,2-5 172,1-7-47,0-4 152,-2-3-112,-2-2 95,-4-3-193,-1 0 55,-4 0-155,-1-2 75,-3 0-123,-2-2 107,-2 1-128,-1-1 150,-3 1-140,-1 2 156,-3 1-84,1 0 140,-3-1-94,0-2 106,-2-3-122,1-3 75,0-2-136,-1-1 74,-1 2-119,-1 3 106,-5 5-91,-2 5 102,-3 5-86,-1 5 139,0 4-115,2 3 113,0 1-126,2 2 112,-1 2-128,0 2 112,-1 5-110,1 3 89,1 6-102,1 5 105,2 7-108,3 5 108,3 4-108,6 1 108,3 3-108,3-1 108,2 2-108,2 0 108,-2 2-126,1-1 149,2 0-138,1-1 135,2-1-114,3-2 110,1-3-108,2-5 89,2-7-120,2-8 127,2-11-132,25-8 80,0 0-1,-1 0 1,1 0 0,0 0 0,0-1 0,-1 1 0,1-1 0,0 1-1,0-1 1,-1 0-6,-22-15-56,-1-10 166,-1-10-105,0-4 147,-2-4-133,-1-1 117,-2-3-147,-3-1 99,-3-4-125,-2-2 109,-3-2-128,-2 1 131,-3 0-153,-1 2 158,-3 3-141,-4 4 117,-4 4-109,-3 6 50,-4 5-34,-3 6 119,-2 5-127,0 3 117,0 3-53,3 3 15,0 4-114,1 5 126,0 5-118,-1 7 128,-2 6-131,-2 6 152,-2 4-138,-1 3 136,-1 2-115,1-1 90,1 0-100,1 0 103,2 1-125,1-1 149,0 0-138,1-1 136,-3 2-153,-1 0 158,0 3-160,3 1 160,1 3-160,5 0 160,4 0-141,6-2 117,3-3-91,4-4 121,3-4-110,2-6 109,1-4-106,2-6 106,1-4-144,1-3 137,1-3-100,0-1 142,0-2-96,0-2 126,-1-3-129,-1-4 134,-2-4-190,0-5 131,-2-5-136,-3-4 112,-4-4-146,-6-2 154,-6-3-142,-4 1 137,-7-1-134,-2 1 134,-3 2-134,-1 2 115,-3 3-128,-2 4 131,-2 5-115,-2 5 109,-4 5-106,1 4 106,-1 6-125,1 6 131,-3 6-134,1 5 134,-3 7-134,-1 6 153,-2 6-158,1 2 141,2 5-136,3-1 134,2 2-115,5 0 109,1 0-87,5 1 100,2 1-122,5-3 131,3-1-134,3-4 115,4-4-109,3-3 125,1-3-131,3-4 134,0-2-134,2-3 134,2-3-134,2-5 115,3-5-90,3-5 82,2-5-99,2-6 123,1-5-131,1-5 115,-2-2-109,-1-3 125,-3-2-131,1-2 115,-4-3-109,1-1 106,-2-1-125,-2-1 150,-1 0-140,-1 1 137,-4 3-115,-1 1 109,-2 3-106,-1 3 106,-1 3-125,0 2 131,-1 2-152,1 2 157,-3 1-160,-1 2 141,-2 2-136,-1 2 153,-2 5-158,-1 8 141,-3 9-136,-1 9 134,-4 10-115,1 9 147,0 7-155,4 2 160,5 1-160,8-4 29,7-3-757,7-4 5271,4-6-9246,-2-9 6506,27-13-10216,0-3-722</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5:13.235"/>
    </inkml:context>
    <inkml:brush xml:id="br0">
      <inkml:brushProperty name="width" value="0.35" units="cm"/>
      <inkml:brushProperty name="height" value="0.35" units="cm"/>
      <inkml:brushProperty name="color" value="#FF4E00"/>
      <inkml:brushProperty name="inkEffects" value="rainbow"/>
      <inkml:brushProperty name="anchorX" value="0"/>
      <inkml:brushProperty name="anchorY" value="0"/>
      <inkml:brushProperty name="scaleFactor" value="0.5"/>
    </inkml:brush>
  </inkml:definitions>
  <inkml:trace contextRef="#ctx0" brushRef="#br0">1 1146 3682,'0'0'0,"0"-1"1328,1-4 113,1-3-1153,3-2 56,2-2-192,3-3-157,1-3 101,2-4-173,1-3 141,3-4-158,2-2 102,6-6-162,8-4 100,9-7-202,10-6 187,11-5-137,8-2 172,6-2-86,3 0 197,4 1-109,1 0 189,3 0-143,1 0 159,3 1-157,-2 3 123,1 5-131,-5 8 131,-3 10-115,-4 10 128,-5 10-56,-55 13 8,0 1 0,11 1-104,-12 1 80,-1 0 0,13 4-80,30 11 291,-5 8-110,-2 8 94,-4 6-139,-2 3 21,0 4-141,-3 4 72,0 3-122,-4 1 106,0 2-16,-2 0 136,2-3-35,5-6 150,8-5-112,8-6 58,11-6-165,7-4 46,5 1-172,1 2 137,-1 4-142,-3 5 115,-2 6-128,-5 1 131,-1-1-152,-3-3 157,2-5-160,1-8 160,2-8-160,2-6 178,2-7-164,-3-5 143,1-2-136,-4-3 134,0-1-152,-1-4 138,2-5-136,2-9 153,5-9-158,4-11 160,6-10-142,2-6 137,5-6-134,1-2 134,0 1-134,-2 3 153,-1 3-158,-3 7 160,-2 5-160,-3 9 160,-2 6-142,-6 7 156,-2 4-121,-5 3 131,-2 3-130,-3 2 132,1 2-170,-1 4 107,-1 7-110,-2 4 123,-3 8-149,-5 7 157,-5 4-85,-3 4 138,-2 4-112,0 1 131,1-1-130,1-1 95,6-2-160,3-3 140,3-2-159,1-1 140,2 0-137,-3-1 115,0 2-91,-2 0 121,1 3-129,0 1 134,5 2-134,0 4 115,3 2-147,0 3 155,0 2-141,-2 0 117,0-1-109,-2-5 106,3-5-106,3-8 125,-47-17-102,0 0 1,8 0 29,-3-2 75,27-3-75,37-11-59,7-11 115,6-10-128,1-9 149,2-6-138,-1-3 136,1-2-134,-4 2 152,0 1-157,-2 2 142,1-1-156,-1 2 158,1-2-160,-1 0 142,-1-1-118,-3 3 128,-3 2-131,-5 5 134,-3 5-115,-6 6 109,-1 7-144,-4 5 155,2 5-141,0 4 136,4 4-153,1 3 140,2 5-118,1 3 109,1 3-106,-3 4 143,0 1-116,-3 2 148,0 0-116,0 0 148,0 1-154,0-1 142,1 2-81,0-1 155,-2 2-24,-3 0 126,-3 1-86,-3 3 51,-1 3-88,-3 1 5,3 3-118,4 0 49,5-2-134,4 0 73,8-3-121,2 0 32,5-2-13,1 0 94,3 0-121,1 0 190,2 0 18,2 0 1,5 0-84,0-2 102,6-4-165,2-4 66,4-5-117,0-6 104,0-4-90,-3-4 100,-5-2-103,-7-2 106,-5-1-106,-8-3 106,-2-3-218,-3-4 120,0-3-193,-2-3 126,3-3-136,-2 0 205,-1-1-98,-4 1 202,-2 3-109,-5 2 115,-3 4-104,-3 5 87,-1 3-138,0 3 40,3 1-165,2 0 136,3 1-142,0 0 189,-2 1-111,-5 3 205,-5 4-112,-7 3 134,-5 3-129,-6 4 115,-4 3-240,-5 2 125,-1 3-213,-1 1 168,0 4-131,1 1 243,4 3-13,1 1 162,2 1-109,3-2 118,3-3-182,1-5 53,4-7-133,2-6 144,2-6-160,-1-4 160,-1-3-48,-4 0 166,-1 1-25,-2 1 129,-1 3-124,0 0 44,1-1-182,2-1 29,3-2-112,2-2 118,2-1-134,-2-1 59,-3 0-579,-7 1-192,-9 1-2518,-12-2 936,-9 3-6151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5:41.848"/>
    </inkml:context>
    <inkml:brush xml:id="br0">
      <inkml:brushProperty name="width" value="0.35" units="cm"/>
      <inkml:brushProperty name="height" value="0.35" units="cm"/>
      <inkml:brushProperty name="color" value="#BB5B18"/>
      <inkml:brushProperty name="inkEffects" value="bronze"/>
      <inkml:brushProperty name="anchorX" value="-29806.78906"/>
      <inkml:brushProperty name="anchorY" value="1006.15796"/>
      <inkml:brushProperty name="scaleFactor" value="0.5"/>
    </inkml:brush>
  </inkml:definitions>
  <inkml:trace contextRef="#ctx0" brushRef="#br0">190 2705 5907,'0'0'0,"-5"4"1664,-10 6 524,-6 3-2110,-5 5 578,-3 4-413,2 0 53,2-2-83,5-7 38,20-13-243,-1 0 0,1 0 0,-1 1 0,0-1 0,1 0 0,-1 0 0,0 0 0,0 1 0,1-1 0,-1 0 0,0 0 0,0 0 0,1 0 0,-1 0 0,0-1 0,1 1 0,-1 0 0,0 0-8,0-2 10,0 1 1,1 0-1,-1 0 0,0 0 1,1 0-1,-1 0 0,1 0 1,-1 0-1,1 0 0,0 0 0,-1 0 1,1 0-1,0 0 0,0-1 1,0 0-11,-1-37 53,6-23 6,5-19-46,7-17 27,2-9-48,6-11 88,4-6 11,5-9 37,5-7-43,9-13 54,9-7-91,9-8 8,5-2-61,4-2 31,-2 6-31,-1 8 45,-4 12-51,-3 13 54,-2 18-72,-1 16 58,-2 18-37,-40 58 29,19-18-21,19-7-5,-2 12 8,-2 12-41,-1 12 12,-4 10-62,-42 4 77,0-1 0,-1 0 1,1 1-1,-1 0 0,6 2 11,-7 0-11,1-1 0,-1 0 0,0 0 0,0 1 0,0 0 0,3 3 11,-3-1-6,0 1 1,0-1 0,0 1-1,-1 0 1,4 6 5,-2 1 0,-1-1 0,1 1 0,1 10 0,11 65 69,-4 18 3,-3 18 80,1 11-74,1 12 63,4 4-111,3 5 50,2 2-75,5 5 38,3 0-33,6 0 65,5-5-19,9-8 27,5-14-43,-29-85 32,12 17-72,-16-32 5,24 27-5,-25-36 12,1-3 0,7 6-12,-9-11 17,2-1 1,10 7-18,-15-13 22,1-2 0,0 0 1,6 1-23,-8-4 19,0-1 1,1-1-1,11 3-19,-13-6 35,-1 0 0,2-1-1,-1-1 1,4 0-35,-3-1 29,0 0 1,0-2-1,0 0 0,1-1-29,3-1 55,-1-2 1,-1 0-1,9-4-55,0-1 49,-1-2 0,8-6-49,0-2 139,22-19-139,34-35 32,3-16 30,-2-13-70,1-14 34,-1-10-31,-2-12 26,-4-3-26,-1-5 45,-3 3-32,-3 3 29,-3 8-26,1 7 26,-2 11-45,1 5 51,0 6-35,4 5 11,0 6-22,2 6 24,-2 11-63,-1 14 36,-55 47-12,0 1-1,5-1 19,-14 9-16,1 1 0,0 0 0,12-3 16,-16 6-9,0 1 0,0 0 0,0 1 0,0 0 0,2 1 9,-3 0-10,0 1 0,0 0 1,0 0-1,0 1 1,5 2 9,-4-1-3,1 1 0,-1 0 1,0 1-1,5 4 3,-2-1-7,-1 0 0,0 1 0,7 7 7,-2 0-8,-1 0 0,6 8 8,33 46 2,0 13-23,-1 14 8,-1 11-3,0 14 18,-1 10-4,1 11 20,0 7-23,3 6 45,1-1-32,2-2 29,0-8-26,2-8 64,-1-13-19,1-14 26,2-15-42,-43-70-4,0-1 0,6 5-36,-11-15 2,1 0 0,0 0 0,7 3-2,-9-9 10,-1 0 1,1-1 0,0 0-1,8 1-10,-8-3-2,0-1 0,0-1 0,0 0 0,12 0 2,-10-3 6,0 0 0,0-1 0,0-1 0,9-2-6,-4 0-1,-1-1-1,1-2 0,11-4 2,-5-1 1,-1-1 1,19-13-2,-12 4-10,-1-1 1,3-4 9,7-10 5,19-23-5,44-55 16,2-21-2,1-17 20,2-15-23,1-5 8,2-4-3,0 6 0,0 6-19,-3 14 24,-2 12 30,-6 15-64,-2 14 40,-7 18-33,-4 17 9,-61 54-41,27-14 38,-36 25-2,-1 0-1,1 2 0,5-1 3,-9 3-12,0 2 0,1 0-1,14-1 13,-16 4-12,0 0 0,-1 1 0,1 0 0,6 2 12,-4 1-9,0 0 0,0 0 0,13 6 9,-9-1-11,-1 0-1,0 2 1,2 1 11,6 5-16,-1 2 0,2 2 16,11 10 5,9 12-5,41 43 13,6 14 38,2 5-27,3 8 29,0 2-26,1 3-30,-2-3-533,1-1-598,0-6 1276,5-7-3757,2-12 1878,-21-21-7191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5:54.398"/>
    </inkml:context>
    <inkml:brush xml:id="br0">
      <inkml:brushProperty name="width" value="0.35" units="cm"/>
      <inkml:brushProperty name="height" value="0.35" units="cm"/>
      <inkml:brushProperty name="color" value="#AE198D"/>
      <inkml:brushProperty name="inkEffects" value="galaxy"/>
      <inkml:brushProperty name="anchorX" value="-40299.17188"/>
      <inkml:brushProperty name="anchorY" value="1323.73767"/>
      <inkml:brushProperty name="scaleFactor" value="0.5"/>
    </inkml:brush>
  </inkml:definitions>
  <inkml:trace contextRef="#ctx0" brushRef="#br0">12912 1116 6675,'0'0'0,"-1"-12"1009,-2-23 709,1-17-2612,-1-19 902,-2-10-264,-6-5 152,-5 5 266,8 58-36,1 0-1,-5-6-125,4 12 98,-1-1-1,-9-12-97,7 13 135,0 2-1,-12-12-134,-29-27 158,-9 3-6,-3 0-171,-3-2 62,-1 0-48,1 1 119,3 3 4,1 6 79,1 6-34,-2 9-22,-2 10-141,-6 9-18,-2 9-62,-4 10 26,-2 8-12,0 11 95,2 6-26,0 9 69,3 6-72,2 6 61,3 3-56,2 5 54,4 2-72,1 3 39,2 3-31,1 2 26,0 0-63,0 1 111,0-3-53,0-4 37,1-8 11,2-6 16,2-10-58,2-10 92,3-11-9,2-11 97,1-10-42,0-10 112,-1-8-85,-3-7-8,-1-6-91,-4-4 3,-2-4-102,-4-2 62,0-4-81,-1-2 41,0-3-14,-1 1 3,1-1-37,-3 2 48,0 3-35,-5 2 29,-1 3-8,-3 3 97,-2 5-46,-2 5 37,0 6-45,-2 6 14,2 6-81,-1 5 3,0 6-43,-2 5 46,0 5-35,-3 6 66,2 5-36,-3 6 31,4 7-8,0 9 22,4 8-43,1 8 32,5 3-11,1 3 22,2-3-24,0-2 26,2-4-26,-1-3 45,1-5-51,2-3 35,0-2-29,1-3 26,0-2-26,1-4 26,0-5-45,2-7 32,0-8-29,47-16 23,-1 0-1,0-1 1,-1 0-2,3-1-642,0-1 0,0 0 0,-6-2 642,5 0 183,0 0 0,0-1 1,-3-2-184,-40-21-294,-1-10 299,3-7-45,0-9 1956,3-6-2484,0-7 845,2-4-280,0-6 22,0-1-6,1 0 22,1 4-24,-2 4 26,-1 8-26,-1 8 26,-1 7-26,-2 7 26,-2 6-45,-4 5 32,-1 5-29,-4 3 8,-2 5-3,-3 3-19,-1 6-13,-3 8 40,1 5-51,-2 9 54,0 7-35,-1 5 48,0 5-32,-1 5 48,2 3-51,-1 5 35,3 4-48,1 6 51,3 2-35,3 3 48,3-2-51,3-4 54,3-7-35,1-7 29,1-8-7,0-8 20,2-6-60,0-8 74,1-6-80,2-8 80,1-7-43,-2-6 70,1-6-38,-2-6 32,0-4-63,-2-6-1,0-7-58,-1-6-25,0-4-34,-1-3 24,1 2-10,-1 2 20,1 6 14,-2 9 35,0 9 10,-2 9 19,-2 11-21,-3 9 26,-3 6-26,-3 8 26,-1 5-45,-2 6 32,0 6-29,1 8 26,1 6-26,2 7 26,2 2-7,3 4 20,3-1-23,3-3 26,2-5-26,2-5 26,2-6-26,1-4 26,2-6-26,0-3 26,1-3-7,1-3 39,3-4-48,2-5 35,2-5-29,1-7 8,0-6-22,-3-8 43,0-5-13,-3-5 5,0-2 0,-2-3 0,1 1-38,-2-3 30,-1-1-29,0-2 8,0-4-3,0-3 18,3 0-42,-1 1 32,0 5 8,-2 7-2,-1 8 2,-5 10 37,-1 7-29,-2 8 30,2 5-65,1 6 38,3 4-51,3 5 32,2 5-30,1 6 102,-2 3 8,-3 3 96,-3-1-21,-1-3-248,3-6-430,45-27-222,0 1 0,0-1 0,0 0 0,-7 2 737,-21 1-10940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6:20.423"/>
    </inkml:context>
    <inkml:brush xml:id="br0">
      <inkml:brushProperty name="width" value="0.35" units="cm"/>
      <inkml:brushProperty name="height" value="0.35" units="cm"/>
      <inkml:brushProperty name="color" value="#B4C3DA"/>
      <inkml:brushProperty name="inkEffects" value="silver"/>
      <inkml:brushProperty name="anchorX" value="-26540.55273"/>
      <inkml:brushProperty name="anchorY" value="2263.60938"/>
      <inkml:brushProperty name="scaleFactor" value="0.5"/>
    </inkml:brush>
  </inkml:definitions>
  <inkml:trace contextRef="#ctx0" brushRef="#br0">251 387 3474,'0'0'0,"-5"2"1424,-7 4 113,-6 3-1022,-5 2 37,-3 3-197,-4 1-94,0 0 28,1 0-132,2-3 91,6-3-144,4-6 59,17-3-162,-1 0 0,1 0 0,-1 0 1,1 0-1,0 0 0,-1 0 0,1 0 0,-1 0 0,1 0 1,-1 0-1,1 0 0,0 0 0,-1 0 0,1 0 0,-1 0 1,1-1-1,0 1 0,-1 0 0,1 0 0,0 0 0,-1 0 1,1-1-1,0 1 0,-1 0 0,1 0-1,-3-10 120,9-7-125,7-7 90,11-6-122,9-4 146,8-2-138,6-1 192,4 2-150,1 4 142,0 3-115,0 5 72,3 1-134,5 1 113,7-2-149,8-3 116,9-2-111,3 2 125,0 3-168,-4 7 163,-70 14-87,1 1 1,0 0 0,0 0-1,4 0 20,-11 2 19,1-1 0,0 0 0,-1 1 0,1-1 0,-1 1 0,1 1 1,0-1-20,-2 0 6,-1 1 1,0-1 0,1 1-1,-1 0 1,0-1 0,-1 1-1,1 0 1,3 3-7,-3-3 36,0 1 0,0 1-1,0-1 1,-1 1 0,0-1 0,0 1 0,-1 0-36,4 3 54,-1 0 0,-1 0 0,3 8-54,12 24 291,-3 4-144,1-1 45,4 0-128,3-2 107,5-1-131,4-2 93,4-1-141,4-2 134,4-3-156,3-5 102,3-5-106,-40-17 57,1-1 0,0 0 0,5 1-23,-7-2-9,-1-1-1,1 1 1,-1-1 0,8 0 9,-6-1 22,1 0 0,-1 0 0,0-1 0,3 0-22,1-1-8,1 0 0,-1-1 0,4-1 8,55-14 104,6-6-131,2-6 115,2-3-72,-2 0 40,-3 0 64,-6 1 94,-6 2-97,-5 3 75,-4 2-59,-3 2-39,1 2-121,1 1 105,1-1-153,0 2 155,-1 0-141,-3 4 135,-2 3-132,-5 6 132,-3 5-151,-5 5 138,-2 5-117,-4 2 128,-2 4-130,-2 2 132,-2 3-132,0 1 132,1 2-114,1 2 128,1 1-149,-1 0 157,2 1-160,-1-2 141,0 0-135,-2-3 114,3-2-110,1-2 108,4-2-108,5-3 108,6-3-108,5-5 108,5-4-108,3-5 108,6-6-126,1-2 130,2-5-132,2-3 151,1-2-157,1-3 160,2-1-141,1-2 135,3 2-132,-3 1 132,0 3-114,-5 5 91,-4 4-83,-7 3 99,-3 4-123,-4 2 130,-1 1-114,-2 2 110,1 0-145,-1 2 136,2 1-135,0 3 132,0 4-114,0 4 128,-2 3-112,-3 3 128,-2 2-93,-4 2 104,-1 1-105,-2 0 145,0 2-136,0 0 117,2 0-147,1 0 137,2-3-174,1-4 144,2-3-139,1-6 134,4-4-153,3-5 158,6-4-160,2-5 160,6-6-160,1-4 160,5-5-141,1-4 136,4-1-134,-1 0 134,-1 0-134,-4 3 152,-4 3-157,-9 4 142,-6 4-118,-6 3 109,-5 4-125,-5 3 112,-1 3-109,-3 2 125,0 1-150,-4 2 140,0 3-137,-5 3 152,-3 2-119,-2 4 130,-1 3-94,0 2 124,2 1-148,3 2 121,5 0-112,2 1 69,5 0-96,1-1 26,2 0-28,1-2 116,4-4-127,1-4 98,5-5-10,4-6 2,-41-3-49,1-1-1,-1 0 1,3 0 20,48-8 77,7-7-138,5-5 136,6-5-134,3-2 134,1-2-97,0-1 161,0 0-102,-2 2 54,0 0-51,-3 1 70,1 2-153,-3 2 120,-1 0-58,-4 2 16,0 1-78,-5 3 115,-4 2-149,-6 5 138,-6 5-117,-7 5 109,-5 6-106,-6 3 125,-4 4-131,-5 3 134,-2 4-115,-3 2 147,-1 4-137,-1 2 156,1 1-158,0 0 122,3 1-148,3-3 135,5-3-154,3-3 138,4-3-136,2-3 153,4-4-158,2-2 160,3-2-160,1 0 160,5-2-179,2-3 166,4-1-163,4-4 160,5-5-142,6-6 137,8-5-115,4-5 109,7-3-106,1-1 125,1 0-131,-4 2 134,-2 2-134,-8 4 153,-5 4-158,-8 3 141,-3 4-136,-5 2 134,-1 4-152,-2 2 138,1 3-154,-2 4 138,-1 3-117,-3 3 128,-3 5-131,-4 3 153,-4 4-121,-2 1 112,1 1-106,2-2 106,5-2-162,5-5 160,-38-12-115,-1-1 0,14 2 48,38 1 26,6-5-92,4-5 138,5-3-134,3-2 156,5-1-158,0 1 141,4 2-304,-1 2-304,5 1-2763,-1-1 1370,-18 1-7826</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7:25.960"/>
    </inkml:context>
    <inkml:brush xml:id="br0">
      <inkml:brushProperty name="width" value="0.35" units="cm"/>
      <inkml:brushProperty name="height" value="0.35" units="cm"/>
      <inkml:brushProperty name="color" value="#DA0C07"/>
      <inkml:brushProperty name="inkEffects" value="lava"/>
      <inkml:brushProperty name="anchorX" value="-40716.37891"/>
      <inkml:brushProperty name="anchorY" value="1545.14148"/>
      <inkml:brushProperty name="scaleFactor" value="0.5"/>
    </inkml:brush>
  </inkml:definitions>
  <inkml:trace contextRef="#ctx0" brushRef="#br0">7 2850 4402,'0'0'0,"-1"-5"1617,-1-12 130,0-13-1456,1-15 163,1-13-428,2-9 68,2-6-86,1-3 88,1-4 29,3-7 51,2-9-26,7-16 12,8-16-76,9-19-54,8-13-27,8-13 0,4-3-5,3-1 19,2 7-24,1 5 7,2 12-2,0 12 38,-2 15-49,-3 17 72,-8 22 35,-9 24 67,-11 23 5,-28 38-145,-1 1-1,1-1 1,-1 1-1,1-1 1,-1 1 0,1 0-1,0 0 1,-1-1-1,1 1 1,0 1-1,1-2-22,-2 2 6,0 0 0,-1 0-1,1 0 1,-1 0-1,1 0 1,-1 0 0,1 0-1,0 0 1,-1 0-1,1 0 1,-1 0-1,1 0 1,-1 0 0,1 1-1,-1-1 1,0 0-1,1 0 1,-1 1 0,1-1-1,-1 0 1,1 1-1,-1-1 1,0 0 0,1 1-1,-1-1 1,0 1-1,1-1 1,-1 0 0,0 1-1,0-1 1,1 1-6,11 27 181,1 16-95,4 14 4,8 8-82,6 9 0,6 7-5,7 9-22,3 9-13,2 12 3,0 12-3,0 14 37,-2 9-10,0 12 42,0 2-29,4 3 30,5-7-28,8-6 28,4-12-46,7-10 50,2-14-15,3-10 61,3-11-16,3-10 27,2-13-6,-57-50 3,32 17-96,-37-26 30,0-1-1,19 6-29,-25-12 23,1 0 0,-1-1 0,21 1-23,-21-5 2,-1 0 0,1-1 0,0-1 0,7-2-2,-3-1 21,0-1-1,-1-1 1,18-9-21,-10 3 2,-1-2 1,24-16-3,-16 5 20,0-1 0,3-6-20,9-10 11,16-21-11,49-63 37,-5-14-26,-1-13 7,-3-5-2,1-7-18,0-1 23,2-6-8,-1-1-15,5-5 4,0 5-2,1 3 0,-4 13 0,-4 14 19,-10 21 13,-9 20-40,-12 24-5,-53 59 15,0 2 1,1-1-3,-12 11-20,1 1 1,0 0-1,11-5 20,-16 9-13,0 0 1,-1 1-1,1 0 0,0 0 0,-1 1 0,7-1 13,-7 1-5,-1 1-1,0 0 1,1 0 0,-1 1-1,1 0 1,-1 0 0,5 1 5,-3 0-9,-1 0 0,1 1 0,-1 0 0,0 0 0,0 0 0,3 3 9,1 1-16,0 1 0,-1-1 0,8 10 16,-2-1-14,-1 1-1,4 7 15,27 49-53,-1 21 45,-4 17-32,-4 20 48,-6 14-14,-4 16 44,-1 7-12,-2 7 25,2-2-43,3 3 32,3-4-48,5 0 32,4-4-29,6 1 7,3-7-2,5-6 0,3-14-37,4-13 29,-33-77-29,8 5 37,-16-27 4,2-2 0,5 5-4,-10-14-3,1 0 0,18 12 3,-21-19 13,0-1-1,1-1 1,14 7-13,-15-9 6,0-2 1,0 0 0,1 0-1,2-1-6,-3-2 13,1 0 0,0-1-1,-1 0 1,8-1-13,-4-1 3,1-1-1,-1-1 1,12-2-3,-9-2 20,-1 0-1,0-1 1,10-5-20,-4-1-7,0 0 0,18-14 7,-10 2 23,-1 0 0,2-5-23,10-12 8,15-19-8,52-69 18,4-18-39,7-15 66,2-7-58,6-6 37,1 3-48,2 0 51,-1 6-54,2 0 54,-2 5-54,2 3 54,-4 11-35,-2 11 29,-8 18-45,-7 20 51,-72 66-54,16-7 27,-37 26-5,2 0-1,19-7 6,-30 16 6,-1 0-1,1 1 0,0 1 1,13-3-6,-18 5 23,-1 1-1,1-1 1,-1 1 0,1 1 0,-1-1 0,1 1 0,6 2-23,-7-2 23,0 1 0,0 1-1,0-1 1,0 1 0,0 1 0,-1-1 0,5 4-23,-1 0 52,0 0 0,0 1 0,-1 0 0,7 9-52,3 2 101,-2 1 1,2 6-102,39 53 189,0 7-144,4 5 3,-1-1-48,1 1 25,0 0-31,3 6-10,1 7 3,6 12-3,2 14-19,7 14-125,3 9-245,6 8 863,4-4-3574,5-11 2161,-18-33-8648</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7:43.275"/>
    </inkml:context>
    <inkml:brush xml:id="br0">
      <inkml:brushProperty name="width" value="0.35" units="cm"/>
      <inkml:brushProperty name="height" value="0.35" units="cm"/>
      <inkml:brushProperty name="color" value="#FF4E00"/>
      <inkml:brushProperty name="inkEffects" value="rainbow"/>
      <inkml:brushProperty name="anchorX" value="-51782.84375"/>
      <inkml:brushProperty name="anchorY" value="1108.50049"/>
      <inkml:brushProperty name="scaleFactor" value="0.5"/>
    </inkml:brush>
  </inkml:definitions>
  <inkml:trace contextRef="#ctx0" brushRef="#br0">10917 1545 6051,'0'0'0,"-2"-1"1857,-3-4 429,-5-2-1896,-1-3 26,-3-3-80,-1-2-269,-1-5 74,0-4-181,-2-7 139,2-7-179,-1-7 144,-1-8-139,-1-8 115,-3-5-147,-5-6 137,-4-4-118,-7-2 128,-6 0-94,-8 0 142,-4 3-77,-8-1 138,-5 4-93,-7 2 70,-2 6-132,-6 6 94,0 11-144,52 33 96,-21-8-40,27 14 14,-1 0-1,-3 1-13,8 3 33,0 1 1,-17 0-34,20 3-12,-1 0 1,0 2-1,0 0 12,1 2 24,0 0 0,1 0 0,-5 4-24,3-1-19,0 1 1,-16 10 18,12-5-12,2 2 0,-7 5 12,2 0-30,-18 20 30,-25 33 43,4 8-96,5 10 69,6 5-96,2 7 101,6 2-88,1 1 83,3-2-61,-1-3 93,0-4-101,-2-3 125,0-3-131,-2-3 134,0-7-134,2-6 115,2-10-91,1-12 102,2-11-104,2-13 50,33-26-25,0 0 1,0 0-1,1-1 0,-1 0 0,-5 1 12,6-2 8,1-1 0,-1 1-1,0-1 1,0 0 0,0 0-1,0 0 1,0-1-8,-1 0-6,0 0-1,1 0 1,-1-1 0,1 0 0,0 0-1,-2-1 7,-2-2 26,1 0 0,0 0 0,0-1 0,-2-1-26,-36-35 46,-6-14 133,-5-9-129,-5-10 81,-4-4-155,-2-3 117,1-2-133,0-3 94,0-1-86,1-4 80,0-2-80,-3-3 98,0 2-103,-3-3 88,-4 1-102,-4-4 86,-1 0-83,-5-2 42,0 5-68,-4 8 130,-1 12-59,59 55 134,-30-17-131,35 25 29,0 2 0,-14-5-29,15 8 99,-1 2 0,-18-4-99,18 6 15,-1 1-1,-13 1-14,10 1 60,0 3 0,-3 1-60,-3 0-21,-21 6 21,-38 13 72,4 9-125,58-15 34,-23 14 19,27-11-63,1 2 1,0 1 62,0 3-41,1 1 1,0 3 40,-2 4-173,-21 28 173,15-11-112,-5 12 112,-33 58-171,1 10 110,3 2-51,-1 1 93,2-5-42,1-7 90,3-11-61,3-12 78,4-12-79,3-13 82,3-11-82,2-10 82,3-8-81,0-7 98,0-8-84,-1-10 82,38-15-73,0 0 0,1-1 1,-1 0-1,-1 0 9,1-2 17,0 1 1,1-1-1,-1-1 0,-4-1-17,4 0-4,0-1-1,-1 0 0,1 0 1,-2-2 4,-1-2 21,0 0 0,0 0 1,-2-4-22,-38-36-16,-2-12 98,1-7-103,-3-9 88,-3-4-83,-4-6 80,-3-3-118,-6-4 129,-3 0-96,-2 1 85,-1 6-99,-2 7 86,2 9-121,-2 9 110,-1 9-90,-3 8 82,-2 9-43,-4 7 88,2 9-61,0 9 78,4 8-116,2 10 92,5 8-124,2 9 92,4 8-105,0 10 86,3 7-83,1 8 80,4 5-62,4 4 76,6 2-60,3 2 57,4-2-72,3-2 95,1-2-103,-1-5 106,-1-5-87,-4-5 100,-3-5-84,-4-6 82,-1-5-99,0-4 104,3-2-87,2-4 119,3-3-90,3-2 141,2-5-115,3-7 113,3-7-164,-1-10 105,2-10-166,-2-11 102,-1-9-128,-2-9 109,-1-9-128,-4-10 130,0-6-114,0-10 128,0-5-93,2-4 122,3 2-109,0 5 110,2 11-89,0 12 83,-1 13-99,32 42 75,1 0 0,-2 0 0,-5-4-24,7 7-5,0 0 0,0 0-1,0 1 1,-4-1 5,4 2 25,1 1 1,-1-1-1,-1 1 0,-5 0-25,-34-1-26,-2 11 114,-2 8-128,0 10 74,2 12-79,37-25 61,1 0 0,-10 14-16,9-9-24,1 1 0,-6 13 24,4-1 32,-10 26-32,-10 45-48,5 9 99,4 1-86,5-6-141,4-15-240,7-16-262,5-17-229,7-16-1908,1-14 964,1-12-4813</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7:55.346"/>
    </inkml:context>
    <inkml:brush xml:id="br0">
      <inkml:brushProperty name="width" value="0.35" units="cm"/>
      <inkml:brushProperty name="height" value="0.35" units="cm"/>
      <inkml:brushProperty name="color" value="#AE198D"/>
      <inkml:brushProperty name="inkEffects" value="galaxy"/>
      <inkml:brushProperty name="anchorX" value="-40031.125"/>
      <inkml:brushProperty name="anchorY" value="1943.83594"/>
      <inkml:brushProperty name="scaleFactor" value="0.5"/>
    </inkml:brush>
  </inkml:definitions>
  <inkml:trace contextRef="#ctx0" brushRef="#br0">14044 768 5859,'0'0'0,"-1"-2"1472,1-7 524,1-6-1999,2-10 230,0-9-64,1-7-193,-3-3 140,-4-2-81,-4 3 137,-6 4-94,-5 5 106,-7 2-159,-4 2 48,-5-3-225,-1-5 78,-4-7-165,-2-4 151,-5-1-143,-5 1 229,-7 8-85,42 33 134,0 0 1,-1 1 0,0 0-42,0 2 4,1 0 1,-1 1-1,-8 0-4,4 1 103,-1 1 0,-16 1-103,-48 6 80,-1 8 99,2 4-158,5 1 120,6 0-189,8 1 128,5 1-154,5 4 135,3 5-136,2 6 153,1 6-158,2 5 160,1 5-160,4 1 160,3 0-179,6-3 184,5-4-167,4-7 143,2-5-117,0-5 147,-4-2-99,-5-2 162,-5 1-138,-4-1 158,-1-2-158,2-4 104,3-4-144,4-6 133,4-6-79,2-5 172,1-7-47,0-4 152,-2-3-112,-2-2 95,-4-3-193,-1 0 55,-4 0-155,-1-2 75,-3 0-123,-2-2 107,-2 1-128,-1-1 150,-3 1-140,-1 2 156,-3 1-84,1 0 140,-3-1-94,0-2 106,-2-3-122,1-3 75,0-2-136,-1-1 74,-1 2-119,-1 3 106,-5 5-91,-2 5 102,-3 5-86,-1 5 139,0 4-115,2 3 113,0 1-126,2 2 112,-1 2-128,0 2 112,-1 5-110,1 3 89,1 6-102,1 5 105,2 7-108,3 5 108,3 4-108,6 1 108,3 3-108,3-1 108,2 2-108,2 0 108,-2 2-126,1-1 149,2 0-138,1-1 135,2-1-114,3-2 110,1-3-108,2-5 89,2-7-120,2-8 127,2-11-132,25-8 80,0 0-1,-1 0 1,1 0 0,0 0 0,0-1 0,-1 1 0,1-1 0,0 1-1,0-1 1,-1 0-6,-22-15-56,-1-10 166,-1-10-105,0-4 147,-2-4-133,-1-1 117,-2-3-147,-3-1 99,-3-4-125,-2-2 109,-3-2-128,-2 1 131,-3 0-153,-1 2 158,-3 3-141,-4 4 117,-4 4-109,-3 6 50,-4 5-34,-3 6 119,-2 5-127,0 3 117,0 3-53,3 3 15,0 4-114,1 5 126,0 5-118,-1 7 128,-2 6-131,-2 6 152,-2 4-138,-1 3 136,-1 2-115,1-1 90,1 0-100,1 0 103,2 1-125,1-1 149,0 0-138,1-1 136,-3 2-153,-1 0 158,0 3-160,3 1 160,1 3-160,5 0 160,4 0-141,6-2 117,3-3-91,4-4 121,3-4-110,2-6 109,1-4-106,2-6 106,1-4-144,1-3 137,1-3-100,0-1 142,0-2-96,0-2 126,-1-3-129,-1-4 134,-2-4-190,0-5 131,-2-5-136,-3-4 112,-4-4-146,-6-2 154,-6-3-142,-4 1 137,-7-1-134,-2 1 134,-3 2-134,-1 2 115,-3 3-128,-2 4 131,-2 5-115,-2 5 109,-4 5-106,1 4 106,-1 6-125,1 6 131,-3 6-134,1 5 134,-3 7-134,-1 6 153,-2 6-158,1 2 141,2 5-136,3-1 134,2 2-115,5 0 109,1 0-87,5 1 100,2 1-122,5-3 131,3-1-134,3-4 115,4-4-109,3-3 125,1-3-131,3-4 134,0-2-134,2-3 134,2-3-134,2-5 115,3-5-90,3-5 82,2-5-99,2-6 123,1-5-131,1-5 115,-2-2-109,-1-3 125,-3-2-131,1-2 115,-4-3-109,1-1 106,-2-1-125,-2-1 150,-1 0-140,-1 1 137,-4 3-115,-1 1 109,-2 3-106,-1 3 106,-1 3-125,0 2 131,-1 2-152,1 2 157,-3 1-160,-1 2 141,-2 2-136,-1 2 153,-2 5-158,-1 8 141,-3 9-136,-1 9 134,-4 10-115,1 9 147,0 7-155,4 2 160,5 1-160,8-4 29,7-3-757,7-4 5271,4-6-9246,-2-9 6506,27-13-10216,0-3-722</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8:26.960"/>
    </inkml:context>
    <inkml:brush xml:id="br0">
      <inkml:brushProperty name="width" value="0.35" units="cm"/>
      <inkml:brushProperty name="height" value="0.35" units="cm"/>
      <inkml:brushProperty name="color" value="#0B868D"/>
      <inkml:brushProperty name="inkEffects" value="ocean"/>
      <inkml:brushProperty name="anchorX" value="-25141.33398"/>
      <inkml:brushProperty name="anchorY" value="2996.52148"/>
      <inkml:brushProperty name="scaleFactor" value="0.5"/>
    </inkml:brush>
  </inkml:definitions>
  <inkml:trace contextRef="#ctx0" brushRef="#br0">12525 714 4946,'0'0'0,"0"-1"1537,-2 0 373,1-2-1600,-3-14 984,-1-9-1124,-3-5-7,-1-1 32,-4-1-152,-1 1 53,-4-2-168,-4 0 120,-4-6-80,-3-1 40,-5-3-67,-2 1 150,-4 3-9,-1 3 84,-3 6 39,-1 4 89,-2 5-20,0 5-98,0 0-136,-1 1 70,-2-1-166,0-2 5,-3-1-8,-1 2 70,-4 5-96,-2 5 143,-4 9-116,0 7 130,0 6-112,2 4 128,3 3-150,6 2 121,4 2-131,4 3 131,5 6-134,2 5 134,1 5-134,1 3 152,-1 0-138,0-4 136,-1-3-134,0-7 134,0-6-134,2-4 134,1-3-134,1-4 134,2 1-134,0-1 115,1 1-109,1-2 125,1-3-112,2-3 128,1-5-131,1-3 153,2-4-121,2-1 131,-1-2-112,1-2 165,-1-3-141,-1-3 139,-2-5-134,0-3 97,-2-5-142,1 0 115,-4-2-150,-3 1 118,-5 0-94,-5 2 120,-6 1-109,-4 1 147,-3 1-136,-2-1 98,0 0-122,1 0 90,2-1-141,2 0 133,0 1-117,1 3 91,-1 3-102,-2 4 142,-3 4-136,-2 4 135,-1 4-114,0 3 128,-1 3-149,2 2 138,0 2-135,1 1 114,2 3-128,2 1 130,-1 3-132,3 4 132,-1 4-114,0 6 110,0 6-126,3 4 130,0 3-114,3 0 110,2-1-89,4-3 83,2-3-99,1-4 105,2-1-108,0-1 108,0-2-108,2-2 126,0-3-93,0-5 122,1-5-53,2-7 113,0-8-87,1-4 105,0-6-142,1-4 99,-1-2-125,1-2 90,-2 0-122,-1 0 109,0-2-128,-1 1 112,-2-2-128,-1-1 112,-1-2-128,-1-3 112,-3-2-147,0 1 155,-4 1-141,-3 5 154,-5 6-138,-2 8 154,-5 5-138,-2 6 154,-1 5-157,1 1 142,2 0-137,4-2 134,1-3-115,3-4 109,2 0-106,2 0 143,-2 1-154,1 4 142,-1 4-137,1 2 115,0 4-128,1 1 112,2 3-128,0 2 150,2 1-158,0 1 160,0 2-160,1 1 160,-2 0-142,-2 0 118,-1-2-109,-2-1 125,-4-1-131,1-1 115,-3 0-109,1-1 106,-2 1-106,2-2 106,-1 0-69,2-2 134,-1-3-113,4-5 150,1-6-155,2-5 122,1-5-167,0-6 122,1-5-151,0-3 135,1-2-117,2-1 109,2-2-125,3-1 131,0-1-115,2-3 128,-1-3-131,1-1 134,0-3-152,-3 0 138,-3 0-136,-3 5 115,-4 3-109,-5 5 125,-3 6-93,-2 5 103,-2 6-103,2 3 106,0 3-125,2 4 112,0 2-109,2 2 88,-2 2-102,0 2 142,-1 3-155,-1 2 160,-2 2-142,1 0 137,-1 2-152,2 0 138,0 1-117,3 1 128,0 2-149,0 1 138,-1 2-98,1 2 85,-2 0-118,0-2 148,0-1-140,1-5 118,2-4-90,4-5 100,2-5-122,4-4 131,2-3-115,3-3 109,1-1-125,2-1 131,1-3-152,1-1 138,-2-3-136,0-1 134,-3-4-134,-2-2 153,-3-3-140,-1-1 137,-1 0-134,0 0 134,0 0-134,1 2 134,0 2-152,-1 2 138,0 4-136,-1 2 115,-2 4-109,-1 3 125,-3 4-112,-1 5 109,-2 5-106,0 4 125,0 6-131,0 4 115,2 5-109,1 5 106,0 4-125,2 1 150,-1 2-158,1-4 197,0-3-133,0-6 174,-1-4-142,1-7 157,1-5-138,0-5 98,-1-4-104,3 0 86,-2-1-120,0 2 90,-1 4-122,-1 3 109,-1 4-128,0 2 112,-1 3-147,2 2 6,1 0-734,5-2-134,3-2-399,5-4-1935,9-4-6730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5:13.235"/>
    </inkml:context>
    <inkml:brush xml:id="br0">
      <inkml:brushProperty name="width" value="0.35" units="cm"/>
      <inkml:brushProperty name="height" value="0.35" units="cm"/>
      <inkml:brushProperty name="color" value="#FF4E00"/>
      <inkml:brushProperty name="inkEffects" value="rainbow"/>
      <inkml:brushProperty name="anchorX" value="0"/>
      <inkml:brushProperty name="anchorY" value="0"/>
      <inkml:brushProperty name="scaleFactor" value="0.5"/>
    </inkml:brush>
  </inkml:definitions>
  <inkml:trace contextRef="#ctx0" brushRef="#br0">1 1146 3682,'0'0'0,"0"-1"1328,1-4 113,1-3-1153,3-2 56,2-2-192,3-3-157,1-3 101,2-4-173,1-3 141,3-4-158,2-2 102,6-6-162,8-4 100,9-7-202,10-6 187,11-5-137,8-2 172,6-2-86,3 0 197,4 1-109,1 0 189,3 0-143,1 0 159,3 1-157,-2 3 123,1 5-131,-5 8 131,-3 10-115,-4 10 128,-5 10-56,-55 13 8,0 1 0,11 1-104,-12 1 80,-1 0 0,13 4-80,30 11 291,-5 8-110,-2 8 94,-4 6-139,-2 3 21,0 4-141,-3 4 72,0 3-122,-4 1 106,0 2-16,-2 0 136,2-3-35,5-6 150,8-5-112,8-6 58,11-6-165,7-4 46,5 1-172,1 2 137,-1 4-142,-3 5 115,-2 6-128,-5 1 131,-1-1-152,-3-3 157,2-5-160,1-8 160,2-8-160,2-6 178,2-7-164,-3-5 143,1-2-136,-4-3 134,0-1-152,-1-4 138,2-5-136,2-9 153,5-9-158,4-11 160,6-10-142,2-6 137,5-6-134,1-2 134,0 1-134,-2 3 153,-1 3-158,-3 7 160,-2 5-160,-3 9 160,-2 6-142,-6 7 156,-2 4-121,-5 3 131,-2 3-130,-3 2 132,1 2-170,-1 4 107,-1 7-110,-2 4 123,-3 8-149,-5 7 157,-5 4-85,-3 4 138,-2 4-112,0 1 131,1-1-130,1-1 95,6-2-160,3-3 140,3-2-159,1-1 140,2 0-137,-3-1 115,0 2-91,-2 0 121,1 3-129,0 1 134,5 2-134,0 4 115,3 2-147,0 3 155,0 2-141,-2 0 117,0-1-109,-2-5 106,3-5-106,3-8 125,-47-17-102,0 0 1,8 0 29,-3-2 75,27-3-75,37-11-59,7-11 115,6-10-128,1-9 149,2-6-138,-1-3 136,1-2-134,-4 2 152,0 1-157,-2 2 142,1-1-156,-1 2 158,1-2-160,-1 0 142,-1-1-118,-3 3 128,-3 2-131,-5 5 134,-3 5-115,-6 6 109,-1 7-144,-4 5 155,2 5-141,0 4 136,4 4-153,1 3 140,2 5-118,1 3 109,1 3-106,-3 4 143,0 1-116,-3 2 148,0 0-116,0 0 148,0 1-154,0-1 142,1 2-81,0-1 155,-2 2-24,-3 0 126,-3 1-86,-3 3 51,-1 3-88,-3 1 5,3 3-118,4 0 49,5-2-134,4 0 73,8-3-121,2 0 32,5-2-13,1 0 94,3 0-121,1 0 190,2 0 18,2 0 1,5 0-84,0-2 102,6-4-165,2-4 66,4-5-117,0-6 104,0-4-90,-3-4 100,-5-2-103,-7-2 106,-5-1-106,-8-3 106,-2-3-218,-3-4 120,0-3-193,-2-3 126,3-3-136,-2 0 205,-1-1-98,-4 1 202,-2 3-109,-5 2 115,-3 4-104,-3 5 87,-1 3-138,0 3 40,3 1-165,2 0 136,3 1-142,0 0 189,-2 1-111,-5 3 205,-5 4-112,-7 3 134,-5 3-129,-6 4 115,-4 3-240,-5 2 125,-1 3-213,-1 1 168,0 4-131,1 1 243,4 3-13,1 1 162,2 1-109,3-2 118,3-3-182,1-5 53,4-7-133,2-6 144,2-6-160,-1-4 160,-1-3-48,-4 0 166,-1 1-25,-2 1 129,-1 3-124,0 0 44,1-1-182,2-1 29,3-2-112,2-2 118,2-1-134,-2-1 59,-3 0-579,-7 1-192,-9 1-2518,-12-2 936,-9 3-6151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5:41.848"/>
    </inkml:context>
    <inkml:brush xml:id="br0">
      <inkml:brushProperty name="width" value="0.35" units="cm"/>
      <inkml:brushProperty name="height" value="0.35" units="cm"/>
      <inkml:brushProperty name="color" value="#BB5B18"/>
      <inkml:brushProperty name="inkEffects" value="bronze"/>
      <inkml:brushProperty name="anchorX" value="-29806.78906"/>
      <inkml:brushProperty name="anchorY" value="1006.15796"/>
      <inkml:brushProperty name="scaleFactor" value="0.5"/>
    </inkml:brush>
  </inkml:definitions>
  <inkml:trace contextRef="#ctx0" brushRef="#br0">190 2705 5907,'0'0'0,"-5"4"1664,-10 6 524,-6 3-2110,-5 5 578,-3 4-413,2 0 53,2-2-83,5-7 38,20-13-243,-1 0 0,1 0 0,-1 1 0,0-1 0,1 0 0,-1 0 0,0 0 0,0 1 0,1-1 0,-1 0 0,0 0 0,0 0 0,1 0 0,-1 0 0,0-1 0,1 1 0,-1 0 0,0 0-8,0-2 10,0 1 1,1 0-1,-1 0 0,0 0 1,1 0-1,-1 0 0,1 0 1,-1 0-1,1 0 0,0 0 0,-1 0 1,1 0-1,0 0 0,0-1 1,0 0-11,-1-37 53,6-23 6,5-19-46,7-17 27,2-9-48,6-11 88,4-6 11,5-9 37,5-7-43,9-13 54,9-7-91,9-8 8,5-2-61,4-2 31,-2 6-31,-1 8 45,-4 12-51,-3 13 54,-2 18-72,-1 16 58,-2 18-37,-40 58 29,19-18-21,19-7-5,-2 12 8,-2 12-41,-1 12 12,-4 10-62,-42 4 77,0-1 0,-1 0 1,1 1-1,-1 0 0,6 2 11,-7 0-11,1-1 0,-1 0 0,0 0 0,0 1 0,0 0 0,3 3 11,-3-1-6,0 1 1,0-1 0,0 1-1,-1 0 1,4 6 5,-2 1 0,-1-1 0,1 1 0,1 10 0,11 65 69,-4 18 3,-3 18 80,1 11-74,1 12 63,4 4-111,3 5 50,2 2-75,5 5 38,3 0-33,6 0 65,5-5-19,9-8 27,5-14-43,-29-85 32,12 17-72,-16-32 5,24 27-5,-25-36 12,1-3 0,7 6-12,-9-11 17,2-1 1,10 7-18,-15-13 22,1-2 0,0 0 1,6 1-23,-8-4 19,0-1 1,1-1-1,11 3-19,-13-6 35,-1 0 0,2-1-1,-1-1 1,4 0-35,-3-1 29,0 0 1,0-2-1,0 0 0,1-1-29,3-1 55,-1-2 1,-1 0-1,9-4-55,0-1 49,-1-2 0,8-6-49,0-2 139,22-19-139,34-35 32,3-16 30,-2-13-70,1-14 34,-1-10-31,-2-12 26,-4-3-26,-1-5 45,-3 3-32,-3 3 29,-3 8-26,1 7 26,-2 11-45,1 5 51,0 6-35,4 5 11,0 6-22,2 6 24,-2 11-63,-1 14 36,-55 47-12,0 1-1,5-1 19,-14 9-16,1 1 0,0 0 0,12-3 16,-16 6-9,0 1 0,0 0 0,0 1 0,0 0 0,2 1 9,-3 0-10,0 1 0,0 0 1,0 0-1,0 1 1,5 2 9,-4-1-3,1 1 0,-1 0 1,0 1-1,5 4 3,-2-1-7,-1 0 0,0 1 0,7 7 7,-2 0-8,-1 0 0,6 8 8,33 46 2,0 13-23,-1 14 8,-1 11-3,0 14 18,-1 10-4,1 11 20,0 7-23,3 6 45,1-1-32,2-2 29,0-8-26,2-8 64,-1-13-19,1-14 26,2-15-42,-43-70-4,0-1 0,6 5-36,-11-15 2,1 0 0,0 0 0,7 3-2,-9-9 10,-1 0 1,1-1 0,0 0-1,8 1-10,-8-3-2,0-1 0,0-1 0,0 0 0,12 0 2,-10-3 6,0 0 0,0-1 0,0-1 0,9-2-6,-4 0-1,-1-1-1,1-2 0,11-4 2,-5-1 1,-1-1 1,19-13-2,-12 4-10,-1-1 1,3-4 9,7-10 5,19-23-5,44-55 16,2-21-2,1-17 20,2-15-23,1-5 8,2-4-3,0 6 0,0 6-19,-3 14 24,-2 12 30,-6 15-64,-2 14 40,-7 18-33,-4 17 9,-61 54-41,27-14 38,-36 25-2,-1 0-1,1 2 0,5-1 3,-9 3-12,0 2 0,1 0-1,14-1 13,-16 4-12,0 0 0,-1 1 0,1 0 0,6 2 12,-4 1-9,0 0 0,0 0 0,13 6 9,-9-1-11,-1 0-1,0 2 1,2 1 11,6 5-16,-1 2 0,2 2 16,11 10 5,9 12-5,41 43 13,6 14 38,2 5-27,3 8 29,0 2-26,1 3-30,-2-3-533,1-1-598,0-6 1276,5-7-3757,2-12 1878,-21-21-7191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5:54.398"/>
    </inkml:context>
    <inkml:brush xml:id="br0">
      <inkml:brushProperty name="width" value="0.35" units="cm"/>
      <inkml:brushProperty name="height" value="0.35" units="cm"/>
      <inkml:brushProperty name="color" value="#AE198D"/>
      <inkml:brushProperty name="inkEffects" value="galaxy"/>
      <inkml:brushProperty name="anchorX" value="-40299.17188"/>
      <inkml:brushProperty name="anchorY" value="1323.73767"/>
      <inkml:brushProperty name="scaleFactor" value="0.5"/>
    </inkml:brush>
  </inkml:definitions>
  <inkml:trace contextRef="#ctx0" brushRef="#br0">12912 1116 6675,'0'0'0,"-1"-12"1009,-2-23 709,1-17-2612,-1-19 902,-2-10-264,-6-5 152,-5 5 266,8 58-36,1 0-1,-5-6-125,4 12 98,-1-1-1,-9-12-97,7 13 135,0 2-1,-12-12-134,-29-27 158,-9 3-6,-3 0-171,-3-2 62,-1 0-48,1 1 119,3 3 4,1 6 79,1 6-34,-2 9-22,-2 10-141,-6 9-18,-2 9-62,-4 10 26,-2 8-12,0 11 95,2 6-26,0 9 69,3 6-72,2 6 61,3 3-56,2 5 54,4 2-72,1 3 39,2 3-31,1 2 26,0 0-63,0 1 111,0-3-53,0-4 37,1-8 11,2-6 16,2-10-58,2-10 92,3-11-9,2-11 97,1-10-42,0-10 112,-1-8-85,-3-7-8,-1-6-91,-4-4 3,-2-4-102,-4-2 62,0-4-81,-1-2 41,0-3-14,-1 1 3,1-1-37,-3 2 48,0 3-35,-5 2 29,-1 3-8,-3 3 97,-2 5-46,-2 5 37,0 6-45,-2 6 14,2 6-81,-1 5 3,0 6-43,-2 5 46,0 5-35,-3 6 66,2 5-36,-3 6 31,4 7-8,0 9 22,4 8-43,1 8 32,5 3-11,1 3 22,2-3-24,0-2 26,2-4-26,-1-3 45,1-5-51,2-3 35,0-2-29,1-3 26,0-2-26,1-4 26,0-5-45,2-7 32,0-8-29,47-16 23,-1 0-1,0-1 1,-1 0-2,3-1-642,0-1 0,0 0 0,-6-2 642,5 0 183,0 0 0,0-1 1,-3-2-184,-40-21-294,-1-10 299,3-7-45,0-9 1956,3-6-2484,0-7 845,2-4-280,0-6 22,0-1-6,1 0 22,1 4-24,-2 4 26,-1 8-26,-1 8 26,-1 7-26,-2 7 26,-2 6-45,-4 5 32,-1 5-29,-4 3 8,-2 5-3,-3 3-19,-1 6-13,-3 8 40,1 5-51,-2 9 54,0 7-35,-1 5 48,0 5-32,-1 5 48,2 3-51,-1 5 35,3 4-48,1 6 51,3 2-35,3 3 48,3-2-51,3-4 54,3-7-35,1-7 29,1-8-7,0-8 20,2-6-60,0-8 74,1-6-80,2-8 80,1-7-43,-2-6 70,1-6-38,-2-6 32,0-4-63,-2-6-1,0-7-58,-1-6-25,0-4-34,-1-3 24,1 2-10,-1 2 20,1 6 14,-2 9 35,0 9 10,-2 9 19,-2 11-21,-3 9 26,-3 6-26,-3 8 26,-1 5-45,-2 6 32,0 6-29,1 8 26,1 6-26,2 7 26,2 2-7,3 4 20,3-1-23,3-3 26,2-5-26,2-5 26,2-6-26,1-4 26,2-6-26,0-3 26,1-3-7,1-3 39,3-4-48,2-5 35,2-5-29,1-7 8,0-6-22,-3-8 43,0-5-13,-3-5 5,0-2 0,-2-3 0,1 1-38,-2-3 30,-1-1-29,0-2 8,0-4-3,0-3 18,3 0-42,-1 1 32,0 5 8,-2 7-2,-1 8 2,-5 10 37,-1 7-29,-2 8 30,2 5-65,1 6 38,3 4-51,3 5 32,2 5-30,1 6 102,-2 3 8,-3 3 96,-3-1-21,-1-3-248,3-6-430,45-27-222,0 1 0,0-1 0,0 0 0,-7 2 737,-21 1-10940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6:20.423"/>
    </inkml:context>
    <inkml:brush xml:id="br0">
      <inkml:brushProperty name="width" value="0.35" units="cm"/>
      <inkml:brushProperty name="height" value="0.35" units="cm"/>
      <inkml:brushProperty name="color" value="#B4C3DA"/>
      <inkml:brushProperty name="inkEffects" value="silver"/>
      <inkml:brushProperty name="anchorX" value="-26540.55273"/>
      <inkml:brushProperty name="anchorY" value="2263.60938"/>
      <inkml:brushProperty name="scaleFactor" value="0.5"/>
    </inkml:brush>
  </inkml:definitions>
  <inkml:trace contextRef="#ctx0" brushRef="#br0">251 387 3474,'0'0'0,"-5"2"1424,-7 4 113,-6 3-1022,-5 2 37,-3 3-197,-4 1-94,0 0 28,1 0-132,2-3 91,6-3-144,4-6 59,17-3-162,-1 0 0,1 0 0,-1 0 1,1 0-1,0 0 0,-1 0 0,1 0 0,-1 0 0,1 0 1,-1 0-1,1 0 0,0 0 0,-1 0 0,1 0 0,-1 0 1,1-1-1,0 1 0,-1 0 0,1 0 0,0 0 0,-1 0 1,1-1-1,0 1 0,-1 0 0,1 0-1,-3-10 120,9-7-125,7-7 90,11-6-122,9-4 146,8-2-138,6-1 192,4 2-150,1 4 142,0 3-115,0 5 72,3 1-134,5 1 113,7-2-149,8-3 116,9-2-111,3 2 125,0 3-168,-4 7 163,-70 14-87,1 1 1,0 0 0,0 0-1,4 0 20,-11 2 19,1-1 0,0 0 0,-1 1 0,1-1 0,-1 1 0,1 1 1,0-1-20,-2 0 6,-1 1 1,0-1 0,1 1-1,-1 0 1,0-1 0,-1 1-1,1 0 1,3 3-7,-3-3 36,0 1 0,0 1-1,0-1 1,-1 1 0,0-1 0,0 1 0,-1 0-36,4 3 54,-1 0 0,-1 0 0,3 8-54,12 24 291,-3 4-144,1-1 45,4 0-128,3-2 107,5-1-131,4-2 93,4-1-141,4-2 134,4-3-156,3-5 102,3-5-106,-40-17 57,1-1 0,0 0 0,5 1-23,-7-2-9,-1-1-1,1 1 1,-1-1 0,8 0 9,-6-1 22,1 0 0,-1 0 0,0-1 0,3 0-22,1-1-8,1 0 0,-1-1 0,4-1 8,55-14 104,6-6-131,2-6 115,2-3-72,-2 0 40,-3 0 64,-6 1 94,-6 2-97,-5 3 75,-4 2-59,-3 2-39,1 2-121,1 1 105,1-1-153,0 2 155,-1 0-141,-3 4 135,-2 3-132,-5 6 132,-3 5-151,-5 5 138,-2 5-117,-4 2 128,-2 4-130,-2 2 132,-2 3-132,0 1 132,1 2-114,1 2 128,1 1-149,-1 0 157,2 1-160,-1-2 141,0 0-135,-2-3 114,3-2-110,1-2 108,4-2-108,5-3 108,6-3-108,5-5 108,5-4-108,3-5 108,6-6-126,1-2 130,2-5-132,2-3 151,1-2-157,1-3 160,2-1-141,1-2 135,3 2-132,-3 1 132,0 3-114,-5 5 91,-4 4-83,-7 3 99,-3 4-123,-4 2 130,-1 1-114,-2 2 110,1 0-145,-1 2 136,2 1-135,0 3 132,0 4-114,0 4 128,-2 3-112,-3 3 128,-2 2-93,-4 2 104,-1 1-105,-2 0 145,0 2-136,0 0 117,2 0-147,1 0 137,2-3-174,1-4 144,2-3-139,1-6 134,4-4-153,3-5 158,6-4-160,2-5 160,6-6-160,1-4 160,5-5-141,1-4 136,4-1-134,-1 0 134,-1 0-134,-4 3 152,-4 3-157,-9 4 142,-6 4-118,-6 3 109,-5 4-125,-5 3 112,-1 3-109,-3 2 125,0 1-150,-4 2 140,0 3-137,-5 3 152,-3 2-119,-2 4 130,-1 3-94,0 2 124,2 1-148,3 2 121,5 0-112,2 1 69,5 0-96,1-1 26,2 0-28,1-2 116,4-4-127,1-4 98,5-5-10,4-6 2,-41-3-49,1-1-1,-1 0 1,3 0 20,48-8 77,7-7-138,5-5 136,6-5-134,3-2 134,1-2-97,0-1 161,0 0-102,-2 2 54,0 0-51,-3 1 70,1 2-153,-3 2 120,-1 0-58,-4 2 16,0 1-78,-5 3 115,-4 2-149,-6 5 138,-6 5-117,-7 5 109,-5 6-106,-6 3 125,-4 4-131,-5 3 134,-2 4-115,-3 2 147,-1 4-137,-1 2 156,1 1-158,0 0 122,3 1-148,3-3 135,5-3-154,3-3 138,4-3-136,2-3 153,4-4-158,2-2 160,3-2-160,1 0 160,5-2-179,2-3 166,4-1-163,4-4 160,5-5-142,6-6 137,8-5-115,4-5 109,7-3-106,1-1 125,1 0-131,-4 2 134,-2 2-134,-8 4 153,-5 4-158,-8 3 141,-3 4-136,-5 2 134,-1 4-152,-2 2 138,1 3-154,-2 4 138,-1 3-117,-3 3 128,-3 5-131,-4 3 153,-4 4-121,-2 1 112,1 1-106,2-2 106,5-2-162,5-5 160,-38-12-115,-1-1 0,14 2 48,38 1 26,6-5-92,4-5 138,5-3-134,3-2 156,5-1-158,0 1 141,4 2-304,-1 2-304,5 1-2763,-1-1 1370,-18 1-7826</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7:25.960"/>
    </inkml:context>
    <inkml:brush xml:id="br0">
      <inkml:brushProperty name="width" value="0.35" units="cm"/>
      <inkml:brushProperty name="height" value="0.35" units="cm"/>
      <inkml:brushProperty name="color" value="#DA0C07"/>
      <inkml:brushProperty name="inkEffects" value="lava"/>
      <inkml:brushProperty name="anchorX" value="-40716.37891"/>
      <inkml:brushProperty name="anchorY" value="1545.14148"/>
      <inkml:brushProperty name="scaleFactor" value="0.5"/>
    </inkml:brush>
  </inkml:definitions>
  <inkml:trace contextRef="#ctx0" brushRef="#br0">7 2850 4402,'0'0'0,"-1"-5"1617,-1-12 130,0-13-1456,1-15 163,1-13-428,2-9 68,2-6-86,1-3 88,1-4 29,3-7 51,2-9-26,7-16 12,8-16-76,9-19-54,8-13-27,8-13 0,4-3-5,3-1 19,2 7-24,1 5 7,2 12-2,0 12 38,-2 15-49,-3 17 72,-8 22 35,-9 24 67,-11 23 5,-28 38-145,-1 1-1,1-1 1,-1 1-1,1-1 1,-1 1 0,1 0-1,0 0 1,-1-1-1,1 1 1,0 1-1,1-2-22,-2 2 6,0 0 0,-1 0-1,1 0 1,-1 0-1,1 0 1,-1 0 0,1 0-1,0 0 1,-1 0-1,1 0 1,-1 0-1,1 0 1,-1 0 0,1 1-1,-1-1 1,0 0-1,1 0 1,-1 1 0,1-1-1,-1 0 1,1 1-1,-1-1 1,0 0 0,1 1-1,-1-1 1,0 1-1,1-1 1,-1 0 0,0 1-1,0-1 1,1 1-6,11 27 181,1 16-95,4 14 4,8 8-82,6 9 0,6 7-5,7 9-22,3 9-13,2 12 3,0 12-3,0 14 37,-2 9-10,0 12 42,0 2-29,4 3 30,5-7-28,8-6 28,4-12-46,7-10 50,2-14-15,3-10 61,3-11-16,3-10 27,2-13-6,-57-50 3,32 17-96,-37-26 30,0-1-1,19 6-29,-25-12 23,1 0 0,-1-1 0,21 1-23,-21-5 2,-1 0 0,1-1 0,0-1 0,7-2-2,-3-1 21,0-1-1,-1-1 1,18-9-21,-10 3 2,-1-2 1,24-16-3,-16 5 20,0-1 0,3-6-20,9-10 11,16-21-11,49-63 37,-5-14-26,-1-13 7,-3-5-2,1-7-18,0-1 23,2-6-8,-1-1-15,5-5 4,0 5-2,1 3 0,-4 13 0,-4 14 19,-10 21 13,-9 20-40,-12 24-5,-53 59 15,0 2 1,1-1-3,-12 11-20,1 1 1,0 0-1,11-5 20,-16 9-13,0 0 1,-1 1-1,1 0 0,0 0 0,-1 1 0,7-1 13,-7 1-5,-1 1-1,0 0 1,1 0 0,-1 1-1,1 0 1,-1 0 0,5 1 5,-3 0-9,-1 0 0,1 1 0,-1 0 0,0 0 0,0 0 0,3 3 9,1 1-16,0 1 0,-1-1 0,8 10 16,-2-1-14,-1 1-1,4 7 15,27 49-53,-1 21 45,-4 17-32,-4 20 48,-6 14-14,-4 16 44,-1 7-12,-2 7 25,2-2-43,3 3 32,3-4-48,5 0 32,4-4-29,6 1 7,3-7-2,5-6 0,3-14-37,4-13 29,-33-77-29,8 5 37,-16-27 4,2-2 0,5 5-4,-10-14-3,1 0 0,18 12 3,-21-19 13,0-1-1,1-1 1,14 7-13,-15-9 6,0-2 1,0 0 0,1 0-1,2-1-6,-3-2 13,1 0 0,0-1-1,-1 0 1,8-1-13,-4-1 3,1-1-1,-1-1 1,12-2-3,-9-2 20,-1 0-1,0-1 1,10-5-20,-4-1-7,0 0 0,18-14 7,-10 2 23,-1 0 0,2-5-23,10-12 8,15-19-8,52-69 18,4-18-39,7-15 66,2-7-58,6-6 37,1 3-48,2 0 51,-1 6-54,2 0 54,-2 5-54,2 3 54,-4 11-35,-2 11 29,-8 18-45,-7 20 51,-72 66-54,16-7 27,-37 26-5,2 0-1,19-7 6,-30 16 6,-1 0-1,1 1 0,0 1 1,13-3-6,-18 5 23,-1 1-1,1-1 1,-1 1 0,1 1 0,-1-1 0,1 1 0,6 2-23,-7-2 23,0 1 0,0 1-1,0-1 1,0 1 0,0 1 0,-1-1 0,5 4-23,-1 0 52,0 0 0,0 1 0,-1 0 0,7 9-52,3 2 101,-2 1 1,2 6-102,39 53 189,0 7-144,4 5 3,-1-1-48,1 1 25,0 0-31,3 6-10,1 7 3,6 12-3,2 14-19,7 14-125,3 9-245,6 8 863,4-4-3574,5-11 2161,-18-33-8648</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7:43.275"/>
    </inkml:context>
    <inkml:brush xml:id="br0">
      <inkml:brushProperty name="width" value="0.35" units="cm"/>
      <inkml:brushProperty name="height" value="0.35" units="cm"/>
      <inkml:brushProperty name="color" value="#FF4E00"/>
      <inkml:brushProperty name="inkEffects" value="rainbow"/>
      <inkml:brushProperty name="anchorX" value="-51782.84375"/>
      <inkml:brushProperty name="anchorY" value="1108.50049"/>
      <inkml:brushProperty name="scaleFactor" value="0.5"/>
    </inkml:brush>
  </inkml:definitions>
  <inkml:trace contextRef="#ctx0" brushRef="#br0">10917 1545 6051,'0'0'0,"-2"-1"1857,-3-4 429,-5-2-1896,-1-3 26,-3-3-80,-1-2-269,-1-5 74,0-4-181,-2-7 139,2-7-179,-1-7 144,-1-8-139,-1-8 115,-3-5-147,-5-6 137,-4-4-118,-7-2 128,-6 0-94,-8 0 142,-4 3-77,-8-1 138,-5 4-93,-7 2 70,-2 6-132,-6 6 94,0 11-144,52 33 96,-21-8-40,27 14 14,-1 0-1,-3 1-13,8 3 33,0 1 1,-17 0-34,20 3-12,-1 0 1,0 2-1,0 0 12,1 2 24,0 0 0,1 0 0,-5 4-24,3-1-19,0 1 1,-16 10 18,12-5-12,2 2 0,-7 5 12,2 0-30,-18 20 30,-25 33 43,4 8-96,5 10 69,6 5-96,2 7 101,6 2-88,1 1 83,3-2-61,-1-3 93,0-4-101,-2-3 125,0-3-131,-2-3 134,0-7-134,2-6 115,2-10-91,1-12 102,2-11-104,2-13 50,33-26-25,0 0 1,0 0-1,1-1 0,-1 0 0,-5 1 12,6-2 8,1-1 0,-1 1-1,0-1 1,0 0 0,0 0-1,0 0 1,0-1-8,-1 0-6,0 0-1,1 0 1,-1-1 0,1 0 0,0 0-1,-2-1 7,-2-2 26,1 0 0,0 0 0,0-1 0,-2-1-26,-36-35 46,-6-14 133,-5-9-129,-5-10 81,-4-4-155,-2-3 117,1-2-133,0-3 94,0-1-86,1-4 80,0-2-80,-3-3 98,0 2-103,-3-3 88,-4 1-102,-4-4 86,-1 0-83,-5-2 42,0 5-68,-4 8 130,-1 12-59,59 55 134,-30-17-131,35 25 29,0 2 0,-14-5-29,15 8 99,-1 2 0,-18-4-99,18 6 15,-1 1-1,-13 1-14,10 1 60,0 3 0,-3 1-60,-3 0-21,-21 6 21,-38 13 72,4 9-125,58-15 34,-23 14 19,27-11-63,1 2 1,0 1 62,0 3-41,1 1 1,0 3 40,-2 4-173,-21 28 173,15-11-112,-5 12 112,-33 58-171,1 10 110,3 2-51,-1 1 93,2-5-42,1-7 90,3-11-61,3-12 78,4-12-79,3-13 82,3-11-82,2-10 82,3-8-81,0-7 98,0-8-84,-1-10 82,38-15-73,0 0 0,1-1 1,-1 0-1,-1 0 9,1-2 17,0 1 1,1-1-1,-1-1 0,-4-1-17,4 0-4,0-1-1,-1 0 0,1 0 1,-2-2 4,-1-2 21,0 0 0,0 0 1,-2-4-22,-38-36-16,-2-12 98,1-7-103,-3-9 88,-3-4-83,-4-6 80,-3-3-118,-6-4 129,-3 0-96,-2 1 85,-1 6-99,-2 7 86,2 9-121,-2 9 110,-1 9-90,-3 8 82,-2 9-43,-4 7 88,2 9-61,0 9 78,4 8-116,2 10 92,5 8-124,2 9 92,4 8-105,0 10 86,3 7-83,1 8 80,4 5-62,4 4 76,6 2-60,3 2 57,4-2-72,3-2 95,1-2-103,-1-5 106,-1-5-87,-4-5 100,-3-5-84,-4-6 82,-1-5-99,0-4 104,3-2-87,2-4 119,3-3-90,3-2 141,2-5-115,3-7 113,3-7-164,-1-10 105,2-10-166,-2-11 102,-1-9-128,-2-9 109,-1-9-128,-4-10 130,0-6-114,0-10 128,0-5-93,2-4 122,3 2-109,0 5 110,2 11-89,0 12 83,-1 13-99,32 42 75,1 0 0,-2 0 0,-5-4-24,7 7-5,0 0 0,0 0-1,0 1 1,-4-1 5,4 2 25,1 1 1,-1-1-1,-1 1 0,-5 0-25,-34-1-26,-2 11 114,-2 8-128,0 10 74,2 12-79,37-25 61,1 0 0,-10 14-16,9-9-24,1 1 0,-6 13 24,4-1 32,-10 26-32,-10 45-48,5 9 99,4 1-86,5-6-141,4-15-240,7-16-262,5-17-229,7-16-1908,1-14 964,1-12-4813</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7:55.346"/>
    </inkml:context>
    <inkml:brush xml:id="br0">
      <inkml:brushProperty name="width" value="0.35" units="cm"/>
      <inkml:brushProperty name="height" value="0.35" units="cm"/>
      <inkml:brushProperty name="color" value="#AE198D"/>
      <inkml:brushProperty name="inkEffects" value="galaxy"/>
      <inkml:brushProperty name="anchorX" value="-40031.125"/>
      <inkml:brushProperty name="anchorY" value="1943.83594"/>
      <inkml:brushProperty name="scaleFactor" value="0.5"/>
    </inkml:brush>
  </inkml:definitions>
  <inkml:trace contextRef="#ctx0" brushRef="#br0">14044 768 5859,'0'0'0,"-1"-2"1472,1-7 524,1-6-1999,2-10 230,0-9-64,1-7-193,-3-3 140,-4-2-81,-4 3 137,-6 4-94,-5 5 106,-7 2-159,-4 2 48,-5-3-225,-1-5 78,-4-7-165,-2-4 151,-5-1-143,-5 1 229,-7 8-85,42 33 134,0 0 1,-1 1 0,0 0-42,0 2 4,1 0 1,-1 1-1,-8 0-4,4 1 103,-1 1 0,-16 1-103,-48 6 80,-1 8 99,2 4-158,5 1 120,6 0-189,8 1 128,5 1-154,5 4 135,3 5-136,2 6 153,1 6-158,2 5 160,1 5-160,4 1 160,3 0-179,6-3 184,5-4-167,4-7 143,2-5-117,0-5 147,-4-2-99,-5-2 162,-5 1-138,-4-1 158,-1-2-158,2-4 104,3-4-144,4-6 133,4-6-79,2-5 172,1-7-47,0-4 152,-2-3-112,-2-2 95,-4-3-193,-1 0 55,-4 0-155,-1-2 75,-3 0-123,-2-2 107,-2 1-128,-1-1 150,-3 1-140,-1 2 156,-3 1-84,1 0 140,-3-1-94,0-2 106,-2-3-122,1-3 75,0-2-136,-1-1 74,-1 2-119,-1 3 106,-5 5-91,-2 5 102,-3 5-86,-1 5 139,0 4-115,2 3 113,0 1-126,2 2 112,-1 2-128,0 2 112,-1 5-110,1 3 89,1 6-102,1 5 105,2 7-108,3 5 108,3 4-108,6 1 108,3 3-108,3-1 108,2 2-108,2 0 108,-2 2-126,1-1 149,2 0-138,1-1 135,2-1-114,3-2 110,1-3-108,2-5 89,2-7-120,2-8 127,2-11-132,25-8 80,0 0-1,-1 0 1,1 0 0,0 0 0,0-1 0,-1 1 0,1-1 0,0 1-1,0-1 1,-1 0-6,-22-15-56,-1-10 166,-1-10-105,0-4 147,-2-4-133,-1-1 117,-2-3-147,-3-1 99,-3-4-125,-2-2 109,-3-2-128,-2 1 131,-3 0-153,-1 2 158,-3 3-141,-4 4 117,-4 4-109,-3 6 50,-4 5-34,-3 6 119,-2 5-127,0 3 117,0 3-53,3 3 15,0 4-114,1 5 126,0 5-118,-1 7 128,-2 6-131,-2 6 152,-2 4-138,-1 3 136,-1 2-115,1-1 90,1 0-100,1 0 103,2 1-125,1-1 149,0 0-138,1-1 136,-3 2-153,-1 0 158,0 3-160,3 1 160,1 3-160,5 0 160,4 0-141,6-2 117,3-3-91,4-4 121,3-4-110,2-6 109,1-4-106,2-6 106,1-4-144,1-3 137,1-3-100,0-1 142,0-2-96,0-2 126,-1-3-129,-1-4 134,-2-4-190,0-5 131,-2-5-136,-3-4 112,-4-4-146,-6-2 154,-6-3-142,-4 1 137,-7-1-134,-2 1 134,-3 2-134,-1 2 115,-3 3-128,-2 4 131,-2 5-115,-2 5 109,-4 5-106,1 4 106,-1 6-125,1 6 131,-3 6-134,1 5 134,-3 7-134,-1 6 153,-2 6-158,1 2 141,2 5-136,3-1 134,2 2-115,5 0 109,1 0-87,5 1 100,2 1-122,5-3 131,3-1-134,3-4 115,4-4-109,3-3 125,1-3-131,3-4 134,0-2-134,2-3 134,2-3-134,2-5 115,3-5-90,3-5 82,2-5-99,2-6 123,1-5-131,1-5 115,-2-2-109,-1-3 125,-3-2-131,1-2 115,-4-3-109,1-1 106,-2-1-125,-2-1 150,-1 0-140,-1 1 137,-4 3-115,-1 1 109,-2 3-106,-1 3 106,-1 3-125,0 2 131,-1 2-152,1 2 157,-3 1-160,-1 2 141,-2 2-136,-1 2 153,-2 5-158,-1 8 141,-3 9-136,-1 9 134,-4 10-115,1 9 147,0 7-155,4 2 160,5 1-160,8-4 29,7-3-757,7-4 5271,4-6-9246,-2-9 6506,27-13-10216,0-3-722</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8:26.960"/>
    </inkml:context>
    <inkml:brush xml:id="br0">
      <inkml:brushProperty name="width" value="0.35" units="cm"/>
      <inkml:brushProperty name="height" value="0.35" units="cm"/>
      <inkml:brushProperty name="color" value="#0B868D"/>
      <inkml:brushProperty name="inkEffects" value="ocean"/>
      <inkml:brushProperty name="anchorX" value="-25141.33398"/>
      <inkml:brushProperty name="anchorY" value="2996.52148"/>
      <inkml:brushProperty name="scaleFactor" value="0.5"/>
    </inkml:brush>
  </inkml:definitions>
  <inkml:trace contextRef="#ctx0" brushRef="#br0">12525 714 4946,'0'0'0,"0"-1"1537,-2 0 373,1-2-1600,-3-14 984,-1-9-1124,-3-5-7,-1-1 32,-4-1-152,-1 1 53,-4-2-168,-4 0 120,-4-6-80,-3-1 40,-5-3-67,-2 1 150,-4 3-9,-1 3 84,-3 6 39,-1 4 89,-2 5-20,0 5-98,0 0-136,-1 1 70,-2-1-166,0-2 5,-3-1-8,-1 2 70,-4 5-96,-2 5 143,-4 9-116,0 7 130,0 6-112,2 4 128,3 3-150,6 2 121,4 2-131,4 3 131,5 6-134,2 5 134,1 5-134,1 3 152,-1 0-138,0-4 136,-1-3-134,0-7 134,0-6-134,2-4 134,1-3-134,1-4 134,2 1-134,0-1 115,1 1-109,1-2 125,1-3-112,2-3 128,1-5-131,1-3 153,2-4-121,2-1 131,-1-2-112,1-2 165,-1-3-141,-1-3 139,-2-5-134,0-3 97,-2-5-142,1 0 115,-4-2-150,-3 1 118,-5 0-94,-5 2 120,-6 1-109,-4 1 147,-3 1-136,-2-1 98,0 0-122,1 0 90,2-1-141,2 0 133,0 1-117,1 3 91,-1 3-102,-2 4 142,-3 4-136,-2 4 135,-1 4-114,0 3 128,-1 3-149,2 2 138,0 2-135,1 1 114,2 3-128,2 1 130,-1 3-132,3 4 132,-1 4-114,0 6 110,0 6-126,3 4 130,0 3-114,3 0 110,2-1-89,4-3 83,2-3-99,1-4 105,2-1-108,0-1 108,0-2-108,2-2 126,0-3-93,0-5 122,1-5-53,2-7 113,0-8-87,1-4 105,0-6-142,1-4 99,-1-2-125,1-2 90,-2 0-122,-1 0 109,0-2-128,-1 1 112,-2-2-128,-1-1 112,-1-2-128,-1-3 112,-3-2-147,0 1 155,-4 1-141,-3 5 154,-5 6-138,-2 8 154,-5 5-138,-2 6 154,-1 5-157,1 1 142,2 0-137,4-2 134,1-3-115,3-4 109,2 0-106,2 0 143,-2 1-154,1 4 142,-1 4-137,1 2 115,0 4-128,1 1 112,2 3-128,0 2 150,2 1-158,0 1 160,0 2-160,1 1 160,-2 0-142,-2 0 118,-1-2-109,-2-1 125,-4-1-131,1-1 115,-3 0-109,1-1 106,-2 1-106,2-2 106,-1 0-69,2-2 134,-1-3-113,4-5 150,1-6-155,2-5 122,1-5-167,0-6 122,1-5-151,0-3 135,1-2-117,2-1 109,2-2-125,3-1 131,0-1-115,2-3 128,-1-3-131,1-1 134,0-3-152,-3 0 138,-3 0-136,-3 5 115,-4 3-109,-5 5 125,-3 6-93,-2 5 103,-2 6-103,2 3 106,0 3-125,2 4 112,0 2-109,2 2 88,-2 2-102,0 2 142,-1 3-155,-1 2 160,-2 2-142,1 0 137,-1 2-152,2 0 138,0 1-117,3 1 128,0 2-149,0 1 138,-1 2-98,1 2 85,-2 0-118,0-2 148,0-1-140,1-5 118,2-4-90,4-5 100,2-5-122,4-4 131,2-3-115,3-3 109,1-1-125,2-1 131,1-3-152,1-1 138,-2-3-136,0-1 134,-3-4-134,-2-2 153,-3-3-140,-1-1 137,-1 0-134,0 0 134,0 0-134,1 2 134,0 2-152,-1 2 138,0 4-136,-1 2 115,-2 4-109,-1 3 125,-3 4-112,-1 5 109,-2 5-106,0 4 125,0 6-131,0 4 115,2 5-109,1 5 106,0 4-125,2 1 150,-1 2-158,1-4 197,0-3-133,0-6 174,-1-4-142,1-7 157,1-5-138,0-5 98,-1-4-104,3 0 86,-2-1-120,0 2 90,-1 4-122,-1 3 109,-1 4-128,0 2 112,-1 3-147,2 2 6,1 0-734,5-2-134,3-2-399,5-4-1935,9-4-6730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8:45.146"/>
    </inkml:context>
    <inkml:brush xml:id="br0">
      <inkml:brushProperty name="width" value="0.35" units="cm"/>
      <inkml:brushProperty name="height" value="0.35" units="cm"/>
      <inkml:brushProperty name="color" value="#EEB3A6"/>
      <inkml:brushProperty name="inkEffects" value="rosegold"/>
      <inkml:brushProperty name="anchorX" value="-11770.25293"/>
      <inkml:brushProperty name="anchorY" value="3877.27637"/>
      <inkml:brushProperty name="scaleFactor" value="0.5"/>
    </inkml:brush>
  </inkml:definitions>
  <inkml:trace contextRef="#ctx0" brushRef="#br0">16397 774 3778,'0'0'0,"0"-6"1344,3-8 57,1-12-1062,2-11-366,2-12 62,-1-6-139,-1-4 88,-4 1 48,-6 5 176,-5 9-43,-7 6 102,-5 6-78,-6 1-103,-5 1-252,-3-4-236,-3-3-180,-3-4-53,-3 1 101,-3 3 276,-5 9 372,40 23 34,-1 0 0,0 1-1,-6-1-147,6 3 205,0 0-1,-1 1 1,-9 0-205,5 2 379,0 0 0,-14 3-379,-39 11 597,-2 7-29,3 5-293,2 2-3,8 0-208,7 0 24,8 0-133,5-1 48,5 0-41,2 1 28,-1 0-28,-2 1 46,-4 0-13,-6 3-14,-4 0-50,-4 3-24,-2 1-17,-2 0-18,1-2-16,-1-1 59,2-3-1,-2-2 78,1-1 19,-2-3 93,-2-2 16,-1-4 40,0-3-42,1-4 15,2-3-61,2-4-21,3-4-35,2-4 24,1-4-48,-1-3 32,1-1-30,-1 0 28,0-1-28,-2 0 46,1 2 43,1-2 83,2-3-1,2-2 102,1-4-43,2-3 19,1-2-115,-2-1 32,0 0-128,-3 0-6,-3 3-60,-5 1 28,-4 2-12,-4 1 20,-2 0 14,-1-1 16,2-1-21,0-1 26,2-1-26,0 0-11,2 2-35,-1 1-10,1 2-56,-4 3 31,0 4-12,-3 3 39,1 4 46,-1 3 26,2 3-21,2 4 48,2 4-51,1 4 54,0 3-72,-2 4 39,-1 5-31,-3 6 64,0 4-38,-1 5 70,3 3-38,3 0 33,4-2-46,4-4 13,4-5-61,2-3 53,0-5-55,-2-3 52,-1-2-34,-3 0 30,-1-2-46,-1-1 32,3-1-30,1-2 28,3-3-46,1-2 50,3-3-34,0-2 48,-1 0-13,-2-1 80,-2-1-41,-3 1 73,-3-2-56,0 0 18,-1-2-61,1-1 35,0-2-32,1-2 63,-1-2-18,-1 0 83,-1 0 16,-4 0 37,-1 0-43,-2 1 54,0-2-128,0-1 18,1-4-85,1-2-18,1-3-38,0-3 5,-1-1-5,-1-1 19,-2 0-43,-4 1 50,-2 2-34,-4 2 30,1 3-28,-2 1-28,3 3-12,0 0-55,2 3-6,0 1-2,0 2 53,-2 3 2,1 2 60,-1 2 4,1 3 4,0 2 2,2 1-19,1 2 43,3 0-51,1-1 54,2 0-35,-1-1 11,2 2-22,-2 1 24,1 3-26,0 3 45,1 3-51,0 4 35,1 0-10,-2 2 20,1-1-42,-2 1 51,-1-1-35,-1 0 29,0-1-26,1 0 45,1-1-51,1-1 35,2-2-10,0-2 2,1-2 0,1-2 18,-1-2-23,-1 0 26,0-1-7,1 0 20,2-1-23,1-1 45,3-2-13,-1-3-33,2-2 12,0-3-25,-1-3 6,-2-1-40,-1-1 47,-3-2-15,0-1 5,-2-2 56,2-2-16,-1-3 45,1-1 9,-2-3-1,0-1-34,-5-2-9,-1 0-18,-5-1-34,-1 0-30,-3-4 5,-1-1-42,-1-5 10,0-1-5,-2-4 19,-1 2 13,-4 1-3,-1 4 3,-5 5 19,0 5-25,-3 5 28,1 4-28,-1 3 28,1 1-9,-1 2 3,3 0-37,-1 2 29,4 2-30,1 3 9,2 4 16,-1 3 13,0 5-3,-1 2 3,1 2 19,-1 0-6,3 0-34,2-2 29,3 0-11,0 0 22,1 0-43,-2 0 32,0 2-11,-2 1 3,1 1-19,0 2 25,2 2-9,-2 0 22,1 2-43,-1 2 50,0 1-34,-1 1 11,2 0-3,-2 1 19,3-1-6,0-1 3,0-4 19,-1-3-6,1-6 22,-1-4-6,1-6 3,1-5 19,3-3-81,-2-5 6,-2-4-3124,15 0-8448</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5:13.235"/>
    </inkml:context>
    <inkml:brush xml:id="br0">
      <inkml:brushProperty name="width" value="0.35" units="cm"/>
      <inkml:brushProperty name="height" value="0.35" units="cm"/>
      <inkml:brushProperty name="color" value="#FF4E00"/>
      <inkml:brushProperty name="inkEffects" value="rainbow"/>
      <inkml:brushProperty name="anchorX" value="0"/>
      <inkml:brushProperty name="anchorY" value="0"/>
      <inkml:brushProperty name="scaleFactor" value="0.5"/>
    </inkml:brush>
  </inkml:definitions>
  <inkml:trace contextRef="#ctx0" brushRef="#br0">1 1146 3682,'0'0'0,"0"-1"1328,1-4 113,1-3-1153,3-2 56,2-2-192,3-3-157,1-3 101,2-4-173,1-3 141,3-4-158,2-2 102,6-6-162,8-4 100,9-7-202,10-6 187,11-5-137,8-2 172,6-2-86,3 0 197,4 1-109,1 0 189,3 0-143,1 0 159,3 1-157,-2 3 123,1 5-131,-5 8 131,-3 10-115,-4 10 128,-5 10-56,-55 13 8,0 1 0,11 1-104,-12 1 80,-1 0 0,13 4-80,30 11 291,-5 8-110,-2 8 94,-4 6-139,-2 3 21,0 4-141,-3 4 72,0 3-122,-4 1 106,0 2-16,-2 0 136,2-3-35,5-6 150,8-5-112,8-6 58,11-6-165,7-4 46,5 1-172,1 2 137,-1 4-142,-3 5 115,-2 6-128,-5 1 131,-1-1-152,-3-3 157,2-5-160,1-8 160,2-8-160,2-6 178,2-7-164,-3-5 143,1-2-136,-4-3 134,0-1-152,-1-4 138,2-5-136,2-9 153,5-9-158,4-11 160,6-10-142,2-6 137,5-6-134,1-2 134,0 1-134,-2 3 153,-1 3-158,-3 7 160,-2 5-160,-3 9 160,-2 6-142,-6 7 156,-2 4-121,-5 3 131,-2 3-130,-3 2 132,1 2-170,-1 4 107,-1 7-110,-2 4 123,-3 8-149,-5 7 157,-5 4-85,-3 4 138,-2 4-112,0 1 131,1-1-130,1-1 95,6-2-160,3-3 140,3-2-159,1-1 140,2 0-137,-3-1 115,0 2-91,-2 0 121,1 3-129,0 1 134,5 2-134,0 4 115,3 2-147,0 3 155,0 2-141,-2 0 117,0-1-109,-2-5 106,3-5-106,3-8 125,-47-17-102,0 0 1,8 0 29,-3-2 75,27-3-75,37-11-59,7-11 115,6-10-128,1-9 149,2-6-138,-1-3 136,1-2-134,-4 2 152,0 1-157,-2 2 142,1-1-156,-1 2 158,1-2-160,-1 0 142,-1-1-118,-3 3 128,-3 2-131,-5 5 134,-3 5-115,-6 6 109,-1 7-144,-4 5 155,2 5-141,0 4 136,4 4-153,1 3 140,2 5-118,1 3 109,1 3-106,-3 4 143,0 1-116,-3 2 148,0 0-116,0 0 148,0 1-154,0-1 142,1 2-81,0-1 155,-2 2-24,-3 0 126,-3 1-86,-3 3 51,-1 3-88,-3 1 5,3 3-118,4 0 49,5-2-134,4 0 73,8-3-121,2 0 32,5-2-13,1 0 94,3 0-121,1 0 190,2 0 18,2 0 1,5 0-84,0-2 102,6-4-165,2-4 66,4-5-117,0-6 104,0-4-90,-3-4 100,-5-2-103,-7-2 106,-5-1-106,-8-3 106,-2-3-218,-3-4 120,0-3-193,-2-3 126,3-3-136,-2 0 205,-1-1-98,-4 1 202,-2 3-109,-5 2 115,-3 4-104,-3 5 87,-1 3-138,0 3 40,3 1-165,2 0 136,3 1-142,0 0 189,-2 1-111,-5 3 205,-5 4-112,-7 3 134,-5 3-129,-6 4 115,-4 3-240,-5 2 125,-1 3-213,-1 1 168,0 4-131,1 1 243,4 3-13,1 1 162,2 1-109,3-2 118,3-3-182,1-5 53,4-7-133,2-6 144,2-6-160,-1-4 160,-1-3-48,-4 0 166,-1 1-25,-2 1 129,-1 3-124,0 0 44,1-1-182,2-1 29,3-2-112,2-2 118,2-1-134,-2-1 59,-3 0-579,-7 1-192,-9 1-2518,-12-2 936,-9 3-6151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5:41.848"/>
    </inkml:context>
    <inkml:brush xml:id="br0">
      <inkml:brushProperty name="width" value="0.35" units="cm"/>
      <inkml:brushProperty name="height" value="0.35" units="cm"/>
      <inkml:brushProperty name="color" value="#BB5B18"/>
      <inkml:brushProperty name="inkEffects" value="bronze"/>
      <inkml:brushProperty name="anchorX" value="-29806.78906"/>
      <inkml:brushProperty name="anchorY" value="1006.15796"/>
      <inkml:brushProperty name="scaleFactor" value="0.5"/>
    </inkml:brush>
  </inkml:definitions>
  <inkml:trace contextRef="#ctx0" brushRef="#br0">190 2705 5907,'0'0'0,"-5"4"1664,-10 6 524,-6 3-2110,-5 5 578,-3 4-413,2 0 53,2-2-83,5-7 38,20-13-243,-1 0 0,1 0 0,-1 1 0,0-1 0,1 0 0,-1 0 0,0 0 0,0 1 0,1-1 0,-1 0 0,0 0 0,0 0 0,1 0 0,-1 0 0,0-1 0,1 1 0,-1 0 0,0 0-8,0-2 10,0 1 1,1 0-1,-1 0 0,0 0 1,1 0-1,-1 0 0,1 0 1,-1 0-1,1 0 0,0 0 0,-1 0 1,1 0-1,0 0 0,0-1 1,0 0-11,-1-37 53,6-23 6,5-19-46,7-17 27,2-9-48,6-11 88,4-6 11,5-9 37,5-7-43,9-13 54,9-7-91,9-8 8,5-2-61,4-2 31,-2 6-31,-1 8 45,-4 12-51,-3 13 54,-2 18-72,-1 16 58,-2 18-37,-40 58 29,19-18-21,19-7-5,-2 12 8,-2 12-41,-1 12 12,-4 10-62,-42 4 77,0-1 0,-1 0 1,1 1-1,-1 0 0,6 2 11,-7 0-11,1-1 0,-1 0 0,0 0 0,0 1 0,0 0 0,3 3 11,-3-1-6,0 1 1,0-1 0,0 1-1,-1 0 1,4 6 5,-2 1 0,-1-1 0,1 1 0,1 10 0,11 65 69,-4 18 3,-3 18 80,1 11-74,1 12 63,4 4-111,3 5 50,2 2-75,5 5 38,3 0-33,6 0 65,5-5-19,9-8 27,5-14-43,-29-85 32,12 17-72,-16-32 5,24 27-5,-25-36 12,1-3 0,7 6-12,-9-11 17,2-1 1,10 7-18,-15-13 22,1-2 0,0 0 1,6 1-23,-8-4 19,0-1 1,1-1-1,11 3-19,-13-6 35,-1 0 0,2-1-1,-1-1 1,4 0-35,-3-1 29,0 0 1,0-2-1,0 0 0,1-1-29,3-1 55,-1-2 1,-1 0-1,9-4-55,0-1 49,-1-2 0,8-6-49,0-2 139,22-19-139,34-35 32,3-16 30,-2-13-70,1-14 34,-1-10-31,-2-12 26,-4-3-26,-1-5 45,-3 3-32,-3 3 29,-3 8-26,1 7 26,-2 11-45,1 5 51,0 6-35,4 5 11,0 6-22,2 6 24,-2 11-63,-1 14 36,-55 47-12,0 1-1,5-1 19,-14 9-16,1 1 0,0 0 0,12-3 16,-16 6-9,0 1 0,0 0 0,0 1 0,0 0 0,2 1 9,-3 0-10,0 1 0,0 0 1,0 0-1,0 1 1,5 2 9,-4-1-3,1 1 0,-1 0 1,0 1-1,5 4 3,-2-1-7,-1 0 0,0 1 0,7 7 7,-2 0-8,-1 0 0,6 8 8,33 46 2,0 13-23,-1 14 8,-1 11-3,0 14 18,-1 10-4,1 11 20,0 7-23,3 6 45,1-1-32,2-2 29,0-8-26,2-8 64,-1-13-19,1-14 26,2-15-42,-43-70-4,0-1 0,6 5-36,-11-15 2,1 0 0,0 0 0,7 3-2,-9-9 10,-1 0 1,1-1 0,0 0-1,8 1-10,-8-3-2,0-1 0,0-1 0,0 0 0,12 0 2,-10-3 6,0 0 0,0-1 0,0-1 0,9-2-6,-4 0-1,-1-1-1,1-2 0,11-4 2,-5-1 1,-1-1 1,19-13-2,-12 4-10,-1-1 1,3-4 9,7-10 5,19-23-5,44-55 16,2-21-2,1-17 20,2-15-23,1-5 8,2-4-3,0 6 0,0 6-19,-3 14 24,-2 12 30,-6 15-64,-2 14 40,-7 18-33,-4 17 9,-61 54-41,27-14 38,-36 25-2,-1 0-1,1 2 0,5-1 3,-9 3-12,0 2 0,1 0-1,14-1 13,-16 4-12,0 0 0,-1 1 0,1 0 0,6 2 12,-4 1-9,0 0 0,0 0 0,13 6 9,-9-1-11,-1 0-1,0 2 1,2 1 11,6 5-16,-1 2 0,2 2 16,11 10 5,9 12-5,41 43 13,6 14 38,2 5-27,3 8 29,0 2-26,1 3-30,-2-3-533,1-1-598,0-6 1276,5-7-3757,2-12 1878,-21-21-7191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5:54.398"/>
    </inkml:context>
    <inkml:brush xml:id="br0">
      <inkml:brushProperty name="width" value="0.35" units="cm"/>
      <inkml:brushProperty name="height" value="0.35" units="cm"/>
      <inkml:brushProperty name="color" value="#AE198D"/>
      <inkml:brushProperty name="inkEffects" value="galaxy"/>
      <inkml:brushProperty name="anchorX" value="-40299.17188"/>
      <inkml:brushProperty name="anchorY" value="1323.73767"/>
      <inkml:brushProperty name="scaleFactor" value="0.5"/>
    </inkml:brush>
  </inkml:definitions>
  <inkml:trace contextRef="#ctx0" brushRef="#br0">12912 1116 6675,'0'0'0,"-1"-12"1009,-2-23 709,1-17-2612,-1-19 902,-2-10-264,-6-5 152,-5 5 266,8 58-36,1 0-1,-5-6-125,4 12 98,-1-1-1,-9-12-97,7 13 135,0 2-1,-12-12-134,-29-27 158,-9 3-6,-3 0-171,-3-2 62,-1 0-48,1 1 119,3 3 4,1 6 79,1 6-34,-2 9-22,-2 10-141,-6 9-18,-2 9-62,-4 10 26,-2 8-12,0 11 95,2 6-26,0 9 69,3 6-72,2 6 61,3 3-56,2 5 54,4 2-72,1 3 39,2 3-31,1 2 26,0 0-63,0 1 111,0-3-53,0-4 37,1-8 11,2-6 16,2-10-58,2-10 92,3-11-9,2-11 97,1-10-42,0-10 112,-1-8-85,-3-7-8,-1-6-91,-4-4 3,-2-4-102,-4-2 62,0-4-81,-1-2 41,0-3-14,-1 1 3,1-1-37,-3 2 48,0 3-35,-5 2 29,-1 3-8,-3 3 97,-2 5-46,-2 5 37,0 6-45,-2 6 14,2 6-81,-1 5 3,0 6-43,-2 5 46,0 5-35,-3 6 66,2 5-36,-3 6 31,4 7-8,0 9 22,4 8-43,1 8 32,5 3-11,1 3 22,2-3-24,0-2 26,2-4-26,-1-3 45,1-5-51,2-3 35,0-2-29,1-3 26,0-2-26,1-4 26,0-5-45,2-7 32,0-8-29,47-16 23,-1 0-1,0-1 1,-1 0-2,3-1-642,0-1 0,0 0 0,-6-2 642,5 0 183,0 0 0,0-1 1,-3-2-184,-40-21-294,-1-10 299,3-7-45,0-9 1956,3-6-2484,0-7 845,2-4-280,0-6 22,0-1-6,1 0 22,1 4-24,-2 4 26,-1 8-26,-1 8 26,-1 7-26,-2 7 26,-2 6-45,-4 5 32,-1 5-29,-4 3 8,-2 5-3,-3 3-19,-1 6-13,-3 8 40,1 5-51,-2 9 54,0 7-35,-1 5 48,0 5-32,-1 5 48,2 3-51,-1 5 35,3 4-48,1 6 51,3 2-35,3 3 48,3-2-51,3-4 54,3-7-35,1-7 29,1-8-7,0-8 20,2-6-60,0-8 74,1-6-80,2-8 80,1-7-43,-2-6 70,1-6-38,-2-6 32,0-4-63,-2-6-1,0-7-58,-1-6-25,0-4-34,-1-3 24,1 2-10,-1 2 20,1 6 14,-2 9 35,0 9 10,-2 9 19,-2 11-21,-3 9 26,-3 6-26,-3 8 26,-1 5-45,-2 6 32,0 6-29,1 8 26,1 6-26,2 7 26,2 2-7,3 4 20,3-1-23,3-3 26,2-5-26,2-5 26,2-6-26,1-4 26,2-6-26,0-3 26,1-3-7,1-3 39,3-4-48,2-5 35,2-5-29,1-7 8,0-6-22,-3-8 43,0-5-13,-3-5 5,0-2 0,-2-3 0,1 1-38,-2-3 30,-1-1-29,0-2 8,0-4-3,0-3 18,3 0-42,-1 1 32,0 5 8,-2 7-2,-1 8 2,-5 10 37,-1 7-29,-2 8 30,2 5-65,1 6 38,3 4-51,3 5 32,2 5-30,1 6 102,-2 3 8,-3 3 96,-3-1-21,-1-3-248,3-6-430,45-27-222,0 1 0,0-1 0,0 0 0,-7 2 737,-21 1-10940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6:20.423"/>
    </inkml:context>
    <inkml:brush xml:id="br0">
      <inkml:brushProperty name="width" value="0.35" units="cm"/>
      <inkml:brushProperty name="height" value="0.35" units="cm"/>
      <inkml:brushProperty name="color" value="#B4C3DA"/>
      <inkml:brushProperty name="inkEffects" value="silver"/>
      <inkml:brushProperty name="anchorX" value="-26540.55273"/>
      <inkml:brushProperty name="anchorY" value="2263.60938"/>
      <inkml:brushProperty name="scaleFactor" value="0.5"/>
    </inkml:brush>
  </inkml:definitions>
  <inkml:trace contextRef="#ctx0" brushRef="#br0">251 387 3474,'0'0'0,"-5"2"1424,-7 4 113,-6 3-1022,-5 2 37,-3 3-197,-4 1-94,0 0 28,1 0-132,2-3 91,6-3-144,4-6 59,17-3-162,-1 0 0,1 0 0,-1 0 1,1 0-1,0 0 0,-1 0 0,1 0 0,-1 0 0,1 0 1,-1 0-1,1 0 0,0 0 0,-1 0 0,1 0 0,-1 0 1,1-1-1,0 1 0,-1 0 0,1 0 0,0 0 0,-1 0 1,1-1-1,0 1 0,-1 0 0,1 0-1,-3-10 120,9-7-125,7-7 90,11-6-122,9-4 146,8-2-138,6-1 192,4 2-150,1 4 142,0 3-115,0 5 72,3 1-134,5 1 113,7-2-149,8-3 116,9-2-111,3 2 125,0 3-168,-4 7 163,-70 14-87,1 1 1,0 0 0,0 0-1,4 0 20,-11 2 19,1-1 0,0 0 0,-1 1 0,1-1 0,-1 1 0,1 1 1,0-1-20,-2 0 6,-1 1 1,0-1 0,1 1-1,-1 0 1,0-1 0,-1 1-1,1 0 1,3 3-7,-3-3 36,0 1 0,0 1-1,0-1 1,-1 1 0,0-1 0,0 1 0,-1 0-36,4 3 54,-1 0 0,-1 0 0,3 8-54,12 24 291,-3 4-144,1-1 45,4 0-128,3-2 107,5-1-131,4-2 93,4-1-141,4-2 134,4-3-156,3-5 102,3-5-106,-40-17 57,1-1 0,0 0 0,5 1-23,-7-2-9,-1-1-1,1 1 1,-1-1 0,8 0 9,-6-1 22,1 0 0,-1 0 0,0-1 0,3 0-22,1-1-8,1 0 0,-1-1 0,4-1 8,55-14 104,6-6-131,2-6 115,2-3-72,-2 0 40,-3 0 64,-6 1 94,-6 2-97,-5 3 75,-4 2-59,-3 2-39,1 2-121,1 1 105,1-1-153,0 2 155,-1 0-141,-3 4 135,-2 3-132,-5 6 132,-3 5-151,-5 5 138,-2 5-117,-4 2 128,-2 4-130,-2 2 132,-2 3-132,0 1 132,1 2-114,1 2 128,1 1-149,-1 0 157,2 1-160,-1-2 141,0 0-135,-2-3 114,3-2-110,1-2 108,4-2-108,5-3 108,6-3-108,5-5 108,5-4-108,3-5 108,6-6-126,1-2 130,2-5-132,2-3 151,1-2-157,1-3 160,2-1-141,1-2 135,3 2-132,-3 1 132,0 3-114,-5 5 91,-4 4-83,-7 3 99,-3 4-123,-4 2 130,-1 1-114,-2 2 110,1 0-145,-1 2 136,2 1-135,0 3 132,0 4-114,0 4 128,-2 3-112,-3 3 128,-2 2-93,-4 2 104,-1 1-105,-2 0 145,0 2-136,0 0 117,2 0-147,1 0 137,2-3-174,1-4 144,2-3-139,1-6 134,4-4-153,3-5 158,6-4-160,2-5 160,6-6-160,1-4 160,5-5-141,1-4 136,4-1-134,-1 0 134,-1 0-134,-4 3 152,-4 3-157,-9 4 142,-6 4-118,-6 3 109,-5 4-125,-5 3 112,-1 3-109,-3 2 125,0 1-150,-4 2 140,0 3-137,-5 3 152,-3 2-119,-2 4 130,-1 3-94,0 2 124,2 1-148,3 2 121,5 0-112,2 1 69,5 0-96,1-1 26,2 0-28,1-2 116,4-4-127,1-4 98,5-5-10,4-6 2,-41-3-49,1-1-1,-1 0 1,3 0 20,48-8 77,7-7-138,5-5 136,6-5-134,3-2 134,1-2-97,0-1 161,0 0-102,-2 2 54,0 0-51,-3 1 70,1 2-153,-3 2 120,-1 0-58,-4 2 16,0 1-78,-5 3 115,-4 2-149,-6 5 138,-6 5-117,-7 5 109,-5 6-106,-6 3 125,-4 4-131,-5 3 134,-2 4-115,-3 2 147,-1 4-137,-1 2 156,1 1-158,0 0 122,3 1-148,3-3 135,5-3-154,3-3 138,4-3-136,2-3 153,4-4-158,2-2 160,3-2-160,1 0 160,5-2-179,2-3 166,4-1-163,4-4 160,5-5-142,6-6 137,8-5-115,4-5 109,7-3-106,1-1 125,1 0-131,-4 2 134,-2 2-134,-8 4 153,-5 4-158,-8 3 141,-3 4-136,-5 2 134,-1 4-152,-2 2 138,1 3-154,-2 4 138,-1 3-117,-3 3 128,-3 5-131,-4 3 153,-4 4-121,-2 1 112,1 1-106,2-2 106,5-2-162,5-5 160,-38-12-115,-1-1 0,14 2 48,38 1 26,6-5-92,4-5 138,5-3-134,3-2 156,5-1-158,0 1 141,4 2-304,-1 2-304,5 1-2763,-1-1 1370,-18 1-7826</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7:25.960"/>
    </inkml:context>
    <inkml:brush xml:id="br0">
      <inkml:brushProperty name="width" value="0.35" units="cm"/>
      <inkml:brushProperty name="height" value="0.35" units="cm"/>
      <inkml:brushProperty name="color" value="#DA0C07"/>
      <inkml:brushProperty name="inkEffects" value="lava"/>
      <inkml:brushProperty name="anchorX" value="-40716.37891"/>
      <inkml:brushProperty name="anchorY" value="1545.14148"/>
      <inkml:brushProperty name="scaleFactor" value="0.5"/>
    </inkml:brush>
  </inkml:definitions>
  <inkml:trace contextRef="#ctx0" brushRef="#br0">7 2850 4402,'0'0'0,"-1"-5"1617,-1-12 130,0-13-1456,1-15 163,1-13-428,2-9 68,2-6-86,1-3 88,1-4 29,3-7 51,2-9-26,7-16 12,8-16-76,9-19-54,8-13-27,8-13 0,4-3-5,3-1 19,2 7-24,1 5 7,2 12-2,0 12 38,-2 15-49,-3 17 72,-8 22 35,-9 24 67,-11 23 5,-28 38-145,-1 1-1,1-1 1,-1 1-1,1-1 1,-1 1 0,1 0-1,0 0 1,-1-1-1,1 1 1,0 1-1,1-2-22,-2 2 6,0 0 0,-1 0-1,1 0 1,-1 0-1,1 0 1,-1 0 0,1 0-1,0 0 1,-1 0-1,1 0 1,-1 0-1,1 0 1,-1 0 0,1 1-1,-1-1 1,0 0-1,1 0 1,-1 1 0,1-1-1,-1 0 1,1 1-1,-1-1 1,0 0 0,1 1-1,-1-1 1,0 1-1,1-1 1,-1 0 0,0 1-1,0-1 1,1 1-6,11 27 181,1 16-95,4 14 4,8 8-82,6 9 0,6 7-5,7 9-22,3 9-13,2 12 3,0 12-3,0 14 37,-2 9-10,0 12 42,0 2-29,4 3 30,5-7-28,8-6 28,4-12-46,7-10 50,2-14-15,3-10 61,3-11-16,3-10 27,2-13-6,-57-50 3,32 17-96,-37-26 30,0-1-1,19 6-29,-25-12 23,1 0 0,-1-1 0,21 1-23,-21-5 2,-1 0 0,1-1 0,0-1 0,7-2-2,-3-1 21,0-1-1,-1-1 1,18-9-21,-10 3 2,-1-2 1,24-16-3,-16 5 20,0-1 0,3-6-20,9-10 11,16-21-11,49-63 37,-5-14-26,-1-13 7,-3-5-2,1-7-18,0-1 23,2-6-8,-1-1-15,5-5 4,0 5-2,1 3 0,-4 13 0,-4 14 19,-10 21 13,-9 20-40,-12 24-5,-53 59 15,0 2 1,1-1-3,-12 11-20,1 1 1,0 0-1,11-5 20,-16 9-13,0 0 1,-1 1-1,1 0 0,0 0 0,-1 1 0,7-1 13,-7 1-5,-1 1-1,0 0 1,1 0 0,-1 1-1,1 0 1,-1 0 0,5 1 5,-3 0-9,-1 0 0,1 1 0,-1 0 0,0 0 0,0 0 0,3 3 9,1 1-16,0 1 0,-1-1 0,8 10 16,-2-1-14,-1 1-1,4 7 15,27 49-53,-1 21 45,-4 17-32,-4 20 48,-6 14-14,-4 16 44,-1 7-12,-2 7 25,2-2-43,3 3 32,3-4-48,5 0 32,4-4-29,6 1 7,3-7-2,5-6 0,3-14-37,4-13 29,-33-77-29,8 5 37,-16-27 4,2-2 0,5 5-4,-10-14-3,1 0 0,18 12 3,-21-19 13,0-1-1,1-1 1,14 7-13,-15-9 6,0-2 1,0 0 0,1 0-1,2-1-6,-3-2 13,1 0 0,0-1-1,-1 0 1,8-1-13,-4-1 3,1-1-1,-1-1 1,12-2-3,-9-2 20,-1 0-1,0-1 1,10-5-20,-4-1-7,0 0 0,18-14 7,-10 2 23,-1 0 0,2-5-23,10-12 8,15-19-8,52-69 18,4-18-39,7-15 66,2-7-58,6-6 37,1 3-48,2 0 51,-1 6-54,2 0 54,-2 5-54,2 3 54,-4 11-35,-2 11 29,-8 18-45,-7 20 51,-72 66-54,16-7 27,-37 26-5,2 0-1,19-7 6,-30 16 6,-1 0-1,1 1 0,0 1 1,13-3-6,-18 5 23,-1 1-1,1-1 1,-1 1 0,1 1 0,-1-1 0,1 1 0,6 2-23,-7-2 23,0 1 0,0 1-1,0-1 1,0 1 0,0 1 0,-1-1 0,5 4-23,-1 0 52,0 0 0,0 1 0,-1 0 0,7 9-52,3 2 101,-2 1 1,2 6-102,39 53 189,0 7-144,4 5 3,-1-1-48,1 1 25,0 0-31,3 6-10,1 7 3,6 12-3,2 14-19,7 14-125,3 9-245,6 8 863,4-4-3574,5-11 2161,-18-33-8648</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7:43.275"/>
    </inkml:context>
    <inkml:brush xml:id="br0">
      <inkml:brushProperty name="width" value="0.35" units="cm"/>
      <inkml:brushProperty name="height" value="0.35" units="cm"/>
      <inkml:brushProperty name="color" value="#FF4E00"/>
      <inkml:brushProperty name="inkEffects" value="rainbow"/>
      <inkml:brushProperty name="anchorX" value="-51782.84375"/>
      <inkml:brushProperty name="anchorY" value="1108.50049"/>
      <inkml:brushProperty name="scaleFactor" value="0.5"/>
    </inkml:brush>
  </inkml:definitions>
  <inkml:trace contextRef="#ctx0" brushRef="#br0">10917 1545 6051,'0'0'0,"-2"-1"1857,-3-4 429,-5-2-1896,-1-3 26,-3-3-80,-1-2-269,-1-5 74,0-4-181,-2-7 139,2-7-179,-1-7 144,-1-8-139,-1-8 115,-3-5-147,-5-6 137,-4-4-118,-7-2 128,-6 0-94,-8 0 142,-4 3-77,-8-1 138,-5 4-93,-7 2 70,-2 6-132,-6 6 94,0 11-144,52 33 96,-21-8-40,27 14 14,-1 0-1,-3 1-13,8 3 33,0 1 1,-17 0-34,20 3-12,-1 0 1,0 2-1,0 0 12,1 2 24,0 0 0,1 0 0,-5 4-24,3-1-19,0 1 1,-16 10 18,12-5-12,2 2 0,-7 5 12,2 0-30,-18 20 30,-25 33 43,4 8-96,5 10 69,6 5-96,2 7 101,6 2-88,1 1 83,3-2-61,-1-3 93,0-4-101,-2-3 125,0-3-131,-2-3 134,0-7-134,2-6 115,2-10-91,1-12 102,2-11-104,2-13 50,33-26-25,0 0 1,0 0-1,1-1 0,-1 0 0,-5 1 12,6-2 8,1-1 0,-1 1-1,0-1 1,0 0 0,0 0-1,0 0 1,0-1-8,-1 0-6,0 0-1,1 0 1,-1-1 0,1 0 0,0 0-1,-2-1 7,-2-2 26,1 0 0,0 0 0,0-1 0,-2-1-26,-36-35 46,-6-14 133,-5-9-129,-5-10 81,-4-4-155,-2-3 117,1-2-133,0-3 94,0-1-86,1-4 80,0-2-80,-3-3 98,0 2-103,-3-3 88,-4 1-102,-4-4 86,-1 0-83,-5-2 42,0 5-68,-4 8 130,-1 12-59,59 55 134,-30-17-131,35 25 29,0 2 0,-14-5-29,15 8 99,-1 2 0,-18-4-99,18 6 15,-1 1-1,-13 1-14,10 1 60,0 3 0,-3 1-60,-3 0-21,-21 6 21,-38 13 72,4 9-125,58-15 34,-23 14 19,27-11-63,1 2 1,0 1 62,0 3-41,1 1 1,0 3 40,-2 4-173,-21 28 173,15-11-112,-5 12 112,-33 58-171,1 10 110,3 2-51,-1 1 93,2-5-42,1-7 90,3-11-61,3-12 78,4-12-79,3-13 82,3-11-82,2-10 82,3-8-81,0-7 98,0-8-84,-1-10 82,38-15-73,0 0 0,1-1 1,-1 0-1,-1 0 9,1-2 17,0 1 1,1-1-1,-1-1 0,-4-1-17,4 0-4,0-1-1,-1 0 0,1 0 1,-2-2 4,-1-2 21,0 0 0,0 0 1,-2-4-22,-38-36-16,-2-12 98,1-7-103,-3-9 88,-3-4-83,-4-6 80,-3-3-118,-6-4 129,-3 0-96,-2 1 85,-1 6-99,-2 7 86,2 9-121,-2 9 110,-1 9-90,-3 8 82,-2 9-43,-4 7 88,2 9-61,0 9 78,4 8-116,2 10 92,5 8-124,2 9 92,4 8-105,0 10 86,3 7-83,1 8 80,4 5-62,4 4 76,6 2-60,3 2 57,4-2-72,3-2 95,1-2-103,-1-5 106,-1-5-87,-4-5 100,-3-5-84,-4-6 82,-1-5-99,0-4 104,3-2-87,2-4 119,3-3-90,3-2 141,2-5-115,3-7 113,3-7-164,-1-10 105,2-10-166,-2-11 102,-1-9-128,-2-9 109,-1-9-128,-4-10 130,0-6-114,0-10 128,0-5-93,2-4 122,3 2-109,0 5 110,2 11-89,0 12 83,-1 13-99,32 42 75,1 0 0,-2 0 0,-5-4-24,7 7-5,0 0 0,0 0-1,0 1 1,-4-1 5,4 2 25,1 1 1,-1-1-1,-1 1 0,-5 0-25,-34-1-26,-2 11 114,-2 8-128,0 10 74,2 12-79,37-25 61,1 0 0,-10 14-16,9-9-24,1 1 0,-6 13 24,4-1 32,-10 26-32,-10 45-48,5 9 99,4 1-86,5-6-141,4-15-240,7-16-262,5-17-229,7-16-1908,1-14 964,1-12-4813</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7:55.346"/>
    </inkml:context>
    <inkml:brush xml:id="br0">
      <inkml:brushProperty name="width" value="0.35" units="cm"/>
      <inkml:brushProperty name="height" value="0.35" units="cm"/>
      <inkml:brushProperty name="color" value="#AE198D"/>
      <inkml:brushProperty name="inkEffects" value="galaxy"/>
      <inkml:brushProperty name="anchorX" value="-40031.125"/>
      <inkml:brushProperty name="anchorY" value="1943.83594"/>
      <inkml:brushProperty name="scaleFactor" value="0.5"/>
    </inkml:brush>
  </inkml:definitions>
  <inkml:trace contextRef="#ctx0" brushRef="#br0">14044 768 5859,'0'0'0,"-1"-2"1472,1-7 524,1-6-1999,2-10 230,0-9-64,1-7-193,-3-3 140,-4-2-81,-4 3 137,-6 4-94,-5 5 106,-7 2-159,-4 2 48,-5-3-225,-1-5 78,-4-7-165,-2-4 151,-5-1-143,-5 1 229,-7 8-85,42 33 134,0 0 1,-1 1 0,0 0-42,0 2 4,1 0 1,-1 1-1,-8 0-4,4 1 103,-1 1 0,-16 1-103,-48 6 80,-1 8 99,2 4-158,5 1 120,6 0-189,8 1 128,5 1-154,5 4 135,3 5-136,2 6 153,1 6-158,2 5 160,1 5-160,4 1 160,3 0-179,6-3 184,5-4-167,4-7 143,2-5-117,0-5 147,-4-2-99,-5-2 162,-5 1-138,-4-1 158,-1-2-158,2-4 104,3-4-144,4-6 133,4-6-79,2-5 172,1-7-47,0-4 152,-2-3-112,-2-2 95,-4-3-193,-1 0 55,-4 0-155,-1-2 75,-3 0-123,-2-2 107,-2 1-128,-1-1 150,-3 1-140,-1 2 156,-3 1-84,1 0 140,-3-1-94,0-2 106,-2-3-122,1-3 75,0-2-136,-1-1 74,-1 2-119,-1 3 106,-5 5-91,-2 5 102,-3 5-86,-1 5 139,0 4-115,2 3 113,0 1-126,2 2 112,-1 2-128,0 2 112,-1 5-110,1 3 89,1 6-102,1 5 105,2 7-108,3 5 108,3 4-108,6 1 108,3 3-108,3-1 108,2 2-108,2 0 108,-2 2-126,1-1 149,2 0-138,1-1 135,2-1-114,3-2 110,1-3-108,2-5 89,2-7-120,2-8 127,2-11-132,25-8 80,0 0-1,-1 0 1,1 0 0,0 0 0,0-1 0,-1 1 0,1-1 0,0 1-1,0-1 1,-1 0-6,-22-15-56,-1-10 166,-1-10-105,0-4 147,-2-4-133,-1-1 117,-2-3-147,-3-1 99,-3-4-125,-2-2 109,-3-2-128,-2 1 131,-3 0-153,-1 2 158,-3 3-141,-4 4 117,-4 4-109,-3 6 50,-4 5-34,-3 6 119,-2 5-127,0 3 117,0 3-53,3 3 15,0 4-114,1 5 126,0 5-118,-1 7 128,-2 6-131,-2 6 152,-2 4-138,-1 3 136,-1 2-115,1-1 90,1 0-100,1 0 103,2 1-125,1-1 149,0 0-138,1-1 136,-3 2-153,-1 0 158,0 3-160,3 1 160,1 3-160,5 0 160,4 0-141,6-2 117,3-3-91,4-4 121,3-4-110,2-6 109,1-4-106,2-6 106,1-4-144,1-3 137,1-3-100,0-1 142,0-2-96,0-2 126,-1-3-129,-1-4 134,-2-4-190,0-5 131,-2-5-136,-3-4 112,-4-4-146,-6-2 154,-6-3-142,-4 1 137,-7-1-134,-2 1 134,-3 2-134,-1 2 115,-3 3-128,-2 4 131,-2 5-115,-2 5 109,-4 5-106,1 4 106,-1 6-125,1 6 131,-3 6-134,1 5 134,-3 7-134,-1 6 153,-2 6-158,1 2 141,2 5-136,3-1 134,2 2-115,5 0 109,1 0-87,5 1 100,2 1-122,5-3 131,3-1-134,3-4 115,4-4-109,3-3 125,1-3-131,3-4 134,0-2-134,2-3 134,2-3-134,2-5 115,3-5-90,3-5 82,2-5-99,2-6 123,1-5-131,1-5 115,-2-2-109,-1-3 125,-3-2-131,1-2 115,-4-3-109,1-1 106,-2-1-125,-2-1 150,-1 0-140,-1 1 137,-4 3-115,-1 1 109,-2 3-106,-1 3 106,-1 3-125,0 2 131,-1 2-152,1 2 157,-3 1-160,-1 2 141,-2 2-136,-1 2 153,-2 5-158,-1 8 141,-3 9-136,-1 9 134,-4 10-115,1 9 147,0 7-155,4 2 160,5 1-160,8-4 29,7-3-757,7-4 5271,4-6-9246,-2-9 6506,27-13-10216,0-3-722</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8:26.960"/>
    </inkml:context>
    <inkml:brush xml:id="br0">
      <inkml:brushProperty name="width" value="0.35" units="cm"/>
      <inkml:brushProperty name="height" value="0.35" units="cm"/>
      <inkml:brushProperty name="color" value="#0B868D"/>
      <inkml:brushProperty name="inkEffects" value="ocean"/>
      <inkml:brushProperty name="anchorX" value="-25141.33398"/>
      <inkml:brushProperty name="anchorY" value="2996.52148"/>
      <inkml:brushProperty name="scaleFactor" value="0.5"/>
    </inkml:brush>
  </inkml:definitions>
  <inkml:trace contextRef="#ctx0" brushRef="#br0">12525 714 4946,'0'0'0,"0"-1"1537,-2 0 373,1-2-1600,-3-14 984,-1-9-1124,-3-5-7,-1-1 32,-4-1-152,-1 1 53,-4-2-168,-4 0 120,-4-6-80,-3-1 40,-5-3-67,-2 1 150,-4 3-9,-1 3 84,-3 6 39,-1 4 89,-2 5-20,0 5-98,0 0-136,-1 1 70,-2-1-166,0-2 5,-3-1-8,-1 2 70,-4 5-96,-2 5 143,-4 9-116,0 7 130,0 6-112,2 4 128,3 3-150,6 2 121,4 2-131,4 3 131,5 6-134,2 5 134,1 5-134,1 3 152,-1 0-138,0-4 136,-1-3-134,0-7 134,0-6-134,2-4 134,1-3-134,1-4 134,2 1-134,0-1 115,1 1-109,1-2 125,1-3-112,2-3 128,1-5-131,1-3 153,2-4-121,2-1 131,-1-2-112,1-2 165,-1-3-141,-1-3 139,-2-5-134,0-3 97,-2-5-142,1 0 115,-4-2-150,-3 1 118,-5 0-94,-5 2 120,-6 1-109,-4 1 147,-3 1-136,-2-1 98,0 0-122,1 0 90,2-1-141,2 0 133,0 1-117,1 3 91,-1 3-102,-2 4 142,-3 4-136,-2 4 135,-1 4-114,0 3 128,-1 3-149,2 2 138,0 2-135,1 1 114,2 3-128,2 1 130,-1 3-132,3 4 132,-1 4-114,0 6 110,0 6-126,3 4 130,0 3-114,3 0 110,2-1-89,4-3 83,2-3-99,1-4 105,2-1-108,0-1 108,0-2-108,2-2 126,0-3-93,0-5 122,1-5-53,2-7 113,0-8-87,1-4 105,0-6-142,1-4 99,-1-2-125,1-2 90,-2 0-122,-1 0 109,0-2-128,-1 1 112,-2-2-128,-1-1 112,-1-2-128,-1-3 112,-3-2-147,0 1 155,-4 1-141,-3 5 154,-5 6-138,-2 8 154,-5 5-138,-2 6 154,-1 5-157,1 1 142,2 0-137,4-2 134,1-3-115,3-4 109,2 0-106,2 0 143,-2 1-154,1 4 142,-1 4-137,1 2 115,0 4-128,1 1 112,2 3-128,0 2 150,2 1-158,0 1 160,0 2-160,1 1 160,-2 0-142,-2 0 118,-1-2-109,-2-1 125,-4-1-131,1-1 115,-3 0-109,1-1 106,-2 1-106,2-2 106,-1 0-69,2-2 134,-1-3-113,4-5 150,1-6-155,2-5 122,1-5-167,0-6 122,1-5-151,0-3 135,1-2-117,2-1 109,2-2-125,3-1 131,0-1-115,2-3 128,-1-3-131,1-1 134,0-3-152,-3 0 138,-3 0-136,-3 5 115,-4 3-109,-5 5 125,-3 6-93,-2 5 103,-2 6-103,2 3 106,0 3-125,2 4 112,0 2-109,2 2 88,-2 2-102,0 2 142,-1 3-155,-1 2 160,-2 2-142,1 0 137,-1 2-152,2 0 138,0 1-117,3 1 128,0 2-149,0 1 138,-1 2-98,1 2 85,-2 0-118,0-2 148,0-1-140,1-5 118,2-4-90,4-5 100,2-5-122,4-4 131,2-3-115,3-3 109,1-1-125,2-1 131,1-3-152,1-1 138,-2-3-136,0-1 134,-3-4-134,-2-2 153,-3-3-140,-1-1 137,-1 0-134,0 0 134,0 0-134,1 2 134,0 2-152,-1 2 138,0 4-136,-1 2 115,-2 4-109,-1 3 125,-3 4-112,-1 5 109,-2 5-106,0 4 125,0 6-131,0 4 115,2 5-109,1 5 106,0 4-125,2 1 150,-1 2-158,1-4 197,0-3-133,0-6 174,-1-4-142,1-7 157,1-5-138,0-5 98,-1-4-104,3 0 86,-2-1-120,0 2 90,-1 4-122,-1 3 109,-1 4-128,0 2 112,-1 3-147,2 2 6,1 0-734,5-2-134,3-2-399,5-4-1935,9-4-6730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8:45.146"/>
    </inkml:context>
    <inkml:brush xml:id="br0">
      <inkml:brushProperty name="width" value="0.35" units="cm"/>
      <inkml:brushProperty name="height" value="0.35" units="cm"/>
      <inkml:brushProperty name="color" value="#EEB3A6"/>
      <inkml:brushProperty name="inkEffects" value="rosegold"/>
      <inkml:brushProperty name="anchorX" value="-11770.25293"/>
      <inkml:brushProperty name="anchorY" value="3877.27637"/>
      <inkml:brushProperty name="scaleFactor" value="0.5"/>
    </inkml:brush>
  </inkml:definitions>
  <inkml:trace contextRef="#ctx0" brushRef="#br0">16397 774 3778,'0'0'0,"0"-6"1344,3-8 57,1-12-1062,2-11-366,2-12 62,-1-6-139,-1-4 88,-4 1 48,-6 5 176,-5 9-43,-7 6 102,-5 6-78,-6 1-103,-5 1-252,-3-4-236,-3-3-180,-3-4-53,-3 1 101,-3 3 276,-5 9 372,40 23 34,-1 0 0,0 1-1,-6-1-147,6 3 205,0 0-1,-1 1 1,-9 0-205,5 2 379,0 0 0,-14 3-379,-39 11 597,-2 7-29,3 5-293,2 2-3,8 0-208,7 0 24,8 0-133,5-1 48,5 0-41,2 1 28,-1 0-28,-2 1 46,-4 0-13,-6 3-14,-4 0-50,-4 3-24,-2 1-17,-2 0-18,1-2-16,-1-1 59,2-3-1,-2-2 78,1-1 19,-2-3 93,-2-2 16,-1-4 40,0-3-42,1-4 15,2-3-61,2-4-21,3-4-35,2-4 24,1-4-48,-1-3 32,1-1-30,-1 0 28,0-1-28,-2 0 46,1 2 43,1-2 83,2-3-1,2-2 102,1-4-43,2-3 19,1-2-115,-2-1 32,0 0-128,-3 0-6,-3 3-60,-5 1 28,-4 2-12,-4 1 20,-2 0 14,-1-1 16,2-1-21,0-1 26,2-1-26,0 0-11,2 2-35,-1 1-10,1 2-56,-4 3 31,0 4-12,-3 3 39,1 4 46,-1 3 26,2 3-21,2 4 48,2 4-51,1 4 54,0 3-72,-2 4 39,-1 5-31,-3 6 64,0 4-38,-1 5 70,3 3-38,3 0 33,4-2-46,4-4 13,4-5-61,2-3 53,0-5-55,-2-3 52,-1-2-34,-3 0 30,-1-2-46,-1-1 32,3-1-30,1-2 28,3-3-46,1-2 50,3-3-34,0-2 48,-1 0-13,-2-1 80,-2-1-41,-3 1 73,-3-2-56,0 0 18,-1-2-61,1-1 35,0-2-32,1-2 63,-1-2-18,-1 0 83,-1 0 16,-4 0 37,-1 0-43,-2 1 54,0-2-128,0-1 18,1-4-85,1-2-18,1-3-38,0-3 5,-1-1-5,-1-1 19,-2 0-43,-4 1 50,-2 2-34,-4 2 30,1 3-28,-2 1-28,3 3-12,0 0-55,2 3-6,0 1-2,0 2 53,-2 3 2,1 2 60,-1 2 4,1 3 4,0 2 2,2 1-19,1 2 43,3 0-51,1-1 54,2 0-35,-1-1 11,2 2-22,-2 1 24,1 3-26,0 3 45,1 3-51,0 4 35,1 0-10,-2 2 20,1-1-42,-2 1 51,-1-1-35,-1 0 29,0-1-26,1 0 45,1-1-51,1-1 35,2-2-10,0-2 2,1-2 0,1-2 18,-1-2-23,-1 0 26,0-1-7,1 0 20,2-1-23,1-1 45,3-2-13,-1-3-33,2-2 12,0-3-25,-1-3 6,-2-1-40,-1-1 47,-3-2-15,0-1 5,-2-2 56,2-2-16,-1-3 45,1-1 9,-2-3-1,0-1-34,-5-2-9,-1 0-18,-5-1-34,-1 0-30,-3-4 5,-1-1-42,-1-5 10,0-1-5,-2-4 19,-1 2 13,-4 1-3,-1 4 3,-5 5 19,0 5-25,-3 5 28,1 4-28,-1 3 28,1 1-9,-1 2 3,3 0-37,-1 2 29,4 2-30,1 3 9,2 4 16,-1 3 13,0 5-3,-1 2 3,1 2 19,-1 0-6,3 0-34,2-2 29,3 0-11,0 0 22,1 0-43,-2 0 32,0 2-11,-2 1 3,1 1-19,0 2 25,2 2-9,-2 0 22,1 2-43,-1 2 50,0 1-34,-1 1 11,2 0-3,-2 1 19,3-1-6,0-1 3,0-4 19,-1-3-6,1-6 22,-1-4-6,1-6 3,1-5 19,3-3-81,-2-5 6,-2-4-3124,15 0-8448</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9:02.297"/>
    </inkml:context>
    <inkml:brush xml:id="br0">
      <inkml:brushProperty name="width" value="0.35" units="cm"/>
      <inkml:brushProperty name="height" value="0.35" units="cm"/>
      <inkml:brushProperty name="color" value="#AE198D"/>
      <inkml:brushProperty name="inkEffects" value="galaxy"/>
      <inkml:brushProperty name="anchorX" value="5472.61914"/>
      <inkml:brushProperty name="anchorY" value="4854.66406"/>
      <inkml:brushProperty name="scaleFactor" value="0.5"/>
    </inkml:brush>
  </inkml:definitions>
  <inkml:trace contextRef="#ctx0" brushRef="#br0">81 407 3778,'0'0'0,"-3"1"1296,-4 0 150,-2 1-1051,1 0-213,-1 3 23,2 2-210,-1 6 133,0 6-102,0 7 199,1 6-151,2 8 126,3 6-146,3 7 79,3 4-176,5 3 105,3-2-113,6-2 123,3-5-131,4-6 115,1-5-109,3-7 106,0-6-125,1-7 112,1-8-90,3-10 100,2-11-103,6-13 162,4-11-122,7-11 152,4-10-80,5-8 138,1-6-130,2-6 135,-2-3-170,1-3 126,0 0-153,0 1 99,0 5-125,0 7 109,0 10-128,-2 9 112,-3 11-128,-3 11 131,-3 10-134,-2 7 115,-3 8-109,-3 8 106,0 5-125,-2 8 131,-1 9-134,-1 14 134,-2 13-97,-2 17 86,-1 13-98,-1 11 122,0 2-131,2 3 152,2-3-138,5-1 117,3-2-109,6-2 125,3-6-131,5-7 115,1-10-109,-41-51 71,0-1 1,3 0-35,-6-6-19,0-1 1,16 7 18,-19-11-2,1-1 0,0-1 0,10 2 2,-10-3 1,1-2 0,0 0 0,9 0-1,-8-2 30,0-1 0,0 0 1,7-2-31,-3-1-4,-1 0 0,15-5 4,-9 0 138,26-10-138,25-19 96,3-9 35,-2-9-80,4-11 136,0-7-99,6-7 106,0-3-140,4-2 117,-1 2-150,1 1 118,-1 3-113,-2 1 89,-3 5-102,-1 3 86,-4 6-139,-1 5 115,0 4-131,0 4 130,2 4-132,3 2 114,2 3-128,1 5 112,-1 7-110,-4 9 89,-8 10-102,-60 11 97,0 0-1,-1 0 0,7 2-13,-11 0-13,0 0 0,0 1-1,0 0 1,5 3 13,-6-2 17,0 0 1,-1 1-1,1 0 0,5 5-17,-4-2-7,-1 0 0,0 0 0,6 8 7,29 34 120,0 6-133,2 6 117,4 3-128,6 3 112,2 0-147,5 2 136,1-4-42,2-1-5,0-6-71,2-2 95,1-7-126,2 0 37,0-3 6,2 1 87,-1-1-116,1 3 132,0-1-132,1 0 132,1-1-132,2-5 95,1-7-85,-51-26 99,26 6-51,-33-12-36,1-1 0,18 1 36,-20-4 13,0 0 0,0-2 1,8-1-14,-9-1-11,1-1 0,0 0 1,9-5 10,-3 0 41,-1-2 0,15-9-41,-4 1-42,21-18 42,39-34 91,1-8-134,2-5 115,0-2-35,0-4-7,-1-2-70,2-4 112,-1 0-112,1 0 16,-2 8-6,-2 9 73,-5 13-115,-7 15 112,-9 16-110,-57 29 99,0 1-1,13-3-28,-17 6-19,0 0 0,1 1 0,2 1 19,37 1 73,-3 9-132,0 8 115,0 7-109,2 8 69,-1 7-78,0 11 116,0 9-111,-1 12 130,0 5-95,2 8 142,0-1-152,3 1 142,4-6-137,4-1 115,2-5-128,3-1 112,-1-5-128,0-3 131,-1-5-97,0-7 124,-1-8-92,4-10 180,-48-25-158,0-1 0,9 1-32,-7-3 100,0-1 0,9-1-100,-3-1 32,27-3-32,39-7 139,4-9-166,8-9 83,3-6-141,8-9-131,4-7-267,7-7-2273,1-5 1128,-24 10-6396</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10-29T01:29:04.262"/>
    </inkml:context>
    <inkml:brush xml:id="br0">
      <inkml:brushProperty name="width" value="0.35" units="cm"/>
      <inkml:brushProperty name="height" value="0.35" units="cm"/>
      <inkml:brushProperty name="color" value="#AE198D"/>
      <inkml:brushProperty name="inkEffects" value="galaxy"/>
      <inkml:brushProperty name="anchorX" value="-6494.15918"/>
      <inkml:brushProperty name="anchorY" value="3432.78906"/>
      <inkml:brushProperty name="scaleFactor" value="0.5"/>
    </inkml:brush>
    <inkml:brush xml:id="br1">
      <inkml:brushProperty name="width" value="0.35" units="cm"/>
      <inkml:brushProperty name="height" value="0.35" units="cm"/>
      <inkml:brushProperty name="color" value="#AE198D"/>
      <inkml:brushProperty name="inkEffects" value="galaxy"/>
      <inkml:brushProperty name="anchorX" value="-11371.82324"/>
      <inkml:brushProperty name="anchorY" value="7089.021"/>
      <inkml:brushProperty name="scaleFactor" value="0.5"/>
    </inkml:brush>
    <inkml:brush xml:id="br2">
      <inkml:brushProperty name="width" value="0.35" units="cm"/>
      <inkml:brushProperty name="height" value="0.35" units="cm"/>
      <inkml:brushProperty name="color" value="#AE198D"/>
      <inkml:brushProperty name="inkEffects" value="galaxy"/>
      <inkml:brushProperty name="anchorX" value="-12676.57813"/>
      <inkml:brushProperty name="anchorY" value="4102.38574"/>
      <inkml:brushProperty name="scaleFactor" value="0.5"/>
    </inkml:brush>
    <inkml:brush xml:id="br3">
      <inkml:brushProperty name="width" value="0.35" units="cm"/>
      <inkml:brushProperty name="height" value="0.35" units="cm"/>
      <inkml:brushProperty name="color" value="#AE198D"/>
      <inkml:brushProperty name="inkEffects" value="galaxy"/>
      <inkml:brushProperty name="anchorX" value="-13554.20117"/>
      <inkml:brushProperty name="anchorY" value="952.72607"/>
      <inkml:brushProperty name="scaleFactor" value="0.5"/>
    </inkml:brush>
  </inkml:definitions>
  <inkml:trace contextRef="#ctx0" brushRef="#br0">1 4504 7491,'0'0'0,"0"2"2850,1 4 74,0 3-2151,2 4-351,4 4-307,6 7 53,5 7-91,5 8 171,3 7-26,6 5 90,3 1-168,3-1 147,3-3-235,2-6 122,4-8-98,-39-31 20,0 0-1,1 1 0,-1-1 0,0-1 1,5 1-100,-4-3 66,-1 1-1,1-1 1,-1 0 0,1-1 0,-1 1 0,4-2-66,4-6 126,-3 3 0,1 0 1,-1-2-1,-1 1 1,5-5-127,13-12 253,-2 1 1,22-23-254,16-28 555,12-19-555,104-149 170,50-94 14,41-78-213,48-76-464,31-43-108,33-37-324,11-1-409,9 2-2863,-14 25 1748,-79 116-7832</inkml:trace>
  <inkml:trace contextRef="#ctx0" brushRef="#br1" timeOffset="569.29">1990 4872 9348,'0'0'0,"2"12"2129,4 25 1027,3 24-3486,5 32 1058,4 26-531,3 28 97,3 18-145,3 12 81,3 1-252,1-1 126,2-7-160,1-7 59,-1-13-152,1-11-278,1-16-507,2-20-2532,-27-82 2258,0 1-1,9 11 1209,12 17-9475</inkml:trace>
  <inkml:trace contextRef="#ctx0" brushRef="#br2" timeOffset="848.79">3230 4298 8980,'0'0'0,"-1"2"2129,-2 3 840,-3 4-3190,-1 5 514,0 12-255,0 13-150,3 24 82,4 24 30,5 32 179,2 28-83,3 26 168,-1 15-117,-1 14 59,-1 0-204,-2-2-18,-1-13-323,0-13-405,-1-23-318,-1-20-2193,-1-24 788,0-30-5291</inkml:trace>
  <inkml:trace contextRef="#ctx0" brushRef="#br3" timeOffset="1396.86">1406 6599 8180,'0'0'0,"-1"12"1953,7 27 747,13 25-3015,23 33 627,25 31-470,30 31 78,24 18-98,20 15 138,11 0-78,10-6 121,0-18-70,2-22 193,-101-98-54,36 22-72,-53-43 188,1-1 0,22 7-188,-29-16 148,1-2 0,36 9-148,-41-16 137,0-1 0,0-2 0,13 0-137,-14-3 86,0-1 0,0-2 1,9-3-87,-13 0 102,0-2 0,0-1 0,17-6-102,-18 3 22,1-2-1,-2-1 0,11-7-21,-11 3 68,-2 0 0,0-2-1,9-9-67,-7 4 28,0-2 0,19-25-28,-20 17 94,-1-1-1,10-19-93,-5 5 128,16-39-128,-15 20 278,2-12-278,22-71 144,-8 1 232,-6 11-85,-4 15 162,-1 22-151,-1 21 162,-28 65-350,0 1 1,10-13-115,-12 18 94,1 1-1,0 0 0,6-5-93,21-14-320,-5 6-3591,-14 6 1980,-7 6-10829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8CC732-A63A-40A6-A9EA-78010E4970F1}" type="datetimeFigureOut">
              <a:rPr lang="en-AU" smtClean="0"/>
              <a:t>19/10/2023</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6BD4EA-94ED-43B6-A427-A2EDB434DACF}" type="slidenum">
              <a:rPr lang="en-AU" smtClean="0"/>
              <a:t>‹#›</a:t>
            </a:fld>
            <a:endParaRPr lang="en-AU"/>
          </a:p>
        </p:txBody>
      </p:sp>
    </p:spTree>
    <p:extLst>
      <p:ext uri="{BB962C8B-B14F-4D97-AF65-F5344CB8AC3E}">
        <p14:creationId xmlns:p14="http://schemas.microsoft.com/office/powerpoint/2010/main" val="470051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B54802-EC96-0243-B66B-FE7483A0BD4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79</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020855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74423" y="802298"/>
            <a:ext cx="8637073" cy="2920713"/>
          </a:xfrm>
        </p:spPr>
        <p:txBody>
          <a:bodyPr bIns="0" anchor="b">
            <a:normAutofit/>
          </a:bodyPr>
          <a:lstStyle>
            <a:lvl1pPr algn="ctr">
              <a:defRPr sz="6600"/>
            </a:lvl1pPr>
          </a:lstStyle>
          <a:p>
            <a:r>
              <a:rPr lang="en-US"/>
              <a:t>Click to edit Master title style</a:t>
            </a:r>
            <a:endParaRPr lang="en-US" dirty="0"/>
          </a:p>
        </p:txBody>
      </p:sp>
      <p:sp>
        <p:nvSpPr>
          <p:cNvPr id="3" name="Subtitle 2"/>
          <p:cNvSpPr>
            <a:spLocks noGrp="1"/>
          </p:cNvSpPr>
          <p:nvPr>
            <p:ph type="subTitle" idx="1"/>
          </p:nvPr>
        </p:nvSpPr>
        <p:spPr>
          <a:xfrm>
            <a:off x="1774424" y="3724074"/>
            <a:ext cx="8637072" cy="977621"/>
          </a:xfrm>
        </p:spPr>
        <p:txBody>
          <a:bodyPr tIns="91440" bIns="91440">
            <a:normAutofit/>
          </a:bodyPr>
          <a:lstStyle>
            <a:lvl1pPr marL="0" indent="0" algn="ctr">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10/19/2023</a:t>
            </a:fld>
            <a:endParaRPr lang="en-US" dirty="0"/>
          </a:p>
        </p:txBody>
      </p:sp>
      <p:sp>
        <p:nvSpPr>
          <p:cNvPr id="5" name="Footer Placeholder 4"/>
          <p:cNvSpPr>
            <a:spLocks noGrp="1"/>
          </p:cNvSpPr>
          <p:nvPr>
            <p:ph type="ftr" sz="quarter" idx="11"/>
          </p:nvPr>
        </p:nvSpPr>
        <p:spPr>
          <a:xfrm>
            <a:off x="1451579" y="329307"/>
            <a:ext cx="5626774" cy="309201"/>
          </a:xfrm>
        </p:spPr>
        <p:txBody>
          <a:bodyPr/>
          <a:lstStyle/>
          <a:p>
            <a:endParaRPr lang="en-US" dirty="0"/>
          </a:p>
        </p:txBody>
      </p:sp>
      <p:sp>
        <p:nvSpPr>
          <p:cNvPr id="6" name="Slide Number Placeholder 5"/>
          <p:cNvSpPr>
            <a:spLocks noGrp="1"/>
          </p:cNvSpPr>
          <p:nvPr>
            <p:ph type="sldNum" sz="quarter" idx="12"/>
          </p:nvPr>
        </p:nvSpPr>
        <p:spPr>
          <a:xfrm>
            <a:off x="476834" y="798973"/>
            <a:ext cx="811019" cy="503578"/>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969007"/>
          </a:xfrm>
        </p:spPr>
        <p:txBody>
          <a:bodyPr anchor="b">
            <a:normAutofit/>
          </a:bodyPr>
          <a:lstStyle>
            <a:lvl1pPr algn="ctr">
              <a:defRPr sz="3600"/>
            </a:lvl1pPr>
          </a:lstStyle>
          <a:p>
            <a:r>
              <a:rPr lang="en-US"/>
              <a:t>Click to edit Master title style</a:t>
            </a:r>
            <a:endParaRPr lang="en-US" dirty="0"/>
          </a:p>
        </p:txBody>
      </p:sp>
      <p:sp>
        <p:nvSpPr>
          <p:cNvPr id="3" name="Text Placeholder 2"/>
          <p:cNvSpPr>
            <a:spLocks noGrp="1"/>
          </p:cNvSpPr>
          <p:nvPr>
            <p:ph type="body" idx="1"/>
          </p:nvPr>
        </p:nvSpPr>
        <p:spPr>
          <a:xfrm>
            <a:off x="1774423" y="3725137"/>
            <a:ext cx="8643154" cy="1093987"/>
          </a:xfrm>
        </p:spPr>
        <p:txBody>
          <a:bodyPr tIns="91440">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10/19/2023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29357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488654" cy="344859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54140" y="2017343"/>
            <a:ext cx="4488654" cy="344152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10/19/2023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295603"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488794"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447191" y="2824269"/>
            <a:ext cx="4488794" cy="264445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56025" y="2023003"/>
            <a:ext cx="4488794"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56025" y="2821491"/>
            <a:ext cx="4488794" cy="263737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10/19/2023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10/19/2023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10/19/2023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2961967" cy="2406518"/>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30324" y="798974"/>
            <a:ext cx="6012470" cy="465882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2961967"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10/19/2023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2"/>
            <a:ext cx="5532328" cy="1922299"/>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a:r>
              <a:rPr lang="en-US"/>
              <a:t>Click icon to add picture</a:t>
            </a:r>
            <a:endParaRPr lang="en-US" dirty="0"/>
          </a:p>
        </p:txBody>
      </p:sp>
      <p:sp>
        <p:nvSpPr>
          <p:cNvPr id="4" name="Text Placeholder 3"/>
          <p:cNvSpPr>
            <a:spLocks noGrp="1"/>
          </p:cNvSpPr>
          <p:nvPr>
            <p:ph type="body" sz="half" idx="2"/>
          </p:nvPr>
        </p:nvSpPr>
        <p:spPr>
          <a:xfrm>
            <a:off x="1450329" y="3059600"/>
            <a:ext cx="5524404" cy="2090134"/>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10/19/2023</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7052"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518654" cy="46598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AU"/>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a:t>Click to edit Master subtitle style</a:t>
            </a:r>
            <a:endParaRPr lang="en-US"/>
          </a:p>
        </p:txBody>
      </p:sp>
      <p:sp>
        <p:nvSpPr>
          <p:cNvPr id="4" name="Date Placeholder 3"/>
          <p:cNvSpPr>
            <a:spLocks noGrp="1"/>
          </p:cNvSpPr>
          <p:nvPr>
            <p:ph type="dt" sz="half" idx="10"/>
          </p:nvPr>
        </p:nvSpPr>
        <p:spPr/>
        <p:txBody>
          <a:bodyPr/>
          <a:lstStyle/>
          <a:p>
            <a:fld id="{8D600323-2412-0C43-8322-3754B4C46943}" type="datetimeFigureOut">
              <a:rPr lang="en-US" smtClean="0"/>
              <a:t>10/19/2023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2810E6-F5AB-6946-9537-BA3D5F675B1C}" type="slidenum">
              <a:rPr lang="en-US" smtClean="0"/>
              <a:t>‹#›</a:t>
            </a:fld>
            <a:endParaRPr lang="en-US" dirty="0"/>
          </a:p>
        </p:txBody>
      </p:sp>
    </p:spTree>
    <p:extLst>
      <p:ext uri="{BB962C8B-B14F-4D97-AF65-F5344CB8AC3E}">
        <p14:creationId xmlns:p14="http://schemas.microsoft.com/office/powerpoint/2010/main" val="5172334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idx="1"/>
          </p:nvPr>
        </p:nvSpPr>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10"/>
          </p:nvPr>
        </p:nvSpPr>
        <p:spPr/>
        <p:txBody>
          <a:bodyPr/>
          <a:lstStyle/>
          <a:p>
            <a:fld id="{8D600323-2412-0C43-8322-3754B4C46943}" type="datetimeFigureOut">
              <a:rPr lang="en-US" smtClean="0"/>
              <a:t>10/19/2023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2810E6-F5AB-6946-9537-BA3D5F675B1C}" type="slidenum">
              <a:rPr lang="en-US" smtClean="0"/>
              <a:t>‹#›</a:t>
            </a:fld>
            <a:endParaRPr lang="en-US" dirty="0"/>
          </a:p>
        </p:txBody>
      </p:sp>
    </p:spTree>
    <p:extLst>
      <p:ext uri="{BB962C8B-B14F-4D97-AF65-F5344CB8AC3E}">
        <p14:creationId xmlns:p14="http://schemas.microsoft.com/office/powerpoint/2010/main" val="30220920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AU"/>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a:t>Click to edit Master text styles</a:t>
            </a:r>
          </a:p>
        </p:txBody>
      </p:sp>
      <p:sp>
        <p:nvSpPr>
          <p:cNvPr id="4" name="Date Placeholder 3"/>
          <p:cNvSpPr>
            <a:spLocks noGrp="1"/>
          </p:cNvSpPr>
          <p:nvPr>
            <p:ph type="dt" sz="half" idx="10"/>
          </p:nvPr>
        </p:nvSpPr>
        <p:spPr/>
        <p:txBody>
          <a:bodyPr/>
          <a:lstStyle/>
          <a:p>
            <a:fld id="{8D600323-2412-0C43-8322-3754B4C46943}" type="datetimeFigureOut">
              <a:rPr lang="en-US" smtClean="0"/>
              <a:t>10/19/2023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2810E6-F5AB-6946-9537-BA3D5F675B1C}" type="slidenum">
              <a:rPr lang="en-US" smtClean="0"/>
              <a:t>‹#›</a:t>
            </a:fld>
            <a:endParaRPr lang="en-US" dirty="0"/>
          </a:p>
        </p:txBody>
      </p:sp>
    </p:spTree>
    <p:extLst>
      <p:ext uri="{BB962C8B-B14F-4D97-AF65-F5344CB8AC3E}">
        <p14:creationId xmlns:p14="http://schemas.microsoft.com/office/powerpoint/2010/main" val="5485819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Date Placeholder 4"/>
          <p:cNvSpPr>
            <a:spLocks noGrp="1"/>
          </p:cNvSpPr>
          <p:nvPr>
            <p:ph type="dt" sz="half" idx="10"/>
          </p:nvPr>
        </p:nvSpPr>
        <p:spPr/>
        <p:txBody>
          <a:bodyPr/>
          <a:lstStyle/>
          <a:p>
            <a:fld id="{8D600323-2412-0C43-8322-3754B4C46943}" type="datetimeFigureOut">
              <a:rPr lang="en-US" smtClean="0"/>
              <a:t>10/19/2023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12810E6-F5AB-6946-9537-BA3D5F675B1C}" type="slidenum">
              <a:rPr lang="en-US" smtClean="0"/>
              <a:t>‹#›</a:t>
            </a:fld>
            <a:endParaRPr lang="en-US" dirty="0"/>
          </a:p>
        </p:txBody>
      </p:sp>
    </p:spTree>
    <p:extLst>
      <p:ext uri="{BB962C8B-B14F-4D97-AF65-F5344CB8AC3E}">
        <p14:creationId xmlns:p14="http://schemas.microsoft.com/office/powerpoint/2010/main" val="8312758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AU"/>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7" name="Date Placeholder 6"/>
          <p:cNvSpPr>
            <a:spLocks noGrp="1"/>
          </p:cNvSpPr>
          <p:nvPr>
            <p:ph type="dt" sz="half" idx="10"/>
          </p:nvPr>
        </p:nvSpPr>
        <p:spPr/>
        <p:txBody>
          <a:bodyPr/>
          <a:lstStyle/>
          <a:p>
            <a:fld id="{8D600323-2412-0C43-8322-3754B4C46943}" type="datetimeFigureOut">
              <a:rPr lang="en-US" smtClean="0"/>
              <a:t>10/19/2023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12810E6-F5AB-6946-9537-BA3D5F675B1C}" type="slidenum">
              <a:rPr lang="en-US" smtClean="0"/>
              <a:t>‹#›</a:t>
            </a:fld>
            <a:endParaRPr lang="en-US" dirty="0"/>
          </a:p>
        </p:txBody>
      </p:sp>
    </p:spTree>
    <p:extLst>
      <p:ext uri="{BB962C8B-B14F-4D97-AF65-F5344CB8AC3E}">
        <p14:creationId xmlns:p14="http://schemas.microsoft.com/office/powerpoint/2010/main" val="20810185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Date Placeholder 2"/>
          <p:cNvSpPr>
            <a:spLocks noGrp="1"/>
          </p:cNvSpPr>
          <p:nvPr>
            <p:ph type="dt" sz="half" idx="10"/>
          </p:nvPr>
        </p:nvSpPr>
        <p:spPr/>
        <p:txBody>
          <a:bodyPr/>
          <a:lstStyle/>
          <a:p>
            <a:fld id="{8D600323-2412-0C43-8322-3754B4C46943}" type="datetimeFigureOut">
              <a:rPr lang="en-US" smtClean="0"/>
              <a:t>10/19/2023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12810E6-F5AB-6946-9537-BA3D5F675B1C}" type="slidenum">
              <a:rPr lang="en-US" smtClean="0"/>
              <a:t>‹#›</a:t>
            </a:fld>
            <a:endParaRPr lang="en-US" dirty="0"/>
          </a:p>
        </p:txBody>
      </p:sp>
    </p:spTree>
    <p:extLst>
      <p:ext uri="{BB962C8B-B14F-4D97-AF65-F5344CB8AC3E}">
        <p14:creationId xmlns:p14="http://schemas.microsoft.com/office/powerpoint/2010/main" val="23498536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600323-2412-0C43-8322-3754B4C46943}" type="datetimeFigureOut">
              <a:rPr lang="en-US" smtClean="0"/>
              <a:t>10/19/2023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12810E6-F5AB-6946-9537-BA3D5F675B1C}" type="slidenum">
              <a:rPr lang="en-US" smtClean="0"/>
              <a:t>‹#›</a:t>
            </a:fld>
            <a:endParaRPr lang="en-US" dirty="0"/>
          </a:p>
        </p:txBody>
      </p:sp>
    </p:spTree>
    <p:extLst>
      <p:ext uri="{BB962C8B-B14F-4D97-AF65-F5344CB8AC3E}">
        <p14:creationId xmlns:p14="http://schemas.microsoft.com/office/powerpoint/2010/main" val="14199058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AU"/>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Date Placeholder 4"/>
          <p:cNvSpPr>
            <a:spLocks noGrp="1"/>
          </p:cNvSpPr>
          <p:nvPr>
            <p:ph type="dt" sz="half" idx="10"/>
          </p:nvPr>
        </p:nvSpPr>
        <p:spPr/>
        <p:txBody>
          <a:bodyPr/>
          <a:lstStyle/>
          <a:p>
            <a:fld id="{8D600323-2412-0C43-8322-3754B4C46943}" type="datetimeFigureOut">
              <a:rPr lang="en-US" smtClean="0"/>
              <a:t>10/19/2023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12810E6-F5AB-6946-9537-BA3D5F675B1C}" type="slidenum">
              <a:rPr lang="en-US" smtClean="0"/>
              <a:t>‹#›</a:t>
            </a:fld>
            <a:endParaRPr lang="en-US" dirty="0"/>
          </a:p>
        </p:txBody>
      </p:sp>
    </p:spTree>
    <p:extLst>
      <p:ext uri="{BB962C8B-B14F-4D97-AF65-F5344CB8AC3E}">
        <p14:creationId xmlns:p14="http://schemas.microsoft.com/office/powerpoint/2010/main" val="28726558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AU"/>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Date Placeholder 4"/>
          <p:cNvSpPr>
            <a:spLocks noGrp="1"/>
          </p:cNvSpPr>
          <p:nvPr>
            <p:ph type="dt" sz="half" idx="10"/>
          </p:nvPr>
        </p:nvSpPr>
        <p:spPr/>
        <p:txBody>
          <a:bodyPr/>
          <a:lstStyle/>
          <a:p>
            <a:fld id="{8D600323-2412-0C43-8322-3754B4C46943}" type="datetimeFigureOut">
              <a:rPr lang="en-US" smtClean="0"/>
              <a:t>10/19/2023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12810E6-F5AB-6946-9537-BA3D5F675B1C}" type="slidenum">
              <a:rPr lang="en-US" smtClean="0"/>
              <a:t>‹#›</a:t>
            </a:fld>
            <a:endParaRPr lang="en-US" dirty="0"/>
          </a:p>
        </p:txBody>
      </p:sp>
    </p:spTree>
    <p:extLst>
      <p:ext uri="{BB962C8B-B14F-4D97-AF65-F5344CB8AC3E}">
        <p14:creationId xmlns:p14="http://schemas.microsoft.com/office/powerpoint/2010/main" val="29380412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10"/>
          </p:nvPr>
        </p:nvSpPr>
        <p:spPr/>
        <p:txBody>
          <a:bodyPr/>
          <a:lstStyle/>
          <a:p>
            <a:fld id="{8D600323-2412-0C43-8322-3754B4C46943}" type="datetimeFigureOut">
              <a:rPr lang="en-US" smtClean="0"/>
              <a:t>10/19/2023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2810E6-F5AB-6946-9537-BA3D5F675B1C}" type="slidenum">
              <a:rPr lang="en-US" smtClean="0"/>
              <a:t>‹#›</a:t>
            </a:fld>
            <a:endParaRPr lang="en-US" dirty="0"/>
          </a:p>
        </p:txBody>
      </p:sp>
    </p:spTree>
    <p:extLst>
      <p:ext uri="{BB962C8B-B14F-4D97-AF65-F5344CB8AC3E}">
        <p14:creationId xmlns:p14="http://schemas.microsoft.com/office/powerpoint/2010/main" val="8986156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AU"/>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10"/>
          </p:nvPr>
        </p:nvSpPr>
        <p:spPr/>
        <p:txBody>
          <a:bodyPr/>
          <a:lstStyle/>
          <a:p>
            <a:fld id="{8D600323-2412-0C43-8322-3754B4C46943}" type="datetimeFigureOut">
              <a:rPr lang="en-US" smtClean="0"/>
              <a:t>10/19/2023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2810E6-F5AB-6946-9537-BA3D5F675B1C}" type="slidenum">
              <a:rPr lang="en-US" smtClean="0"/>
              <a:t>‹#›</a:t>
            </a:fld>
            <a:endParaRPr lang="en-US" dirty="0"/>
          </a:p>
        </p:txBody>
      </p:sp>
    </p:spTree>
    <p:extLst>
      <p:ext uri="{BB962C8B-B14F-4D97-AF65-F5344CB8AC3E}">
        <p14:creationId xmlns:p14="http://schemas.microsoft.com/office/powerpoint/2010/main" val="35795527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79" y="804519"/>
            <a:ext cx="9291215" cy="104923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29121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242079"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10/19/2023</a:t>
            </a:fld>
            <a:endParaRPr lang="en-US" dirty="0"/>
          </a:p>
        </p:txBody>
      </p:sp>
      <p:sp>
        <p:nvSpPr>
          <p:cNvPr id="5" name="Footer Placeholder 4"/>
          <p:cNvSpPr>
            <a:spLocks noGrp="1"/>
          </p:cNvSpPr>
          <p:nvPr>
            <p:ph type="ftr" sz="quarter" idx="3"/>
          </p:nvPr>
        </p:nvSpPr>
        <p:spPr>
          <a:xfrm>
            <a:off x="1451579" y="329307"/>
            <a:ext cx="562677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sp>
        <p:nvSpPr>
          <p:cNvPr id="9" name="Rectangle 8"/>
          <p:cNvSpPr/>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Picture 9"/>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2" name="Straight Connector 11"/>
          <p:cNvCxnSpPr/>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AU"/>
              <a:t>Click to edit Master title style</a:t>
            </a:r>
            <a:endParaRPr lang="en-US"/>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600323-2412-0C43-8322-3754B4C46943}" type="datetimeFigureOut">
              <a:rPr lang="en-US" smtClean="0"/>
              <a:t>10/19/2023</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2810E6-F5AB-6946-9537-BA3D5F675B1C}" type="slidenum">
              <a:rPr lang="en-US" smtClean="0"/>
              <a:t>‹#›</a:t>
            </a:fld>
            <a:endParaRPr lang="en-US" dirty="0"/>
          </a:p>
        </p:txBody>
      </p:sp>
    </p:spTree>
    <p:extLst>
      <p:ext uri="{BB962C8B-B14F-4D97-AF65-F5344CB8AC3E}">
        <p14:creationId xmlns:p14="http://schemas.microsoft.com/office/powerpoint/2010/main" val="231432451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2.gif"/></Relationships>
</file>

<file path=ppt/slides/_rels/slide1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customXml" Target="../ink/ink3.xml"/><Relationship Id="rId4" Type="http://schemas.openxmlformats.org/officeDocument/2006/relationships/image" Target="../media/image1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customXml" Target="../ink/ink4.xml"/><Relationship Id="rId7" Type="http://schemas.openxmlformats.org/officeDocument/2006/relationships/customXml" Target="../ink/ink6.xml"/><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customXml" Target="../ink/ink5.xml"/><Relationship Id="rId4" Type="http://schemas.openxmlformats.org/officeDocument/2006/relationships/image" Target="../media/image1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3" Type="http://schemas.openxmlformats.org/officeDocument/2006/relationships/customXml" Target="../ink/ink12.xml"/><Relationship Id="rId18" Type="http://schemas.openxmlformats.org/officeDocument/2006/relationships/image" Target="../media/image25.png"/><Relationship Id="rId26" Type="http://schemas.openxmlformats.org/officeDocument/2006/relationships/image" Target="../media/image29.png"/><Relationship Id="rId3" Type="http://schemas.openxmlformats.org/officeDocument/2006/relationships/customXml" Target="../ink/ink7.xml"/><Relationship Id="rId21" Type="http://schemas.openxmlformats.org/officeDocument/2006/relationships/customXml" Target="../ink/ink16.xml"/><Relationship Id="rId34" Type="http://schemas.openxmlformats.org/officeDocument/2006/relationships/image" Target="../media/image33.png"/><Relationship Id="rId7" Type="http://schemas.openxmlformats.org/officeDocument/2006/relationships/customXml" Target="../ink/ink9.xml"/><Relationship Id="rId12" Type="http://schemas.openxmlformats.org/officeDocument/2006/relationships/image" Target="../media/image22.png"/><Relationship Id="rId17" Type="http://schemas.openxmlformats.org/officeDocument/2006/relationships/customXml" Target="../ink/ink14.xml"/><Relationship Id="rId25" Type="http://schemas.openxmlformats.org/officeDocument/2006/relationships/customXml" Target="../ink/ink18.xml"/><Relationship Id="rId33" Type="http://schemas.openxmlformats.org/officeDocument/2006/relationships/customXml" Target="../ink/ink22.xml"/><Relationship Id="rId2" Type="http://schemas.openxmlformats.org/officeDocument/2006/relationships/image" Target="../media/image13.png"/><Relationship Id="rId16" Type="http://schemas.openxmlformats.org/officeDocument/2006/relationships/image" Target="../media/image24.png"/><Relationship Id="rId20" Type="http://schemas.openxmlformats.org/officeDocument/2006/relationships/image" Target="../media/image26.png"/><Relationship Id="rId29" Type="http://schemas.openxmlformats.org/officeDocument/2006/relationships/customXml" Target="../ink/ink20.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customXml" Target="../ink/ink11.xml"/><Relationship Id="rId24" Type="http://schemas.openxmlformats.org/officeDocument/2006/relationships/image" Target="../media/image28.png"/><Relationship Id="rId32" Type="http://schemas.openxmlformats.org/officeDocument/2006/relationships/image" Target="../media/image32.png"/><Relationship Id="rId5" Type="http://schemas.openxmlformats.org/officeDocument/2006/relationships/customXml" Target="../ink/ink8.xml"/><Relationship Id="rId15" Type="http://schemas.openxmlformats.org/officeDocument/2006/relationships/customXml" Target="../ink/ink13.xml"/><Relationship Id="rId23" Type="http://schemas.openxmlformats.org/officeDocument/2006/relationships/customXml" Target="../ink/ink17.xml"/><Relationship Id="rId28" Type="http://schemas.openxmlformats.org/officeDocument/2006/relationships/image" Target="../media/image30.png"/><Relationship Id="rId36" Type="http://schemas.openxmlformats.org/officeDocument/2006/relationships/image" Target="../media/image34.png"/><Relationship Id="rId10" Type="http://schemas.openxmlformats.org/officeDocument/2006/relationships/image" Target="../media/image21.png"/><Relationship Id="rId19" Type="http://schemas.openxmlformats.org/officeDocument/2006/relationships/customXml" Target="../ink/ink15.xml"/><Relationship Id="rId31" Type="http://schemas.openxmlformats.org/officeDocument/2006/relationships/customXml" Target="../ink/ink21.xml"/><Relationship Id="rId4" Type="http://schemas.openxmlformats.org/officeDocument/2006/relationships/image" Target="../media/image110.png"/><Relationship Id="rId9" Type="http://schemas.openxmlformats.org/officeDocument/2006/relationships/customXml" Target="../ink/ink10.xml"/><Relationship Id="rId14" Type="http://schemas.openxmlformats.org/officeDocument/2006/relationships/image" Target="../media/image23.png"/><Relationship Id="rId22" Type="http://schemas.openxmlformats.org/officeDocument/2006/relationships/image" Target="../media/image27.png"/><Relationship Id="rId27" Type="http://schemas.openxmlformats.org/officeDocument/2006/relationships/customXml" Target="../ink/ink19.xml"/><Relationship Id="rId30" Type="http://schemas.openxmlformats.org/officeDocument/2006/relationships/image" Target="../media/image31.png"/><Relationship Id="rId35" Type="http://schemas.openxmlformats.org/officeDocument/2006/relationships/customXml" Target="../ink/ink23.xml"/><Relationship Id="rId8"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7.gi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customXml" Target="../ink/ink24.xml"/><Relationship Id="rId7" Type="http://schemas.openxmlformats.org/officeDocument/2006/relationships/customXml" Target="../ink/ink26.xml"/><Relationship Id="rId12" Type="http://schemas.openxmlformats.org/officeDocument/2006/relationships/image" Target="../media/image39.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customXml" Target="../ink/ink28.xml"/><Relationship Id="rId5" Type="http://schemas.openxmlformats.org/officeDocument/2006/relationships/customXml" Target="../ink/ink25.xml"/><Relationship Id="rId10" Type="http://schemas.openxmlformats.org/officeDocument/2006/relationships/image" Target="../media/image21.png"/><Relationship Id="rId4" Type="http://schemas.openxmlformats.org/officeDocument/2006/relationships/image" Target="../media/image110.png"/><Relationship Id="rId9" Type="http://schemas.openxmlformats.org/officeDocument/2006/relationships/customXml" Target="../ink/ink27.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8" Type="http://schemas.openxmlformats.org/officeDocument/2006/relationships/image" Target="../media/image290.png"/><Relationship Id="rId3" Type="http://schemas.openxmlformats.org/officeDocument/2006/relationships/customXml" Target="../ink/ink29.xml"/><Relationship Id="rId7" Type="http://schemas.openxmlformats.org/officeDocument/2006/relationships/customXml" Target="../ink/ink31.xml"/><Relationship Id="rId12" Type="http://schemas.openxmlformats.org/officeDocument/2006/relationships/image" Target="../media/image310.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280.png"/><Relationship Id="rId11" Type="http://schemas.openxmlformats.org/officeDocument/2006/relationships/customXml" Target="../ink/ink33.xml"/><Relationship Id="rId5" Type="http://schemas.openxmlformats.org/officeDocument/2006/relationships/customXml" Target="../ink/ink30.xml"/><Relationship Id="rId10" Type="http://schemas.openxmlformats.org/officeDocument/2006/relationships/image" Target="../media/image300.png"/><Relationship Id="rId4" Type="http://schemas.openxmlformats.org/officeDocument/2006/relationships/image" Target="../media/image270.png"/><Relationship Id="rId9" Type="http://schemas.openxmlformats.org/officeDocument/2006/relationships/customXml" Target="../ink/ink32.xml"/></Relationships>
</file>

<file path=ppt/slides/_rels/slide48.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8" Type="http://schemas.openxmlformats.org/officeDocument/2006/relationships/image" Target="../media/image290.png"/><Relationship Id="rId13" Type="http://schemas.openxmlformats.org/officeDocument/2006/relationships/customXml" Target="../ink/ink39.xml"/><Relationship Id="rId3" Type="http://schemas.openxmlformats.org/officeDocument/2006/relationships/customXml" Target="../ink/ink34.xml"/><Relationship Id="rId7" Type="http://schemas.openxmlformats.org/officeDocument/2006/relationships/customXml" Target="../ink/ink36.xml"/><Relationship Id="rId12" Type="http://schemas.openxmlformats.org/officeDocument/2006/relationships/image" Target="../media/image310.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280.png"/><Relationship Id="rId11" Type="http://schemas.openxmlformats.org/officeDocument/2006/relationships/customXml" Target="../ink/ink38.xml"/><Relationship Id="rId5" Type="http://schemas.openxmlformats.org/officeDocument/2006/relationships/customXml" Target="../ink/ink35.xml"/><Relationship Id="rId10" Type="http://schemas.openxmlformats.org/officeDocument/2006/relationships/image" Target="../media/image300.png"/><Relationship Id="rId4" Type="http://schemas.openxmlformats.org/officeDocument/2006/relationships/image" Target="../media/image270.png"/><Relationship Id="rId9" Type="http://schemas.openxmlformats.org/officeDocument/2006/relationships/customXml" Target="../ink/ink37.xml"/><Relationship Id="rId14" Type="http://schemas.openxmlformats.org/officeDocument/2006/relationships/image" Target="../media/image340.png"/></Relationships>
</file>

<file path=ppt/slides/_rels/slide5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60.png"/><Relationship Id="rId2" Type="http://schemas.openxmlformats.org/officeDocument/2006/relationships/customXml" Target="../ink/ink4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customXml" Target="../ink/ink46.xml"/><Relationship Id="rId3" Type="http://schemas.openxmlformats.org/officeDocument/2006/relationships/customXml" Target="../ink/ink41.xml"/><Relationship Id="rId7" Type="http://schemas.openxmlformats.org/officeDocument/2006/relationships/customXml" Target="../ink/ink43.xml"/><Relationship Id="rId12" Type="http://schemas.openxmlformats.org/officeDocument/2006/relationships/image" Target="../media/image39.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customXml" Target="../ink/ink45.xml"/><Relationship Id="rId5" Type="http://schemas.openxmlformats.org/officeDocument/2006/relationships/customXml" Target="../ink/ink42.xml"/><Relationship Id="rId10" Type="http://schemas.openxmlformats.org/officeDocument/2006/relationships/image" Target="../media/image21.png"/><Relationship Id="rId4" Type="http://schemas.openxmlformats.org/officeDocument/2006/relationships/image" Target="../media/image110.png"/><Relationship Id="rId9" Type="http://schemas.openxmlformats.org/officeDocument/2006/relationships/customXml" Target="../ink/ink44.xml"/><Relationship Id="rId14" Type="http://schemas.openxmlformats.org/officeDocument/2006/relationships/image" Target="../media/image4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customXml" Target="../ink/ink52.xml"/><Relationship Id="rId3" Type="http://schemas.openxmlformats.org/officeDocument/2006/relationships/customXml" Target="../ink/ink47.xml"/><Relationship Id="rId7" Type="http://schemas.openxmlformats.org/officeDocument/2006/relationships/customXml" Target="../ink/ink49.xml"/><Relationship Id="rId12" Type="http://schemas.openxmlformats.org/officeDocument/2006/relationships/image" Target="../media/image39.png"/><Relationship Id="rId2" Type="http://schemas.openxmlformats.org/officeDocument/2006/relationships/image" Target="../media/image13.png"/><Relationship Id="rId16"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customXml" Target="../ink/ink51.xml"/><Relationship Id="rId5" Type="http://schemas.openxmlformats.org/officeDocument/2006/relationships/customXml" Target="../ink/ink48.xml"/><Relationship Id="rId15" Type="http://schemas.openxmlformats.org/officeDocument/2006/relationships/customXml" Target="../ink/ink53.xml"/><Relationship Id="rId10" Type="http://schemas.openxmlformats.org/officeDocument/2006/relationships/image" Target="../media/image21.png"/><Relationship Id="rId4" Type="http://schemas.openxmlformats.org/officeDocument/2006/relationships/image" Target="../media/image110.png"/><Relationship Id="rId9" Type="http://schemas.openxmlformats.org/officeDocument/2006/relationships/customXml" Target="../ink/ink50.xml"/><Relationship Id="rId14" Type="http://schemas.openxmlformats.org/officeDocument/2006/relationships/image" Target="../media/image49.png"/></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47.jpeg"/><Relationship Id="rId1" Type="http://schemas.openxmlformats.org/officeDocument/2006/relationships/slideLayout" Target="../slideLayouts/slideLayout2.xml"/><Relationship Id="rId4" Type="http://schemas.openxmlformats.org/officeDocument/2006/relationships/image" Target="../media/image48.emf"/></Relationships>
</file>

<file path=ppt/slides/_rels/slide62.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customXml" Target="../ink/ink59.xml"/><Relationship Id="rId18" Type="http://schemas.openxmlformats.org/officeDocument/2006/relationships/image" Target="../media/image53.png"/><Relationship Id="rId3" Type="http://schemas.openxmlformats.org/officeDocument/2006/relationships/customXml" Target="../ink/ink54.xml"/><Relationship Id="rId7" Type="http://schemas.openxmlformats.org/officeDocument/2006/relationships/customXml" Target="../ink/ink56.xml"/><Relationship Id="rId12" Type="http://schemas.openxmlformats.org/officeDocument/2006/relationships/image" Target="../media/image39.png"/><Relationship Id="rId17" Type="http://schemas.openxmlformats.org/officeDocument/2006/relationships/customXml" Target="../ink/ink61.xml"/><Relationship Id="rId2" Type="http://schemas.openxmlformats.org/officeDocument/2006/relationships/image" Target="../media/image13.png"/><Relationship Id="rId16"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customXml" Target="../ink/ink58.xml"/><Relationship Id="rId5" Type="http://schemas.openxmlformats.org/officeDocument/2006/relationships/customXml" Target="../ink/ink55.xml"/><Relationship Id="rId15" Type="http://schemas.openxmlformats.org/officeDocument/2006/relationships/customXml" Target="../ink/ink60.xml"/><Relationship Id="rId10" Type="http://schemas.openxmlformats.org/officeDocument/2006/relationships/image" Target="../media/image21.png"/><Relationship Id="rId4" Type="http://schemas.openxmlformats.org/officeDocument/2006/relationships/image" Target="../media/image110.png"/><Relationship Id="rId9" Type="http://schemas.openxmlformats.org/officeDocument/2006/relationships/customXml" Target="../ink/ink57.xml"/><Relationship Id="rId14" Type="http://schemas.openxmlformats.org/officeDocument/2006/relationships/image" Target="../media/image49.png"/></Relationships>
</file>

<file path=ppt/slides/_rels/slide6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customXml" Target="../ink/ink67.xml"/><Relationship Id="rId18" Type="http://schemas.openxmlformats.org/officeDocument/2006/relationships/image" Target="../media/image53.png"/><Relationship Id="rId3" Type="http://schemas.openxmlformats.org/officeDocument/2006/relationships/customXml" Target="../ink/ink62.xml"/><Relationship Id="rId7" Type="http://schemas.openxmlformats.org/officeDocument/2006/relationships/customXml" Target="../ink/ink64.xml"/><Relationship Id="rId12" Type="http://schemas.openxmlformats.org/officeDocument/2006/relationships/image" Target="../media/image39.png"/><Relationship Id="rId17" Type="http://schemas.openxmlformats.org/officeDocument/2006/relationships/customXml" Target="../ink/ink69.xml"/><Relationship Id="rId2" Type="http://schemas.openxmlformats.org/officeDocument/2006/relationships/image" Target="../media/image13.png"/><Relationship Id="rId16" Type="http://schemas.openxmlformats.org/officeDocument/2006/relationships/image" Target="../media/image50.png"/><Relationship Id="rId20"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customXml" Target="../ink/ink66.xml"/><Relationship Id="rId5" Type="http://schemas.openxmlformats.org/officeDocument/2006/relationships/customXml" Target="../ink/ink63.xml"/><Relationship Id="rId15" Type="http://schemas.openxmlformats.org/officeDocument/2006/relationships/customXml" Target="../ink/ink68.xml"/><Relationship Id="rId10" Type="http://schemas.openxmlformats.org/officeDocument/2006/relationships/image" Target="../media/image21.png"/><Relationship Id="rId19" Type="http://schemas.openxmlformats.org/officeDocument/2006/relationships/customXml" Target="../ink/ink70.xml"/><Relationship Id="rId4" Type="http://schemas.openxmlformats.org/officeDocument/2006/relationships/image" Target="../media/image110.png"/><Relationship Id="rId9" Type="http://schemas.openxmlformats.org/officeDocument/2006/relationships/customXml" Target="../ink/ink65.xml"/><Relationship Id="rId14" Type="http://schemas.openxmlformats.org/officeDocument/2006/relationships/image" Target="../media/image4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customXml" Target="../ink/ink76.xml"/><Relationship Id="rId18" Type="http://schemas.openxmlformats.org/officeDocument/2006/relationships/image" Target="../media/image53.png"/><Relationship Id="rId3" Type="http://schemas.openxmlformats.org/officeDocument/2006/relationships/customXml" Target="../ink/ink71.xml"/><Relationship Id="rId21" Type="http://schemas.openxmlformats.org/officeDocument/2006/relationships/customXml" Target="../ink/ink80.xml"/><Relationship Id="rId7" Type="http://schemas.openxmlformats.org/officeDocument/2006/relationships/customXml" Target="../ink/ink73.xml"/><Relationship Id="rId12" Type="http://schemas.openxmlformats.org/officeDocument/2006/relationships/image" Target="../media/image39.png"/><Relationship Id="rId17" Type="http://schemas.openxmlformats.org/officeDocument/2006/relationships/customXml" Target="../ink/ink78.xml"/><Relationship Id="rId2" Type="http://schemas.openxmlformats.org/officeDocument/2006/relationships/image" Target="../media/image13.png"/><Relationship Id="rId16" Type="http://schemas.openxmlformats.org/officeDocument/2006/relationships/image" Target="../media/image50.png"/><Relationship Id="rId20"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customXml" Target="../ink/ink75.xml"/><Relationship Id="rId24" Type="http://schemas.openxmlformats.org/officeDocument/2006/relationships/image" Target="../media/image58.png"/><Relationship Id="rId5" Type="http://schemas.openxmlformats.org/officeDocument/2006/relationships/customXml" Target="../ink/ink72.xml"/><Relationship Id="rId15" Type="http://schemas.openxmlformats.org/officeDocument/2006/relationships/customXml" Target="../ink/ink77.xml"/><Relationship Id="rId23" Type="http://schemas.openxmlformats.org/officeDocument/2006/relationships/customXml" Target="../ink/ink81.xml"/><Relationship Id="rId10" Type="http://schemas.openxmlformats.org/officeDocument/2006/relationships/image" Target="../media/image21.png"/><Relationship Id="rId19" Type="http://schemas.openxmlformats.org/officeDocument/2006/relationships/customXml" Target="../ink/ink79.xml"/><Relationship Id="rId4" Type="http://schemas.openxmlformats.org/officeDocument/2006/relationships/image" Target="../media/image110.png"/><Relationship Id="rId9" Type="http://schemas.openxmlformats.org/officeDocument/2006/relationships/customXml" Target="../ink/ink74.xml"/><Relationship Id="rId14" Type="http://schemas.openxmlformats.org/officeDocument/2006/relationships/image" Target="../media/image49.png"/><Relationship Id="rId22" Type="http://schemas.openxmlformats.org/officeDocument/2006/relationships/image" Target="../media/image57.png"/></Relationships>
</file>

<file path=ppt/slides/_rels/slide7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hyperlink" Target="https://giphy.com/gifs/the-office-steve-carell-michael-scott-dsKnRuALlWsZG" TargetMode="External"/><Relationship Id="rId2" Type="http://schemas.openxmlformats.org/officeDocument/2006/relationships/image" Target="../media/image55.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24875-A83D-4BE4-838C-33400059EB5F}"/>
              </a:ext>
            </a:extLst>
          </p:cNvPr>
          <p:cNvSpPr>
            <a:spLocks noGrp="1"/>
          </p:cNvSpPr>
          <p:nvPr>
            <p:ph type="ctrTitle"/>
          </p:nvPr>
        </p:nvSpPr>
        <p:spPr>
          <a:xfrm>
            <a:off x="1774423" y="436538"/>
            <a:ext cx="8637073" cy="2920713"/>
          </a:xfrm>
        </p:spPr>
        <p:txBody>
          <a:bodyPr/>
          <a:lstStyle/>
          <a:p>
            <a:r>
              <a:rPr lang="en-AU" dirty="0"/>
              <a:t>Year 11 </a:t>
            </a:r>
            <a:br>
              <a:rPr lang="en-AU" dirty="0"/>
            </a:br>
            <a:r>
              <a:rPr lang="en-AU" dirty="0"/>
              <a:t>pal exam revision</a:t>
            </a:r>
          </a:p>
        </p:txBody>
      </p:sp>
      <p:sp>
        <p:nvSpPr>
          <p:cNvPr id="3" name="Subtitle 2">
            <a:extLst>
              <a:ext uri="{FF2B5EF4-FFF2-40B4-BE49-F238E27FC236}">
                <a16:creationId xmlns:a16="http://schemas.microsoft.com/office/drawing/2014/main" id="{2ED4BAAB-865C-4AAD-8523-22EE9B22A5B6}"/>
              </a:ext>
            </a:extLst>
          </p:cNvPr>
          <p:cNvSpPr>
            <a:spLocks noGrp="1"/>
          </p:cNvSpPr>
          <p:nvPr>
            <p:ph type="subTitle" idx="1"/>
          </p:nvPr>
        </p:nvSpPr>
        <p:spPr/>
        <p:txBody>
          <a:bodyPr/>
          <a:lstStyle/>
          <a:p>
            <a:r>
              <a:rPr lang="en-AU" b="1" dirty="0"/>
              <a:t>Unit 1 + 2</a:t>
            </a:r>
          </a:p>
        </p:txBody>
      </p:sp>
    </p:spTree>
    <p:extLst>
      <p:ext uri="{BB962C8B-B14F-4D97-AF65-F5344CB8AC3E}">
        <p14:creationId xmlns:p14="http://schemas.microsoft.com/office/powerpoint/2010/main" val="40416500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263194-58B3-41E6-A798-EC13393225E2}"/>
              </a:ext>
            </a:extLst>
          </p:cNvPr>
          <p:cNvSpPr>
            <a:spLocks noGrp="1"/>
          </p:cNvSpPr>
          <p:nvPr>
            <p:ph idx="1"/>
          </p:nvPr>
        </p:nvSpPr>
        <p:spPr>
          <a:xfrm>
            <a:off x="1450392" y="2448869"/>
            <a:ext cx="9291215" cy="3450613"/>
          </a:xfrm>
        </p:spPr>
        <p:txBody>
          <a:bodyPr>
            <a:normAutofit/>
          </a:bodyPr>
          <a:lstStyle/>
          <a:p>
            <a:r>
              <a:rPr lang="en-AU" dirty="0"/>
              <a:t>This unit examines the principles of a liberal democracy; the legislative, executive and judicial structures and processes of Australia’s political and legal system; the functioning of a non-democratic system; and the processes of a non-common law system.</a:t>
            </a:r>
          </a:p>
          <a:p>
            <a:r>
              <a:rPr lang="en-AU" dirty="0"/>
              <a:t>Political and legal developments and contemporary issues (the last three years) are used to provide a framework for the unit</a:t>
            </a:r>
          </a:p>
        </p:txBody>
      </p:sp>
      <p:sp>
        <p:nvSpPr>
          <p:cNvPr id="4" name="Title 1">
            <a:extLst>
              <a:ext uri="{FF2B5EF4-FFF2-40B4-BE49-F238E27FC236}">
                <a16:creationId xmlns:a16="http://schemas.microsoft.com/office/drawing/2014/main" id="{6E1F3FF9-F4E6-46DF-BD3D-7920651695E0}"/>
              </a:ext>
            </a:extLst>
          </p:cNvPr>
          <p:cNvSpPr>
            <a:spLocks noGrp="1"/>
          </p:cNvSpPr>
          <p:nvPr>
            <p:ph type="title"/>
          </p:nvPr>
        </p:nvSpPr>
        <p:spPr>
          <a:xfrm>
            <a:off x="1450975" y="804863"/>
            <a:ext cx="9291638" cy="1049337"/>
          </a:xfrm>
        </p:spPr>
        <p:txBody>
          <a:bodyPr>
            <a:normAutofit fontScale="90000"/>
          </a:bodyPr>
          <a:lstStyle/>
          <a:p>
            <a:r>
              <a:rPr lang="en-AU" sz="4800" b="1" dirty="0"/>
              <a:t>UNIT 1: </a:t>
            </a:r>
            <a:r>
              <a:rPr lang="en-AU" sz="3600" b="1" dirty="0"/>
              <a:t>Democracy and the rule of law</a:t>
            </a:r>
            <a:endParaRPr lang="en-AU" sz="4800" b="1" dirty="0"/>
          </a:p>
        </p:txBody>
      </p:sp>
    </p:spTree>
    <p:extLst>
      <p:ext uri="{BB962C8B-B14F-4D97-AF65-F5344CB8AC3E}">
        <p14:creationId xmlns:p14="http://schemas.microsoft.com/office/powerpoint/2010/main" val="3413330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6B25638D-3D06-41D1-8060-4D2707C60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7" name="Picture 16">
            <a:extLst>
              <a:ext uri="{FF2B5EF4-FFF2-40B4-BE49-F238E27FC236}">
                <a16:creationId xmlns:a16="http://schemas.microsoft.com/office/drawing/2014/main" id="{8161BB1E-0062-4056-AB94-121EF614D5F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9" name="Straight Connector 18">
            <a:extLst>
              <a:ext uri="{FF2B5EF4-FFF2-40B4-BE49-F238E27FC236}">
                <a16:creationId xmlns:a16="http://schemas.microsoft.com/office/drawing/2014/main" id="{8FBC01E2-D629-4319-B5CB-BFA461B8CF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3F9E636-299B-4825-9066-9D5CDEECE060}"/>
              </a:ext>
            </a:extLst>
          </p:cNvPr>
          <p:cNvSpPr>
            <a:spLocks noGrp="1"/>
          </p:cNvSpPr>
          <p:nvPr>
            <p:ph type="title"/>
          </p:nvPr>
        </p:nvSpPr>
        <p:spPr>
          <a:xfrm>
            <a:off x="7176413" y="1654726"/>
            <a:ext cx="4162489" cy="2466839"/>
          </a:xfrm>
        </p:spPr>
        <p:txBody>
          <a:bodyPr vert="horz" lIns="91440" tIns="45720" rIns="91440" bIns="0" rtlCol="0" anchor="b">
            <a:normAutofit/>
          </a:bodyPr>
          <a:lstStyle/>
          <a:p>
            <a:r>
              <a:rPr lang="en-US" sz="4800" dirty="0"/>
              <a:t>UNIT 1 SYLLABUS</a:t>
            </a:r>
          </a:p>
        </p:txBody>
      </p:sp>
      <p:pic>
        <p:nvPicPr>
          <p:cNvPr id="6" name="Picture 5">
            <a:extLst>
              <a:ext uri="{FF2B5EF4-FFF2-40B4-BE49-F238E27FC236}">
                <a16:creationId xmlns:a16="http://schemas.microsoft.com/office/drawing/2014/main" id="{0F7BCFC9-3415-3791-65A7-73B88B25DA74}"/>
              </a:ext>
            </a:extLst>
          </p:cNvPr>
          <p:cNvPicPr>
            <a:picLocks noChangeAspect="1"/>
          </p:cNvPicPr>
          <p:nvPr/>
        </p:nvPicPr>
        <p:blipFill>
          <a:blip r:embed="rId3"/>
          <a:stretch>
            <a:fillRect/>
          </a:stretch>
        </p:blipFill>
        <p:spPr>
          <a:xfrm>
            <a:off x="-27874" y="4028790"/>
            <a:ext cx="4839857" cy="2843498"/>
          </a:xfrm>
          <a:prstGeom prst="rect">
            <a:avLst/>
          </a:prstGeom>
        </p:spPr>
      </p:pic>
      <p:pic>
        <p:nvPicPr>
          <p:cNvPr id="8" name="Picture 7">
            <a:extLst>
              <a:ext uri="{FF2B5EF4-FFF2-40B4-BE49-F238E27FC236}">
                <a16:creationId xmlns:a16="http://schemas.microsoft.com/office/drawing/2014/main" id="{31833305-4A77-1AB5-F8FA-EF1FE53D6777}"/>
              </a:ext>
            </a:extLst>
          </p:cNvPr>
          <p:cNvPicPr>
            <a:picLocks noChangeAspect="1"/>
          </p:cNvPicPr>
          <p:nvPr/>
        </p:nvPicPr>
        <p:blipFill rotWithShape="1">
          <a:blip r:embed="rId4"/>
          <a:srcRect l="1049"/>
          <a:stretch/>
        </p:blipFill>
        <p:spPr>
          <a:xfrm>
            <a:off x="-27874" y="-1"/>
            <a:ext cx="4839858" cy="4117491"/>
          </a:xfrm>
          <a:prstGeom prst="rect">
            <a:avLst/>
          </a:prstGeom>
        </p:spPr>
      </p:pic>
    </p:spTree>
    <p:extLst>
      <p:ext uri="{BB962C8B-B14F-4D97-AF65-F5344CB8AC3E}">
        <p14:creationId xmlns:p14="http://schemas.microsoft.com/office/powerpoint/2010/main" val="3364151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E57B2-2A7F-4A09-85FC-F7C353F492B5}"/>
              </a:ext>
            </a:extLst>
          </p:cNvPr>
          <p:cNvSpPr>
            <a:spLocks noGrp="1"/>
          </p:cNvSpPr>
          <p:nvPr>
            <p:ph type="title"/>
          </p:nvPr>
        </p:nvSpPr>
        <p:spPr>
          <a:xfrm>
            <a:off x="1450392" y="217378"/>
            <a:ext cx="9291215" cy="1049235"/>
          </a:xfrm>
        </p:spPr>
        <p:txBody>
          <a:bodyPr/>
          <a:lstStyle/>
          <a:p>
            <a:r>
              <a:rPr lang="en-AU" b="1" dirty="0">
                <a:solidFill>
                  <a:schemeClr val="tx1"/>
                </a:solidFill>
              </a:rPr>
              <a:t>Liberal Democracy</a:t>
            </a:r>
          </a:p>
        </p:txBody>
      </p:sp>
      <p:sp>
        <p:nvSpPr>
          <p:cNvPr id="3" name="Content Placeholder 2">
            <a:extLst>
              <a:ext uri="{FF2B5EF4-FFF2-40B4-BE49-F238E27FC236}">
                <a16:creationId xmlns:a16="http://schemas.microsoft.com/office/drawing/2014/main" id="{72BF950A-5DE1-4033-AF6A-BE33215207B0}"/>
              </a:ext>
            </a:extLst>
          </p:cNvPr>
          <p:cNvSpPr>
            <a:spLocks noGrp="1"/>
          </p:cNvSpPr>
          <p:nvPr>
            <p:ph idx="1"/>
          </p:nvPr>
        </p:nvSpPr>
        <p:spPr>
          <a:xfrm>
            <a:off x="115504" y="1472664"/>
            <a:ext cx="11033726" cy="5495662"/>
          </a:xfrm>
        </p:spPr>
        <p:txBody>
          <a:bodyPr>
            <a:normAutofit/>
          </a:bodyPr>
          <a:lstStyle/>
          <a:p>
            <a:pPr lvl="1"/>
            <a:r>
              <a:rPr lang="en-AU" sz="2800" dirty="0"/>
              <a:t>characterised</a:t>
            </a:r>
            <a:r>
              <a:rPr lang="en-US" sz="2800" dirty="0"/>
              <a:t> by fair, free and competitive elections between multiple political parties</a:t>
            </a:r>
          </a:p>
          <a:p>
            <a:pPr lvl="1"/>
            <a:r>
              <a:rPr lang="en-US" sz="2800" dirty="0"/>
              <a:t>a separation of powers into different branches of government</a:t>
            </a:r>
          </a:p>
          <a:p>
            <a:pPr lvl="1"/>
            <a:r>
              <a:rPr lang="en-US" sz="2800" dirty="0"/>
              <a:t>the rule of law in everyday life as part of an open society and the equal protection of human rights, civil rights, civil liberties and political freedoms for all people.</a:t>
            </a:r>
          </a:p>
          <a:p>
            <a:pPr lvl="1"/>
            <a:r>
              <a:rPr lang="en-US" sz="2800" dirty="0"/>
              <a:t>To define the system in practice, liberal democracies often draw upon a constitution</a:t>
            </a:r>
            <a:endParaRPr lang="en-AU" sz="2800" dirty="0"/>
          </a:p>
        </p:txBody>
      </p:sp>
    </p:spTree>
    <p:extLst>
      <p:ext uri="{BB962C8B-B14F-4D97-AF65-F5344CB8AC3E}">
        <p14:creationId xmlns:p14="http://schemas.microsoft.com/office/powerpoint/2010/main" val="1816443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DE7F1-8E0E-4554-8120-77042A26D721}"/>
              </a:ext>
            </a:extLst>
          </p:cNvPr>
          <p:cNvSpPr>
            <a:spLocks noGrp="1"/>
          </p:cNvSpPr>
          <p:nvPr>
            <p:ph type="title"/>
          </p:nvPr>
        </p:nvSpPr>
        <p:spPr>
          <a:xfrm>
            <a:off x="1450392" y="0"/>
            <a:ext cx="9291215" cy="1049235"/>
          </a:xfrm>
        </p:spPr>
        <p:txBody>
          <a:bodyPr>
            <a:normAutofit/>
          </a:bodyPr>
          <a:lstStyle/>
          <a:p>
            <a:r>
              <a:rPr lang="en-AU" sz="4000" dirty="0"/>
              <a:t>KEY DEMOCRATIC TERMS </a:t>
            </a:r>
          </a:p>
        </p:txBody>
      </p:sp>
      <p:sp>
        <p:nvSpPr>
          <p:cNvPr id="3" name="Content Placeholder 2">
            <a:extLst>
              <a:ext uri="{FF2B5EF4-FFF2-40B4-BE49-F238E27FC236}">
                <a16:creationId xmlns:a16="http://schemas.microsoft.com/office/drawing/2014/main" id="{2CCAA6B5-1453-47AC-8949-565408048FA5}"/>
              </a:ext>
            </a:extLst>
          </p:cNvPr>
          <p:cNvSpPr>
            <a:spLocks noGrp="1"/>
          </p:cNvSpPr>
          <p:nvPr>
            <p:ph idx="1"/>
          </p:nvPr>
        </p:nvSpPr>
        <p:spPr>
          <a:xfrm>
            <a:off x="279133" y="1049236"/>
            <a:ext cx="6479038" cy="5004246"/>
          </a:xfrm>
        </p:spPr>
        <p:txBody>
          <a:bodyPr>
            <a:normAutofit lnSpcReduction="10000"/>
          </a:bodyPr>
          <a:lstStyle/>
          <a:p>
            <a:pPr>
              <a:lnSpc>
                <a:spcPct val="110000"/>
              </a:lnSpc>
            </a:pPr>
            <a:r>
              <a:rPr lang="en-AU" sz="2400" dirty="0"/>
              <a:t>The rule of law </a:t>
            </a:r>
          </a:p>
          <a:p>
            <a:pPr>
              <a:lnSpc>
                <a:spcPct val="110000"/>
              </a:lnSpc>
            </a:pPr>
            <a:r>
              <a:rPr lang="en-AU" sz="2400" dirty="0"/>
              <a:t>The separation of powers doctrine</a:t>
            </a:r>
          </a:p>
          <a:p>
            <a:pPr>
              <a:lnSpc>
                <a:spcPct val="110000"/>
              </a:lnSpc>
            </a:pPr>
            <a:r>
              <a:rPr lang="en-AU" sz="2400" dirty="0"/>
              <a:t>Sovereignty of parliament</a:t>
            </a:r>
          </a:p>
          <a:p>
            <a:pPr>
              <a:lnSpc>
                <a:spcPct val="110000"/>
              </a:lnSpc>
            </a:pPr>
            <a:r>
              <a:rPr lang="en-AU" sz="2400" dirty="0"/>
              <a:t>Division of powers</a:t>
            </a:r>
          </a:p>
          <a:p>
            <a:pPr>
              <a:lnSpc>
                <a:spcPct val="110000"/>
              </a:lnSpc>
            </a:pPr>
            <a:r>
              <a:rPr lang="en-AU" sz="2400" dirty="0"/>
              <a:t>Representative government</a:t>
            </a:r>
          </a:p>
          <a:p>
            <a:pPr>
              <a:lnSpc>
                <a:spcPct val="110000"/>
              </a:lnSpc>
            </a:pPr>
            <a:r>
              <a:rPr lang="en-AU" sz="2400" dirty="0"/>
              <a:t>Responsible government</a:t>
            </a:r>
          </a:p>
          <a:p>
            <a:pPr>
              <a:lnSpc>
                <a:spcPct val="110000"/>
              </a:lnSpc>
            </a:pPr>
            <a:r>
              <a:rPr lang="en-AU" sz="2400" dirty="0"/>
              <a:t>Constitutional Monarchy</a:t>
            </a:r>
          </a:p>
          <a:p>
            <a:pPr>
              <a:lnSpc>
                <a:spcPct val="110000"/>
              </a:lnSpc>
            </a:pPr>
            <a:r>
              <a:rPr lang="en-AU" sz="2400" dirty="0"/>
              <a:t>Constitutionalism</a:t>
            </a:r>
          </a:p>
          <a:p>
            <a:pPr>
              <a:lnSpc>
                <a:spcPct val="110000"/>
              </a:lnSpc>
            </a:pPr>
            <a:r>
              <a:rPr lang="en-AU" sz="2400" dirty="0"/>
              <a:t>Federalism and </a:t>
            </a:r>
          </a:p>
          <a:p>
            <a:pPr>
              <a:lnSpc>
                <a:spcPct val="110000"/>
              </a:lnSpc>
            </a:pPr>
            <a:r>
              <a:rPr lang="en-AU" sz="2400" dirty="0"/>
              <a:t>Judicial independence.</a:t>
            </a:r>
          </a:p>
        </p:txBody>
      </p:sp>
      <p:pic>
        <p:nvPicPr>
          <p:cNvPr id="1026" name="Picture 2" descr="Image result for rule of law">
            <a:extLst>
              <a:ext uri="{FF2B5EF4-FFF2-40B4-BE49-F238E27FC236}">
                <a16:creationId xmlns:a16="http://schemas.microsoft.com/office/drawing/2014/main" id="{2A94571F-903B-4C9B-9166-9906CDB3E7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8451" y="2194144"/>
            <a:ext cx="3504343" cy="30937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4053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B01D1-22AA-402C-931F-41BF396135C2}"/>
              </a:ext>
            </a:extLst>
          </p:cNvPr>
          <p:cNvSpPr>
            <a:spLocks noGrp="1"/>
          </p:cNvSpPr>
          <p:nvPr>
            <p:ph type="title"/>
          </p:nvPr>
        </p:nvSpPr>
        <p:spPr>
          <a:xfrm>
            <a:off x="-2071267" y="409883"/>
            <a:ext cx="9291215" cy="1049235"/>
          </a:xfrm>
        </p:spPr>
        <p:txBody>
          <a:bodyPr/>
          <a:lstStyle/>
          <a:p>
            <a:r>
              <a:rPr lang="en-AU" b="1" dirty="0"/>
              <a:t>Rule of law</a:t>
            </a:r>
          </a:p>
        </p:txBody>
      </p:sp>
      <p:pic>
        <p:nvPicPr>
          <p:cNvPr id="2050" name="Picture 2" descr="Image result for rule of law">
            <a:extLst>
              <a:ext uri="{FF2B5EF4-FFF2-40B4-BE49-F238E27FC236}">
                <a16:creationId xmlns:a16="http://schemas.microsoft.com/office/drawing/2014/main" id="{1AFF3912-DD6B-4C93-B03C-B8BD838D63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0818" y="0"/>
            <a:ext cx="779462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932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72" name="Rectangle 71">
            <a:extLst>
              <a:ext uri="{FF2B5EF4-FFF2-40B4-BE49-F238E27FC236}">
                <a16:creationId xmlns:a16="http://schemas.microsoft.com/office/drawing/2014/main" id="{6B25638D-3D06-41D1-8060-4D2707C60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4" name="Picture 73">
            <a:extLst>
              <a:ext uri="{FF2B5EF4-FFF2-40B4-BE49-F238E27FC236}">
                <a16:creationId xmlns:a16="http://schemas.microsoft.com/office/drawing/2014/main" id="{8161BB1E-0062-4056-AB94-121EF614D5F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76" name="Straight Connector 75">
            <a:extLst>
              <a:ext uri="{FF2B5EF4-FFF2-40B4-BE49-F238E27FC236}">
                <a16:creationId xmlns:a16="http://schemas.microsoft.com/office/drawing/2014/main" id="{8FBC01E2-D629-4319-B5CB-BFA461B8CF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569694A-345D-4498-9D94-0B7CFC77A9F9}"/>
              </a:ext>
            </a:extLst>
          </p:cNvPr>
          <p:cNvSpPr>
            <a:spLocks noGrp="1"/>
          </p:cNvSpPr>
          <p:nvPr>
            <p:ph type="title"/>
          </p:nvPr>
        </p:nvSpPr>
        <p:spPr>
          <a:xfrm>
            <a:off x="659301" y="1474968"/>
            <a:ext cx="2823919" cy="1959037"/>
          </a:xfrm>
        </p:spPr>
        <p:txBody>
          <a:bodyPr vert="horz" lIns="91440" tIns="45720" rIns="91440" bIns="0" rtlCol="0" anchor="b">
            <a:normAutofit/>
          </a:bodyPr>
          <a:lstStyle/>
          <a:p>
            <a:r>
              <a:rPr lang="en-US" sz="3300"/>
              <a:t>SEPERATION OF POWERS</a:t>
            </a:r>
          </a:p>
        </p:txBody>
      </p:sp>
      <p:grpSp>
        <p:nvGrpSpPr>
          <p:cNvPr id="78" name="Group 77">
            <a:extLst>
              <a:ext uri="{FF2B5EF4-FFF2-40B4-BE49-F238E27FC236}">
                <a16:creationId xmlns:a16="http://schemas.microsoft.com/office/drawing/2014/main" id="{2A7F3A7D-1232-4BDE-ACB6-F7CDEF0668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979389" y="482171"/>
            <a:ext cx="7560115" cy="5149101"/>
            <a:chOff x="3979389" y="482171"/>
            <a:chExt cx="7560115" cy="5149101"/>
          </a:xfrm>
        </p:grpSpPr>
        <p:sp>
          <p:nvSpPr>
            <p:cNvPr id="79" name="Rectangle 78">
              <a:extLst>
                <a:ext uri="{FF2B5EF4-FFF2-40B4-BE49-F238E27FC236}">
                  <a16:creationId xmlns:a16="http://schemas.microsoft.com/office/drawing/2014/main" id="{EBC09455-A53B-4264-85C6-E119FCA7F0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79389" y="482171"/>
              <a:ext cx="7560115" cy="5149101"/>
            </a:xfrm>
            <a:prstGeom prst="rect">
              <a:avLst/>
            </a:prstGeom>
            <a:blipFill dpi="0" rotWithShape="1">
              <a:blip r:embed="rId3">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81446D1B-DF15-4E6B-A24E-4148357B99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92448" y="812507"/>
              <a:ext cx="692827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82" name="Rectangle 81">
            <a:extLst>
              <a:ext uri="{FF2B5EF4-FFF2-40B4-BE49-F238E27FC236}">
                <a16:creationId xmlns:a16="http://schemas.microsoft.com/office/drawing/2014/main" id="{773D9643-4BC8-486D-8267-3577C8F084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6174" y="977099"/>
            <a:ext cx="6620836" cy="4137268"/>
          </a:xfrm>
          <a:prstGeom prst="rect">
            <a:avLst/>
          </a:prstGeom>
          <a:solidFill>
            <a:srgbClr val="FFFFFE"/>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7" name="Picture 2" descr="Image result for SEPERATION OF POWER AUSTRALIA">
            <a:extLst>
              <a:ext uri="{FF2B5EF4-FFF2-40B4-BE49-F238E27FC236}">
                <a16:creationId xmlns:a16="http://schemas.microsoft.com/office/drawing/2014/main" id="{D4D98CF2-2862-432A-A905-7E719E8C52E6}"/>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4958260" y="1116345"/>
            <a:ext cx="5603147" cy="3866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98414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72" name="Rectangle 71">
            <a:extLst>
              <a:ext uri="{FF2B5EF4-FFF2-40B4-BE49-F238E27FC236}">
                <a16:creationId xmlns:a16="http://schemas.microsoft.com/office/drawing/2014/main" id="{6B25638D-3D06-41D1-8060-4D2707C60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4" name="Picture 73">
            <a:extLst>
              <a:ext uri="{FF2B5EF4-FFF2-40B4-BE49-F238E27FC236}">
                <a16:creationId xmlns:a16="http://schemas.microsoft.com/office/drawing/2014/main" id="{8161BB1E-0062-4056-AB94-121EF614D5F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76" name="Straight Connector 75">
            <a:extLst>
              <a:ext uri="{FF2B5EF4-FFF2-40B4-BE49-F238E27FC236}">
                <a16:creationId xmlns:a16="http://schemas.microsoft.com/office/drawing/2014/main" id="{8FBC01E2-D629-4319-B5CB-BFA461B8CF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630049D-BAB8-4E65-9288-AD25A131F489}"/>
              </a:ext>
            </a:extLst>
          </p:cNvPr>
          <p:cNvSpPr>
            <a:spLocks noGrp="1"/>
          </p:cNvSpPr>
          <p:nvPr>
            <p:ph type="title"/>
          </p:nvPr>
        </p:nvSpPr>
        <p:spPr>
          <a:xfrm>
            <a:off x="659301" y="1474968"/>
            <a:ext cx="2823919" cy="1959037"/>
          </a:xfrm>
        </p:spPr>
        <p:txBody>
          <a:bodyPr vert="horz" lIns="91440" tIns="45720" rIns="91440" bIns="0" rtlCol="0" anchor="b">
            <a:normAutofit/>
          </a:bodyPr>
          <a:lstStyle/>
          <a:p>
            <a:r>
              <a:rPr lang="en-US" sz="3600"/>
              <a:t>Division of powers</a:t>
            </a:r>
          </a:p>
        </p:txBody>
      </p:sp>
      <p:grpSp>
        <p:nvGrpSpPr>
          <p:cNvPr id="78" name="Group 77">
            <a:extLst>
              <a:ext uri="{FF2B5EF4-FFF2-40B4-BE49-F238E27FC236}">
                <a16:creationId xmlns:a16="http://schemas.microsoft.com/office/drawing/2014/main" id="{2A7F3A7D-1232-4BDE-ACB6-F7CDEF0668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979389" y="482171"/>
            <a:ext cx="7560115" cy="5149101"/>
            <a:chOff x="3979389" y="482171"/>
            <a:chExt cx="7560115" cy="5149101"/>
          </a:xfrm>
        </p:grpSpPr>
        <p:sp>
          <p:nvSpPr>
            <p:cNvPr id="79" name="Rectangle 78">
              <a:extLst>
                <a:ext uri="{FF2B5EF4-FFF2-40B4-BE49-F238E27FC236}">
                  <a16:creationId xmlns:a16="http://schemas.microsoft.com/office/drawing/2014/main" id="{EBC09455-A53B-4264-85C6-E119FCA7F0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79389" y="482171"/>
              <a:ext cx="7560115" cy="5149101"/>
            </a:xfrm>
            <a:prstGeom prst="rect">
              <a:avLst/>
            </a:prstGeom>
            <a:blipFill dpi="0" rotWithShape="1">
              <a:blip r:embed="rId3">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81446D1B-DF15-4E6B-A24E-4148357B99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92448" y="812507"/>
              <a:ext cx="692827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82" name="Rectangle 81">
            <a:extLst>
              <a:ext uri="{FF2B5EF4-FFF2-40B4-BE49-F238E27FC236}">
                <a16:creationId xmlns:a16="http://schemas.microsoft.com/office/drawing/2014/main" id="{773D9643-4BC8-486D-8267-3577C8F084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6174" y="977099"/>
            <a:ext cx="6620836" cy="4137268"/>
          </a:xfrm>
          <a:prstGeom prst="rect">
            <a:avLst/>
          </a:prstGeom>
          <a:solidFill>
            <a:srgbClr val="FFFFFE"/>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1" name="Picture 2" descr="Image result for DIVISION OF POWERS AUSTRALIA">
            <a:extLst>
              <a:ext uri="{FF2B5EF4-FFF2-40B4-BE49-F238E27FC236}">
                <a16:creationId xmlns:a16="http://schemas.microsoft.com/office/drawing/2014/main" id="{8C0BE32B-277F-49A0-952D-4EED0FD45649}"/>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4618374" y="1313775"/>
            <a:ext cx="6282919" cy="3471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6877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1B68F-D2B7-446F-B724-C90799661395}"/>
              </a:ext>
            </a:extLst>
          </p:cNvPr>
          <p:cNvSpPr>
            <a:spLocks noGrp="1"/>
          </p:cNvSpPr>
          <p:nvPr>
            <p:ph type="title"/>
          </p:nvPr>
        </p:nvSpPr>
        <p:spPr/>
        <p:txBody>
          <a:bodyPr/>
          <a:lstStyle/>
          <a:p>
            <a:r>
              <a:rPr lang="en-AU" b="1" dirty="0"/>
              <a:t>Representative Democracy </a:t>
            </a:r>
            <a:br>
              <a:rPr lang="en-AU" b="1" dirty="0"/>
            </a:br>
            <a:endParaRPr lang="en-AU" b="1" dirty="0"/>
          </a:p>
        </p:txBody>
      </p:sp>
      <p:sp>
        <p:nvSpPr>
          <p:cNvPr id="3" name="Content Placeholder 2">
            <a:extLst>
              <a:ext uri="{FF2B5EF4-FFF2-40B4-BE49-F238E27FC236}">
                <a16:creationId xmlns:a16="http://schemas.microsoft.com/office/drawing/2014/main" id="{3CB48D41-BECA-43D5-B828-47DF736037E1}"/>
              </a:ext>
            </a:extLst>
          </p:cNvPr>
          <p:cNvSpPr>
            <a:spLocks noGrp="1"/>
          </p:cNvSpPr>
          <p:nvPr>
            <p:ph idx="1"/>
          </p:nvPr>
        </p:nvSpPr>
        <p:spPr>
          <a:xfrm>
            <a:off x="847023" y="2015732"/>
            <a:ext cx="9895771" cy="3749801"/>
          </a:xfrm>
        </p:spPr>
        <p:txBody>
          <a:bodyPr>
            <a:normAutofit fontScale="92500"/>
          </a:bodyPr>
          <a:lstStyle/>
          <a:p>
            <a:r>
              <a:rPr lang="en-AU" sz="2400" dirty="0">
                <a:solidFill>
                  <a:srgbClr val="FFFFFF"/>
                </a:solidFill>
              </a:rPr>
              <a:t>A form of Government in which  people are sovereign/have a say, but are represented in government by elected members of a Parliament </a:t>
            </a:r>
          </a:p>
          <a:p>
            <a:r>
              <a:rPr lang="en-AU" sz="2400" dirty="0">
                <a:solidFill>
                  <a:srgbClr val="FFFFFF"/>
                </a:solidFill>
              </a:rPr>
              <a:t>Representatives in Australia are members of Parliament who represent the concerns and values of an electoral district (</a:t>
            </a:r>
            <a:r>
              <a:rPr lang="en-AU" sz="2400" dirty="0" err="1">
                <a:solidFill>
                  <a:srgbClr val="FFFFFF"/>
                </a:solidFill>
              </a:rPr>
              <a:t>HoR</a:t>
            </a:r>
            <a:r>
              <a:rPr lang="en-AU" sz="2400" dirty="0">
                <a:solidFill>
                  <a:srgbClr val="FFFFFF"/>
                </a:solidFill>
              </a:rPr>
              <a:t>), or of a state (Senate)</a:t>
            </a:r>
          </a:p>
          <a:p>
            <a:r>
              <a:rPr lang="en-AU" sz="2400" dirty="0">
                <a:solidFill>
                  <a:srgbClr val="FFFFFF"/>
                </a:solidFill>
              </a:rPr>
              <a:t>Regular elections maintain this</a:t>
            </a:r>
          </a:p>
          <a:p>
            <a:r>
              <a:rPr lang="en-AU" sz="2400" dirty="0">
                <a:solidFill>
                  <a:srgbClr val="FFFFFF"/>
                </a:solidFill>
              </a:rPr>
              <a:t>If a government does not reflect the views of the people they will most likely be voted out</a:t>
            </a:r>
          </a:p>
        </p:txBody>
      </p:sp>
    </p:spTree>
    <p:extLst>
      <p:ext uri="{BB962C8B-B14F-4D97-AF65-F5344CB8AC3E}">
        <p14:creationId xmlns:p14="http://schemas.microsoft.com/office/powerpoint/2010/main" val="364802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1AE19-001F-465C-A2AD-2A71CD8D1E4A}"/>
              </a:ext>
            </a:extLst>
          </p:cNvPr>
          <p:cNvSpPr>
            <a:spLocks noGrp="1"/>
          </p:cNvSpPr>
          <p:nvPr>
            <p:ph type="title"/>
          </p:nvPr>
        </p:nvSpPr>
        <p:spPr>
          <a:xfrm>
            <a:off x="1528581" y="496510"/>
            <a:ext cx="9291215" cy="1049235"/>
          </a:xfrm>
        </p:spPr>
        <p:txBody>
          <a:bodyPr/>
          <a:lstStyle/>
          <a:p>
            <a:r>
              <a:rPr lang="en-AU" b="1" dirty="0"/>
              <a:t>RESPONSIBLE GOVERNMENT</a:t>
            </a:r>
          </a:p>
        </p:txBody>
      </p:sp>
      <p:sp>
        <p:nvSpPr>
          <p:cNvPr id="3" name="Content Placeholder 2">
            <a:extLst>
              <a:ext uri="{FF2B5EF4-FFF2-40B4-BE49-F238E27FC236}">
                <a16:creationId xmlns:a16="http://schemas.microsoft.com/office/drawing/2014/main" id="{5F943424-DDFC-4948-90FE-BA28D393D37A}"/>
              </a:ext>
            </a:extLst>
          </p:cNvPr>
          <p:cNvSpPr>
            <a:spLocks noGrp="1"/>
          </p:cNvSpPr>
          <p:nvPr>
            <p:ph idx="1"/>
          </p:nvPr>
        </p:nvSpPr>
        <p:spPr>
          <a:xfrm>
            <a:off x="635269" y="1669223"/>
            <a:ext cx="10011274" cy="3874929"/>
          </a:xfrm>
        </p:spPr>
        <p:txBody>
          <a:bodyPr>
            <a:normAutofit/>
          </a:bodyPr>
          <a:lstStyle/>
          <a:p>
            <a:pPr marL="514350" indent="-457200"/>
            <a:r>
              <a:rPr lang="en-US" sz="2400" dirty="0">
                <a:cs typeface="Times New Roman"/>
              </a:rPr>
              <a:t>Refers to the governments responsibility to the voters. A democratically elected government must be answerable and accountable to the people for its actions</a:t>
            </a:r>
          </a:p>
          <a:p>
            <a:pPr marL="514350" indent="-457200"/>
            <a:r>
              <a:rPr lang="en-US" sz="2400" dirty="0">
                <a:cs typeface="Times New Roman"/>
              </a:rPr>
              <a:t>Ministers are drawn from within the government (s. 64) and they must maintain the confidence of the government</a:t>
            </a:r>
          </a:p>
          <a:p>
            <a:pPr marL="514350" indent="-457200"/>
            <a:r>
              <a:rPr lang="en-US" sz="2400" dirty="0">
                <a:cs typeface="Times New Roman"/>
              </a:rPr>
              <a:t>Note: the Senate is able to scrutinize bills before they are passed and become law. This helps to ensure the government is being accountable to the people</a:t>
            </a:r>
          </a:p>
          <a:p>
            <a:endParaRPr lang="en-AU" sz="2400" dirty="0"/>
          </a:p>
        </p:txBody>
      </p:sp>
    </p:spTree>
    <p:extLst>
      <p:ext uri="{BB962C8B-B14F-4D97-AF65-F5344CB8AC3E}">
        <p14:creationId xmlns:p14="http://schemas.microsoft.com/office/powerpoint/2010/main" val="4131803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262D53-E7D8-46DB-9A43-CD83E927BA62}"/>
              </a:ext>
            </a:extLst>
          </p:cNvPr>
          <p:cNvSpPr>
            <a:spLocks noGrp="1"/>
          </p:cNvSpPr>
          <p:nvPr>
            <p:ph idx="1"/>
          </p:nvPr>
        </p:nvSpPr>
        <p:spPr>
          <a:xfrm>
            <a:off x="308008" y="1329136"/>
            <a:ext cx="11492565" cy="4763656"/>
          </a:xfrm>
        </p:spPr>
        <p:txBody>
          <a:bodyPr>
            <a:normAutofit/>
          </a:bodyPr>
          <a:lstStyle/>
          <a:p>
            <a:pPr marL="514350" indent="-457200"/>
            <a:r>
              <a:rPr lang="en-US" sz="2400" dirty="0">
                <a:cs typeface="Times New Roman"/>
              </a:rPr>
              <a:t>The principles of a responsible government are:</a:t>
            </a:r>
          </a:p>
          <a:p>
            <a:pPr marL="914400" lvl="1" indent="-457200"/>
            <a:r>
              <a:rPr lang="en-US" sz="2000" dirty="0">
                <a:cs typeface="Times New Roman"/>
              </a:rPr>
              <a:t>Ministers are responsible to parliament and therefore to the people </a:t>
            </a:r>
            <a:r>
              <a:rPr lang="mr-IN" sz="2000" dirty="0">
                <a:cs typeface="Times New Roman"/>
              </a:rPr>
              <a:t>–</a:t>
            </a:r>
            <a:r>
              <a:rPr lang="en-US" sz="2000" dirty="0">
                <a:cs typeface="Times New Roman"/>
              </a:rPr>
              <a:t> a minister can be called to explain in parliament his or her actions and those of the department and agencies under his or her control = ministerial accountability</a:t>
            </a:r>
          </a:p>
          <a:p>
            <a:pPr marL="914400" lvl="1" indent="-457200"/>
            <a:r>
              <a:rPr lang="en-US" sz="2000" dirty="0">
                <a:cs typeface="Times New Roman"/>
              </a:rPr>
              <a:t>Members of parliament have the opportunity to question ministers about their activities and the activities of their department</a:t>
            </a:r>
          </a:p>
          <a:p>
            <a:pPr marL="914400" lvl="1" indent="-457200"/>
            <a:r>
              <a:rPr lang="en-US" sz="2000" dirty="0">
                <a:cs typeface="Times New Roman"/>
              </a:rPr>
              <a:t>Minister must carry out their duties with integrity and propriety or resign</a:t>
            </a:r>
          </a:p>
          <a:p>
            <a:pPr marL="914400" lvl="1" indent="-457200"/>
            <a:r>
              <a:rPr lang="en-US" sz="2000" dirty="0">
                <a:cs typeface="Times New Roman"/>
              </a:rPr>
              <a:t>There are opportunities for public scrutiny of the law-making process so the public can hold the government accountable or its actions; the government must respond to concerns/answer questions where appropriate</a:t>
            </a:r>
          </a:p>
          <a:p>
            <a:pPr marL="914400" lvl="1" indent="-457200"/>
            <a:r>
              <a:rPr lang="en-US" sz="2000" dirty="0">
                <a:cs typeface="Times New Roman"/>
              </a:rPr>
              <a:t>If the government loses the support of the lower house it must resign</a:t>
            </a:r>
          </a:p>
          <a:p>
            <a:endParaRPr lang="en-AU" sz="2400" dirty="0"/>
          </a:p>
        </p:txBody>
      </p:sp>
      <p:sp>
        <p:nvSpPr>
          <p:cNvPr id="4" name="Title 1">
            <a:extLst>
              <a:ext uri="{FF2B5EF4-FFF2-40B4-BE49-F238E27FC236}">
                <a16:creationId xmlns:a16="http://schemas.microsoft.com/office/drawing/2014/main" id="{53D29981-55E5-484F-A738-FDA7DADB9802}"/>
              </a:ext>
            </a:extLst>
          </p:cNvPr>
          <p:cNvSpPr txBox="1">
            <a:spLocks/>
          </p:cNvSpPr>
          <p:nvPr/>
        </p:nvSpPr>
        <p:spPr>
          <a:xfrm>
            <a:off x="1644085" y="279901"/>
            <a:ext cx="9291215" cy="104923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200" b="0" i="0" kern="1200" cap="all">
                <a:solidFill>
                  <a:schemeClr val="accent1"/>
                </a:solidFill>
                <a:effectLst/>
                <a:latin typeface="+mj-lt"/>
                <a:ea typeface="+mj-ea"/>
                <a:cs typeface="+mj-cs"/>
              </a:defRPr>
            </a:lvl1pPr>
          </a:lstStyle>
          <a:p>
            <a:r>
              <a:rPr lang="en-AU" b="1" dirty="0"/>
              <a:t>RESPONSIBLE GOVERNMENT</a:t>
            </a:r>
          </a:p>
        </p:txBody>
      </p:sp>
    </p:spTree>
    <p:extLst>
      <p:ext uri="{BB962C8B-B14F-4D97-AF65-F5344CB8AC3E}">
        <p14:creationId xmlns:p14="http://schemas.microsoft.com/office/powerpoint/2010/main" val="3095817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E200D-4307-4239-A899-705FEDC97AFF}"/>
              </a:ext>
            </a:extLst>
          </p:cNvPr>
          <p:cNvSpPr>
            <a:spLocks noGrp="1"/>
          </p:cNvSpPr>
          <p:nvPr>
            <p:ph type="title"/>
          </p:nvPr>
        </p:nvSpPr>
        <p:spPr>
          <a:xfrm>
            <a:off x="1624299" y="113639"/>
            <a:ext cx="9291215" cy="1049235"/>
          </a:xfrm>
        </p:spPr>
        <p:txBody>
          <a:bodyPr>
            <a:normAutofit/>
          </a:bodyPr>
          <a:lstStyle/>
          <a:p>
            <a:r>
              <a:rPr lang="en-AU" sz="3600" b="1" dirty="0"/>
              <a:t>CONSTITUTIONAL MONARCHY</a:t>
            </a:r>
          </a:p>
        </p:txBody>
      </p:sp>
      <p:sp>
        <p:nvSpPr>
          <p:cNvPr id="3" name="Content Placeholder 2">
            <a:extLst>
              <a:ext uri="{FF2B5EF4-FFF2-40B4-BE49-F238E27FC236}">
                <a16:creationId xmlns:a16="http://schemas.microsoft.com/office/drawing/2014/main" id="{32D088BE-BC07-48E6-9B6D-B106A537D611}"/>
              </a:ext>
            </a:extLst>
          </p:cNvPr>
          <p:cNvSpPr>
            <a:spLocks noGrp="1"/>
          </p:cNvSpPr>
          <p:nvPr>
            <p:ph idx="1"/>
          </p:nvPr>
        </p:nvSpPr>
        <p:spPr>
          <a:xfrm>
            <a:off x="679419" y="1993676"/>
            <a:ext cx="5955061" cy="3450613"/>
          </a:xfrm>
        </p:spPr>
        <p:txBody>
          <a:bodyPr>
            <a:normAutofit/>
          </a:bodyPr>
          <a:lstStyle/>
          <a:p>
            <a:pPr>
              <a:buClr>
                <a:schemeClr val="bg1"/>
              </a:buClr>
            </a:pPr>
            <a:r>
              <a:rPr lang="en-AU" sz="2400" dirty="0"/>
              <a:t>A form of government where the head of state is an </a:t>
            </a:r>
            <a:r>
              <a:rPr lang="en-AU" sz="2400" b="1" dirty="0">
                <a:solidFill>
                  <a:srgbClr val="FFFF00"/>
                </a:solidFill>
              </a:rPr>
              <a:t>inherited position </a:t>
            </a:r>
            <a:r>
              <a:rPr lang="en-AU" sz="2400" dirty="0"/>
              <a:t>but their powers are </a:t>
            </a:r>
            <a:r>
              <a:rPr lang="en-AU" sz="2400" b="1" dirty="0">
                <a:solidFill>
                  <a:srgbClr val="FFFF00"/>
                </a:solidFill>
              </a:rPr>
              <a:t>limited</a:t>
            </a:r>
            <a:r>
              <a:rPr lang="en-AU" sz="2400" b="1" dirty="0"/>
              <a:t> </a:t>
            </a:r>
            <a:r>
              <a:rPr lang="en-AU" sz="2400" dirty="0"/>
              <a:t>by a constitution</a:t>
            </a:r>
          </a:p>
          <a:p>
            <a:pPr>
              <a:buClr>
                <a:schemeClr val="bg1"/>
              </a:buClr>
            </a:pPr>
            <a:r>
              <a:rPr lang="en-AU" sz="2400" dirty="0"/>
              <a:t>Australia’s Head of State = Queen and Governor-General</a:t>
            </a:r>
          </a:p>
          <a:p>
            <a:endParaRPr lang="en-AU" sz="2400" dirty="0"/>
          </a:p>
        </p:txBody>
      </p:sp>
      <p:pic>
        <p:nvPicPr>
          <p:cNvPr id="4" name="Picture 2" descr="Image result for constitutional monarchy cartoon australia">
            <a:extLst>
              <a:ext uri="{FF2B5EF4-FFF2-40B4-BE49-F238E27FC236}">
                <a16:creationId xmlns:a16="http://schemas.microsoft.com/office/drawing/2014/main" id="{C4F5C384-97CC-4F6B-806F-ED37A315748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933" r="19874" b="-1"/>
          <a:stretch/>
        </p:blipFill>
        <p:spPr bwMode="auto">
          <a:xfrm>
            <a:off x="7082725" y="886740"/>
            <a:ext cx="4996471" cy="50845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1347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constitution australia">
            <a:extLst>
              <a:ext uri="{FF2B5EF4-FFF2-40B4-BE49-F238E27FC236}">
                <a16:creationId xmlns:a16="http://schemas.microsoft.com/office/drawing/2014/main" id="{697D90F9-58A2-4CF7-AF45-1674BBC41C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8198" y="1867746"/>
            <a:ext cx="4612796" cy="3122508"/>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4F0AACC0-91B5-4EFD-BFFF-62A1CD3D172C}"/>
              </a:ext>
            </a:extLst>
          </p:cNvPr>
          <p:cNvSpPr>
            <a:spLocks noGrp="1"/>
          </p:cNvSpPr>
          <p:nvPr>
            <p:ph idx="1"/>
          </p:nvPr>
        </p:nvSpPr>
        <p:spPr>
          <a:xfrm>
            <a:off x="171467" y="1164932"/>
            <a:ext cx="6816473" cy="5123266"/>
          </a:xfrm>
        </p:spPr>
        <p:txBody>
          <a:bodyPr anchor="t">
            <a:normAutofit fontScale="92500"/>
          </a:bodyPr>
          <a:lstStyle/>
          <a:p>
            <a:pPr marL="514350" indent="-457200"/>
            <a:r>
              <a:rPr lang="en-US" dirty="0">
                <a:cs typeface="Times New Roman"/>
              </a:rPr>
              <a:t>The Constitution does the following:</a:t>
            </a:r>
          </a:p>
          <a:p>
            <a:pPr marL="914400" lvl="1" indent="-457200"/>
            <a:r>
              <a:rPr lang="en-US" dirty="0">
                <a:cs typeface="Times New Roman"/>
              </a:rPr>
              <a:t>It outlines the functions and structure of Parliament</a:t>
            </a:r>
          </a:p>
          <a:p>
            <a:pPr marL="914400" lvl="1" indent="-457200"/>
            <a:r>
              <a:rPr lang="en-US" dirty="0">
                <a:cs typeface="Times New Roman"/>
              </a:rPr>
              <a:t>It establishes the powers of Parliament</a:t>
            </a:r>
          </a:p>
          <a:p>
            <a:pPr marL="914400" lvl="1" indent="-457200"/>
            <a:r>
              <a:rPr lang="en-US" dirty="0">
                <a:cs typeface="Times New Roman"/>
              </a:rPr>
              <a:t>It provides for the settling of disputes about the Constitution</a:t>
            </a:r>
          </a:p>
          <a:p>
            <a:pPr marL="914400" lvl="1" indent="-457200"/>
            <a:r>
              <a:rPr lang="en-US" dirty="0">
                <a:cs typeface="Times New Roman"/>
              </a:rPr>
              <a:t>It outlines the procedures for changing the Constitution</a:t>
            </a:r>
          </a:p>
          <a:p>
            <a:r>
              <a:rPr lang="en-AU" sz="2400" dirty="0">
                <a:solidFill>
                  <a:srgbClr val="FFFFFF"/>
                </a:solidFill>
              </a:rPr>
              <a:t>The idea that government powers should be limited and not absolute – law limits power</a:t>
            </a:r>
          </a:p>
          <a:p>
            <a:r>
              <a:rPr lang="en-AU" sz="2400" dirty="0">
                <a:solidFill>
                  <a:srgbClr val="FFFFFF"/>
                </a:solidFill>
              </a:rPr>
              <a:t>Arose in the 18</a:t>
            </a:r>
            <a:r>
              <a:rPr lang="en-AU" sz="2400" baseline="30000" dirty="0">
                <a:solidFill>
                  <a:srgbClr val="FFFFFF"/>
                </a:solidFill>
              </a:rPr>
              <a:t>th</a:t>
            </a:r>
            <a:r>
              <a:rPr lang="en-AU" sz="2400" dirty="0">
                <a:solidFill>
                  <a:srgbClr val="FFFFFF"/>
                </a:solidFill>
              </a:rPr>
              <a:t> century with discussion around colonial self-government </a:t>
            </a:r>
          </a:p>
          <a:p>
            <a:r>
              <a:rPr lang="en-AU" sz="2400" dirty="0">
                <a:solidFill>
                  <a:srgbClr val="FFFFFF"/>
                </a:solidFill>
              </a:rPr>
              <a:t>All democratic systems share the principles of constitutionalism</a:t>
            </a:r>
          </a:p>
        </p:txBody>
      </p:sp>
      <p:sp>
        <p:nvSpPr>
          <p:cNvPr id="5" name="Title 1">
            <a:extLst>
              <a:ext uri="{FF2B5EF4-FFF2-40B4-BE49-F238E27FC236}">
                <a16:creationId xmlns:a16="http://schemas.microsoft.com/office/drawing/2014/main" id="{13CC8B51-E468-43C7-BD87-F74A27D04BD6}"/>
              </a:ext>
            </a:extLst>
          </p:cNvPr>
          <p:cNvSpPr>
            <a:spLocks noGrp="1"/>
          </p:cNvSpPr>
          <p:nvPr>
            <p:ph type="title"/>
          </p:nvPr>
        </p:nvSpPr>
        <p:spPr>
          <a:xfrm>
            <a:off x="1518956" y="45184"/>
            <a:ext cx="9291215" cy="1049235"/>
          </a:xfrm>
        </p:spPr>
        <p:txBody>
          <a:bodyPr/>
          <a:lstStyle/>
          <a:p>
            <a:r>
              <a:rPr lang="en-AU" b="1" dirty="0"/>
              <a:t>CONSTITUTIONALISM </a:t>
            </a:r>
          </a:p>
        </p:txBody>
      </p:sp>
    </p:spTree>
    <p:extLst>
      <p:ext uri="{BB962C8B-B14F-4D97-AF65-F5344CB8AC3E}">
        <p14:creationId xmlns:p14="http://schemas.microsoft.com/office/powerpoint/2010/main" val="471955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AF19D-F754-43DD-B691-226D99F78D10}"/>
              </a:ext>
            </a:extLst>
          </p:cNvPr>
          <p:cNvSpPr>
            <a:spLocks noGrp="1"/>
          </p:cNvSpPr>
          <p:nvPr>
            <p:ph type="title"/>
          </p:nvPr>
        </p:nvSpPr>
        <p:spPr>
          <a:xfrm>
            <a:off x="1538206" y="168626"/>
            <a:ext cx="9291215" cy="1049235"/>
          </a:xfrm>
        </p:spPr>
        <p:txBody>
          <a:bodyPr/>
          <a:lstStyle/>
          <a:p>
            <a:r>
              <a:rPr lang="en-AU" b="1" dirty="0"/>
              <a:t>FEDERALISM</a:t>
            </a:r>
          </a:p>
        </p:txBody>
      </p:sp>
      <p:pic>
        <p:nvPicPr>
          <p:cNvPr id="5122" name="Picture 2" descr="Image result for FEDERALISM AUSTRALIA CARTOON">
            <a:extLst>
              <a:ext uri="{FF2B5EF4-FFF2-40B4-BE49-F238E27FC236}">
                <a16:creationId xmlns:a16="http://schemas.microsoft.com/office/drawing/2014/main" id="{2C3DC6A4-0C3B-4F8D-9FE5-F1B6B3B52D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329" y="1162202"/>
            <a:ext cx="7254240" cy="474642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D62227C-6CC5-41E8-9B3A-3702D6F90393}"/>
              </a:ext>
            </a:extLst>
          </p:cNvPr>
          <p:cNvSpPr txBox="1"/>
          <p:nvPr/>
        </p:nvSpPr>
        <p:spPr>
          <a:xfrm>
            <a:off x="8372723" y="1716585"/>
            <a:ext cx="3546282" cy="3693319"/>
          </a:xfrm>
          <a:prstGeom prst="rect">
            <a:avLst/>
          </a:prstGeom>
          <a:noFill/>
        </p:spPr>
        <p:txBody>
          <a:bodyPr wrap="square" rtlCol="0">
            <a:spAutoFit/>
          </a:bodyPr>
          <a:lstStyle/>
          <a:p>
            <a:pPr algn="ctr"/>
            <a:r>
              <a:rPr lang="en-US" sz="2400" dirty="0">
                <a:cs typeface="Times New Roman"/>
              </a:rPr>
              <a:t>The main purpose of the Constitution was to create a federal compact = an agreed division of powers between the new Commonwealth Parliament and the State Parliaments</a:t>
            </a:r>
          </a:p>
          <a:p>
            <a:endParaRPr lang="en-AU" dirty="0"/>
          </a:p>
        </p:txBody>
      </p:sp>
    </p:spTree>
    <p:extLst>
      <p:ext uri="{BB962C8B-B14F-4D97-AF65-F5344CB8AC3E}">
        <p14:creationId xmlns:p14="http://schemas.microsoft.com/office/powerpoint/2010/main" val="6154155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72" name="Rectangle 71">
            <a:extLst>
              <a:ext uri="{FF2B5EF4-FFF2-40B4-BE49-F238E27FC236}">
                <a16:creationId xmlns:a16="http://schemas.microsoft.com/office/drawing/2014/main" id="{6B25638D-3D06-41D1-8060-4D2707C60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4" name="Picture 73">
            <a:extLst>
              <a:ext uri="{FF2B5EF4-FFF2-40B4-BE49-F238E27FC236}">
                <a16:creationId xmlns:a16="http://schemas.microsoft.com/office/drawing/2014/main" id="{8161BB1E-0062-4056-AB94-121EF614D5F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76" name="Straight Connector 75">
            <a:extLst>
              <a:ext uri="{FF2B5EF4-FFF2-40B4-BE49-F238E27FC236}">
                <a16:creationId xmlns:a16="http://schemas.microsoft.com/office/drawing/2014/main" id="{8FBC01E2-D629-4319-B5CB-BFA461B8CF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163A97D-E02B-4732-B9A9-8D26915A75C5}"/>
              </a:ext>
            </a:extLst>
          </p:cNvPr>
          <p:cNvSpPr>
            <a:spLocks noGrp="1"/>
          </p:cNvSpPr>
          <p:nvPr>
            <p:ph type="title"/>
          </p:nvPr>
        </p:nvSpPr>
        <p:spPr>
          <a:xfrm>
            <a:off x="115503" y="1474967"/>
            <a:ext cx="3720169" cy="2278885"/>
          </a:xfrm>
        </p:spPr>
        <p:txBody>
          <a:bodyPr vert="horz" lIns="91440" tIns="45720" rIns="91440" bIns="0" rtlCol="0" anchor="b">
            <a:normAutofit/>
          </a:bodyPr>
          <a:lstStyle/>
          <a:p>
            <a:r>
              <a:rPr lang="en-US" b="1" dirty="0"/>
              <a:t>JUDICIAL INDEPENDENCE </a:t>
            </a:r>
          </a:p>
        </p:txBody>
      </p:sp>
      <p:grpSp>
        <p:nvGrpSpPr>
          <p:cNvPr id="78" name="Group 77">
            <a:extLst>
              <a:ext uri="{FF2B5EF4-FFF2-40B4-BE49-F238E27FC236}">
                <a16:creationId xmlns:a16="http://schemas.microsoft.com/office/drawing/2014/main" id="{2A7F3A7D-1232-4BDE-ACB6-F7CDEF0668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979389" y="482171"/>
            <a:ext cx="7560115" cy="5149101"/>
            <a:chOff x="3979389" y="482171"/>
            <a:chExt cx="7560115" cy="5149101"/>
          </a:xfrm>
        </p:grpSpPr>
        <p:sp>
          <p:nvSpPr>
            <p:cNvPr id="79" name="Rectangle 78">
              <a:extLst>
                <a:ext uri="{FF2B5EF4-FFF2-40B4-BE49-F238E27FC236}">
                  <a16:creationId xmlns:a16="http://schemas.microsoft.com/office/drawing/2014/main" id="{EBC09455-A53B-4264-85C6-E119FCA7F0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79389" y="482171"/>
              <a:ext cx="7560115" cy="5149101"/>
            </a:xfrm>
            <a:prstGeom prst="rect">
              <a:avLst/>
            </a:prstGeom>
            <a:blipFill dpi="0" rotWithShape="1">
              <a:blip r:embed="rId3">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81446D1B-DF15-4E6B-A24E-4148357B99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92448" y="812507"/>
              <a:ext cx="692827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82" name="Rectangle 81">
            <a:extLst>
              <a:ext uri="{FF2B5EF4-FFF2-40B4-BE49-F238E27FC236}">
                <a16:creationId xmlns:a16="http://schemas.microsoft.com/office/drawing/2014/main" id="{773D9643-4BC8-486D-8267-3577C8F084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6174" y="977099"/>
            <a:ext cx="6620836" cy="4137268"/>
          </a:xfrm>
          <a:prstGeom prst="rect">
            <a:avLst/>
          </a:prstGeom>
          <a:solidFill>
            <a:srgbClr val="FFFFFE"/>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9" name="Picture 2" descr="Image result for JUDICIAL INDEPENDENCE CARTOON">
            <a:extLst>
              <a:ext uri="{FF2B5EF4-FFF2-40B4-BE49-F238E27FC236}">
                <a16:creationId xmlns:a16="http://schemas.microsoft.com/office/drawing/2014/main" id="{8A15103C-1C71-4B84-9B78-2C5558B11D6F}"/>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4934060" y="1116345"/>
            <a:ext cx="5651547" cy="3866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24772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9E636-299B-4825-9066-9D5CDEECE060}"/>
              </a:ext>
            </a:extLst>
          </p:cNvPr>
          <p:cNvSpPr>
            <a:spLocks noGrp="1"/>
          </p:cNvSpPr>
          <p:nvPr>
            <p:ph type="title"/>
          </p:nvPr>
        </p:nvSpPr>
        <p:spPr>
          <a:xfrm>
            <a:off x="7176413" y="1654726"/>
            <a:ext cx="4162489" cy="2466839"/>
          </a:xfrm>
        </p:spPr>
        <p:txBody>
          <a:bodyPr vert="horz" lIns="91440" tIns="45720" rIns="91440" bIns="0" rtlCol="0" anchor="b">
            <a:normAutofit/>
          </a:bodyPr>
          <a:lstStyle/>
          <a:p>
            <a:r>
              <a:rPr lang="en-US" sz="4800" dirty="0"/>
              <a:t>UNIT 1 SYLLABUS</a:t>
            </a:r>
          </a:p>
        </p:txBody>
      </p:sp>
      <p:pic>
        <p:nvPicPr>
          <p:cNvPr id="12" name="Content Placeholder 8">
            <a:extLst>
              <a:ext uri="{FF2B5EF4-FFF2-40B4-BE49-F238E27FC236}">
                <a16:creationId xmlns:a16="http://schemas.microsoft.com/office/drawing/2014/main" id="{52A4726A-9CCE-4885-8568-19C70A4B17A7}"/>
              </a:ext>
            </a:extLst>
          </p:cNvPr>
          <p:cNvPicPr>
            <a:picLocks noGrp="1" noChangeAspect="1"/>
          </p:cNvPicPr>
          <p:nvPr>
            <p:ph idx="1"/>
          </p:nvPr>
        </p:nvPicPr>
        <p:blipFill>
          <a:blip r:embed="rId2"/>
          <a:stretch>
            <a:fillRect/>
          </a:stretch>
        </p:blipFill>
        <p:spPr>
          <a:xfrm>
            <a:off x="-1" y="0"/>
            <a:ext cx="7036067" cy="6912936"/>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3">
            <p14:nvContentPartPr>
              <p14:cNvPr id="3" name="Ink 2">
                <a:extLst>
                  <a:ext uri="{FF2B5EF4-FFF2-40B4-BE49-F238E27FC236}">
                    <a16:creationId xmlns:a16="http://schemas.microsoft.com/office/drawing/2014/main" id="{0996E969-7734-42C3-ACF4-2CC6EF9012DC}"/>
                  </a:ext>
                </a:extLst>
              </p14:cNvPr>
              <p14:cNvContentPartPr/>
              <p14:nvPr/>
            </p14:nvContentPartPr>
            <p14:xfrm>
              <a:off x="336850" y="656405"/>
              <a:ext cx="6320160" cy="412560"/>
            </p14:xfrm>
          </p:contentPart>
        </mc:Choice>
        <mc:Fallback xmlns="">
          <p:pic>
            <p:nvPicPr>
              <p:cNvPr id="3" name="Ink 2">
                <a:extLst>
                  <a:ext uri="{FF2B5EF4-FFF2-40B4-BE49-F238E27FC236}">
                    <a16:creationId xmlns:a16="http://schemas.microsoft.com/office/drawing/2014/main" id="{0996E969-7734-42C3-ACF4-2CC6EF9012DC}"/>
                  </a:ext>
                </a:extLst>
              </p:cNvPr>
              <p:cNvPicPr/>
              <p:nvPr/>
            </p:nvPicPr>
            <p:blipFill>
              <a:blip r:embed="rId4"/>
              <a:stretch>
                <a:fillRect/>
              </a:stretch>
            </p:blipFill>
            <p:spPr>
              <a:xfrm>
                <a:off x="274210" y="593765"/>
                <a:ext cx="6445800" cy="538200"/>
              </a:xfrm>
              <a:prstGeom prst="rect">
                <a:avLst/>
              </a:prstGeom>
            </p:spPr>
          </p:pic>
        </mc:Fallback>
      </mc:AlternateContent>
    </p:spTree>
    <p:extLst>
      <p:ext uri="{BB962C8B-B14F-4D97-AF65-F5344CB8AC3E}">
        <p14:creationId xmlns:p14="http://schemas.microsoft.com/office/powerpoint/2010/main" val="3108787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F71EE-9282-43B1-AC26-9272951065EE}"/>
              </a:ext>
            </a:extLst>
          </p:cNvPr>
          <p:cNvSpPr>
            <a:spLocks noGrp="1"/>
          </p:cNvSpPr>
          <p:nvPr>
            <p:ph type="title"/>
          </p:nvPr>
        </p:nvSpPr>
        <p:spPr/>
        <p:txBody>
          <a:bodyPr>
            <a:normAutofit/>
          </a:bodyPr>
          <a:lstStyle/>
          <a:p>
            <a:r>
              <a:rPr lang="en-AU" sz="4000" b="1" dirty="0">
                <a:highlight>
                  <a:srgbClr val="00FF00"/>
                </a:highlight>
              </a:rPr>
              <a:t>DOT POINT 1</a:t>
            </a:r>
            <a:r>
              <a:rPr lang="en-AU" sz="4000" b="1" dirty="0"/>
              <a:t>: CHAPTER 1</a:t>
            </a:r>
          </a:p>
        </p:txBody>
      </p:sp>
      <p:sp>
        <p:nvSpPr>
          <p:cNvPr id="3" name="Content Placeholder 2">
            <a:extLst>
              <a:ext uri="{FF2B5EF4-FFF2-40B4-BE49-F238E27FC236}">
                <a16:creationId xmlns:a16="http://schemas.microsoft.com/office/drawing/2014/main" id="{937CB10F-4562-45C2-BADC-6661B304E8BE}"/>
              </a:ext>
            </a:extLst>
          </p:cNvPr>
          <p:cNvSpPr>
            <a:spLocks noGrp="1"/>
          </p:cNvSpPr>
          <p:nvPr>
            <p:ph idx="1"/>
          </p:nvPr>
        </p:nvSpPr>
        <p:spPr>
          <a:xfrm>
            <a:off x="1097281" y="2015732"/>
            <a:ext cx="9645514" cy="3769051"/>
          </a:xfrm>
        </p:spPr>
        <p:txBody>
          <a:bodyPr>
            <a:normAutofit lnSpcReduction="10000"/>
          </a:bodyPr>
          <a:lstStyle/>
          <a:p>
            <a:pPr marL="0" lvl="0" indent="0">
              <a:buNone/>
            </a:pPr>
            <a:r>
              <a:rPr lang="en-AU" sz="2800" dirty="0"/>
              <a:t>Operating principles of a liberal democracy:</a:t>
            </a:r>
          </a:p>
          <a:p>
            <a:pPr lvl="0"/>
            <a:r>
              <a:rPr lang="en-AU" sz="2800" dirty="0"/>
              <a:t>equality of political rights</a:t>
            </a:r>
          </a:p>
          <a:p>
            <a:pPr lvl="0"/>
            <a:r>
              <a:rPr lang="en-AU" sz="2800" dirty="0"/>
              <a:t>majority rule/minority rights</a:t>
            </a:r>
          </a:p>
          <a:p>
            <a:pPr lvl="0"/>
            <a:r>
              <a:rPr lang="en-AU" sz="2800" dirty="0"/>
              <a:t>political participation</a:t>
            </a:r>
          </a:p>
          <a:p>
            <a:pPr lvl="0"/>
            <a:r>
              <a:rPr lang="en-AU" sz="2800" dirty="0"/>
              <a:t>political freedom</a:t>
            </a:r>
          </a:p>
          <a:p>
            <a:pPr lvl="0"/>
            <a:r>
              <a:rPr lang="en-AU" sz="2800" dirty="0"/>
              <a:t>rule of law</a:t>
            </a:r>
          </a:p>
          <a:p>
            <a:endParaRPr lang="en-AU" sz="2800" dirty="0"/>
          </a:p>
        </p:txBody>
      </p:sp>
    </p:spTree>
    <p:extLst>
      <p:ext uri="{BB962C8B-B14F-4D97-AF65-F5344CB8AC3E}">
        <p14:creationId xmlns:p14="http://schemas.microsoft.com/office/powerpoint/2010/main" val="40493421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C3F23A-DAAA-45A2-B2EB-C7070E495199}"/>
              </a:ext>
            </a:extLst>
          </p:cNvPr>
          <p:cNvSpPr>
            <a:spLocks noGrp="1"/>
          </p:cNvSpPr>
          <p:nvPr>
            <p:ph idx="1"/>
          </p:nvPr>
        </p:nvSpPr>
        <p:spPr>
          <a:xfrm>
            <a:off x="154004" y="404261"/>
            <a:ext cx="11810197" cy="5842535"/>
          </a:xfrm>
        </p:spPr>
        <p:txBody>
          <a:bodyPr>
            <a:normAutofit lnSpcReduction="10000"/>
          </a:bodyPr>
          <a:lstStyle/>
          <a:p>
            <a:pPr marL="0" indent="0">
              <a:buNone/>
            </a:pPr>
            <a:r>
              <a:rPr lang="en-AU" dirty="0"/>
              <a:t>A liberal democracy is the view that the ideal political system should combine </a:t>
            </a:r>
            <a:r>
              <a:rPr lang="en-AU" b="1" dirty="0">
                <a:solidFill>
                  <a:srgbClr val="FFFF00"/>
                </a:solidFill>
              </a:rPr>
              <a:t>majoritarian democracy </a:t>
            </a:r>
            <a:r>
              <a:rPr lang="en-AU" dirty="0"/>
              <a:t>(rule by the people) with the protection of </a:t>
            </a:r>
            <a:r>
              <a:rPr lang="en-AU" dirty="0">
                <a:solidFill>
                  <a:srgbClr val="FFFF00"/>
                </a:solidFill>
              </a:rPr>
              <a:t>the </a:t>
            </a:r>
            <a:r>
              <a:rPr lang="en-AU" b="1" dirty="0">
                <a:solidFill>
                  <a:srgbClr val="FFFF00"/>
                </a:solidFill>
              </a:rPr>
              <a:t>political</a:t>
            </a:r>
            <a:r>
              <a:rPr lang="en-AU" dirty="0">
                <a:solidFill>
                  <a:srgbClr val="FFFF00"/>
                </a:solidFill>
              </a:rPr>
              <a:t>, </a:t>
            </a:r>
            <a:r>
              <a:rPr lang="en-AU" b="1" dirty="0">
                <a:solidFill>
                  <a:srgbClr val="FFFF00"/>
                </a:solidFill>
              </a:rPr>
              <a:t>legal</a:t>
            </a:r>
            <a:r>
              <a:rPr lang="en-AU" dirty="0">
                <a:solidFill>
                  <a:srgbClr val="FFFF00"/>
                </a:solidFill>
              </a:rPr>
              <a:t> </a:t>
            </a:r>
            <a:r>
              <a:rPr lang="en-AU" dirty="0"/>
              <a:t>and </a:t>
            </a:r>
            <a:r>
              <a:rPr lang="en-AU" b="1" dirty="0">
                <a:solidFill>
                  <a:srgbClr val="FFFF00"/>
                </a:solidFill>
              </a:rPr>
              <a:t>social rights of individuals and minority groups.</a:t>
            </a:r>
          </a:p>
          <a:p>
            <a:pPr marL="0" indent="0">
              <a:buNone/>
            </a:pPr>
            <a:endParaRPr lang="en-US" sz="2400" dirty="0"/>
          </a:p>
          <a:p>
            <a:r>
              <a:rPr lang="en-US" b="1" dirty="0">
                <a:solidFill>
                  <a:srgbClr val="00B0F0"/>
                </a:solidFill>
              </a:rPr>
              <a:t>Equality of political rights</a:t>
            </a:r>
            <a:r>
              <a:rPr lang="en-US" dirty="0">
                <a:solidFill>
                  <a:srgbClr val="00B0F0"/>
                </a:solidFill>
              </a:rPr>
              <a:t>: </a:t>
            </a:r>
            <a:r>
              <a:rPr lang="en-US" dirty="0"/>
              <a:t>All individuals should have equal access to </a:t>
            </a:r>
            <a:r>
              <a:rPr lang="en-US" b="1" dirty="0">
                <a:solidFill>
                  <a:srgbClr val="FFFF00"/>
                </a:solidFill>
              </a:rPr>
              <a:t>Right to Vote; To Contest Elections; To Voice Political Opinions; </a:t>
            </a:r>
            <a:r>
              <a:rPr lang="en-AU" b="1" dirty="0">
                <a:solidFill>
                  <a:srgbClr val="FFFF00"/>
                </a:solidFill>
              </a:rPr>
              <a:t>Criticise</a:t>
            </a:r>
            <a:r>
              <a:rPr lang="en-US" b="1" dirty="0">
                <a:solidFill>
                  <a:srgbClr val="FFFF00"/>
                </a:solidFill>
              </a:rPr>
              <a:t> Government Policies; Actively Participate in Governance, </a:t>
            </a:r>
            <a:r>
              <a:rPr lang="en-US" b="1" dirty="0"/>
              <a:t>r</a:t>
            </a:r>
            <a:r>
              <a:rPr lang="en-US" dirty="0"/>
              <a:t>egardless of Gender, Ethnicity and Age </a:t>
            </a:r>
            <a:r>
              <a:rPr lang="en-US" dirty="0" err="1"/>
              <a:t>e.t.c</a:t>
            </a:r>
            <a:r>
              <a:rPr lang="en-US" dirty="0"/>
              <a:t>.</a:t>
            </a:r>
          </a:p>
          <a:p>
            <a:pPr marL="0" indent="0">
              <a:buNone/>
            </a:pPr>
            <a:endParaRPr lang="en-US" dirty="0"/>
          </a:p>
          <a:p>
            <a:r>
              <a:rPr lang="en-US" b="1" dirty="0">
                <a:solidFill>
                  <a:srgbClr val="00B0F0"/>
                </a:solidFill>
              </a:rPr>
              <a:t>Majority Rule/Minority Rights</a:t>
            </a:r>
            <a:r>
              <a:rPr lang="en-US" b="1" dirty="0"/>
              <a:t>: </a:t>
            </a:r>
            <a:r>
              <a:rPr lang="en-US" dirty="0"/>
              <a:t>‘supreme authority’ of voters to change the majority through elections. While it is clear that democracy must guarantee the expression of the popular will through majority rule, it is </a:t>
            </a:r>
            <a:r>
              <a:rPr lang="en-US" b="1" dirty="0"/>
              <a:t>equally clear</a:t>
            </a:r>
            <a:r>
              <a:rPr lang="en-US" dirty="0"/>
              <a:t> that it must guarantee that the </a:t>
            </a:r>
            <a:r>
              <a:rPr lang="en-US" b="1" dirty="0">
                <a:solidFill>
                  <a:srgbClr val="FFFF00"/>
                </a:solidFill>
              </a:rPr>
              <a:t>majority will not abuse its power to violate the basic and inalienable rights of the minority.</a:t>
            </a:r>
            <a:r>
              <a:rPr lang="en-AU" dirty="0">
                <a:solidFill>
                  <a:srgbClr val="FFFF00"/>
                </a:solidFill>
              </a:rPr>
              <a:t> </a:t>
            </a:r>
            <a:r>
              <a:rPr lang="en-US" dirty="0"/>
              <a:t>The minority, therefore, </a:t>
            </a:r>
            <a:r>
              <a:rPr lang="en-US" b="1" dirty="0">
                <a:solidFill>
                  <a:srgbClr val="FFFF00"/>
                </a:solidFill>
              </a:rPr>
              <a:t>must have the right to seek to become the majority and possess all the rights necessary to compete fairly in elections. </a:t>
            </a:r>
            <a:r>
              <a:rPr lang="en-US" i="1" dirty="0">
                <a:solidFill>
                  <a:srgbClr val="00B0F0"/>
                </a:solidFill>
              </a:rPr>
              <a:t>Majority rule is undermined in Australia through the 2 major party dominance.</a:t>
            </a:r>
            <a:endParaRPr lang="en-AU" i="1" dirty="0">
              <a:solidFill>
                <a:srgbClr val="00B0F0"/>
              </a:solidFill>
            </a:endParaRPr>
          </a:p>
          <a:p>
            <a:endParaRPr lang="en-AU" dirty="0"/>
          </a:p>
        </p:txBody>
      </p:sp>
    </p:spTree>
    <p:extLst>
      <p:ext uri="{BB962C8B-B14F-4D97-AF65-F5344CB8AC3E}">
        <p14:creationId xmlns:p14="http://schemas.microsoft.com/office/powerpoint/2010/main" val="1869785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C3F23A-DAAA-45A2-B2EB-C7070E495199}"/>
              </a:ext>
            </a:extLst>
          </p:cNvPr>
          <p:cNvSpPr>
            <a:spLocks noGrp="1"/>
          </p:cNvSpPr>
          <p:nvPr>
            <p:ph idx="1"/>
          </p:nvPr>
        </p:nvSpPr>
        <p:spPr>
          <a:xfrm>
            <a:off x="193760" y="277040"/>
            <a:ext cx="11916076" cy="6076052"/>
          </a:xfrm>
        </p:spPr>
        <p:txBody>
          <a:bodyPr>
            <a:normAutofit fontScale="92500" lnSpcReduction="10000"/>
          </a:bodyPr>
          <a:lstStyle/>
          <a:p>
            <a:r>
              <a:rPr lang="en-US" sz="2400" b="1" dirty="0">
                <a:solidFill>
                  <a:srgbClr val="00B0F0"/>
                </a:solidFill>
              </a:rPr>
              <a:t>Political Participation:</a:t>
            </a:r>
          </a:p>
          <a:p>
            <a:pPr lvl="1"/>
            <a:r>
              <a:rPr lang="en-US" dirty="0"/>
              <a:t>The freedom to </a:t>
            </a:r>
            <a:r>
              <a:rPr lang="en-US" dirty="0" err="1"/>
              <a:t>criticise</a:t>
            </a:r>
            <a:r>
              <a:rPr lang="en-US" dirty="0"/>
              <a:t> and challenge the government and the right to </a:t>
            </a:r>
            <a:r>
              <a:rPr lang="en-US" dirty="0" err="1"/>
              <a:t>organise</a:t>
            </a:r>
            <a:r>
              <a:rPr lang="en-US" dirty="0"/>
              <a:t> politically, that is, to join political parties and pressure groups. </a:t>
            </a:r>
          </a:p>
          <a:p>
            <a:pPr lvl="1"/>
            <a:r>
              <a:rPr lang="en-US" dirty="0"/>
              <a:t>Vote and remove unresponsive governments, </a:t>
            </a:r>
          </a:p>
          <a:p>
            <a:pPr lvl="1"/>
            <a:r>
              <a:rPr lang="en-US" dirty="0"/>
              <a:t>making submissions to elected representatives; </a:t>
            </a:r>
          </a:p>
          <a:p>
            <a:pPr lvl="1"/>
            <a:r>
              <a:rPr lang="en-US" dirty="0"/>
              <a:t>High Court cases such as the Roach Case. </a:t>
            </a:r>
          </a:p>
          <a:p>
            <a:pPr marL="457200" lvl="1" indent="0">
              <a:buNone/>
            </a:pPr>
            <a:r>
              <a:rPr lang="en-US" b="1" dirty="0">
                <a:solidFill>
                  <a:srgbClr val="00B0F0"/>
                </a:solidFill>
              </a:rPr>
              <a:t>However</a:t>
            </a:r>
            <a:r>
              <a:rPr lang="en-US" b="1" dirty="0"/>
              <a:t>, </a:t>
            </a:r>
            <a:r>
              <a:rPr lang="en-AU" dirty="0"/>
              <a:t>powerful interests dominate the political process and that groups more marginal to the system have difficulty in influencing decisions; not all citizens have the means to run for parliament; declining membership of political parties; declining registration of younger voters.  </a:t>
            </a:r>
          </a:p>
          <a:p>
            <a:r>
              <a:rPr lang="en-US" sz="2400" b="1" dirty="0">
                <a:solidFill>
                  <a:srgbClr val="00B0F0"/>
                </a:solidFill>
              </a:rPr>
              <a:t>Political Freedom: </a:t>
            </a:r>
          </a:p>
          <a:p>
            <a:pPr lvl="1"/>
            <a:r>
              <a:rPr lang="en-US" dirty="0"/>
              <a:t>Separation of Powers and constitutionalism which provides </a:t>
            </a:r>
            <a:r>
              <a:rPr lang="en-US" b="1" dirty="0"/>
              <a:t>open and transparent government</a:t>
            </a:r>
            <a:r>
              <a:rPr lang="en-US" dirty="0"/>
              <a:t>; </a:t>
            </a:r>
            <a:r>
              <a:rPr lang="en-AU" dirty="0"/>
              <a:t>Australia does not have an official Bill of Rights, however, some political rights are within our Constitution - right to a trial by jury (Section 80), implied freedom of political communication in Australia due to representative government. </a:t>
            </a:r>
          </a:p>
          <a:p>
            <a:pPr lvl="1"/>
            <a:r>
              <a:rPr lang="en-AU" dirty="0"/>
              <a:t>However, implied rights does not confer individual rights on individuals but rather </a:t>
            </a:r>
            <a:r>
              <a:rPr lang="en-AU" b="1" dirty="0"/>
              <a:t>prevents parliament from encroaching onto those areas </a:t>
            </a:r>
            <a:r>
              <a:rPr lang="en-AU" b="1" i="1" dirty="0"/>
              <a:t>(freedom from political interference)</a:t>
            </a:r>
            <a:r>
              <a:rPr lang="en-AU" dirty="0"/>
              <a:t>; Some rights are protected through common law: the right of access to the courts and privilege against self-incrimination </a:t>
            </a:r>
          </a:p>
          <a:p>
            <a:pPr lvl="1"/>
            <a:r>
              <a:rPr lang="en-AU" b="1" dirty="0">
                <a:solidFill>
                  <a:srgbClr val="00B0F0"/>
                </a:solidFill>
              </a:rPr>
              <a:t>Note: </a:t>
            </a:r>
            <a:r>
              <a:rPr lang="en-AU" dirty="0"/>
              <a:t>some of these common-law rights such as privilege against self-incrimination have been abandoned due to terrorism</a:t>
            </a:r>
          </a:p>
        </p:txBody>
      </p:sp>
    </p:spTree>
    <p:extLst>
      <p:ext uri="{BB962C8B-B14F-4D97-AF65-F5344CB8AC3E}">
        <p14:creationId xmlns:p14="http://schemas.microsoft.com/office/powerpoint/2010/main" val="4186245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C3F23A-DAAA-45A2-B2EB-C7070E495199}"/>
              </a:ext>
            </a:extLst>
          </p:cNvPr>
          <p:cNvSpPr>
            <a:spLocks noGrp="1"/>
          </p:cNvSpPr>
          <p:nvPr>
            <p:ph idx="1"/>
          </p:nvPr>
        </p:nvSpPr>
        <p:spPr>
          <a:xfrm>
            <a:off x="193760" y="277040"/>
            <a:ext cx="11916076" cy="5842535"/>
          </a:xfrm>
        </p:spPr>
        <p:txBody>
          <a:bodyPr>
            <a:normAutofit fontScale="92500"/>
          </a:bodyPr>
          <a:lstStyle/>
          <a:p>
            <a:r>
              <a:rPr lang="en-AU" sz="2600" b="1" dirty="0">
                <a:solidFill>
                  <a:srgbClr val="00B0F0"/>
                </a:solidFill>
              </a:rPr>
              <a:t>Rule of Law:</a:t>
            </a:r>
            <a:endParaRPr lang="en-AU" sz="2600" b="1" dirty="0">
              <a:solidFill>
                <a:srgbClr val="FFFF00"/>
              </a:solidFill>
            </a:endParaRPr>
          </a:p>
          <a:p>
            <a:pPr lvl="1" fontAlgn="base"/>
            <a:r>
              <a:rPr lang="en-US" sz="2000" dirty="0">
                <a:latin typeface="Lato"/>
              </a:rPr>
              <a:t>The </a:t>
            </a:r>
            <a:r>
              <a:rPr lang="en-US" sz="2000" b="1" dirty="0">
                <a:solidFill>
                  <a:srgbClr val="FFFF00"/>
                </a:solidFill>
                <a:latin typeface="Lato"/>
              </a:rPr>
              <a:t>separation of powers</a:t>
            </a:r>
            <a:r>
              <a:rPr lang="en-US" sz="2000" dirty="0">
                <a:solidFill>
                  <a:srgbClr val="FFFF00"/>
                </a:solidFill>
                <a:latin typeface="Lato"/>
              </a:rPr>
              <a:t> </a:t>
            </a:r>
            <a:r>
              <a:rPr lang="en-US" sz="2000" dirty="0">
                <a:latin typeface="Lato"/>
              </a:rPr>
              <a:t>between the legislature, the executive and the judiciary.</a:t>
            </a:r>
          </a:p>
          <a:p>
            <a:pPr lvl="1" fontAlgn="base"/>
            <a:r>
              <a:rPr lang="en-US" sz="2000" dirty="0">
                <a:latin typeface="Lato"/>
              </a:rPr>
              <a:t>The law is made by representatives of the people in an </a:t>
            </a:r>
            <a:r>
              <a:rPr lang="en-US" sz="2000" b="1" dirty="0">
                <a:solidFill>
                  <a:srgbClr val="FFFF00"/>
                </a:solidFill>
                <a:latin typeface="Lato"/>
              </a:rPr>
              <a:t>open and transparent way</a:t>
            </a:r>
            <a:r>
              <a:rPr lang="en-US" sz="2000" dirty="0">
                <a:latin typeface="Lato"/>
              </a:rPr>
              <a:t>.</a:t>
            </a:r>
          </a:p>
          <a:p>
            <a:pPr lvl="1" fontAlgn="base"/>
            <a:r>
              <a:rPr lang="en-US" sz="2000" dirty="0">
                <a:latin typeface="Lato"/>
              </a:rPr>
              <a:t>The law and its administration is subject to open and free criticism by the people, who may </a:t>
            </a:r>
            <a:r>
              <a:rPr lang="en-US" sz="2000" b="1" dirty="0">
                <a:solidFill>
                  <a:srgbClr val="FFFF00"/>
                </a:solidFill>
                <a:latin typeface="Lato"/>
              </a:rPr>
              <a:t>assemble without fear</a:t>
            </a:r>
            <a:r>
              <a:rPr lang="en-US" sz="2000" dirty="0">
                <a:latin typeface="Lato"/>
              </a:rPr>
              <a:t>.</a:t>
            </a:r>
          </a:p>
          <a:p>
            <a:pPr lvl="1" fontAlgn="base"/>
            <a:r>
              <a:rPr lang="en-US" sz="2000" dirty="0">
                <a:latin typeface="Lato"/>
              </a:rPr>
              <a:t>The law is applied </a:t>
            </a:r>
            <a:r>
              <a:rPr lang="en-US" sz="2000" b="1" dirty="0">
                <a:solidFill>
                  <a:srgbClr val="FFFF00"/>
                </a:solidFill>
                <a:latin typeface="Lato"/>
              </a:rPr>
              <a:t>equally and fairly, so that no one is above the law</a:t>
            </a:r>
            <a:r>
              <a:rPr lang="en-US" sz="2000" dirty="0">
                <a:latin typeface="Lato"/>
              </a:rPr>
              <a:t>.</a:t>
            </a:r>
          </a:p>
          <a:p>
            <a:pPr lvl="1" fontAlgn="base"/>
            <a:r>
              <a:rPr lang="en-US" sz="2000" dirty="0">
                <a:latin typeface="Lato"/>
              </a:rPr>
              <a:t>The law is capable of being </a:t>
            </a:r>
            <a:r>
              <a:rPr lang="en-US" sz="2000" b="1" dirty="0">
                <a:solidFill>
                  <a:srgbClr val="FFFF00"/>
                </a:solidFill>
                <a:latin typeface="Lato"/>
              </a:rPr>
              <a:t>known to everyone</a:t>
            </a:r>
            <a:r>
              <a:rPr lang="en-US" sz="2000" dirty="0">
                <a:latin typeface="Lato"/>
              </a:rPr>
              <a:t>, so that everyone can comply.</a:t>
            </a:r>
          </a:p>
          <a:p>
            <a:pPr lvl="1" fontAlgn="base"/>
            <a:r>
              <a:rPr lang="en-US" sz="2000" dirty="0">
                <a:latin typeface="Lato"/>
              </a:rPr>
              <a:t>No one is subject to any action by any government agency </a:t>
            </a:r>
            <a:r>
              <a:rPr lang="en-US" sz="2000" b="1" dirty="0">
                <a:solidFill>
                  <a:srgbClr val="FFFF00"/>
                </a:solidFill>
                <a:latin typeface="Lato"/>
              </a:rPr>
              <a:t>other than in accordance with the law </a:t>
            </a:r>
            <a:r>
              <a:rPr lang="en-US" sz="2000" dirty="0">
                <a:latin typeface="Lato"/>
              </a:rPr>
              <a:t>and the model litigant rules, </a:t>
            </a:r>
            <a:r>
              <a:rPr lang="en-US" sz="2000" b="1" dirty="0">
                <a:solidFill>
                  <a:srgbClr val="FFFF00"/>
                </a:solidFill>
                <a:latin typeface="Lato"/>
              </a:rPr>
              <a:t>no one is subject to any torture</a:t>
            </a:r>
            <a:r>
              <a:rPr lang="en-US" sz="2000" dirty="0">
                <a:latin typeface="Lato"/>
              </a:rPr>
              <a:t>.</a:t>
            </a:r>
          </a:p>
          <a:p>
            <a:pPr lvl="1" fontAlgn="base"/>
            <a:r>
              <a:rPr lang="en-US" sz="2000" dirty="0">
                <a:latin typeface="Lato"/>
              </a:rPr>
              <a:t>The judicial system </a:t>
            </a:r>
            <a:r>
              <a:rPr lang="en-US" sz="2000" b="1" dirty="0">
                <a:solidFill>
                  <a:srgbClr val="FFFF00"/>
                </a:solidFill>
                <a:latin typeface="Lato"/>
              </a:rPr>
              <a:t>is independent, impartial, open and transparent </a:t>
            </a:r>
            <a:r>
              <a:rPr lang="en-US" sz="2000" dirty="0">
                <a:latin typeface="Lato"/>
              </a:rPr>
              <a:t>and provides a </a:t>
            </a:r>
            <a:r>
              <a:rPr lang="en-US" sz="2000" b="1" dirty="0">
                <a:solidFill>
                  <a:srgbClr val="FFFF00"/>
                </a:solidFill>
                <a:latin typeface="Lato"/>
              </a:rPr>
              <a:t>fair and prompt trial.</a:t>
            </a:r>
          </a:p>
          <a:p>
            <a:pPr lvl="1" fontAlgn="base"/>
            <a:r>
              <a:rPr lang="en-US" sz="2000" dirty="0">
                <a:latin typeface="Lato"/>
              </a:rPr>
              <a:t>All people are presumed to be </a:t>
            </a:r>
            <a:r>
              <a:rPr lang="en-US" sz="2000" b="1" dirty="0">
                <a:solidFill>
                  <a:srgbClr val="FFFF00"/>
                </a:solidFill>
                <a:latin typeface="Lato"/>
              </a:rPr>
              <a:t>innocent until proven otherwise</a:t>
            </a:r>
            <a:r>
              <a:rPr lang="en-US" sz="2000" dirty="0">
                <a:latin typeface="Lato"/>
              </a:rPr>
              <a:t> and are </a:t>
            </a:r>
            <a:r>
              <a:rPr lang="en-US" sz="2000" b="1" dirty="0">
                <a:solidFill>
                  <a:srgbClr val="FFFF00"/>
                </a:solidFill>
                <a:latin typeface="Lato"/>
              </a:rPr>
              <a:t>entitled to remain silent </a:t>
            </a:r>
            <a:r>
              <a:rPr lang="en-US" sz="2000" dirty="0">
                <a:latin typeface="Lato"/>
              </a:rPr>
              <a:t>and are not required to incriminate themselves.</a:t>
            </a:r>
          </a:p>
          <a:p>
            <a:pPr lvl="1" fontAlgn="base"/>
            <a:r>
              <a:rPr lang="en-US" sz="2000" dirty="0">
                <a:latin typeface="Lato"/>
              </a:rPr>
              <a:t>No one can be prosecuted, civilly or criminally, for any offence </a:t>
            </a:r>
            <a:r>
              <a:rPr lang="en-US" sz="2000" b="1" dirty="0">
                <a:solidFill>
                  <a:srgbClr val="FFFF00"/>
                </a:solidFill>
                <a:latin typeface="Lato"/>
              </a:rPr>
              <a:t>not known to the law when committed</a:t>
            </a:r>
            <a:r>
              <a:rPr lang="en-US" sz="2000" dirty="0">
                <a:latin typeface="Lato"/>
              </a:rPr>
              <a:t>.</a:t>
            </a:r>
          </a:p>
          <a:p>
            <a:pPr lvl="1" fontAlgn="base"/>
            <a:r>
              <a:rPr lang="en-US" sz="2000" dirty="0">
                <a:latin typeface="Lato"/>
              </a:rPr>
              <a:t>No one is subject adversely to a </a:t>
            </a:r>
            <a:r>
              <a:rPr lang="en-US" sz="2000" b="1" dirty="0">
                <a:solidFill>
                  <a:srgbClr val="FFFF00"/>
                </a:solidFill>
                <a:latin typeface="Lato"/>
              </a:rPr>
              <a:t>retrospective change of the law</a:t>
            </a:r>
          </a:p>
          <a:p>
            <a:endParaRPr lang="en-AU" dirty="0"/>
          </a:p>
        </p:txBody>
      </p:sp>
    </p:spTree>
    <p:extLst>
      <p:ext uri="{BB962C8B-B14F-4D97-AF65-F5344CB8AC3E}">
        <p14:creationId xmlns:p14="http://schemas.microsoft.com/office/powerpoint/2010/main" val="19085753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9E636-299B-4825-9066-9D5CDEECE060}"/>
              </a:ext>
            </a:extLst>
          </p:cNvPr>
          <p:cNvSpPr>
            <a:spLocks noGrp="1"/>
          </p:cNvSpPr>
          <p:nvPr>
            <p:ph type="title"/>
          </p:nvPr>
        </p:nvSpPr>
        <p:spPr>
          <a:xfrm>
            <a:off x="7176413" y="1654726"/>
            <a:ext cx="4162489" cy="2466839"/>
          </a:xfrm>
        </p:spPr>
        <p:txBody>
          <a:bodyPr vert="horz" lIns="91440" tIns="45720" rIns="91440" bIns="0" rtlCol="0" anchor="b">
            <a:normAutofit/>
          </a:bodyPr>
          <a:lstStyle/>
          <a:p>
            <a:r>
              <a:rPr lang="en-US" sz="4800" dirty="0"/>
              <a:t>UNIT 1 SYLLABUS</a:t>
            </a:r>
          </a:p>
        </p:txBody>
      </p:sp>
      <p:pic>
        <p:nvPicPr>
          <p:cNvPr id="12" name="Content Placeholder 8">
            <a:extLst>
              <a:ext uri="{FF2B5EF4-FFF2-40B4-BE49-F238E27FC236}">
                <a16:creationId xmlns:a16="http://schemas.microsoft.com/office/drawing/2014/main" id="{52A4726A-9CCE-4885-8568-19C70A4B17A7}"/>
              </a:ext>
            </a:extLst>
          </p:cNvPr>
          <p:cNvPicPr>
            <a:picLocks noGrp="1" noChangeAspect="1"/>
          </p:cNvPicPr>
          <p:nvPr>
            <p:ph idx="1"/>
          </p:nvPr>
        </p:nvPicPr>
        <p:blipFill>
          <a:blip r:embed="rId2"/>
          <a:stretch>
            <a:fillRect/>
          </a:stretch>
        </p:blipFill>
        <p:spPr>
          <a:xfrm>
            <a:off x="-1" y="0"/>
            <a:ext cx="7036067" cy="6912936"/>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3">
            <p14:nvContentPartPr>
              <p14:cNvPr id="3" name="Ink 2">
                <a:extLst>
                  <a:ext uri="{FF2B5EF4-FFF2-40B4-BE49-F238E27FC236}">
                    <a16:creationId xmlns:a16="http://schemas.microsoft.com/office/drawing/2014/main" id="{0996E969-7734-42C3-ACF4-2CC6EF9012DC}"/>
                  </a:ext>
                </a:extLst>
              </p14:cNvPr>
              <p14:cNvContentPartPr/>
              <p14:nvPr/>
            </p14:nvContentPartPr>
            <p14:xfrm>
              <a:off x="336850" y="656405"/>
              <a:ext cx="6320160" cy="412560"/>
            </p14:xfrm>
          </p:contentPart>
        </mc:Choice>
        <mc:Fallback xmlns="">
          <p:pic>
            <p:nvPicPr>
              <p:cNvPr id="3" name="Ink 2">
                <a:extLst>
                  <a:ext uri="{FF2B5EF4-FFF2-40B4-BE49-F238E27FC236}">
                    <a16:creationId xmlns:a16="http://schemas.microsoft.com/office/drawing/2014/main" id="{0996E969-7734-42C3-ACF4-2CC6EF9012DC}"/>
                  </a:ext>
                </a:extLst>
              </p:cNvPr>
              <p:cNvPicPr/>
              <p:nvPr/>
            </p:nvPicPr>
            <p:blipFill>
              <a:blip r:embed="rId4"/>
              <a:stretch>
                <a:fillRect/>
              </a:stretch>
            </p:blipFill>
            <p:spPr>
              <a:xfrm>
                <a:off x="274210" y="593765"/>
                <a:ext cx="6445800" cy="538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5" name="Ink 4">
                <a:extLst>
                  <a:ext uri="{FF2B5EF4-FFF2-40B4-BE49-F238E27FC236}">
                    <a16:creationId xmlns:a16="http://schemas.microsoft.com/office/drawing/2014/main" id="{F805F41A-5597-475F-8C2B-4347F11ADE47}"/>
                  </a:ext>
                </a:extLst>
              </p14:cNvPr>
              <p14:cNvContentPartPr/>
              <p14:nvPr/>
            </p14:nvContentPartPr>
            <p14:xfrm>
              <a:off x="271330" y="1278845"/>
              <a:ext cx="3540960" cy="1018440"/>
            </p14:xfrm>
          </p:contentPart>
        </mc:Choice>
        <mc:Fallback xmlns="">
          <p:pic>
            <p:nvPicPr>
              <p:cNvPr id="5" name="Ink 4">
                <a:extLst>
                  <a:ext uri="{FF2B5EF4-FFF2-40B4-BE49-F238E27FC236}">
                    <a16:creationId xmlns:a16="http://schemas.microsoft.com/office/drawing/2014/main" id="{F805F41A-5597-475F-8C2B-4347F11ADE47}"/>
                  </a:ext>
                </a:extLst>
              </p:cNvPr>
              <p:cNvPicPr/>
              <p:nvPr/>
            </p:nvPicPr>
            <p:blipFill>
              <a:blip r:embed="rId6"/>
              <a:stretch>
                <a:fillRect/>
              </a:stretch>
            </p:blipFill>
            <p:spPr>
              <a:xfrm>
                <a:off x="208690" y="1215845"/>
                <a:ext cx="3666600" cy="1144080"/>
              </a:xfrm>
              <a:prstGeom prst="rect">
                <a:avLst/>
              </a:prstGeom>
            </p:spPr>
          </p:pic>
        </mc:Fallback>
      </mc:AlternateContent>
    </p:spTree>
    <p:extLst>
      <p:ext uri="{BB962C8B-B14F-4D97-AF65-F5344CB8AC3E}">
        <p14:creationId xmlns:p14="http://schemas.microsoft.com/office/powerpoint/2010/main" val="41471994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B51EC-9E7C-4958-AB3B-69B042CC8363}"/>
              </a:ext>
            </a:extLst>
          </p:cNvPr>
          <p:cNvSpPr>
            <a:spLocks noGrp="1"/>
          </p:cNvSpPr>
          <p:nvPr>
            <p:ph type="title"/>
          </p:nvPr>
        </p:nvSpPr>
        <p:spPr>
          <a:xfrm>
            <a:off x="1222409" y="-144379"/>
            <a:ext cx="9510760" cy="1545746"/>
          </a:xfrm>
        </p:spPr>
        <p:txBody>
          <a:bodyPr>
            <a:normAutofit/>
          </a:bodyPr>
          <a:lstStyle/>
          <a:p>
            <a:r>
              <a:rPr lang="en-AU" sz="4000" b="1" dirty="0">
                <a:highlight>
                  <a:srgbClr val="00FF00"/>
                </a:highlight>
              </a:rPr>
              <a:t>DOT POINT 2 </a:t>
            </a:r>
            <a:r>
              <a:rPr lang="en-AU" sz="4000" b="1" dirty="0"/>
              <a:t>: CHAPTER 2</a:t>
            </a:r>
          </a:p>
        </p:txBody>
      </p:sp>
      <p:sp>
        <p:nvSpPr>
          <p:cNvPr id="3" name="Content Placeholder 2">
            <a:extLst>
              <a:ext uri="{FF2B5EF4-FFF2-40B4-BE49-F238E27FC236}">
                <a16:creationId xmlns:a16="http://schemas.microsoft.com/office/drawing/2014/main" id="{7DB3B965-6808-494F-A756-0647F71CD478}"/>
              </a:ext>
            </a:extLst>
          </p:cNvPr>
          <p:cNvSpPr>
            <a:spLocks noGrp="1"/>
          </p:cNvSpPr>
          <p:nvPr>
            <p:ph idx="1"/>
          </p:nvPr>
        </p:nvSpPr>
        <p:spPr>
          <a:xfrm>
            <a:off x="231006" y="1001027"/>
            <a:ext cx="11877575" cy="5014761"/>
          </a:xfrm>
        </p:spPr>
        <p:txBody>
          <a:bodyPr>
            <a:normAutofit lnSpcReduction="10000"/>
          </a:bodyPr>
          <a:lstStyle/>
          <a:p>
            <a:pPr marL="0" indent="0">
              <a:buNone/>
            </a:pPr>
            <a:r>
              <a:rPr lang="en-AU" dirty="0"/>
              <a:t>Structure of the political and legal system in Australia </a:t>
            </a:r>
            <a:r>
              <a:rPr lang="en-AU" b="1" dirty="0">
                <a:solidFill>
                  <a:srgbClr val="FFFF00"/>
                </a:solidFill>
              </a:rPr>
              <a:t>(division of powers)</a:t>
            </a:r>
          </a:p>
          <a:p>
            <a:pPr marL="514350" indent="-457200"/>
            <a:r>
              <a:rPr lang="en-US" dirty="0">
                <a:cs typeface="Times New Roman"/>
              </a:rPr>
              <a:t>The Constitution  sets out clearly the division of powers between the State and Federal Governments. It does this by </a:t>
            </a:r>
            <a:r>
              <a:rPr lang="en-US" b="1" dirty="0">
                <a:cs typeface="Times New Roman"/>
              </a:rPr>
              <a:t>stating the powers given to the Federal Government and then providing that the powers not mentioned remain with the states</a:t>
            </a:r>
            <a:r>
              <a:rPr lang="en-US" dirty="0">
                <a:cs typeface="Times New Roman"/>
              </a:rPr>
              <a:t> = residual powers</a:t>
            </a:r>
          </a:p>
          <a:p>
            <a:pPr marL="514350" indent="-457200"/>
            <a:endParaRPr lang="en-US" dirty="0">
              <a:cs typeface="Times New Roman"/>
            </a:endParaRPr>
          </a:p>
          <a:p>
            <a:pPr marL="514350" indent="-457200"/>
            <a:r>
              <a:rPr lang="en-US" b="1" dirty="0">
                <a:cs typeface="Times New Roman"/>
              </a:rPr>
              <a:t>The Constitution allows the states to make laws in areas over which the Commonwealth has power </a:t>
            </a:r>
            <a:r>
              <a:rPr lang="en-US" dirty="0">
                <a:cs typeface="Times New Roman"/>
              </a:rPr>
              <a:t>(provided that the state laws do not conflict with those of the Commonwealth). This occurs where the states and the Commonwealth have concurrent powers </a:t>
            </a:r>
            <a:r>
              <a:rPr lang="mr-IN" dirty="0">
                <a:cs typeface="Times New Roman"/>
              </a:rPr>
              <a:t>–</a:t>
            </a:r>
            <a:r>
              <a:rPr lang="en-US" dirty="0">
                <a:cs typeface="Times New Roman"/>
              </a:rPr>
              <a:t> that is, a shared power to legislate. E.g. Taxation</a:t>
            </a:r>
          </a:p>
          <a:p>
            <a:pPr marL="514350" indent="-457200"/>
            <a:endParaRPr lang="en-US" dirty="0">
              <a:cs typeface="Times New Roman"/>
            </a:endParaRPr>
          </a:p>
          <a:p>
            <a:pPr marL="514350" indent="-457200"/>
            <a:r>
              <a:rPr lang="en-US" b="1" dirty="0">
                <a:cs typeface="Times New Roman"/>
              </a:rPr>
              <a:t>Note: If there is a conflict of interest between the states and the Federal Government, or if there is an inconsistency in these laws, the federal laws prevail over state law (s. 109)</a:t>
            </a:r>
          </a:p>
          <a:p>
            <a:endParaRPr lang="en-AU" dirty="0"/>
          </a:p>
        </p:txBody>
      </p:sp>
    </p:spTree>
    <p:extLst>
      <p:ext uri="{BB962C8B-B14F-4D97-AF65-F5344CB8AC3E}">
        <p14:creationId xmlns:p14="http://schemas.microsoft.com/office/powerpoint/2010/main" val="152581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7D16A-A6C9-4BD8-8319-FC849A6D46D3}"/>
              </a:ext>
            </a:extLst>
          </p:cNvPr>
          <p:cNvSpPr>
            <a:spLocks noGrp="1"/>
          </p:cNvSpPr>
          <p:nvPr>
            <p:ph type="title"/>
          </p:nvPr>
        </p:nvSpPr>
        <p:spPr>
          <a:xfrm>
            <a:off x="1307200" y="404220"/>
            <a:ext cx="9291215" cy="1049235"/>
          </a:xfrm>
        </p:spPr>
        <p:txBody>
          <a:bodyPr/>
          <a:lstStyle/>
          <a:p>
            <a:r>
              <a:rPr lang="en-AU" b="1" dirty="0"/>
              <a:t>DIVISION OF POWERS</a:t>
            </a:r>
          </a:p>
        </p:txBody>
      </p:sp>
      <p:sp>
        <p:nvSpPr>
          <p:cNvPr id="3" name="Content Placeholder 2">
            <a:extLst>
              <a:ext uri="{FF2B5EF4-FFF2-40B4-BE49-F238E27FC236}">
                <a16:creationId xmlns:a16="http://schemas.microsoft.com/office/drawing/2014/main" id="{4AD8ED85-5401-469B-A353-6E3DC1A52C5B}"/>
              </a:ext>
            </a:extLst>
          </p:cNvPr>
          <p:cNvSpPr>
            <a:spLocks noGrp="1"/>
          </p:cNvSpPr>
          <p:nvPr>
            <p:ph idx="1"/>
          </p:nvPr>
        </p:nvSpPr>
        <p:spPr>
          <a:xfrm>
            <a:off x="154004" y="1568918"/>
            <a:ext cx="11858323" cy="4360244"/>
          </a:xfrm>
        </p:spPr>
        <p:txBody>
          <a:bodyPr>
            <a:normAutofit fontScale="47500" lnSpcReduction="20000"/>
          </a:bodyPr>
          <a:lstStyle/>
          <a:p>
            <a:pPr marL="514350" indent="-457200"/>
            <a:r>
              <a:rPr lang="en-US" sz="5100" dirty="0">
                <a:cs typeface="Times New Roman"/>
              </a:rPr>
              <a:t>The Constitution outlines specific powers given to the Commonwealth by the states. </a:t>
            </a:r>
          </a:p>
          <a:p>
            <a:pPr marL="514350" indent="-457200"/>
            <a:endParaRPr lang="en-US" sz="3400" dirty="0">
              <a:cs typeface="Times New Roman"/>
            </a:endParaRPr>
          </a:p>
          <a:p>
            <a:pPr marL="57150" indent="0">
              <a:buNone/>
            </a:pPr>
            <a:r>
              <a:rPr lang="en-US" sz="5100" u="sng" dirty="0">
                <a:cs typeface="Times New Roman"/>
              </a:rPr>
              <a:t>Specific powers:</a:t>
            </a:r>
          </a:p>
          <a:p>
            <a:pPr marL="914400" lvl="1" indent="-457200"/>
            <a:r>
              <a:rPr lang="en-US" sz="3800" b="1" dirty="0">
                <a:cs typeface="Times New Roman"/>
              </a:rPr>
              <a:t>Exclusive: </a:t>
            </a:r>
            <a:r>
              <a:rPr lang="en-US" sz="3800" dirty="0">
                <a:cs typeface="Times New Roman"/>
              </a:rPr>
              <a:t>powers that can only be exercised by the Federal Parliament</a:t>
            </a:r>
          </a:p>
          <a:p>
            <a:pPr marL="914400" lvl="1" indent="-457200"/>
            <a:r>
              <a:rPr lang="en-US" sz="3800" b="1" dirty="0">
                <a:cs typeface="Times New Roman"/>
              </a:rPr>
              <a:t>Concurrent: </a:t>
            </a:r>
            <a:r>
              <a:rPr lang="en-US" sz="3800" dirty="0">
                <a:cs typeface="Times New Roman"/>
              </a:rPr>
              <a:t>powers that can be exercised by both the states and the Commonwealth</a:t>
            </a:r>
          </a:p>
          <a:p>
            <a:pPr marL="914400" lvl="1" indent="-457200"/>
            <a:endParaRPr lang="en-US" sz="3400" dirty="0">
              <a:cs typeface="Times New Roman"/>
            </a:endParaRPr>
          </a:p>
          <a:p>
            <a:pPr marL="57150" indent="0">
              <a:buNone/>
            </a:pPr>
            <a:r>
              <a:rPr lang="en-US" sz="5100" u="sng" dirty="0">
                <a:cs typeface="Times New Roman"/>
              </a:rPr>
              <a:t>Residual powers</a:t>
            </a:r>
          </a:p>
          <a:p>
            <a:pPr marL="914400" lvl="1" indent="-457200"/>
            <a:r>
              <a:rPr lang="en-US" sz="3800" dirty="0">
                <a:cs typeface="Times New Roman"/>
              </a:rPr>
              <a:t>Before Federation, each colony had its own set of powers. At Federation some of those powers were handed over to the Commonwealth (s. 51). The remaining powers stayed with the states (s. 108); they are called the residual powers and only the states can makes laws based on these powers</a:t>
            </a:r>
          </a:p>
          <a:p>
            <a:endParaRPr lang="en-AU" dirty="0"/>
          </a:p>
        </p:txBody>
      </p:sp>
    </p:spTree>
    <p:extLst>
      <p:ext uri="{BB962C8B-B14F-4D97-AF65-F5344CB8AC3E}">
        <p14:creationId xmlns:p14="http://schemas.microsoft.com/office/powerpoint/2010/main" val="2569589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88623-D14E-48EC-925A-160AC7367208}"/>
              </a:ext>
            </a:extLst>
          </p:cNvPr>
          <p:cNvSpPr>
            <a:spLocks noGrp="1"/>
          </p:cNvSpPr>
          <p:nvPr>
            <p:ph type="title"/>
          </p:nvPr>
        </p:nvSpPr>
        <p:spPr>
          <a:xfrm>
            <a:off x="1518956" y="140376"/>
            <a:ext cx="9291215" cy="1049235"/>
          </a:xfrm>
        </p:spPr>
        <p:txBody>
          <a:bodyPr/>
          <a:lstStyle/>
          <a:p>
            <a:r>
              <a:rPr lang="en-US" b="1" dirty="0">
                <a:latin typeface="+mn-lt"/>
                <a:cs typeface="Times New Roman"/>
              </a:rPr>
              <a:t>Specific Powers</a:t>
            </a:r>
            <a:endParaRPr lang="en-AU" b="1" dirty="0">
              <a:latin typeface="+mn-lt"/>
            </a:endParaRPr>
          </a:p>
        </p:txBody>
      </p:sp>
      <p:sp>
        <p:nvSpPr>
          <p:cNvPr id="3" name="Content Placeholder 2">
            <a:extLst>
              <a:ext uri="{FF2B5EF4-FFF2-40B4-BE49-F238E27FC236}">
                <a16:creationId xmlns:a16="http://schemas.microsoft.com/office/drawing/2014/main" id="{66262AF3-25E8-4970-BF3B-F4C4BF6DDA9B}"/>
              </a:ext>
            </a:extLst>
          </p:cNvPr>
          <p:cNvSpPr>
            <a:spLocks noGrp="1"/>
          </p:cNvSpPr>
          <p:nvPr>
            <p:ph idx="1"/>
          </p:nvPr>
        </p:nvSpPr>
        <p:spPr>
          <a:xfrm>
            <a:off x="605019" y="1039529"/>
            <a:ext cx="10165278" cy="5139081"/>
          </a:xfrm>
        </p:spPr>
        <p:txBody>
          <a:bodyPr>
            <a:normAutofit fontScale="92500" lnSpcReduction="20000"/>
          </a:bodyPr>
          <a:lstStyle/>
          <a:p>
            <a:pPr marL="514350" indent="-457200"/>
            <a:r>
              <a:rPr lang="en-US" dirty="0">
                <a:cs typeface="Times New Roman"/>
              </a:rPr>
              <a:t>Note: S. 51 lists 40 areas over which the federal Parliament has legislative power. Most specific powers are contained in this section (39 paragraphs)</a:t>
            </a:r>
          </a:p>
          <a:p>
            <a:pPr marL="514350" indent="-457200"/>
            <a:endParaRPr lang="en-US" dirty="0">
              <a:cs typeface="Times New Roman"/>
            </a:endParaRPr>
          </a:p>
          <a:p>
            <a:pPr marL="514350" indent="-457200"/>
            <a:r>
              <a:rPr lang="en-US" dirty="0">
                <a:cs typeface="Times New Roman"/>
              </a:rPr>
              <a:t>Exclusive:</a:t>
            </a:r>
          </a:p>
          <a:p>
            <a:pPr marL="914400" lvl="1" indent="-457200"/>
            <a:r>
              <a:rPr lang="en-US" dirty="0">
                <a:cs typeface="Times New Roman"/>
              </a:rPr>
              <a:t>S. 90: the power to impose customs and excise duties</a:t>
            </a:r>
          </a:p>
          <a:p>
            <a:pPr marL="914400" lvl="1" indent="-457200"/>
            <a:r>
              <a:rPr lang="en-US" dirty="0">
                <a:cs typeface="Times New Roman"/>
              </a:rPr>
              <a:t>S. 114: prohibits the states from raising naval or military forces</a:t>
            </a:r>
          </a:p>
          <a:p>
            <a:pPr marL="914400" lvl="1" indent="-457200"/>
            <a:r>
              <a:rPr lang="en-US" dirty="0">
                <a:cs typeface="Times New Roman"/>
              </a:rPr>
              <a:t>S. 115: prohibits the states from minting their own coins</a:t>
            </a:r>
          </a:p>
          <a:p>
            <a:pPr marL="914400" lvl="1" indent="-457200"/>
            <a:endParaRPr lang="en-US" dirty="0">
              <a:cs typeface="Times New Roman"/>
            </a:endParaRPr>
          </a:p>
          <a:p>
            <a:pPr marL="514350" indent="-457200"/>
            <a:r>
              <a:rPr lang="en-US" dirty="0">
                <a:cs typeface="Times New Roman"/>
              </a:rPr>
              <a:t>Concurrent:</a:t>
            </a:r>
          </a:p>
          <a:p>
            <a:pPr marL="914400" lvl="1" indent="-457200"/>
            <a:r>
              <a:rPr lang="en-US" dirty="0">
                <a:cs typeface="Times New Roman"/>
              </a:rPr>
              <a:t>S. 51</a:t>
            </a:r>
          </a:p>
          <a:p>
            <a:pPr marL="1314450" lvl="2" indent="-457200"/>
            <a:r>
              <a:rPr lang="en-US" dirty="0">
                <a:cs typeface="Times New Roman"/>
              </a:rPr>
              <a:t>Trade and commerce with other countries</a:t>
            </a:r>
          </a:p>
          <a:p>
            <a:pPr marL="1314450" lvl="2" indent="-457200"/>
            <a:r>
              <a:rPr lang="en-US" dirty="0">
                <a:cs typeface="Times New Roman"/>
              </a:rPr>
              <a:t>Taxation</a:t>
            </a:r>
          </a:p>
          <a:p>
            <a:pPr marL="1314450" lvl="2" indent="-457200"/>
            <a:r>
              <a:rPr lang="en-US" dirty="0">
                <a:cs typeface="Times New Roman"/>
              </a:rPr>
              <a:t>Postal, telegraphic and similar services</a:t>
            </a:r>
          </a:p>
          <a:p>
            <a:pPr marL="1314450" lvl="2" indent="-457200"/>
            <a:r>
              <a:rPr lang="en-US" dirty="0">
                <a:cs typeface="Times New Roman"/>
              </a:rPr>
              <a:t>Marriage</a:t>
            </a:r>
          </a:p>
          <a:p>
            <a:pPr marL="1314450" lvl="2" indent="-457200"/>
            <a:r>
              <a:rPr lang="en-US" dirty="0">
                <a:cs typeface="Times New Roman"/>
              </a:rPr>
              <a:t>divorce</a:t>
            </a:r>
          </a:p>
        </p:txBody>
      </p:sp>
    </p:spTree>
    <p:extLst>
      <p:ext uri="{BB962C8B-B14F-4D97-AF65-F5344CB8AC3E}">
        <p14:creationId xmlns:p14="http://schemas.microsoft.com/office/powerpoint/2010/main" val="30287676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A0277-6BA3-4183-A21A-11424CCE3E78}"/>
              </a:ext>
            </a:extLst>
          </p:cNvPr>
          <p:cNvSpPr>
            <a:spLocks noGrp="1"/>
          </p:cNvSpPr>
          <p:nvPr>
            <p:ph type="title"/>
          </p:nvPr>
        </p:nvSpPr>
        <p:spPr>
          <a:xfrm>
            <a:off x="1698070" y="287684"/>
            <a:ext cx="9291215" cy="1049235"/>
          </a:xfrm>
        </p:spPr>
        <p:txBody>
          <a:bodyPr/>
          <a:lstStyle/>
          <a:p>
            <a:r>
              <a:rPr lang="en-US" b="1" dirty="0">
                <a:latin typeface="+mn-lt"/>
                <a:cs typeface="Times New Roman"/>
              </a:rPr>
              <a:t>Residual Powers</a:t>
            </a:r>
            <a:endParaRPr lang="en-AU" b="1" dirty="0">
              <a:latin typeface="+mn-lt"/>
            </a:endParaRPr>
          </a:p>
        </p:txBody>
      </p:sp>
      <p:sp>
        <p:nvSpPr>
          <p:cNvPr id="3" name="Content Placeholder 2">
            <a:extLst>
              <a:ext uri="{FF2B5EF4-FFF2-40B4-BE49-F238E27FC236}">
                <a16:creationId xmlns:a16="http://schemas.microsoft.com/office/drawing/2014/main" id="{FBD635A8-5072-4D71-84D9-76BEB54B61A9}"/>
              </a:ext>
            </a:extLst>
          </p:cNvPr>
          <p:cNvSpPr>
            <a:spLocks noGrp="1"/>
          </p:cNvSpPr>
          <p:nvPr>
            <p:ph idx="1"/>
          </p:nvPr>
        </p:nvSpPr>
        <p:spPr>
          <a:xfrm>
            <a:off x="548639" y="1703672"/>
            <a:ext cx="10194155" cy="4235115"/>
          </a:xfrm>
        </p:spPr>
        <p:txBody>
          <a:bodyPr>
            <a:normAutofit/>
          </a:bodyPr>
          <a:lstStyle/>
          <a:p>
            <a:pPr marL="514350" indent="-457200"/>
            <a:r>
              <a:rPr lang="en-US" sz="2400" dirty="0">
                <a:cs typeface="Times New Roman"/>
              </a:rPr>
              <a:t>Examples of residual powers can be found in the areas of:</a:t>
            </a:r>
          </a:p>
          <a:p>
            <a:pPr marL="914400" lvl="1" indent="-457200"/>
            <a:r>
              <a:rPr lang="en-US" sz="2000" dirty="0">
                <a:cs typeface="Times New Roman"/>
              </a:rPr>
              <a:t>Law and order (police; prisons)</a:t>
            </a:r>
          </a:p>
          <a:p>
            <a:pPr marL="914400" lvl="1" indent="-457200"/>
            <a:r>
              <a:rPr lang="en-US" sz="2000" dirty="0">
                <a:cs typeface="Times New Roman"/>
              </a:rPr>
              <a:t>Commerce and industry</a:t>
            </a:r>
          </a:p>
          <a:p>
            <a:pPr marL="914400" lvl="1" indent="-457200"/>
            <a:r>
              <a:rPr lang="en-US" sz="2000" dirty="0">
                <a:cs typeface="Times New Roman"/>
              </a:rPr>
              <a:t>Education</a:t>
            </a:r>
          </a:p>
          <a:p>
            <a:pPr marL="914400" lvl="1" indent="-457200"/>
            <a:r>
              <a:rPr lang="en-US" sz="2000" dirty="0">
                <a:cs typeface="Times New Roman"/>
              </a:rPr>
              <a:t>Housing</a:t>
            </a:r>
          </a:p>
          <a:p>
            <a:pPr marL="914400" lvl="1" indent="-457200"/>
            <a:r>
              <a:rPr lang="en-US" sz="2000" dirty="0">
                <a:cs typeface="Times New Roman"/>
              </a:rPr>
              <a:t>Transport</a:t>
            </a:r>
          </a:p>
          <a:p>
            <a:pPr marL="914400" lvl="1" indent="-457200"/>
            <a:r>
              <a:rPr lang="en-US" sz="2000" dirty="0">
                <a:cs typeface="Times New Roman"/>
              </a:rPr>
              <a:t>Development (roads; railways; utilities </a:t>
            </a:r>
            <a:r>
              <a:rPr lang="mr-IN" sz="2000" dirty="0">
                <a:cs typeface="Times New Roman"/>
              </a:rPr>
              <a:t>–</a:t>
            </a:r>
            <a:r>
              <a:rPr lang="en-US" sz="2000" dirty="0">
                <a:cs typeface="Times New Roman"/>
              </a:rPr>
              <a:t> electricity; water supply)</a:t>
            </a:r>
          </a:p>
          <a:p>
            <a:pPr marL="914400" lvl="1" indent="-457200"/>
            <a:r>
              <a:rPr lang="en-US" sz="2000" dirty="0">
                <a:cs typeface="Times New Roman"/>
              </a:rPr>
              <a:t>Public health (hospitals; ambulance services) and social welfare issues</a:t>
            </a:r>
          </a:p>
          <a:p>
            <a:endParaRPr lang="en-AU" sz="2400" dirty="0"/>
          </a:p>
        </p:txBody>
      </p:sp>
    </p:spTree>
    <p:extLst>
      <p:ext uri="{BB962C8B-B14F-4D97-AF65-F5344CB8AC3E}">
        <p14:creationId xmlns:p14="http://schemas.microsoft.com/office/powerpoint/2010/main" val="17747716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EO_0708_federal-law.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4784419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EO_0707_state-territory-law.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
            <a:ext cx="9144000" cy="6858000"/>
          </a:xfrm>
          <a:prstGeom prst="rect">
            <a:avLst/>
          </a:prstGeom>
        </p:spPr>
      </p:pic>
    </p:spTree>
    <p:extLst>
      <p:ext uri="{BB962C8B-B14F-4D97-AF65-F5344CB8AC3E}">
        <p14:creationId xmlns:p14="http://schemas.microsoft.com/office/powerpoint/2010/main" val="16790260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cal laws.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1" y="16712"/>
            <a:ext cx="9144000" cy="6858000"/>
          </a:xfrm>
          <a:prstGeom prst="rect">
            <a:avLst/>
          </a:prstGeom>
        </p:spPr>
      </p:pic>
    </p:spTree>
    <p:extLst>
      <p:ext uri="{BB962C8B-B14F-4D97-AF65-F5344CB8AC3E}">
        <p14:creationId xmlns:p14="http://schemas.microsoft.com/office/powerpoint/2010/main" val="16226257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9E636-299B-4825-9066-9D5CDEECE060}"/>
              </a:ext>
            </a:extLst>
          </p:cNvPr>
          <p:cNvSpPr>
            <a:spLocks noGrp="1"/>
          </p:cNvSpPr>
          <p:nvPr>
            <p:ph type="title"/>
          </p:nvPr>
        </p:nvSpPr>
        <p:spPr>
          <a:xfrm>
            <a:off x="7176413" y="1654726"/>
            <a:ext cx="4162489" cy="2466839"/>
          </a:xfrm>
        </p:spPr>
        <p:txBody>
          <a:bodyPr vert="horz" lIns="91440" tIns="45720" rIns="91440" bIns="0" rtlCol="0" anchor="b">
            <a:normAutofit/>
          </a:bodyPr>
          <a:lstStyle/>
          <a:p>
            <a:r>
              <a:rPr lang="en-US" sz="4800" dirty="0"/>
              <a:t>UNIT 1 SYLLABUS</a:t>
            </a:r>
          </a:p>
        </p:txBody>
      </p:sp>
      <p:pic>
        <p:nvPicPr>
          <p:cNvPr id="12" name="Content Placeholder 8">
            <a:extLst>
              <a:ext uri="{FF2B5EF4-FFF2-40B4-BE49-F238E27FC236}">
                <a16:creationId xmlns:a16="http://schemas.microsoft.com/office/drawing/2014/main" id="{52A4726A-9CCE-4885-8568-19C70A4B17A7}"/>
              </a:ext>
            </a:extLst>
          </p:cNvPr>
          <p:cNvPicPr>
            <a:picLocks noGrp="1" noChangeAspect="1"/>
          </p:cNvPicPr>
          <p:nvPr>
            <p:ph idx="1"/>
          </p:nvPr>
        </p:nvPicPr>
        <p:blipFill>
          <a:blip r:embed="rId2"/>
          <a:stretch>
            <a:fillRect/>
          </a:stretch>
        </p:blipFill>
        <p:spPr>
          <a:xfrm>
            <a:off x="-1" y="0"/>
            <a:ext cx="7036067" cy="6912936"/>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3">
            <p14:nvContentPartPr>
              <p14:cNvPr id="3" name="Ink 2">
                <a:extLst>
                  <a:ext uri="{FF2B5EF4-FFF2-40B4-BE49-F238E27FC236}">
                    <a16:creationId xmlns:a16="http://schemas.microsoft.com/office/drawing/2014/main" id="{0996E969-7734-42C3-ACF4-2CC6EF9012DC}"/>
                  </a:ext>
                </a:extLst>
              </p14:cNvPr>
              <p14:cNvContentPartPr/>
              <p14:nvPr/>
            </p14:nvContentPartPr>
            <p14:xfrm>
              <a:off x="336850" y="656405"/>
              <a:ext cx="6320160" cy="412560"/>
            </p14:xfrm>
          </p:contentPart>
        </mc:Choice>
        <mc:Fallback xmlns="">
          <p:pic>
            <p:nvPicPr>
              <p:cNvPr id="3" name="Ink 2">
                <a:extLst>
                  <a:ext uri="{FF2B5EF4-FFF2-40B4-BE49-F238E27FC236}">
                    <a16:creationId xmlns:a16="http://schemas.microsoft.com/office/drawing/2014/main" id="{0996E969-7734-42C3-ACF4-2CC6EF9012DC}"/>
                  </a:ext>
                </a:extLst>
              </p:cNvPr>
              <p:cNvPicPr/>
              <p:nvPr/>
            </p:nvPicPr>
            <p:blipFill>
              <a:blip r:embed="rId4"/>
              <a:stretch>
                <a:fillRect/>
              </a:stretch>
            </p:blipFill>
            <p:spPr>
              <a:xfrm>
                <a:off x="274210" y="593765"/>
                <a:ext cx="6445800" cy="538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5" name="Ink 4">
                <a:extLst>
                  <a:ext uri="{FF2B5EF4-FFF2-40B4-BE49-F238E27FC236}">
                    <a16:creationId xmlns:a16="http://schemas.microsoft.com/office/drawing/2014/main" id="{F805F41A-5597-475F-8C2B-4347F11ADE47}"/>
                  </a:ext>
                </a:extLst>
              </p14:cNvPr>
              <p14:cNvContentPartPr/>
              <p14:nvPr/>
            </p14:nvContentPartPr>
            <p14:xfrm>
              <a:off x="271330" y="1278845"/>
              <a:ext cx="3540960" cy="1018440"/>
            </p14:xfrm>
          </p:contentPart>
        </mc:Choice>
        <mc:Fallback xmlns="">
          <p:pic>
            <p:nvPicPr>
              <p:cNvPr id="5" name="Ink 4">
                <a:extLst>
                  <a:ext uri="{FF2B5EF4-FFF2-40B4-BE49-F238E27FC236}">
                    <a16:creationId xmlns:a16="http://schemas.microsoft.com/office/drawing/2014/main" id="{F805F41A-5597-475F-8C2B-4347F11ADE47}"/>
                  </a:ext>
                </a:extLst>
              </p:cNvPr>
              <p:cNvPicPr/>
              <p:nvPr/>
            </p:nvPicPr>
            <p:blipFill>
              <a:blip r:embed="rId6"/>
              <a:stretch>
                <a:fillRect/>
              </a:stretch>
            </p:blipFill>
            <p:spPr>
              <a:xfrm>
                <a:off x="208690" y="1215845"/>
                <a:ext cx="3666600" cy="1144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4" name="Ink 3">
                <a:extLst>
                  <a:ext uri="{FF2B5EF4-FFF2-40B4-BE49-F238E27FC236}">
                    <a16:creationId xmlns:a16="http://schemas.microsoft.com/office/drawing/2014/main" id="{FEA8B6DA-1A7D-4BF6-9280-3010FEF8618C}"/>
                  </a:ext>
                </a:extLst>
              </p14:cNvPr>
              <p14:cNvContentPartPr/>
              <p14:nvPr/>
            </p14:nvContentPartPr>
            <p14:xfrm>
              <a:off x="143890" y="2168405"/>
              <a:ext cx="4648680" cy="537480"/>
            </p14:xfrm>
          </p:contentPart>
        </mc:Choice>
        <mc:Fallback xmlns="">
          <p:pic>
            <p:nvPicPr>
              <p:cNvPr id="4" name="Ink 3">
                <a:extLst>
                  <a:ext uri="{FF2B5EF4-FFF2-40B4-BE49-F238E27FC236}">
                    <a16:creationId xmlns:a16="http://schemas.microsoft.com/office/drawing/2014/main" id="{FEA8B6DA-1A7D-4BF6-9280-3010FEF8618C}"/>
                  </a:ext>
                </a:extLst>
              </p:cNvPr>
              <p:cNvPicPr/>
              <p:nvPr/>
            </p:nvPicPr>
            <p:blipFill>
              <a:blip r:embed="rId8"/>
              <a:stretch>
                <a:fillRect/>
              </a:stretch>
            </p:blipFill>
            <p:spPr>
              <a:xfrm>
                <a:off x="80890" y="2105765"/>
                <a:ext cx="4774320" cy="663120"/>
              </a:xfrm>
              <a:prstGeom prst="rect">
                <a:avLst/>
              </a:prstGeom>
            </p:spPr>
          </p:pic>
        </mc:Fallback>
      </mc:AlternateContent>
    </p:spTree>
    <p:extLst>
      <p:ext uri="{BB962C8B-B14F-4D97-AF65-F5344CB8AC3E}">
        <p14:creationId xmlns:p14="http://schemas.microsoft.com/office/powerpoint/2010/main" val="21161019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69BEA-9359-466B-9406-B1154E090ED7}"/>
              </a:ext>
            </a:extLst>
          </p:cNvPr>
          <p:cNvSpPr>
            <a:spLocks noGrp="1"/>
          </p:cNvSpPr>
          <p:nvPr>
            <p:ph type="title"/>
          </p:nvPr>
        </p:nvSpPr>
        <p:spPr>
          <a:xfrm>
            <a:off x="1450392" y="207752"/>
            <a:ext cx="9291215" cy="1049235"/>
          </a:xfrm>
        </p:spPr>
        <p:txBody>
          <a:bodyPr>
            <a:normAutofit/>
          </a:bodyPr>
          <a:lstStyle/>
          <a:p>
            <a:r>
              <a:rPr lang="en-AU" sz="4000" b="1" dirty="0">
                <a:highlight>
                  <a:srgbClr val="00FF00"/>
                </a:highlight>
              </a:rPr>
              <a:t>DOT POINT 3 </a:t>
            </a:r>
            <a:r>
              <a:rPr lang="en-AU" sz="4000" b="1" dirty="0"/>
              <a:t>: CHAPTER 2</a:t>
            </a:r>
          </a:p>
        </p:txBody>
      </p:sp>
      <p:sp>
        <p:nvSpPr>
          <p:cNvPr id="3" name="Content Placeholder 2">
            <a:extLst>
              <a:ext uri="{FF2B5EF4-FFF2-40B4-BE49-F238E27FC236}">
                <a16:creationId xmlns:a16="http://schemas.microsoft.com/office/drawing/2014/main" id="{166F60E6-6931-4E6A-B524-4C1590F1031A}"/>
              </a:ext>
            </a:extLst>
          </p:cNvPr>
          <p:cNvSpPr>
            <a:spLocks noGrp="1"/>
          </p:cNvSpPr>
          <p:nvPr>
            <p:ph idx="1"/>
          </p:nvPr>
        </p:nvSpPr>
        <p:spPr>
          <a:xfrm>
            <a:off x="317634" y="1087655"/>
            <a:ext cx="11608067" cy="4860757"/>
          </a:xfrm>
        </p:spPr>
        <p:txBody>
          <a:bodyPr/>
          <a:lstStyle/>
          <a:p>
            <a:r>
              <a:rPr lang="en-AU" dirty="0"/>
              <a:t>Roles of the legislative, executive and judicial branches of government </a:t>
            </a:r>
            <a:r>
              <a:rPr lang="en-AU" b="1" dirty="0">
                <a:solidFill>
                  <a:srgbClr val="FFFF00"/>
                </a:solidFill>
              </a:rPr>
              <a:t>(separation of powers)</a:t>
            </a:r>
          </a:p>
          <a:p>
            <a:pPr marL="0" indent="0" algn="ctr">
              <a:buNone/>
            </a:pPr>
            <a:endParaRPr lang="en-US" sz="2800" i="1" dirty="0">
              <a:latin typeface="Gill Sans MT" panose="020B0502020104020203" pitchFamily="34" charset="0"/>
              <a:cs typeface="Times New Roman"/>
            </a:endParaRPr>
          </a:p>
          <a:p>
            <a:pPr marL="0" indent="0" algn="ctr">
              <a:buNone/>
            </a:pPr>
            <a:r>
              <a:rPr lang="en-US" sz="2800" i="1" dirty="0">
                <a:latin typeface="Gill Sans MT" panose="020B0502020104020203" pitchFamily="34" charset="0"/>
                <a:cs typeface="Times New Roman"/>
              </a:rPr>
              <a:t>“ The division of government </a:t>
            </a:r>
            <a:r>
              <a:rPr lang="en-US" sz="2800" i="1" dirty="0">
                <a:solidFill>
                  <a:srgbClr val="FFFF00"/>
                </a:solidFill>
                <a:latin typeface="Gill Sans MT" panose="020B0502020104020203" pitchFamily="34" charset="0"/>
                <a:cs typeface="Times New Roman"/>
              </a:rPr>
              <a:t>executive, legislative and judicial powers </a:t>
            </a:r>
            <a:r>
              <a:rPr lang="en-US" sz="2800" i="1" dirty="0">
                <a:latin typeface="Gill Sans MT" panose="020B0502020104020203" pitchFamily="34" charset="0"/>
                <a:cs typeface="Times New Roman"/>
              </a:rPr>
              <a:t>into separate arms or institutions that act </a:t>
            </a:r>
            <a:r>
              <a:rPr lang="en-US" sz="2800" i="1" dirty="0">
                <a:solidFill>
                  <a:srgbClr val="FFFF00"/>
                </a:solidFill>
                <a:latin typeface="Gill Sans MT" panose="020B0502020104020203" pitchFamily="34" charset="0"/>
                <a:cs typeface="Times New Roman"/>
              </a:rPr>
              <a:t>separately and are independent</a:t>
            </a:r>
            <a:r>
              <a:rPr lang="en-US" sz="2800" i="1" dirty="0">
                <a:latin typeface="Gill Sans MT" panose="020B0502020104020203" pitchFamily="34" charset="0"/>
                <a:cs typeface="Times New Roman"/>
              </a:rPr>
              <a:t> of each other. The separation of powers was advocated by the French political thinker, </a:t>
            </a:r>
            <a:r>
              <a:rPr lang="en-US" sz="2800" b="1" i="1" dirty="0">
                <a:solidFill>
                  <a:srgbClr val="FFFF00"/>
                </a:solidFill>
                <a:latin typeface="Gill Sans MT" panose="020B0502020104020203" pitchFamily="34" charset="0"/>
                <a:cs typeface="Times New Roman"/>
              </a:rPr>
              <a:t>Baron </a:t>
            </a:r>
            <a:r>
              <a:rPr lang="en-US" sz="2800" b="1" i="1" dirty="0" err="1">
                <a:solidFill>
                  <a:srgbClr val="FFFF00"/>
                </a:solidFill>
                <a:latin typeface="Gill Sans MT" panose="020B0502020104020203" pitchFamily="34" charset="0"/>
                <a:cs typeface="Times New Roman"/>
              </a:rPr>
              <a:t>d’Montesquieu</a:t>
            </a:r>
            <a:r>
              <a:rPr lang="en-US" sz="2800" i="1" dirty="0">
                <a:latin typeface="Gill Sans MT" panose="020B0502020104020203" pitchFamily="34" charset="0"/>
                <a:cs typeface="Times New Roman"/>
              </a:rPr>
              <a:t>, as way of ensuring that governments could not wield excessive power. The separate arms of government provide a system of </a:t>
            </a:r>
            <a:r>
              <a:rPr lang="en-US" sz="2800" i="1" dirty="0">
                <a:solidFill>
                  <a:srgbClr val="FFFF00"/>
                </a:solidFill>
                <a:latin typeface="Gill Sans MT" panose="020B0502020104020203" pitchFamily="34" charset="0"/>
                <a:cs typeface="Times New Roman"/>
              </a:rPr>
              <a:t>checks and balances on each other</a:t>
            </a:r>
            <a:r>
              <a:rPr lang="en-US" sz="2800" i="1" dirty="0">
                <a:latin typeface="Gill Sans MT" panose="020B0502020104020203" pitchFamily="34" charset="0"/>
                <a:cs typeface="Times New Roman"/>
              </a:rPr>
              <a:t>. The most important feature of the separation of powers is the independence of the judiciary”.</a:t>
            </a:r>
          </a:p>
          <a:p>
            <a:pPr marL="0" indent="0">
              <a:buNone/>
            </a:pPr>
            <a:endParaRPr lang="en-AU" dirty="0"/>
          </a:p>
        </p:txBody>
      </p:sp>
    </p:spTree>
    <p:extLst>
      <p:ext uri="{BB962C8B-B14F-4D97-AF65-F5344CB8AC3E}">
        <p14:creationId xmlns:p14="http://schemas.microsoft.com/office/powerpoint/2010/main" val="28962820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DBE3A0-59BB-416B-ABDC-59ABEB6FD949}"/>
              </a:ext>
            </a:extLst>
          </p:cNvPr>
          <p:cNvSpPr>
            <a:spLocks noGrp="1"/>
          </p:cNvSpPr>
          <p:nvPr>
            <p:ph idx="1"/>
          </p:nvPr>
        </p:nvSpPr>
        <p:spPr>
          <a:xfrm>
            <a:off x="6651056" y="1436570"/>
            <a:ext cx="5300401" cy="5120640"/>
          </a:xfrm>
        </p:spPr>
        <p:txBody>
          <a:bodyPr>
            <a:normAutofit/>
          </a:bodyPr>
          <a:lstStyle/>
          <a:p>
            <a:pPr marL="0" indent="0" algn="ctr">
              <a:buNone/>
            </a:pPr>
            <a:r>
              <a:rPr lang="en-AU" sz="2800" b="1" dirty="0"/>
              <a:t>Chapter 1</a:t>
            </a:r>
          </a:p>
          <a:p>
            <a:pPr>
              <a:buFontTx/>
              <a:buChar char="-"/>
            </a:pPr>
            <a:r>
              <a:rPr lang="en-AU" sz="2800" b="1" dirty="0"/>
              <a:t>Who is in the Legislative?</a:t>
            </a:r>
          </a:p>
          <a:p>
            <a:pPr>
              <a:buFontTx/>
              <a:buChar char="-"/>
            </a:pPr>
            <a:r>
              <a:rPr lang="en-AU" sz="2800" b="1" dirty="0"/>
              <a:t>How is Chapter 1 divided?</a:t>
            </a:r>
          </a:p>
          <a:p>
            <a:pPr>
              <a:buFontTx/>
              <a:buChar char="-"/>
            </a:pPr>
            <a:r>
              <a:rPr lang="en-AU" sz="2800" b="1" dirty="0"/>
              <a:t>What does </a:t>
            </a:r>
            <a:r>
              <a:rPr lang="en-AU" sz="2800" b="1" dirty="0">
                <a:solidFill>
                  <a:srgbClr val="FFFF00"/>
                </a:solidFill>
              </a:rPr>
              <a:t>section 53 </a:t>
            </a:r>
            <a:r>
              <a:rPr lang="en-AU" sz="2800" b="1" dirty="0"/>
              <a:t>state?</a:t>
            </a:r>
          </a:p>
          <a:p>
            <a:pPr>
              <a:buFontTx/>
              <a:buChar char="-"/>
            </a:pPr>
            <a:r>
              <a:rPr lang="en-AU" sz="2800" b="1" dirty="0"/>
              <a:t>What does </a:t>
            </a:r>
            <a:r>
              <a:rPr lang="en-AU" sz="2800" b="1" dirty="0">
                <a:solidFill>
                  <a:srgbClr val="FFFF00"/>
                </a:solidFill>
              </a:rPr>
              <a:t>section 7 and 24 </a:t>
            </a:r>
            <a:r>
              <a:rPr lang="en-AU" sz="2800" b="1" dirty="0"/>
              <a:t>state?</a:t>
            </a:r>
          </a:p>
        </p:txBody>
      </p:sp>
      <p:sp>
        <p:nvSpPr>
          <p:cNvPr id="5" name="Title 4">
            <a:extLst>
              <a:ext uri="{FF2B5EF4-FFF2-40B4-BE49-F238E27FC236}">
                <a16:creationId xmlns:a16="http://schemas.microsoft.com/office/drawing/2014/main" id="{69126065-420A-49D6-B016-2380091ECEB4}"/>
              </a:ext>
            </a:extLst>
          </p:cNvPr>
          <p:cNvSpPr>
            <a:spLocks noGrp="1"/>
          </p:cNvSpPr>
          <p:nvPr>
            <p:ph type="title"/>
          </p:nvPr>
        </p:nvSpPr>
        <p:spPr>
          <a:xfrm>
            <a:off x="1538207" y="169252"/>
            <a:ext cx="9291215" cy="1049235"/>
          </a:xfrm>
        </p:spPr>
        <p:txBody>
          <a:bodyPr/>
          <a:lstStyle/>
          <a:p>
            <a:r>
              <a:rPr lang="en-AU" b="1" dirty="0"/>
              <a:t>LEGISLATIVE BRANCH</a:t>
            </a:r>
          </a:p>
        </p:txBody>
      </p:sp>
      <p:pic>
        <p:nvPicPr>
          <p:cNvPr id="7170" name="Picture 2" descr="Image result for HOUSE OF REP AND SENATE AUSTRALIA">
            <a:extLst>
              <a:ext uri="{FF2B5EF4-FFF2-40B4-BE49-F238E27FC236}">
                <a16:creationId xmlns:a16="http://schemas.microsoft.com/office/drawing/2014/main" id="{5BF76A2A-5C6B-4A07-BC6A-2B3D65D68E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7565" y="1529213"/>
            <a:ext cx="4928557" cy="37995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277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F4540-5E43-481C-96F0-2C0CC77E332D}"/>
              </a:ext>
            </a:extLst>
          </p:cNvPr>
          <p:cNvSpPr>
            <a:spLocks noGrp="1"/>
          </p:cNvSpPr>
          <p:nvPr>
            <p:ph type="title"/>
          </p:nvPr>
        </p:nvSpPr>
        <p:spPr>
          <a:xfrm>
            <a:off x="-4360644" y="1236960"/>
            <a:ext cx="1238564" cy="2421998"/>
          </a:xfrm>
        </p:spPr>
        <p:txBody>
          <a:bodyPr/>
          <a:lstStyle/>
          <a:p>
            <a:endParaRPr lang="en-AU" dirty="0"/>
          </a:p>
        </p:txBody>
      </p:sp>
      <p:sp>
        <p:nvSpPr>
          <p:cNvPr id="3" name="Content Placeholder 2">
            <a:extLst>
              <a:ext uri="{FF2B5EF4-FFF2-40B4-BE49-F238E27FC236}">
                <a16:creationId xmlns:a16="http://schemas.microsoft.com/office/drawing/2014/main" id="{767B3E72-6E92-45F8-9FBF-847EFB121B2D}"/>
              </a:ext>
            </a:extLst>
          </p:cNvPr>
          <p:cNvSpPr>
            <a:spLocks noGrp="1"/>
          </p:cNvSpPr>
          <p:nvPr>
            <p:ph idx="1"/>
          </p:nvPr>
        </p:nvSpPr>
        <p:spPr>
          <a:xfrm>
            <a:off x="4232839" y="44246"/>
            <a:ext cx="7959161" cy="6813754"/>
          </a:xfrm>
        </p:spPr>
        <p:txBody>
          <a:bodyPr>
            <a:normAutofit fontScale="77500" lnSpcReduction="20000"/>
          </a:bodyPr>
          <a:lstStyle/>
          <a:p>
            <a:pPr marL="0" indent="0">
              <a:buNone/>
            </a:pPr>
            <a:r>
              <a:rPr lang="en-US" sz="2600" b="1" dirty="0">
                <a:solidFill>
                  <a:srgbClr val="FFC000"/>
                </a:solidFill>
              </a:rPr>
              <a:t>Composition</a:t>
            </a:r>
          </a:p>
          <a:p>
            <a:r>
              <a:rPr lang="en-US" sz="2600" dirty="0"/>
              <a:t>Executive government consists of:</a:t>
            </a:r>
          </a:p>
          <a:p>
            <a:pPr lvl="1"/>
            <a:r>
              <a:rPr lang="en-US" sz="2600" dirty="0"/>
              <a:t>Governor-General as </a:t>
            </a:r>
            <a:r>
              <a:rPr lang="en-US" sz="2600" b="1" dirty="0">
                <a:solidFill>
                  <a:srgbClr val="00B050"/>
                </a:solidFill>
              </a:rPr>
              <a:t>Head of State </a:t>
            </a:r>
            <a:r>
              <a:rPr lang="en-US" sz="2600" b="1" dirty="0">
                <a:solidFill>
                  <a:srgbClr val="7030A0"/>
                </a:solidFill>
              </a:rPr>
              <a:t>(formal executive) </a:t>
            </a:r>
          </a:p>
          <a:p>
            <a:pPr lvl="1"/>
            <a:r>
              <a:rPr lang="en-US" sz="2600" dirty="0"/>
              <a:t> The Prime Minister (</a:t>
            </a:r>
            <a:r>
              <a:rPr lang="en-US" sz="2600" b="1" dirty="0">
                <a:solidFill>
                  <a:srgbClr val="00B050"/>
                </a:solidFill>
              </a:rPr>
              <a:t>Head of Government</a:t>
            </a:r>
            <a:r>
              <a:rPr lang="en-US" sz="2600" dirty="0"/>
              <a:t>) and Ministers </a:t>
            </a:r>
            <a:r>
              <a:rPr lang="en-US" sz="2600" b="1" dirty="0">
                <a:solidFill>
                  <a:srgbClr val="7030A0"/>
                </a:solidFill>
              </a:rPr>
              <a:t>(political executives)</a:t>
            </a:r>
          </a:p>
          <a:p>
            <a:pPr lvl="1"/>
            <a:r>
              <a:rPr lang="en-US" sz="2600" dirty="0"/>
              <a:t>Also includes public service and other agencies who deal with day-to-day implementation  of laws</a:t>
            </a:r>
            <a:r>
              <a:rPr lang="en-US" sz="2600" dirty="0">
                <a:solidFill>
                  <a:srgbClr val="7030A0"/>
                </a:solidFill>
              </a:rPr>
              <a:t> </a:t>
            </a:r>
            <a:r>
              <a:rPr lang="en-US" sz="2600" b="1" dirty="0">
                <a:solidFill>
                  <a:srgbClr val="7030A0"/>
                </a:solidFill>
              </a:rPr>
              <a:t>(administrative executive)</a:t>
            </a:r>
            <a:endParaRPr lang="en-US" sz="3000" b="1" dirty="0"/>
          </a:p>
          <a:p>
            <a:pPr marL="0" indent="0">
              <a:buNone/>
            </a:pPr>
            <a:r>
              <a:rPr lang="en-US" sz="2600" dirty="0"/>
              <a:t>Each minister is an elected member of parliament as well as being responsible for the management of their department.</a:t>
            </a:r>
          </a:p>
          <a:p>
            <a:pPr marL="0" indent="0">
              <a:buNone/>
            </a:pPr>
            <a:r>
              <a:rPr lang="en-US" sz="2600" b="1" dirty="0">
                <a:solidFill>
                  <a:srgbClr val="FFC000"/>
                </a:solidFill>
              </a:rPr>
              <a:t>Appointment</a:t>
            </a:r>
          </a:p>
          <a:p>
            <a:r>
              <a:rPr lang="en-US" sz="2600" dirty="0"/>
              <a:t>The Prime Minister is the leader of the party or coalition (partnership of parties) who forms the government, and has been chosen as leader by a vote of the parliamentary members of this party.</a:t>
            </a:r>
          </a:p>
          <a:p>
            <a:r>
              <a:rPr lang="en-US" sz="2600" dirty="0"/>
              <a:t>The Prime Minister normally selects ministers who are then </a:t>
            </a:r>
            <a:r>
              <a:rPr lang="en-US" sz="2600" b="1" dirty="0"/>
              <a:t>commissioned by the Governor-General</a:t>
            </a:r>
            <a:r>
              <a:rPr lang="en-US" sz="2600" dirty="0"/>
              <a:t>.</a:t>
            </a:r>
          </a:p>
          <a:p>
            <a:endParaRPr lang="en-AU" sz="3200" dirty="0"/>
          </a:p>
        </p:txBody>
      </p:sp>
      <p:pic>
        <p:nvPicPr>
          <p:cNvPr id="5122" name="Picture 2" descr="Image result for executive branch of government australia">
            <a:extLst>
              <a:ext uri="{FF2B5EF4-FFF2-40B4-BE49-F238E27FC236}">
                <a16:creationId xmlns:a16="http://schemas.microsoft.com/office/drawing/2014/main" id="{F2225E52-C91E-4178-8187-A2FB5598F0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1526"/>
          <a:stretch/>
        </p:blipFill>
        <p:spPr bwMode="auto">
          <a:xfrm>
            <a:off x="242915" y="3240489"/>
            <a:ext cx="3814916" cy="286790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23D7CA6-696C-4E50-8B76-1593A0E7650E}"/>
              </a:ext>
            </a:extLst>
          </p:cNvPr>
          <p:cNvSpPr txBox="1"/>
          <p:nvPr/>
        </p:nvSpPr>
        <p:spPr>
          <a:xfrm>
            <a:off x="867844" y="673663"/>
            <a:ext cx="3364995" cy="2031325"/>
          </a:xfrm>
          <a:prstGeom prst="rect">
            <a:avLst/>
          </a:prstGeom>
          <a:noFill/>
        </p:spPr>
        <p:txBody>
          <a:bodyPr wrap="square" rtlCol="0">
            <a:spAutoFit/>
          </a:bodyPr>
          <a:lstStyle/>
          <a:p>
            <a:pPr algn="ctr"/>
            <a:r>
              <a:rPr lang="en-AU" sz="3600" b="1" dirty="0">
                <a:solidFill>
                  <a:srgbClr val="FFC000"/>
                </a:solidFill>
              </a:rPr>
              <a:t> EXECUTIVE BRANCH</a:t>
            </a:r>
            <a:r>
              <a:rPr lang="en-AU" sz="3600" b="1" dirty="0"/>
              <a:t> Chapter 2</a:t>
            </a:r>
          </a:p>
          <a:p>
            <a:endParaRPr lang="en-AU" dirty="0"/>
          </a:p>
        </p:txBody>
      </p:sp>
    </p:spTree>
    <p:extLst>
      <p:ext uri="{BB962C8B-B14F-4D97-AF65-F5344CB8AC3E}">
        <p14:creationId xmlns:p14="http://schemas.microsoft.com/office/powerpoint/2010/main" val="2033931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0049DA9-83DC-421A-81D5-CCF130A96BA7}"/>
              </a:ext>
            </a:extLst>
          </p:cNvPr>
          <p:cNvPicPr>
            <a:picLocks noChangeAspect="1"/>
          </p:cNvPicPr>
          <p:nvPr/>
        </p:nvPicPr>
        <p:blipFill rotWithShape="1">
          <a:blip r:embed="rId2"/>
          <a:srcRect r="3" b="6381"/>
          <a:stretch/>
        </p:blipFill>
        <p:spPr>
          <a:xfrm>
            <a:off x="5638116" y="0"/>
            <a:ext cx="6553884" cy="6669377"/>
          </a:xfrm>
          <a:prstGeom prst="rect">
            <a:avLst/>
          </a:prstGeom>
        </p:spPr>
      </p:pic>
      <p:sp>
        <p:nvSpPr>
          <p:cNvPr id="3" name="Content Placeholder 2">
            <a:extLst>
              <a:ext uri="{FF2B5EF4-FFF2-40B4-BE49-F238E27FC236}">
                <a16:creationId xmlns:a16="http://schemas.microsoft.com/office/drawing/2014/main" id="{437C27AD-C5A1-477C-A4B6-85632E004833}"/>
              </a:ext>
            </a:extLst>
          </p:cNvPr>
          <p:cNvSpPr>
            <a:spLocks noGrp="1"/>
          </p:cNvSpPr>
          <p:nvPr>
            <p:ph idx="1"/>
          </p:nvPr>
        </p:nvSpPr>
        <p:spPr>
          <a:xfrm>
            <a:off x="558756" y="632982"/>
            <a:ext cx="4998962" cy="5250918"/>
          </a:xfrm>
        </p:spPr>
        <p:txBody>
          <a:bodyPr anchor="t">
            <a:normAutofit fontScale="85000" lnSpcReduction="10000"/>
          </a:bodyPr>
          <a:lstStyle/>
          <a:p>
            <a:pPr marL="0" indent="0">
              <a:buNone/>
            </a:pPr>
            <a:r>
              <a:rPr lang="en-US" sz="2400" b="1" dirty="0">
                <a:solidFill>
                  <a:schemeClr val="accent1"/>
                </a:solidFill>
              </a:rPr>
              <a:t>Responsibility</a:t>
            </a:r>
          </a:p>
          <a:p>
            <a:pPr>
              <a:buClr>
                <a:schemeClr val="bg1"/>
              </a:buClr>
              <a:buFont typeface="Wingdings" panose="05000000000000000000" pitchFamily="2" charset="2"/>
              <a:buChar char="v"/>
            </a:pPr>
            <a:r>
              <a:rPr lang="en-US" sz="2400" dirty="0">
                <a:solidFill>
                  <a:schemeClr val="tx1">
                    <a:lumMod val="95000"/>
                    <a:lumOff val="5000"/>
                  </a:schemeClr>
                </a:solidFill>
              </a:rPr>
              <a:t>The executive is responsible to the Parliament and each minister must answer to the Parliament for the operation of their department and the laws they introduce and administer.</a:t>
            </a:r>
          </a:p>
          <a:p>
            <a:pPr>
              <a:buClr>
                <a:schemeClr val="bg1"/>
              </a:buClr>
              <a:buFont typeface="Wingdings" panose="05000000000000000000" pitchFamily="2" charset="2"/>
              <a:buChar char="v"/>
            </a:pPr>
            <a:r>
              <a:rPr lang="en-US" sz="2400" dirty="0">
                <a:solidFill>
                  <a:schemeClr val="tx1">
                    <a:lumMod val="95000"/>
                    <a:lumOff val="5000"/>
                  </a:schemeClr>
                </a:solidFill>
              </a:rPr>
              <a:t>The executive can be scrutinized in both the House of Representatives and Senate particularly in </a:t>
            </a:r>
            <a:r>
              <a:rPr lang="en-US" sz="2400" b="1" dirty="0">
                <a:solidFill>
                  <a:schemeClr val="tx1">
                    <a:lumMod val="95000"/>
                    <a:lumOff val="5000"/>
                  </a:schemeClr>
                </a:solidFill>
              </a:rPr>
              <a:t>Question Time</a:t>
            </a:r>
            <a:r>
              <a:rPr lang="en-US" sz="2400" dirty="0">
                <a:solidFill>
                  <a:schemeClr val="tx1">
                    <a:lumMod val="95000"/>
                    <a:lumOff val="5000"/>
                  </a:schemeClr>
                </a:solidFill>
              </a:rPr>
              <a:t>.</a:t>
            </a:r>
          </a:p>
          <a:p>
            <a:pPr>
              <a:buClr>
                <a:schemeClr val="bg1"/>
              </a:buClr>
              <a:buFont typeface="Wingdings" panose="05000000000000000000" pitchFamily="2" charset="2"/>
              <a:buChar char="v"/>
            </a:pPr>
            <a:r>
              <a:rPr lang="en-AU" sz="2400" dirty="0">
                <a:solidFill>
                  <a:schemeClr val="tx1">
                    <a:lumMod val="95000"/>
                    <a:lumOff val="5000"/>
                  </a:schemeClr>
                </a:solidFill>
              </a:rPr>
              <a:t>They have the power to carry out/execute laws….how?</a:t>
            </a:r>
          </a:p>
          <a:p>
            <a:pPr>
              <a:buClr>
                <a:schemeClr val="bg1"/>
              </a:buClr>
              <a:buFont typeface="Wingdings" panose="05000000000000000000" pitchFamily="2" charset="2"/>
              <a:buChar char="v"/>
            </a:pPr>
            <a:r>
              <a:rPr lang="en-AU" sz="2400" dirty="0">
                <a:solidFill>
                  <a:schemeClr val="tx1">
                    <a:lumMod val="95000"/>
                    <a:lumOff val="5000"/>
                  </a:schemeClr>
                </a:solidFill>
              </a:rPr>
              <a:t>By developing policies and implementing statues</a:t>
            </a:r>
          </a:p>
          <a:p>
            <a:endParaRPr lang="en-AU" sz="1700" dirty="0">
              <a:solidFill>
                <a:srgbClr val="FFFFFF"/>
              </a:solidFill>
            </a:endParaRPr>
          </a:p>
        </p:txBody>
      </p:sp>
    </p:spTree>
    <p:extLst>
      <p:ext uri="{BB962C8B-B14F-4D97-AF65-F5344CB8AC3E}">
        <p14:creationId xmlns:p14="http://schemas.microsoft.com/office/powerpoint/2010/main" val="2681991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9D7086-1008-4597-920B-B90F53B7CA8A}"/>
              </a:ext>
            </a:extLst>
          </p:cNvPr>
          <p:cNvSpPr>
            <a:spLocks noGrp="1"/>
          </p:cNvSpPr>
          <p:nvPr>
            <p:ph idx="1"/>
          </p:nvPr>
        </p:nvSpPr>
        <p:spPr>
          <a:xfrm>
            <a:off x="3621650" y="435827"/>
            <a:ext cx="8444220" cy="6577780"/>
          </a:xfrm>
        </p:spPr>
        <p:txBody>
          <a:bodyPr>
            <a:noAutofit/>
          </a:bodyPr>
          <a:lstStyle/>
          <a:p>
            <a:pPr marL="0" indent="0">
              <a:buNone/>
            </a:pPr>
            <a:r>
              <a:rPr lang="en-US" sz="2200" dirty="0"/>
              <a:t>The Judiciary makes judgements/interpretations about the law, they </a:t>
            </a:r>
            <a:r>
              <a:rPr lang="en-US" sz="2200" b="1" dirty="0"/>
              <a:t>adjudicate</a:t>
            </a:r>
            <a:r>
              <a:rPr lang="en-US" sz="2200" dirty="0"/>
              <a:t> and make legally binding decisions (court decisions are </a:t>
            </a:r>
            <a:r>
              <a:rPr lang="en-US" sz="2200" b="1" dirty="0"/>
              <a:t>law</a:t>
            </a:r>
            <a:r>
              <a:rPr lang="en-US" sz="2200" dirty="0"/>
              <a:t>)</a:t>
            </a:r>
          </a:p>
          <a:p>
            <a:pPr marL="0" indent="0">
              <a:buNone/>
            </a:pPr>
            <a:r>
              <a:rPr lang="en-US" sz="2200" dirty="0"/>
              <a:t>The Judiciary is made up of the High Court </a:t>
            </a:r>
            <a:r>
              <a:rPr lang="en-US" sz="2200" dirty="0">
                <a:solidFill>
                  <a:schemeClr val="accent1"/>
                </a:solidFill>
              </a:rPr>
              <a:t>and</a:t>
            </a:r>
            <a:r>
              <a:rPr lang="en-US" sz="2200" dirty="0"/>
              <a:t> other federal courts - The High Court is established by the </a:t>
            </a:r>
            <a:r>
              <a:rPr lang="en-US" sz="2200" i="1" dirty="0"/>
              <a:t>Constitution</a:t>
            </a:r>
            <a:r>
              <a:rPr lang="en-US" sz="2200" dirty="0"/>
              <a:t>. Other federal courts are created by legislation of the</a:t>
            </a:r>
            <a:r>
              <a:rPr lang="en-US" sz="2200" i="1" dirty="0"/>
              <a:t> Parliament</a:t>
            </a:r>
            <a:r>
              <a:rPr lang="en-US" sz="2200" dirty="0"/>
              <a:t>.</a:t>
            </a:r>
          </a:p>
          <a:p>
            <a:pPr marL="0" indent="0">
              <a:buNone/>
            </a:pPr>
            <a:r>
              <a:rPr lang="en-US" sz="2200" dirty="0"/>
              <a:t>One of the major functions of </a:t>
            </a:r>
            <a:r>
              <a:rPr lang="en-US" sz="2200" dirty="0">
                <a:solidFill>
                  <a:schemeClr val="accent1"/>
                </a:solidFill>
              </a:rPr>
              <a:t>the </a:t>
            </a:r>
            <a:r>
              <a:rPr lang="en-US" sz="2200" b="1" dirty="0">
                <a:solidFill>
                  <a:schemeClr val="accent1"/>
                </a:solidFill>
              </a:rPr>
              <a:t>High Court </a:t>
            </a:r>
            <a:r>
              <a:rPr lang="en-US" sz="2200" dirty="0"/>
              <a:t>is </a:t>
            </a:r>
            <a:r>
              <a:rPr lang="en-US" sz="2200" dirty="0">
                <a:solidFill>
                  <a:schemeClr val="accent1"/>
                </a:solidFill>
              </a:rPr>
              <a:t>to </a:t>
            </a:r>
            <a:r>
              <a:rPr lang="en-US" sz="2200" b="1" dirty="0">
                <a:solidFill>
                  <a:schemeClr val="accent1"/>
                </a:solidFill>
              </a:rPr>
              <a:t>interpret the Constitution</a:t>
            </a:r>
            <a:r>
              <a:rPr lang="en-US" sz="2200" dirty="0"/>
              <a:t>. The High Court may rule a law to be </a:t>
            </a:r>
            <a:r>
              <a:rPr lang="en-US" sz="2200" b="1" dirty="0">
                <a:solidFill>
                  <a:schemeClr val="accent1"/>
                </a:solidFill>
              </a:rPr>
              <a:t>unconstitutional</a:t>
            </a:r>
            <a:r>
              <a:rPr lang="en-US" sz="2200" dirty="0"/>
              <a:t>—that is, beyond the power of the Parliament to make—and therefore of no effect (checks and balances)</a:t>
            </a:r>
          </a:p>
          <a:p>
            <a:pPr marL="0" indent="0">
              <a:buNone/>
            </a:pPr>
            <a:r>
              <a:rPr lang="en-US" sz="2200" dirty="0"/>
              <a:t>Judges are appointed by the </a:t>
            </a:r>
            <a:r>
              <a:rPr lang="en-US" sz="2200" dirty="0">
                <a:solidFill>
                  <a:schemeClr val="accent1"/>
                </a:solidFill>
              </a:rPr>
              <a:t>Governor-General </a:t>
            </a:r>
            <a:r>
              <a:rPr lang="en-US" sz="2200" dirty="0"/>
              <a:t>acting on the advice of the Prime Minister and Cabinet</a:t>
            </a:r>
          </a:p>
        </p:txBody>
      </p:sp>
      <p:pic>
        <p:nvPicPr>
          <p:cNvPr id="7178" name="Picture 10" descr="Related image">
            <a:extLst>
              <a:ext uri="{FF2B5EF4-FFF2-40B4-BE49-F238E27FC236}">
                <a16:creationId xmlns:a16="http://schemas.microsoft.com/office/drawing/2014/main" id="{723E67F2-3B54-458B-A50A-80DC692755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130" y="2493246"/>
            <a:ext cx="3248025" cy="32480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8137FD4-F3E0-457A-B215-8919593AAC10}"/>
              </a:ext>
            </a:extLst>
          </p:cNvPr>
          <p:cNvSpPr txBox="1"/>
          <p:nvPr/>
        </p:nvSpPr>
        <p:spPr>
          <a:xfrm>
            <a:off x="63064" y="876881"/>
            <a:ext cx="3374155" cy="1477328"/>
          </a:xfrm>
          <a:prstGeom prst="rect">
            <a:avLst/>
          </a:prstGeom>
          <a:noFill/>
        </p:spPr>
        <p:txBody>
          <a:bodyPr wrap="square" rtlCol="0">
            <a:spAutoFit/>
          </a:bodyPr>
          <a:lstStyle/>
          <a:p>
            <a:pPr algn="ctr"/>
            <a:r>
              <a:rPr lang="en-AU" sz="3600" b="1" dirty="0">
                <a:solidFill>
                  <a:schemeClr val="accent1"/>
                </a:solidFill>
              </a:rPr>
              <a:t> JUDICIARY  </a:t>
            </a:r>
            <a:r>
              <a:rPr lang="en-AU" sz="3600" b="1" dirty="0"/>
              <a:t>Chapter 3</a:t>
            </a:r>
          </a:p>
          <a:p>
            <a:endParaRPr lang="en-AU" dirty="0"/>
          </a:p>
        </p:txBody>
      </p:sp>
    </p:spTree>
    <p:extLst>
      <p:ext uri="{BB962C8B-B14F-4D97-AF65-F5344CB8AC3E}">
        <p14:creationId xmlns:p14="http://schemas.microsoft.com/office/powerpoint/2010/main" val="3037307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9E636-299B-4825-9066-9D5CDEECE060}"/>
              </a:ext>
            </a:extLst>
          </p:cNvPr>
          <p:cNvSpPr>
            <a:spLocks noGrp="1"/>
          </p:cNvSpPr>
          <p:nvPr>
            <p:ph type="title"/>
          </p:nvPr>
        </p:nvSpPr>
        <p:spPr>
          <a:xfrm>
            <a:off x="7176413" y="1654726"/>
            <a:ext cx="4162489" cy="2466839"/>
          </a:xfrm>
        </p:spPr>
        <p:txBody>
          <a:bodyPr vert="horz" lIns="91440" tIns="45720" rIns="91440" bIns="0" rtlCol="0" anchor="b">
            <a:normAutofit/>
          </a:bodyPr>
          <a:lstStyle/>
          <a:p>
            <a:r>
              <a:rPr lang="en-US" sz="4800" dirty="0"/>
              <a:t>UNIT 1 SYLLABUS</a:t>
            </a:r>
          </a:p>
        </p:txBody>
      </p:sp>
      <p:pic>
        <p:nvPicPr>
          <p:cNvPr id="12" name="Content Placeholder 8">
            <a:extLst>
              <a:ext uri="{FF2B5EF4-FFF2-40B4-BE49-F238E27FC236}">
                <a16:creationId xmlns:a16="http://schemas.microsoft.com/office/drawing/2014/main" id="{52A4726A-9CCE-4885-8568-19C70A4B17A7}"/>
              </a:ext>
            </a:extLst>
          </p:cNvPr>
          <p:cNvPicPr>
            <a:picLocks noGrp="1" noChangeAspect="1"/>
          </p:cNvPicPr>
          <p:nvPr>
            <p:ph idx="1"/>
          </p:nvPr>
        </p:nvPicPr>
        <p:blipFill>
          <a:blip r:embed="rId2"/>
          <a:stretch>
            <a:fillRect/>
          </a:stretch>
        </p:blipFill>
        <p:spPr>
          <a:xfrm>
            <a:off x="-1" y="0"/>
            <a:ext cx="7036067" cy="6912936"/>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3">
            <p14:nvContentPartPr>
              <p14:cNvPr id="3" name="Ink 2">
                <a:extLst>
                  <a:ext uri="{FF2B5EF4-FFF2-40B4-BE49-F238E27FC236}">
                    <a16:creationId xmlns:a16="http://schemas.microsoft.com/office/drawing/2014/main" id="{0996E969-7734-42C3-ACF4-2CC6EF9012DC}"/>
                  </a:ext>
                </a:extLst>
              </p14:cNvPr>
              <p14:cNvContentPartPr/>
              <p14:nvPr/>
            </p14:nvContentPartPr>
            <p14:xfrm>
              <a:off x="336850" y="656405"/>
              <a:ext cx="6320160" cy="412560"/>
            </p14:xfrm>
          </p:contentPart>
        </mc:Choice>
        <mc:Fallback xmlns="">
          <p:pic>
            <p:nvPicPr>
              <p:cNvPr id="3" name="Ink 2">
                <a:extLst>
                  <a:ext uri="{FF2B5EF4-FFF2-40B4-BE49-F238E27FC236}">
                    <a16:creationId xmlns:a16="http://schemas.microsoft.com/office/drawing/2014/main" id="{0996E969-7734-42C3-ACF4-2CC6EF9012DC}"/>
                  </a:ext>
                </a:extLst>
              </p:cNvPr>
              <p:cNvPicPr/>
              <p:nvPr/>
            </p:nvPicPr>
            <p:blipFill>
              <a:blip r:embed="rId4"/>
              <a:stretch>
                <a:fillRect/>
              </a:stretch>
            </p:blipFill>
            <p:spPr>
              <a:xfrm>
                <a:off x="274210" y="593765"/>
                <a:ext cx="6445800" cy="538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5" name="Ink 4">
                <a:extLst>
                  <a:ext uri="{FF2B5EF4-FFF2-40B4-BE49-F238E27FC236}">
                    <a16:creationId xmlns:a16="http://schemas.microsoft.com/office/drawing/2014/main" id="{F805F41A-5597-475F-8C2B-4347F11ADE47}"/>
                  </a:ext>
                </a:extLst>
              </p14:cNvPr>
              <p14:cNvContentPartPr/>
              <p14:nvPr/>
            </p14:nvContentPartPr>
            <p14:xfrm>
              <a:off x="271330" y="1278845"/>
              <a:ext cx="3540960" cy="1018440"/>
            </p14:xfrm>
          </p:contentPart>
        </mc:Choice>
        <mc:Fallback xmlns="">
          <p:pic>
            <p:nvPicPr>
              <p:cNvPr id="5" name="Ink 4">
                <a:extLst>
                  <a:ext uri="{FF2B5EF4-FFF2-40B4-BE49-F238E27FC236}">
                    <a16:creationId xmlns:a16="http://schemas.microsoft.com/office/drawing/2014/main" id="{F805F41A-5597-475F-8C2B-4347F11ADE47}"/>
                  </a:ext>
                </a:extLst>
              </p:cNvPr>
              <p:cNvPicPr/>
              <p:nvPr/>
            </p:nvPicPr>
            <p:blipFill>
              <a:blip r:embed="rId6"/>
              <a:stretch>
                <a:fillRect/>
              </a:stretch>
            </p:blipFill>
            <p:spPr>
              <a:xfrm>
                <a:off x="208690" y="1215845"/>
                <a:ext cx="3666600" cy="1144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4" name="Ink 3">
                <a:extLst>
                  <a:ext uri="{FF2B5EF4-FFF2-40B4-BE49-F238E27FC236}">
                    <a16:creationId xmlns:a16="http://schemas.microsoft.com/office/drawing/2014/main" id="{FEA8B6DA-1A7D-4BF6-9280-3010FEF8618C}"/>
                  </a:ext>
                </a:extLst>
              </p14:cNvPr>
              <p14:cNvContentPartPr/>
              <p14:nvPr/>
            </p14:nvContentPartPr>
            <p14:xfrm>
              <a:off x="143890" y="2168405"/>
              <a:ext cx="4648680" cy="537480"/>
            </p14:xfrm>
          </p:contentPart>
        </mc:Choice>
        <mc:Fallback xmlns="">
          <p:pic>
            <p:nvPicPr>
              <p:cNvPr id="4" name="Ink 3">
                <a:extLst>
                  <a:ext uri="{FF2B5EF4-FFF2-40B4-BE49-F238E27FC236}">
                    <a16:creationId xmlns:a16="http://schemas.microsoft.com/office/drawing/2014/main" id="{FEA8B6DA-1A7D-4BF6-9280-3010FEF8618C}"/>
                  </a:ext>
                </a:extLst>
              </p:cNvPr>
              <p:cNvPicPr/>
              <p:nvPr/>
            </p:nvPicPr>
            <p:blipFill>
              <a:blip r:embed="rId8"/>
              <a:stretch>
                <a:fillRect/>
              </a:stretch>
            </p:blipFill>
            <p:spPr>
              <a:xfrm>
                <a:off x="80890" y="2105765"/>
                <a:ext cx="4774320" cy="663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6" name="Ink 5">
                <a:extLst>
                  <a:ext uri="{FF2B5EF4-FFF2-40B4-BE49-F238E27FC236}">
                    <a16:creationId xmlns:a16="http://schemas.microsoft.com/office/drawing/2014/main" id="{02808666-6439-484A-879A-D34CEB21EBD5}"/>
                  </a:ext>
                </a:extLst>
              </p14:cNvPr>
              <p14:cNvContentPartPr/>
              <p14:nvPr/>
            </p14:nvContentPartPr>
            <p14:xfrm>
              <a:off x="188866" y="2805425"/>
              <a:ext cx="4889160" cy="199080"/>
            </p14:xfrm>
          </p:contentPart>
        </mc:Choice>
        <mc:Fallback xmlns="">
          <p:pic>
            <p:nvPicPr>
              <p:cNvPr id="6" name="Ink 5">
                <a:extLst>
                  <a:ext uri="{FF2B5EF4-FFF2-40B4-BE49-F238E27FC236}">
                    <a16:creationId xmlns:a16="http://schemas.microsoft.com/office/drawing/2014/main" id="{02808666-6439-484A-879A-D34CEB21EBD5}"/>
                  </a:ext>
                </a:extLst>
              </p:cNvPr>
              <p:cNvPicPr/>
              <p:nvPr/>
            </p:nvPicPr>
            <p:blipFill>
              <a:blip r:embed="rId10"/>
              <a:stretch>
                <a:fillRect/>
              </a:stretch>
            </p:blipFill>
            <p:spPr>
              <a:xfrm>
                <a:off x="125866" y="2742539"/>
                <a:ext cx="5014800" cy="324493"/>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7" name="Ink 6">
                <a:extLst>
                  <a:ext uri="{FF2B5EF4-FFF2-40B4-BE49-F238E27FC236}">
                    <a16:creationId xmlns:a16="http://schemas.microsoft.com/office/drawing/2014/main" id="{1FEDB13C-C8B8-4F74-8193-E13C1569132F}"/>
                  </a:ext>
                </a:extLst>
              </p14:cNvPr>
              <p14:cNvContentPartPr/>
              <p14:nvPr/>
            </p14:nvContentPartPr>
            <p14:xfrm>
              <a:off x="4979050" y="2372525"/>
              <a:ext cx="349200" cy="199080"/>
            </p14:xfrm>
          </p:contentPart>
        </mc:Choice>
        <mc:Fallback xmlns="">
          <p:pic>
            <p:nvPicPr>
              <p:cNvPr id="7" name="Ink 6">
                <a:extLst>
                  <a:ext uri="{FF2B5EF4-FFF2-40B4-BE49-F238E27FC236}">
                    <a16:creationId xmlns:a16="http://schemas.microsoft.com/office/drawing/2014/main" id="{1FEDB13C-C8B8-4F74-8193-E13C1569132F}"/>
                  </a:ext>
                </a:extLst>
              </p:cNvPr>
              <p:cNvPicPr/>
              <p:nvPr/>
            </p:nvPicPr>
            <p:blipFill>
              <a:blip r:embed="rId12"/>
              <a:stretch>
                <a:fillRect/>
              </a:stretch>
            </p:blipFill>
            <p:spPr>
              <a:xfrm>
                <a:off x="4916050" y="2309525"/>
                <a:ext cx="474840" cy="3247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8" name="Ink 7">
                <a:extLst>
                  <a:ext uri="{FF2B5EF4-FFF2-40B4-BE49-F238E27FC236}">
                    <a16:creationId xmlns:a16="http://schemas.microsoft.com/office/drawing/2014/main" id="{FD814F8B-3E73-4DCE-BE4E-62D7F4A51A55}"/>
                  </a:ext>
                </a:extLst>
              </p14:cNvPr>
              <p14:cNvContentPartPr/>
              <p14:nvPr/>
            </p14:nvContentPartPr>
            <p14:xfrm>
              <a:off x="5427610" y="2217005"/>
              <a:ext cx="139320" cy="267120"/>
            </p14:xfrm>
          </p:contentPart>
        </mc:Choice>
        <mc:Fallback xmlns="">
          <p:pic>
            <p:nvPicPr>
              <p:cNvPr id="8" name="Ink 7">
                <a:extLst>
                  <a:ext uri="{FF2B5EF4-FFF2-40B4-BE49-F238E27FC236}">
                    <a16:creationId xmlns:a16="http://schemas.microsoft.com/office/drawing/2014/main" id="{FD814F8B-3E73-4DCE-BE4E-62D7F4A51A55}"/>
                  </a:ext>
                </a:extLst>
              </p:cNvPr>
              <p:cNvPicPr/>
              <p:nvPr/>
            </p:nvPicPr>
            <p:blipFill>
              <a:blip r:embed="rId14"/>
              <a:stretch>
                <a:fillRect/>
              </a:stretch>
            </p:blipFill>
            <p:spPr>
              <a:xfrm>
                <a:off x="5364970" y="2154365"/>
                <a:ext cx="264960" cy="3927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9" name="Ink 8">
                <a:extLst>
                  <a:ext uri="{FF2B5EF4-FFF2-40B4-BE49-F238E27FC236}">
                    <a16:creationId xmlns:a16="http://schemas.microsoft.com/office/drawing/2014/main" id="{F112A4B8-0A7F-482E-8316-F66E7C832244}"/>
                  </a:ext>
                </a:extLst>
              </p14:cNvPr>
              <p14:cNvContentPartPr/>
              <p14:nvPr/>
            </p14:nvContentPartPr>
            <p14:xfrm>
              <a:off x="5410330" y="2122685"/>
              <a:ext cx="271440" cy="379080"/>
            </p14:xfrm>
          </p:contentPart>
        </mc:Choice>
        <mc:Fallback xmlns="">
          <p:pic>
            <p:nvPicPr>
              <p:cNvPr id="9" name="Ink 8">
                <a:extLst>
                  <a:ext uri="{FF2B5EF4-FFF2-40B4-BE49-F238E27FC236}">
                    <a16:creationId xmlns:a16="http://schemas.microsoft.com/office/drawing/2014/main" id="{F112A4B8-0A7F-482E-8316-F66E7C832244}"/>
                  </a:ext>
                </a:extLst>
              </p:cNvPr>
              <p:cNvPicPr/>
              <p:nvPr/>
            </p:nvPicPr>
            <p:blipFill>
              <a:blip r:embed="rId16"/>
              <a:stretch>
                <a:fillRect/>
              </a:stretch>
            </p:blipFill>
            <p:spPr>
              <a:xfrm>
                <a:off x="5347330" y="2059685"/>
                <a:ext cx="397080" cy="5047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0" name="Ink 9">
                <a:extLst>
                  <a:ext uri="{FF2B5EF4-FFF2-40B4-BE49-F238E27FC236}">
                    <a16:creationId xmlns:a16="http://schemas.microsoft.com/office/drawing/2014/main" id="{36ABE04C-E99C-4C28-989F-F25DA7752874}"/>
                  </a:ext>
                </a:extLst>
              </p14:cNvPr>
              <p14:cNvContentPartPr/>
              <p14:nvPr/>
            </p14:nvContentPartPr>
            <p14:xfrm>
              <a:off x="5632450" y="2155445"/>
              <a:ext cx="245160" cy="240840"/>
            </p14:xfrm>
          </p:contentPart>
        </mc:Choice>
        <mc:Fallback xmlns="">
          <p:pic>
            <p:nvPicPr>
              <p:cNvPr id="10" name="Ink 9">
                <a:extLst>
                  <a:ext uri="{FF2B5EF4-FFF2-40B4-BE49-F238E27FC236}">
                    <a16:creationId xmlns:a16="http://schemas.microsoft.com/office/drawing/2014/main" id="{36ABE04C-E99C-4C28-989F-F25DA7752874}"/>
                  </a:ext>
                </a:extLst>
              </p:cNvPr>
              <p:cNvPicPr/>
              <p:nvPr/>
            </p:nvPicPr>
            <p:blipFill>
              <a:blip r:embed="rId18"/>
              <a:stretch>
                <a:fillRect/>
              </a:stretch>
            </p:blipFill>
            <p:spPr>
              <a:xfrm>
                <a:off x="5569810" y="2092445"/>
                <a:ext cx="370800" cy="3664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1" name="Ink 10">
                <a:extLst>
                  <a:ext uri="{FF2B5EF4-FFF2-40B4-BE49-F238E27FC236}">
                    <a16:creationId xmlns:a16="http://schemas.microsoft.com/office/drawing/2014/main" id="{FBF91BDB-8113-4759-8592-A21706D230F7}"/>
                  </a:ext>
                </a:extLst>
              </p14:cNvPr>
              <p14:cNvContentPartPr/>
              <p14:nvPr/>
            </p14:nvContentPartPr>
            <p14:xfrm>
              <a:off x="5781130" y="2042045"/>
              <a:ext cx="285840" cy="244800"/>
            </p14:xfrm>
          </p:contentPart>
        </mc:Choice>
        <mc:Fallback xmlns="">
          <p:pic>
            <p:nvPicPr>
              <p:cNvPr id="11" name="Ink 10">
                <a:extLst>
                  <a:ext uri="{FF2B5EF4-FFF2-40B4-BE49-F238E27FC236}">
                    <a16:creationId xmlns:a16="http://schemas.microsoft.com/office/drawing/2014/main" id="{FBF91BDB-8113-4759-8592-A21706D230F7}"/>
                  </a:ext>
                </a:extLst>
              </p:cNvPr>
              <p:cNvPicPr/>
              <p:nvPr/>
            </p:nvPicPr>
            <p:blipFill>
              <a:blip r:embed="rId20"/>
              <a:stretch>
                <a:fillRect/>
              </a:stretch>
            </p:blipFill>
            <p:spPr>
              <a:xfrm>
                <a:off x="5718490" y="1979045"/>
                <a:ext cx="411480" cy="3704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3" name="Ink 12">
                <a:extLst>
                  <a:ext uri="{FF2B5EF4-FFF2-40B4-BE49-F238E27FC236}">
                    <a16:creationId xmlns:a16="http://schemas.microsoft.com/office/drawing/2014/main" id="{2752DBBC-038E-491E-8307-004FD6BB3E0C}"/>
                  </a:ext>
                </a:extLst>
              </p14:cNvPr>
              <p14:cNvContentPartPr/>
              <p14:nvPr/>
            </p14:nvContentPartPr>
            <p14:xfrm>
              <a:off x="6090370" y="1941245"/>
              <a:ext cx="259920" cy="236160"/>
            </p14:xfrm>
          </p:contentPart>
        </mc:Choice>
        <mc:Fallback xmlns="">
          <p:pic>
            <p:nvPicPr>
              <p:cNvPr id="13" name="Ink 12">
                <a:extLst>
                  <a:ext uri="{FF2B5EF4-FFF2-40B4-BE49-F238E27FC236}">
                    <a16:creationId xmlns:a16="http://schemas.microsoft.com/office/drawing/2014/main" id="{2752DBBC-038E-491E-8307-004FD6BB3E0C}"/>
                  </a:ext>
                </a:extLst>
              </p:cNvPr>
              <p:cNvPicPr/>
              <p:nvPr/>
            </p:nvPicPr>
            <p:blipFill>
              <a:blip r:embed="rId22"/>
              <a:stretch>
                <a:fillRect/>
              </a:stretch>
            </p:blipFill>
            <p:spPr>
              <a:xfrm>
                <a:off x="6027370" y="1878245"/>
                <a:ext cx="385560" cy="3618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4" name="Ink 13">
                <a:extLst>
                  <a:ext uri="{FF2B5EF4-FFF2-40B4-BE49-F238E27FC236}">
                    <a16:creationId xmlns:a16="http://schemas.microsoft.com/office/drawing/2014/main" id="{EFDFC3E2-9505-4E48-A1C4-84063B27E9BA}"/>
                  </a:ext>
                </a:extLst>
              </p14:cNvPr>
              <p14:cNvContentPartPr/>
              <p14:nvPr/>
            </p14:nvContentPartPr>
            <p14:xfrm>
              <a:off x="6274330" y="1791485"/>
              <a:ext cx="243000" cy="346320"/>
            </p14:xfrm>
          </p:contentPart>
        </mc:Choice>
        <mc:Fallback xmlns="">
          <p:pic>
            <p:nvPicPr>
              <p:cNvPr id="14" name="Ink 13">
                <a:extLst>
                  <a:ext uri="{FF2B5EF4-FFF2-40B4-BE49-F238E27FC236}">
                    <a16:creationId xmlns:a16="http://schemas.microsoft.com/office/drawing/2014/main" id="{EFDFC3E2-9505-4E48-A1C4-84063B27E9BA}"/>
                  </a:ext>
                </a:extLst>
              </p:cNvPr>
              <p:cNvPicPr/>
              <p:nvPr/>
            </p:nvPicPr>
            <p:blipFill>
              <a:blip r:embed="rId24"/>
              <a:stretch>
                <a:fillRect/>
              </a:stretch>
            </p:blipFill>
            <p:spPr>
              <a:xfrm>
                <a:off x="6211690" y="1728845"/>
                <a:ext cx="368640" cy="4719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5" name="Ink 14">
                <a:extLst>
                  <a:ext uri="{FF2B5EF4-FFF2-40B4-BE49-F238E27FC236}">
                    <a16:creationId xmlns:a16="http://schemas.microsoft.com/office/drawing/2014/main" id="{B5353D54-F678-4849-9E21-E30663A6D1CE}"/>
                  </a:ext>
                </a:extLst>
              </p14:cNvPr>
              <p14:cNvContentPartPr/>
              <p14:nvPr/>
            </p14:nvContentPartPr>
            <p14:xfrm>
              <a:off x="6578890" y="1722365"/>
              <a:ext cx="187200" cy="329760"/>
            </p14:xfrm>
          </p:contentPart>
        </mc:Choice>
        <mc:Fallback xmlns="">
          <p:pic>
            <p:nvPicPr>
              <p:cNvPr id="15" name="Ink 14">
                <a:extLst>
                  <a:ext uri="{FF2B5EF4-FFF2-40B4-BE49-F238E27FC236}">
                    <a16:creationId xmlns:a16="http://schemas.microsoft.com/office/drawing/2014/main" id="{B5353D54-F678-4849-9E21-E30663A6D1CE}"/>
                  </a:ext>
                </a:extLst>
              </p:cNvPr>
              <p:cNvPicPr/>
              <p:nvPr/>
            </p:nvPicPr>
            <p:blipFill>
              <a:blip r:embed="rId26"/>
              <a:stretch>
                <a:fillRect/>
              </a:stretch>
            </p:blipFill>
            <p:spPr>
              <a:xfrm>
                <a:off x="6515890" y="1659725"/>
                <a:ext cx="312840" cy="4554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6" name="Ink 15">
                <a:extLst>
                  <a:ext uri="{FF2B5EF4-FFF2-40B4-BE49-F238E27FC236}">
                    <a16:creationId xmlns:a16="http://schemas.microsoft.com/office/drawing/2014/main" id="{56A1E412-7129-4650-A974-866A10DD3A30}"/>
                  </a:ext>
                </a:extLst>
              </p14:cNvPr>
              <p14:cNvContentPartPr/>
              <p14:nvPr/>
            </p14:nvContentPartPr>
            <p14:xfrm>
              <a:off x="6802450" y="1643525"/>
              <a:ext cx="354960" cy="315360"/>
            </p14:xfrm>
          </p:contentPart>
        </mc:Choice>
        <mc:Fallback xmlns="">
          <p:pic>
            <p:nvPicPr>
              <p:cNvPr id="16" name="Ink 15">
                <a:extLst>
                  <a:ext uri="{FF2B5EF4-FFF2-40B4-BE49-F238E27FC236}">
                    <a16:creationId xmlns:a16="http://schemas.microsoft.com/office/drawing/2014/main" id="{56A1E412-7129-4650-A974-866A10DD3A30}"/>
                  </a:ext>
                </a:extLst>
              </p:cNvPr>
              <p:cNvPicPr/>
              <p:nvPr/>
            </p:nvPicPr>
            <p:blipFill>
              <a:blip r:embed="rId28"/>
              <a:stretch>
                <a:fillRect/>
              </a:stretch>
            </p:blipFill>
            <p:spPr>
              <a:xfrm>
                <a:off x="6739450" y="1580885"/>
                <a:ext cx="480600" cy="441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7" name="Ink 16">
                <a:extLst>
                  <a:ext uri="{FF2B5EF4-FFF2-40B4-BE49-F238E27FC236}">
                    <a16:creationId xmlns:a16="http://schemas.microsoft.com/office/drawing/2014/main" id="{07EE83B7-1A22-4C86-B190-529B078A8653}"/>
                  </a:ext>
                </a:extLst>
              </p14:cNvPr>
              <p14:cNvContentPartPr/>
              <p14:nvPr/>
            </p14:nvContentPartPr>
            <p14:xfrm>
              <a:off x="7155250" y="1392245"/>
              <a:ext cx="624240" cy="444960"/>
            </p14:xfrm>
          </p:contentPart>
        </mc:Choice>
        <mc:Fallback xmlns="">
          <p:pic>
            <p:nvPicPr>
              <p:cNvPr id="17" name="Ink 16">
                <a:extLst>
                  <a:ext uri="{FF2B5EF4-FFF2-40B4-BE49-F238E27FC236}">
                    <a16:creationId xmlns:a16="http://schemas.microsoft.com/office/drawing/2014/main" id="{07EE83B7-1A22-4C86-B190-529B078A8653}"/>
                  </a:ext>
                </a:extLst>
              </p:cNvPr>
              <p:cNvPicPr/>
              <p:nvPr/>
            </p:nvPicPr>
            <p:blipFill>
              <a:blip r:embed="rId30"/>
              <a:stretch>
                <a:fillRect/>
              </a:stretch>
            </p:blipFill>
            <p:spPr>
              <a:xfrm>
                <a:off x="7092610" y="1329245"/>
                <a:ext cx="749880" cy="5706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0" name="Ink 19">
                <a:extLst>
                  <a:ext uri="{FF2B5EF4-FFF2-40B4-BE49-F238E27FC236}">
                    <a16:creationId xmlns:a16="http://schemas.microsoft.com/office/drawing/2014/main" id="{BE174DCF-26C9-418F-A2F5-B0F7042208A6}"/>
                  </a:ext>
                </a:extLst>
              </p14:cNvPr>
              <p14:cNvContentPartPr/>
              <p14:nvPr/>
            </p14:nvContentPartPr>
            <p14:xfrm>
              <a:off x="5199370" y="2880125"/>
              <a:ext cx="299880" cy="49680"/>
            </p14:xfrm>
          </p:contentPart>
        </mc:Choice>
        <mc:Fallback xmlns="">
          <p:pic>
            <p:nvPicPr>
              <p:cNvPr id="20" name="Ink 19">
                <a:extLst>
                  <a:ext uri="{FF2B5EF4-FFF2-40B4-BE49-F238E27FC236}">
                    <a16:creationId xmlns:a16="http://schemas.microsoft.com/office/drawing/2014/main" id="{BE174DCF-26C9-418F-A2F5-B0F7042208A6}"/>
                  </a:ext>
                </a:extLst>
              </p:cNvPr>
              <p:cNvPicPr/>
              <p:nvPr/>
            </p:nvPicPr>
            <p:blipFill>
              <a:blip r:embed="rId32"/>
              <a:stretch>
                <a:fillRect/>
              </a:stretch>
            </p:blipFill>
            <p:spPr>
              <a:xfrm>
                <a:off x="5136730" y="2817485"/>
                <a:ext cx="42552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7" name="Ink 26">
                <a:extLst>
                  <a:ext uri="{FF2B5EF4-FFF2-40B4-BE49-F238E27FC236}">
                    <a16:creationId xmlns:a16="http://schemas.microsoft.com/office/drawing/2014/main" id="{3216039D-05DA-48D2-87D9-7B0C2081D44B}"/>
                  </a:ext>
                </a:extLst>
              </p14:cNvPr>
              <p14:cNvContentPartPr/>
              <p14:nvPr/>
            </p14:nvContentPartPr>
            <p14:xfrm>
              <a:off x="6969130" y="2615885"/>
              <a:ext cx="346320" cy="389520"/>
            </p14:xfrm>
          </p:contentPart>
        </mc:Choice>
        <mc:Fallback xmlns="">
          <p:pic>
            <p:nvPicPr>
              <p:cNvPr id="27" name="Ink 26">
                <a:extLst>
                  <a:ext uri="{FF2B5EF4-FFF2-40B4-BE49-F238E27FC236}">
                    <a16:creationId xmlns:a16="http://schemas.microsoft.com/office/drawing/2014/main" id="{3216039D-05DA-48D2-87D9-7B0C2081D44B}"/>
                  </a:ext>
                </a:extLst>
              </p:cNvPr>
              <p:cNvPicPr/>
              <p:nvPr/>
            </p:nvPicPr>
            <p:blipFill>
              <a:blip r:embed="rId34"/>
              <a:stretch>
                <a:fillRect/>
              </a:stretch>
            </p:blipFill>
            <p:spPr>
              <a:xfrm>
                <a:off x="6906490" y="2553187"/>
                <a:ext cx="471960" cy="515276"/>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8" name="Ink 27">
                <a:extLst>
                  <a:ext uri="{FF2B5EF4-FFF2-40B4-BE49-F238E27FC236}">
                    <a16:creationId xmlns:a16="http://schemas.microsoft.com/office/drawing/2014/main" id="{8212C4CE-CD6A-4F4C-92ED-26D5CB9889E4}"/>
                  </a:ext>
                </a:extLst>
              </p14:cNvPr>
              <p14:cNvContentPartPr/>
              <p14:nvPr/>
            </p14:nvContentPartPr>
            <p14:xfrm>
              <a:off x="5713450" y="2656565"/>
              <a:ext cx="1055520" cy="380520"/>
            </p14:xfrm>
          </p:contentPart>
        </mc:Choice>
        <mc:Fallback xmlns="">
          <p:pic>
            <p:nvPicPr>
              <p:cNvPr id="28" name="Ink 27">
                <a:extLst>
                  <a:ext uri="{FF2B5EF4-FFF2-40B4-BE49-F238E27FC236}">
                    <a16:creationId xmlns:a16="http://schemas.microsoft.com/office/drawing/2014/main" id="{8212C4CE-CD6A-4F4C-92ED-26D5CB9889E4}"/>
                  </a:ext>
                </a:extLst>
              </p:cNvPr>
              <p:cNvPicPr/>
              <p:nvPr/>
            </p:nvPicPr>
            <p:blipFill>
              <a:blip r:embed="rId36"/>
              <a:stretch>
                <a:fillRect/>
              </a:stretch>
            </p:blipFill>
            <p:spPr>
              <a:xfrm>
                <a:off x="5650810" y="2593925"/>
                <a:ext cx="1181160" cy="506160"/>
              </a:xfrm>
              <a:prstGeom prst="rect">
                <a:avLst/>
              </a:prstGeom>
            </p:spPr>
          </p:pic>
        </mc:Fallback>
      </mc:AlternateContent>
    </p:spTree>
    <p:extLst>
      <p:ext uri="{BB962C8B-B14F-4D97-AF65-F5344CB8AC3E}">
        <p14:creationId xmlns:p14="http://schemas.microsoft.com/office/powerpoint/2010/main" val="22852637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E2811-2298-4F6F-A191-76B09D3FFC7E}"/>
              </a:ext>
            </a:extLst>
          </p:cNvPr>
          <p:cNvSpPr>
            <a:spLocks noGrp="1"/>
          </p:cNvSpPr>
          <p:nvPr>
            <p:ph type="title"/>
          </p:nvPr>
        </p:nvSpPr>
        <p:spPr>
          <a:xfrm>
            <a:off x="1538207" y="217378"/>
            <a:ext cx="9291215" cy="1049235"/>
          </a:xfrm>
        </p:spPr>
        <p:txBody>
          <a:bodyPr>
            <a:normAutofit/>
          </a:bodyPr>
          <a:lstStyle/>
          <a:p>
            <a:r>
              <a:rPr lang="en-AU" sz="4000" b="1" dirty="0">
                <a:highlight>
                  <a:srgbClr val="00FF00"/>
                </a:highlight>
              </a:rPr>
              <a:t>DOT POINT 4 </a:t>
            </a:r>
            <a:r>
              <a:rPr lang="en-AU" sz="4000" b="1" dirty="0"/>
              <a:t>: CHAPTER 3</a:t>
            </a:r>
          </a:p>
        </p:txBody>
      </p:sp>
      <p:sp>
        <p:nvSpPr>
          <p:cNvPr id="3" name="Content Placeholder 2">
            <a:extLst>
              <a:ext uri="{FF2B5EF4-FFF2-40B4-BE49-F238E27FC236}">
                <a16:creationId xmlns:a16="http://schemas.microsoft.com/office/drawing/2014/main" id="{04CE9C2B-2306-4CCF-AEAF-A4B17868FFC4}"/>
              </a:ext>
            </a:extLst>
          </p:cNvPr>
          <p:cNvSpPr>
            <a:spLocks noGrp="1"/>
          </p:cNvSpPr>
          <p:nvPr>
            <p:ph idx="1"/>
          </p:nvPr>
        </p:nvSpPr>
        <p:spPr>
          <a:xfrm>
            <a:off x="413886" y="1497620"/>
            <a:ext cx="11020926" cy="4701050"/>
          </a:xfrm>
        </p:spPr>
        <p:txBody>
          <a:bodyPr>
            <a:normAutofit/>
          </a:bodyPr>
          <a:lstStyle/>
          <a:p>
            <a:pPr marL="0" lvl="0" indent="0">
              <a:buNone/>
            </a:pPr>
            <a:r>
              <a:rPr lang="en-AU" sz="2400" dirty="0"/>
              <a:t>Key influences on the structure of the political and legal system in Australia:</a:t>
            </a:r>
          </a:p>
          <a:p>
            <a:pPr marL="0" lvl="0" indent="0">
              <a:buNone/>
            </a:pPr>
            <a:endParaRPr lang="en-AU" sz="2400" dirty="0"/>
          </a:p>
          <a:p>
            <a:pPr lvl="0"/>
            <a:r>
              <a:rPr lang="en-AU" sz="2400" dirty="0"/>
              <a:t>the Westminster system of government</a:t>
            </a:r>
          </a:p>
          <a:p>
            <a:pPr lvl="0"/>
            <a:r>
              <a:rPr lang="en-AU" sz="2400" dirty="0"/>
              <a:t>English common law</a:t>
            </a:r>
          </a:p>
          <a:p>
            <a:pPr lvl="0"/>
            <a:r>
              <a:rPr lang="en-AU" sz="2400" dirty="0"/>
              <a:t>the American federal system</a:t>
            </a:r>
          </a:p>
          <a:p>
            <a:pPr lvl="0"/>
            <a:r>
              <a:rPr lang="en-AU" sz="2400" dirty="0"/>
              <a:t>the Canadian federal system</a:t>
            </a:r>
          </a:p>
          <a:p>
            <a:pPr lvl="0"/>
            <a:r>
              <a:rPr lang="en-AU" sz="2400" dirty="0"/>
              <a:t>the Swiss referendum process</a:t>
            </a:r>
          </a:p>
          <a:p>
            <a:endParaRPr lang="en-AU" sz="2400" dirty="0"/>
          </a:p>
        </p:txBody>
      </p:sp>
    </p:spTree>
    <p:extLst>
      <p:ext uri="{BB962C8B-B14F-4D97-AF65-F5344CB8AC3E}">
        <p14:creationId xmlns:p14="http://schemas.microsoft.com/office/powerpoint/2010/main" val="24031040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82556-A4FC-4F7D-AB27-4501FB17E14D}"/>
              </a:ext>
            </a:extLst>
          </p:cNvPr>
          <p:cNvSpPr>
            <a:spLocks noGrp="1"/>
          </p:cNvSpPr>
          <p:nvPr>
            <p:ph type="title"/>
          </p:nvPr>
        </p:nvSpPr>
        <p:spPr>
          <a:xfrm>
            <a:off x="1671356" y="109175"/>
            <a:ext cx="7942678" cy="1049235"/>
          </a:xfrm>
        </p:spPr>
        <p:txBody>
          <a:bodyPr/>
          <a:lstStyle/>
          <a:p>
            <a:r>
              <a:rPr lang="en-AU" b="1" dirty="0"/>
              <a:t>Westminster system of government</a:t>
            </a:r>
          </a:p>
        </p:txBody>
      </p:sp>
      <p:sp>
        <p:nvSpPr>
          <p:cNvPr id="3" name="Content Placeholder 2">
            <a:extLst>
              <a:ext uri="{FF2B5EF4-FFF2-40B4-BE49-F238E27FC236}">
                <a16:creationId xmlns:a16="http://schemas.microsoft.com/office/drawing/2014/main" id="{BFC8580C-EDA4-45A5-A88F-E0B0B0EE76C2}"/>
              </a:ext>
            </a:extLst>
          </p:cNvPr>
          <p:cNvSpPr>
            <a:spLocks noGrp="1"/>
          </p:cNvSpPr>
          <p:nvPr>
            <p:ph idx="1"/>
          </p:nvPr>
        </p:nvSpPr>
        <p:spPr>
          <a:xfrm>
            <a:off x="1" y="1357162"/>
            <a:ext cx="11944952" cy="4789196"/>
          </a:xfrm>
        </p:spPr>
        <p:txBody>
          <a:bodyPr>
            <a:normAutofit fontScale="62500" lnSpcReduction="20000"/>
          </a:bodyPr>
          <a:lstStyle/>
          <a:p>
            <a:pPr marL="514350" indent="-457200"/>
            <a:r>
              <a:rPr lang="en-US" dirty="0">
                <a:cs typeface="Times New Roman"/>
              </a:rPr>
              <a:t>Obviously any formal political activity of the new national government would follow the </a:t>
            </a:r>
            <a:r>
              <a:rPr lang="en-US" b="1" dirty="0">
                <a:cs typeface="Times New Roman"/>
              </a:rPr>
              <a:t>British model of responsible parliamentary government</a:t>
            </a:r>
            <a:r>
              <a:rPr lang="en-US" dirty="0">
                <a:cs typeface="Times New Roman"/>
              </a:rPr>
              <a:t>. However, these are mostly left to </a:t>
            </a:r>
            <a:r>
              <a:rPr lang="en-US" b="1" dirty="0">
                <a:cs typeface="Times New Roman"/>
              </a:rPr>
              <a:t>constitutional conventions </a:t>
            </a:r>
            <a:r>
              <a:rPr lang="en-US" dirty="0">
                <a:cs typeface="Times New Roman"/>
              </a:rPr>
              <a:t>rather than being specified in the Constitution itself.</a:t>
            </a:r>
          </a:p>
          <a:p>
            <a:pPr marL="914400" lvl="1" indent="-457200"/>
            <a:endParaRPr lang="en-US" sz="2100" dirty="0">
              <a:cs typeface="Times New Roman"/>
            </a:endParaRPr>
          </a:p>
          <a:p>
            <a:pPr marL="514350" indent="-457200"/>
            <a:r>
              <a:rPr lang="en-US" sz="2600" b="1" dirty="0">
                <a:solidFill>
                  <a:srgbClr val="FFFF00"/>
                </a:solidFill>
                <a:cs typeface="Times New Roman"/>
              </a:rPr>
              <a:t>The Westminster influence</a:t>
            </a:r>
            <a:r>
              <a:rPr lang="en-US" sz="2600" dirty="0">
                <a:cs typeface="Times New Roman"/>
              </a:rPr>
              <a:t>:</a:t>
            </a:r>
          </a:p>
          <a:p>
            <a:pPr marL="514350" indent="-457200"/>
            <a:r>
              <a:rPr lang="en-US" sz="2600" dirty="0"/>
              <a:t>Responsible government (</a:t>
            </a:r>
            <a:r>
              <a:rPr lang="en-US" sz="2600" dirty="0">
                <a:cs typeface="Times New Roman"/>
              </a:rPr>
              <a:t>Ministers are collectively and individually responsible to the parliament; The PM and Ministry must have majority support in the lower house)</a:t>
            </a:r>
          </a:p>
          <a:p>
            <a:pPr marL="514350" indent="-457200"/>
            <a:r>
              <a:rPr lang="en-US" sz="2600" dirty="0"/>
              <a:t>Fusion of the Separation of Powers (section 64) - </a:t>
            </a:r>
            <a:r>
              <a:rPr lang="en-US" sz="2600" dirty="0">
                <a:cs typeface="Times New Roman"/>
              </a:rPr>
              <a:t>The Prime Minister is a member of the lower house, and Ministers must be members of parliament; Ministers are collectively and individually responsible to the parliament</a:t>
            </a:r>
            <a:endParaRPr lang="en-US" sz="2600" dirty="0"/>
          </a:p>
          <a:p>
            <a:pPr marL="514350" indent="-457200"/>
            <a:r>
              <a:rPr lang="en-US" sz="2600" dirty="0"/>
              <a:t>Unwritten and written constitution</a:t>
            </a:r>
          </a:p>
          <a:p>
            <a:pPr marL="514350" indent="-457200"/>
            <a:r>
              <a:rPr lang="en-US" sz="2600" dirty="0"/>
              <a:t>Constitutional conventions</a:t>
            </a:r>
          </a:p>
          <a:p>
            <a:pPr marL="514350" indent="-457200"/>
            <a:r>
              <a:rPr lang="en-US" sz="2600" dirty="0"/>
              <a:t>Bicameralism</a:t>
            </a:r>
          </a:p>
          <a:p>
            <a:pPr marL="514350" indent="-457200"/>
            <a:r>
              <a:rPr lang="en-US" sz="2600" dirty="0"/>
              <a:t>English common law</a:t>
            </a:r>
            <a:endParaRPr lang="en-US" sz="2600" dirty="0">
              <a:cs typeface="Times New Roman"/>
            </a:endParaRPr>
          </a:p>
          <a:p>
            <a:pPr marL="514350" indent="-457200"/>
            <a:r>
              <a:rPr lang="en-US" sz="2600" dirty="0">
                <a:cs typeface="Times New Roman"/>
              </a:rPr>
              <a:t>Head of State = British monarch and Head of Government = PM (The GG acts on the advice of the PM</a:t>
            </a:r>
          </a:p>
          <a:p>
            <a:pPr marL="457200" indent="-457200"/>
            <a:r>
              <a:rPr lang="en-US" sz="2600" dirty="0">
                <a:cs typeface="Times New Roman"/>
              </a:rPr>
              <a:t>An independent judiciary</a:t>
            </a:r>
          </a:p>
          <a:p>
            <a:endParaRPr lang="en-AU" dirty="0"/>
          </a:p>
        </p:txBody>
      </p:sp>
      <p:pic>
        <p:nvPicPr>
          <p:cNvPr id="4" name="Picture 3" descr="uk2008.gif">
            <a:extLst>
              <a:ext uri="{FF2B5EF4-FFF2-40B4-BE49-F238E27FC236}">
                <a16:creationId xmlns:a16="http://schemas.microsoft.com/office/drawing/2014/main" id="{9D2F1448-8146-46A9-9CDF-933095BE28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023" y="109175"/>
            <a:ext cx="1900646" cy="1143000"/>
          </a:xfrm>
          <a:prstGeom prst="rect">
            <a:avLst/>
          </a:prstGeom>
        </p:spPr>
      </p:pic>
      <p:pic>
        <p:nvPicPr>
          <p:cNvPr id="5" name="Picture 4" descr="uk2008.gif">
            <a:extLst>
              <a:ext uri="{FF2B5EF4-FFF2-40B4-BE49-F238E27FC236}">
                <a16:creationId xmlns:a16="http://schemas.microsoft.com/office/drawing/2014/main" id="{8AB24F62-0B7C-4F3D-A8B6-340B13998D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14034" y="109175"/>
            <a:ext cx="1900646" cy="1143000"/>
          </a:xfrm>
          <a:prstGeom prst="rect">
            <a:avLst/>
          </a:prstGeom>
        </p:spPr>
      </p:pic>
    </p:spTree>
    <p:extLst>
      <p:ext uri="{BB962C8B-B14F-4D97-AF65-F5344CB8AC3E}">
        <p14:creationId xmlns:p14="http://schemas.microsoft.com/office/powerpoint/2010/main" val="39676919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6649E-A6AA-4A5F-A849-A3837BC77C54}"/>
              </a:ext>
            </a:extLst>
          </p:cNvPr>
          <p:cNvSpPr>
            <a:spLocks noGrp="1"/>
          </p:cNvSpPr>
          <p:nvPr>
            <p:ph type="title"/>
          </p:nvPr>
        </p:nvSpPr>
        <p:spPr>
          <a:xfrm>
            <a:off x="1095445" y="658390"/>
            <a:ext cx="9291215" cy="1049235"/>
          </a:xfrm>
        </p:spPr>
        <p:txBody>
          <a:bodyPr/>
          <a:lstStyle/>
          <a:p>
            <a:r>
              <a:rPr lang="en-AU" b="1" dirty="0"/>
              <a:t>AMERICAN FEDERALISM</a:t>
            </a:r>
          </a:p>
        </p:txBody>
      </p:sp>
      <p:sp>
        <p:nvSpPr>
          <p:cNvPr id="3" name="Content Placeholder 2">
            <a:extLst>
              <a:ext uri="{FF2B5EF4-FFF2-40B4-BE49-F238E27FC236}">
                <a16:creationId xmlns:a16="http://schemas.microsoft.com/office/drawing/2014/main" id="{8543DD18-1DA9-4436-AF19-4E942E581844}"/>
              </a:ext>
            </a:extLst>
          </p:cNvPr>
          <p:cNvSpPr>
            <a:spLocks noGrp="1"/>
          </p:cNvSpPr>
          <p:nvPr>
            <p:ph idx="1"/>
          </p:nvPr>
        </p:nvSpPr>
        <p:spPr>
          <a:xfrm>
            <a:off x="588397" y="1707626"/>
            <a:ext cx="10154397" cy="4033216"/>
          </a:xfrm>
        </p:spPr>
        <p:txBody>
          <a:bodyPr>
            <a:normAutofit fontScale="70000" lnSpcReduction="20000"/>
          </a:bodyPr>
          <a:lstStyle/>
          <a:p>
            <a:r>
              <a:rPr lang="en-AU" sz="2900" dirty="0"/>
              <a:t>Federalism (</a:t>
            </a:r>
            <a:r>
              <a:rPr lang="en-US" sz="2900" dirty="0"/>
              <a:t>Sovereignty is shared and powers divided between two levels of government, the </a:t>
            </a:r>
            <a:r>
              <a:rPr lang="en-US" sz="2900" dirty="0" err="1"/>
              <a:t>C'th</a:t>
            </a:r>
            <a:r>
              <a:rPr lang="en-US" sz="2900" dirty="0"/>
              <a:t> and the States)</a:t>
            </a:r>
            <a:endParaRPr lang="en-AU" sz="2900" dirty="0"/>
          </a:p>
          <a:p>
            <a:r>
              <a:rPr lang="en-AU" sz="2900" dirty="0"/>
              <a:t>Division of Powers between central and State governments </a:t>
            </a:r>
            <a:r>
              <a:rPr lang="en-US" sz="2900" dirty="0"/>
              <a:t>(s.51,52, 107-108)</a:t>
            </a:r>
            <a:endParaRPr lang="en-AU" sz="2900" dirty="0"/>
          </a:p>
          <a:p>
            <a:r>
              <a:rPr lang="en-AU" sz="2900" dirty="0"/>
              <a:t>The Senate (State’s house)</a:t>
            </a:r>
          </a:p>
          <a:p>
            <a:r>
              <a:rPr lang="en-US" sz="2900" dirty="0"/>
              <a:t>The Judicial branch (</a:t>
            </a:r>
            <a:r>
              <a:rPr lang="en-AU" sz="2900" dirty="0"/>
              <a:t>The High Court / Supreme Court)</a:t>
            </a:r>
          </a:p>
          <a:p>
            <a:r>
              <a:rPr lang="en-AU" sz="2900" dirty="0"/>
              <a:t>Written Constitution to outline powers of Parliament (</a:t>
            </a:r>
            <a:r>
              <a:rPr lang="en-US" sz="2900" dirty="0"/>
              <a:t>The founding fathers borrowed extensively from the US Constitution - The Constitution envisaged the two levels of government operating independently of one another</a:t>
            </a:r>
          </a:p>
          <a:p>
            <a:r>
              <a:rPr lang="en-US" sz="2900" dirty="0"/>
              <a:t>Double Majority Referendum process in that a majority of voters in a majority of States which approve. </a:t>
            </a:r>
            <a:endParaRPr lang="en-AU" sz="2900" dirty="0"/>
          </a:p>
          <a:p>
            <a:pPr marL="0" indent="0">
              <a:buNone/>
            </a:pPr>
            <a:endParaRPr lang="en-AU" sz="2400" dirty="0"/>
          </a:p>
        </p:txBody>
      </p:sp>
      <p:pic>
        <p:nvPicPr>
          <p:cNvPr id="4" name="Picture 2" descr="Image result for american flag">
            <a:extLst>
              <a:ext uri="{FF2B5EF4-FFF2-40B4-BE49-F238E27FC236}">
                <a16:creationId xmlns:a16="http://schemas.microsoft.com/office/drawing/2014/main" id="{D0E83A16-3961-4052-95F4-DA5DA64153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236" y="209519"/>
            <a:ext cx="2259940" cy="1190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Image result for american flag">
            <a:extLst>
              <a:ext uri="{FF2B5EF4-FFF2-40B4-BE49-F238E27FC236}">
                <a16:creationId xmlns:a16="http://schemas.microsoft.com/office/drawing/2014/main" id="{6CA5F308-8E13-441A-B469-EC5D843916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51791" y="209519"/>
            <a:ext cx="2259940" cy="119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34493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AF787-DA87-4522-9C83-73F547C2308F}"/>
              </a:ext>
            </a:extLst>
          </p:cNvPr>
          <p:cNvSpPr>
            <a:spLocks noGrp="1"/>
          </p:cNvSpPr>
          <p:nvPr>
            <p:ph type="title"/>
          </p:nvPr>
        </p:nvSpPr>
        <p:spPr>
          <a:xfrm>
            <a:off x="1047318" y="563887"/>
            <a:ext cx="9291215" cy="1049235"/>
          </a:xfrm>
        </p:spPr>
        <p:txBody>
          <a:bodyPr/>
          <a:lstStyle/>
          <a:p>
            <a:r>
              <a:rPr lang="en-AU" b="1" dirty="0"/>
              <a:t>CANADIAN SYSTEM</a:t>
            </a:r>
          </a:p>
        </p:txBody>
      </p:sp>
      <p:sp>
        <p:nvSpPr>
          <p:cNvPr id="3" name="Content Placeholder 2">
            <a:extLst>
              <a:ext uri="{FF2B5EF4-FFF2-40B4-BE49-F238E27FC236}">
                <a16:creationId xmlns:a16="http://schemas.microsoft.com/office/drawing/2014/main" id="{A5A71CF5-DCF7-4D33-B2FB-3EADCC2B5F41}"/>
              </a:ext>
            </a:extLst>
          </p:cNvPr>
          <p:cNvSpPr>
            <a:spLocks noGrp="1"/>
          </p:cNvSpPr>
          <p:nvPr>
            <p:ph idx="1"/>
          </p:nvPr>
        </p:nvSpPr>
        <p:spPr>
          <a:xfrm>
            <a:off x="1451579" y="2015732"/>
            <a:ext cx="9291215" cy="3450613"/>
          </a:xfrm>
        </p:spPr>
        <p:txBody>
          <a:bodyPr/>
          <a:lstStyle/>
          <a:p>
            <a:r>
              <a:rPr lang="en-AU" dirty="0"/>
              <a:t>Section 51 = Section 91</a:t>
            </a:r>
          </a:p>
          <a:p>
            <a:r>
              <a:rPr lang="en-AU" dirty="0"/>
              <a:t>Responsible government</a:t>
            </a:r>
          </a:p>
          <a:p>
            <a:r>
              <a:rPr lang="en-AU" dirty="0"/>
              <a:t>The concept of ‘</a:t>
            </a:r>
            <a:r>
              <a:rPr lang="en-AU" b="1" dirty="0" err="1"/>
              <a:t>Washminster</a:t>
            </a:r>
            <a:r>
              <a:rPr lang="en-AU" dirty="0"/>
              <a:t>’ – combination of USA federalism and UK Westminster system</a:t>
            </a:r>
          </a:p>
        </p:txBody>
      </p:sp>
      <p:pic>
        <p:nvPicPr>
          <p:cNvPr id="4" name="Picture 2" descr="Image result for canadian flag">
            <a:extLst>
              <a:ext uri="{FF2B5EF4-FFF2-40B4-BE49-F238E27FC236}">
                <a16:creationId xmlns:a16="http://schemas.microsoft.com/office/drawing/2014/main" id="{DE86CD0F-F23A-4808-AB5F-64DCCF455C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486" y="339050"/>
            <a:ext cx="2377440" cy="118872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Image result for canadian flag">
            <a:extLst>
              <a:ext uri="{FF2B5EF4-FFF2-40B4-BE49-F238E27FC236}">
                <a16:creationId xmlns:a16="http://schemas.microsoft.com/office/drawing/2014/main" id="{5D31191B-7CB9-4AB4-9C48-5A96635F00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21314" y="335042"/>
            <a:ext cx="2377440" cy="1188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04576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0CA45-66CC-4756-AFEF-2FCCD985DF05}"/>
              </a:ext>
            </a:extLst>
          </p:cNvPr>
          <p:cNvSpPr>
            <a:spLocks noGrp="1"/>
          </p:cNvSpPr>
          <p:nvPr>
            <p:ph type="title"/>
          </p:nvPr>
        </p:nvSpPr>
        <p:spPr>
          <a:xfrm>
            <a:off x="1061069" y="708267"/>
            <a:ext cx="9291215" cy="1049235"/>
          </a:xfrm>
        </p:spPr>
        <p:txBody>
          <a:bodyPr/>
          <a:lstStyle/>
          <a:p>
            <a:r>
              <a:rPr lang="en-AU" b="1" dirty="0"/>
              <a:t>SWISS REFERENDUM</a:t>
            </a:r>
          </a:p>
        </p:txBody>
      </p:sp>
      <p:sp>
        <p:nvSpPr>
          <p:cNvPr id="3" name="Content Placeholder 2">
            <a:extLst>
              <a:ext uri="{FF2B5EF4-FFF2-40B4-BE49-F238E27FC236}">
                <a16:creationId xmlns:a16="http://schemas.microsoft.com/office/drawing/2014/main" id="{A0809775-4738-40F8-B13E-4FDC361408E4}"/>
              </a:ext>
            </a:extLst>
          </p:cNvPr>
          <p:cNvSpPr>
            <a:spLocks noGrp="1"/>
          </p:cNvSpPr>
          <p:nvPr>
            <p:ph idx="1"/>
          </p:nvPr>
        </p:nvSpPr>
        <p:spPr>
          <a:xfrm>
            <a:off x="1450392" y="2671939"/>
            <a:ext cx="9291215" cy="3450613"/>
          </a:xfrm>
        </p:spPr>
        <p:txBody>
          <a:bodyPr>
            <a:normAutofit/>
          </a:bodyPr>
          <a:lstStyle/>
          <a:p>
            <a:r>
              <a:rPr lang="en-AU" sz="2400" dirty="0"/>
              <a:t>Referendum – </a:t>
            </a:r>
            <a:r>
              <a:rPr lang="en-US" sz="2400" dirty="0"/>
              <a:t>Neither the states nor the broader community have any role in initiating referendum proposals</a:t>
            </a:r>
          </a:p>
          <a:p>
            <a:r>
              <a:rPr lang="en-US" sz="2400" dirty="0"/>
              <a:t>The process is complex to change Constitution</a:t>
            </a:r>
            <a:endParaRPr lang="en-AU" sz="2800" dirty="0"/>
          </a:p>
          <a:p>
            <a:r>
              <a:rPr lang="en-AU" sz="2400" dirty="0"/>
              <a:t>It encourages public discussion and delay change until it is desirable, irresistible and inevitable</a:t>
            </a:r>
          </a:p>
          <a:p>
            <a:endParaRPr lang="en-AU" sz="2400" dirty="0"/>
          </a:p>
        </p:txBody>
      </p:sp>
      <p:pic>
        <p:nvPicPr>
          <p:cNvPr id="4" name="Picture 2" descr="Image result for swiss flag">
            <a:extLst>
              <a:ext uri="{FF2B5EF4-FFF2-40B4-BE49-F238E27FC236}">
                <a16:creationId xmlns:a16="http://schemas.microsoft.com/office/drawing/2014/main" id="{8B8F6182-1EA7-4E02-A979-0ED09D8C01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138" y="375792"/>
            <a:ext cx="2270954" cy="151245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Image result for swiss flag">
            <a:extLst>
              <a:ext uri="{FF2B5EF4-FFF2-40B4-BE49-F238E27FC236}">
                <a16:creationId xmlns:a16="http://schemas.microsoft.com/office/drawing/2014/main" id="{82497991-D1E3-4773-86FF-99F04DFB4C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09261" y="375791"/>
            <a:ext cx="2270954" cy="1512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05192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9E636-299B-4825-9066-9D5CDEECE060}"/>
              </a:ext>
            </a:extLst>
          </p:cNvPr>
          <p:cNvSpPr>
            <a:spLocks noGrp="1"/>
          </p:cNvSpPr>
          <p:nvPr>
            <p:ph type="title"/>
          </p:nvPr>
        </p:nvSpPr>
        <p:spPr>
          <a:xfrm>
            <a:off x="7176413" y="1654726"/>
            <a:ext cx="4162489" cy="2466839"/>
          </a:xfrm>
        </p:spPr>
        <p:txBody>
          <a:bodyPr vert="horz" lIns="91440" tIns="45720" rIns="91440" bIns="0" rtlCol="0" anchor="b">
            <a:normAutofit/>
          </a:bodyPr>
          <a:lstStyle/>
          <a:p>
            <a:r>
              <a:rPr lang="en-US" sz="4800" dirty="0"/>
              <a:t>UNIT 1 SYLLABUS</a:t>
            </a:r>
          </a:p>
        </p:txBody>
      </p:sp>
      <p:pic>
        <p:nvPicPr>
          <p:cNvPr id="12" name="Content Placeholder 8">
            <a:extLst>
              <a:ext uri="{FF2B5EF4-FFF2-40B4-BE49-F238E27FC236}">
                <a16:creationId xmlns:a16="http://schemas.microsoft.com/office/drawing/2014/main" id="{52A4726A-9CCE-4885-8568-19C70A4B17A7}"/>
              </a:ext>
            </a:extLst>
          </p:cNvPr>
          <p:cNvPicPr>
            <a:picLocks noGrp="1" noChangeAspect="1"/>
          </p:cNvPicPr>
          <p:nvPr>
            <p:ph idx="1"/>
          </p:nvPr>
        </p:nvPicPr>
        <p:blipFill>
          <a:blip r:embed="rId2"/>
          <a:stretch>
            <a:fillRect/>
          </a:stretch>
        </p:blipFill>
        <p:spPr>
          <a:xfrm>
            <a:off x="-1" y="0"/>
            <a:ext cx="7036067" cy="6912936"/>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3">
            <p14:nvContentPartPr>
              <p14:cNvPr id="3" name="Ink 2">
                <a:extLst>
                  <a:ext uri="{FF2B5EF4-FFF2-40B4-BE49-F238E27FC236}">
                    <a16:creationId xmlns:a16="http://schemas.microsoft.com/office/drawing/2014/main" id="{0996E969-7734-42C3-ACF4-2CC6EF9012DC}"/>
                  </a:ext>
                </a:extLst>
              </p14:cNvPr>
              <p14:cNvContentPartPr/>
              <p14:nvPr/>
            </p14:nvContentPartPr>
            <p14:xfrm>
              <a:off x="336850" y="656405"/>
              <a:ext cx="6320160" cy="412560"/>
            </p14:xfrm>
          </p:contentPart>
        </mc:Choice>
        <mc:Fallback xmlns="">
          <p:pic>
            <p:nvPicPr>
              <p:cNvPr id="3" name="Ink 2">
                <a:extLst>
                  <a:ext uri="{FF2B5EF4-FFF2-40B4-BE49-F238E27FC236}">
                    <a16:creationId xmlns:a16="http://schemas.microsoft.com/office/drawing/2014/main" id="{0996E969-7734-42C3-ACF4-2CC6EF9012DC}"/>
                  </a:ext>
                </a:extLst>
              </p:cNvPr>
              <p:cNvPicPr/>
              <p:nvPr/>
            </p:nvPicPr>
            <p:blipFill>
              <a:blip r:embed="rId4"/>
              <a:stretch>
                <a:fillRect/>
              </a:stretch>
            </p:blipFill>
            <p:spPr>
              <a:xfrm>
                <a:off x="274210" y="593765"/>
                <a:ext cx="6445800" cy="538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5" name="Ink 4">
                <a:extLst>
                  <a:ext uri="{FF2B5EF4-FFF2-40B4-BE49-F238E27FC236}">
                    <a16:creationId xmlns:a16="http://schemas.microsoft.com/office/drawing/2014/main" id="{F805F41A-5597-475F-8C2B-4347F11ADE47}"/>
                  </a:ext>
                </a:extLst>
              </p14:cNvPr>
              <p14:cNvContentPartPr/>
              <p14:nvPr/>
            </p14:nvContentPartPr>
            <p14:xfrm>
              <a:off x="271330" y="1278845"/>
              <a:ext cx="3540960" cy="1018440"/>
            </p14:xfrm>
          </p:contentPart>
        </mc:Choice>
        <mc:Fallback xmlns="">
          <p:pic>
            <p:nvPicPr>
              <p:cNvPr id="5" name="Ink 4">
                <a:extLst>
                  <a:ext uri="{FF2B5EF4-FFF2-40B4-BE49-F238E27FC236}">
                    <a16:creationId xmlns:a16="http://schemas.microsoft.com/office/drawing/2014/main" id="{F805F41A-5597-475F-8C2B-4347F11ADE47}"/>
                  </a:ext>
                </a:extLst>
              </p:cNvPr>
              <p:cNvPicPr/>
              <p:nvPr/>
            </p:nvPicPr>
            <p:blipFill>
              <a:blip r:embed="rId6"/>
              <a:stretch>
                <a:fillRect/>
              </a:stretch>
            </p:blipFill>
            <p:spPr>
              <a:xfrm>
                <a:off x="208690" y="1215845"/>
                <a:ext cx="3666600" cy="1144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4" name="Ink 3">
                <a:extLst>
                  <a:ext uri="{FF2B5EF4-FFF2-40B4-BE49-F238E27FC236}">
                    <a16:creationId xmlns:a16="http://schemas.microsoft.com/office/drawing/2014/main" id="{FEA8B6DA-1A7D-4BF6-9280-3010FEF8618C}"/>
                  </a:ext>
                </a:extLst>
              </p14:cNvPr>
              <p14:cNvContentPartPr/>
              <p14:nvPr/>
            </p14:nvContentPartPr>
            <p14:xfrm>
              <a:off x="143890" y="2168405"/>
              <a:ext cx="4648680" cy="537480"/>
            </p14:xfrm>
          </p:contentPart>
        </mc:Choice>
        <mc:Fallback xmlns="">
          <p:pic>
            <p:nvPicPr>
              <p:cNvPr id="4" name="Ink 3">
                <a:extLst>
                  <a:ext uri="{FF2B5EF4-FFF2-40B4-BE49-F238E27FC236}">
                    <a16:creationId xmlns:a16="http://schemas.microsoft.com/office/drawing/2014/main" id="{FEA8B6DA-1A7D-4BF6-9280-3010FEF8618C}"/>
                  </a:ext>
                </a:extLst>
              </p:cNvPr>
              <p:cNvPicPr/>
              <p:nvPr/>
            </p:nvPicPr>
            <p:blipFill>
              <a:blip r:embed="rId8"/>
              <a:stretch>
                <a:fillRect/>
              </a:stretch>
            </p:blipFill>
            <p:spPr>
              <a:xfrm>
                <a:off x="80890" y="2105765"/>
                <a:ext cx="4774320" cy="663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6" name="Ink 5">
                <a:extLst>
                  <a:ext uri="{FF2B5EF4-FFF2-40B4-BE49-F238E27FC236}">
                    <a16:creationId xmlns:a16="http://schemas.microsoft.com/office/drawing/2014/main" id="{02808666-6439-484A-879A-D34CEB21EBD5}"/>
                  </a:ext>
                </a:extLst>
              </p14:cNvPr>
              <p14:cNvContentPartPr/>
              <p14:nvPr/>
            </p14:nvContentPartPr>
            <p14:xfrm>
              <a:off x="188866" y="2805425"/>
              <a:ext cx="4889160" cy="199080"/>
            </p14:xfrm>
          </p:contentPart>
        </mc:Choice>
        <mc:Fallback xmlns="">
          <p:pic>
            <p:nvPicPr>
              <p:cNvPr id="6" name="Ink 5">
                <a:extLst>
                  <a:ext uri="{FF2B5EF4-FFF2-40B4-BE49-F238E27FC236}">
                    <a16:creationId xmlns:a16="http://schemas.microsoft.com/office/drawing/2014/main" id="{02808666-6439-484A-879A-D34CEB21EBD5}"/>
                  </a:ext>
                </a:extLst>
              </p:cNvPr>
              <p:cNvPicPr/>
              <p:nvPr/>
            </p:nvPicPr>
            <p:blipFill>
              <a:blip r:embed="rId10"/>
              <a:stretch>
                <a:fillRect/>
              </a:stretch>
            </p:blipFill>
            <p:spPr>
              <a:xfrm>
                <a:off x="125866" y="2742539"/>
                <a:ext cx="5014800" cy="324493"/>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18" name="Ink 17">
                <a:extLst>
                  <a:ext uri="{FF2B5EF4-FFF2-40B4-BE49-F238E27FC236}">
                    <a16:creationId xmlns:a16="http://schemas.microsoft.com/office/drawing/2014/main" id="{FB011F32-7FC9-4702-B52B-64AD01553FFF}"/>
                  </a:ext>
                </a:extLst>
              </p14:cNvPr>
              <p14:cNvContentPartPr/>
              <p14:nvPr/>
            </p14:nvContentPartPr>
            <p14:xfrm>
              <a:off x="387250" y="3213219"/>
              <a:ext cx="3681720" cy="1138320"/>
            </p14:xfrm>
          </p:contentPart>
        </mc:Choice>
        <mc:Fallback xmlns="">
          <p:pic>
            <p:nvPicPr>
              <p:cNvPr id="18" name="Ink 17">
                <a:extLst>
                  <a:ext uri="{FF2B5EF4-FFF2-40B4-BE49-F238E27FC236}">
                    <a16:creationId xmlns:a16="http://schemas.microsoft.com/office/drawing/2014/main" id="{FB011F32-7FC9-4702-B52B-64AD01553FFF}"/>
                  </a:ext>
                </a:extLst>
              </p:cNvPr>
              <p:cNvPicPr/>
              <p:nvPr/>
            </p:nvPicPr>
            <p:blipFill>
              <a:blip r:embed="rId12"/>
              <a:stretch>
                <a:fillRect/>
              </a:stretch>
            </p:blipFill>
            <p:spPr>
              <a:xfrm>
                <a:off x="324610" y="3150219"/>
                <a:ext cx="3807360" cy="1263960"/>
              </a:xfrm>
              <a:prstGeom prst="rect">
                <a:avLst/>
              </a:prstGeom>
            </p:spPr>
          </p:pic>
        </mc:Fallback>
      </mc:AlternateContent>
    </p:spTree>
    <p:extLst>
      <p:ext uri="{BB962C8B-B14F-4D97-AF65-F5344CB8AC3E}">
        <p14:creationId xmlns:p14="http://schemas.microsoft.com/office/powerpoint/2010/main" val="41633598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85D3B-BEFF-4BB5-90E9-0D4E4FA757DD}"/>
              </a:ext>
            </a:extLst>
          </p:cNvPr>
          <p:cNvSpPr>
            <a:spLocks noGrp="1"/>
          </p:cNvSpPr>
          <p:nvPr>
            <p:ph type="title"/>
          </p:nvPr>
        </p:nvSpPr>
        <p:spPr>
          <a:xfrm>
            <a:off x="565584" y="463604"/>
            <a:ext cx="3530157" cy="1049235"/>
          </a:xfrm>
        </p:spPr>
        <p:txBody>
          <a:bodyPr>
            <a:normAutofit/>
          </a:bodyPr>
          <a:lstStyle/>
          <a:p>
            <a:r>
              <a:rPr lang="en-AU" b="1" dirty="0">
                <a:highlight>
                  <a:srgbClr val="00FF00"/>
                </a:highlight>
              </a:rPr>
              <a:t>DOT POINT 5: </a:t>
            </a:r>
            <a:r>
              <a:rPr lang="en-AU" b="1" dirty="0"/>
              <a:t>CHAPTER 4</a:t>
            </a:r>
          </a:p>
        </p:txBody>
      </p:sp>
      <p:sp>
        <p:nvSpPr>
          <p:cNvPr id="3" name="Content Placeholder 2">
            <a:extLst>
              <a:ext uri="{FF2B5EF4-FFF2-40B4-BE49-F238E27FC236}">
                <a16:creationId xmlns:a16="http://schemas.microsoft.com/office/drawing/2014/main" id="{32FA0F08-1731-4864-B275-C61C2F012A48}"/>
              </a:ext>
            </a:extLst>
          </p:cNvPr>
          <p:cNvSpPr>
            <a:spLocks noGrp="1"/>
          </p:cNvSpPr>
          <p:nvPr>
            <p:ph idx="1"/>
          </p:nvPr>
        </p:nvSpPr>
        <p:spPr>
          <a:xfrm>
            <a:off x="565584" y="1828346"/>
            <a:ext cx="3526523" cy="3450613"/>
          </a:xfrm>
        </p:spPr>
        <p:txBody>
          <a:bodyPr>
            <a:normAutofit/>
          </a:bodyPr>
          <a:lstStyle/>
          <a:p>
            <a:pPr marL="0" lvl="0" indent="0">
              <a:buNone/>
            </a:pPr>
            <a:r>
              <a:rPr lang="en-AU" sz="2400" dirty="0"/>
              <a:t>Structures and processes of</a:t>
            </a:r>
          </a:p>
          <a:p>
            <a:pPr lvl="0"/>
            <a:r>
              <a:rPr lang="en-AU" sz="2400" dirty="0"/>
              <a:t>one </a:t>
            </a:r>
            <a:r>
              <a:rPr lang="en-AU" sz="2400" b="1" dirty="0"/>
              <a:t>non-democratic</a:t>
            </a:r>
            <a:r>
              <a:rPr lang="en-AU" sz="2400" dirty="0"/>
              <a:t> political and legal system</a:t>
            </a:r>
            <a:r>
              <a:rPr lang="en-AU" sz="2400" b="1" dirty="0"/>
              <a:t> (China)</a:t>
            </a:r>
          </a:p>
          <a:p>
            <a:endParaRPr lang="en-AU" sz="2400" dirty="0"/>
          </a:p>
        </p:txBody>
      </p:sp>
      <p:grpSp>
        <p:nvGrpSpPr>
          <p:cNvPr id="22" name="Group 8">
            <a:extLst>
              <a:ext uri="{FF2B5EF4-FFF2-40B4-BE49-F238E27FC236}">
                <a16:creationId xmlns:a16="http://schemas.microsoft.com/office/drawing/2014/main" id="{52EE9E57-6761-41DA-9027-1C974C7A22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60131" y="482171"/>
            <a:ext cx="6091791" cy="5149101"/>
            <a:chOff x="5460131" y="482171"/>
            <a:chExt cx="6091791" cy="5149101"/>
          </a:xfrm>
        </p:grpSpPr>
        <p:sp>
          <p:nvSpPr>
            <p:cNvPr id="10" name="Rectangle 9">
              <a:extLst>
                <a:ext uri="{FF2B5EF4-FFF2-40B4-BE49-F238E27FC236}">
                  <a16:creationId xmlns:a16="http://schemas.microsoft.com/office/drawing/2014/main" id="{9A259651-E3A2-4994-9C7E-F9C996FEE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60131" y="482171"/>
              <a:ext cx="6091791"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1C10BF1-7660-4980-8A86-050AC16790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78956" y="812507"/>
              <a:ext cx="5461780"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3" name="Rectangle 12">
            <a:extLst>
              <a:ext uri="{FF2B5EF4-FFF2-40B4-BE49-F238E27FC236}">
                <a16:creationId xmlns:a16="http://schemas.microsoft.com/office/drawing/2014/main" id="{0B3E85F7-A121-4BE2-94EF-7251990E2B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42682" y="988222"/>
            <a:ext cx="5134327" cy="4126145"/>
          </a:xfrm>
          <a:prstGeom prst="rect">
            <a:avLst/>
          </a:prstGeom>
          <a:solidFill>
            <a:srgbClr val="FFFFFE"/>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D09FD0D5-19E8-4D0E-80CE-1B65332B0C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389120" y="690723"/>
            <a:ext cx="7074997" cy="4775622"/>
          </a:xfrm>
          <a:prstGeom prst="rect">
            <a:avLst/>
          </a:prstGeom>
        </p:spPr>
      </p:pic>
    </p:spTree>
    <p:extLst>
      <p:ext uri="{BB962C8B-B14F-4D97-AF65-F5344CB8AC3E}">
        <p14:creationId xmlns:p14="http://schemas.microsoft.com/office/powerpoint/2010/main" val="20004690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E0D587A3-FE80-4B55-BF80-7422D2C8A517}"/>
              </a:ext>
            </a:extLst>
          </p:cNvPr>
          <p:cNvSpPr>
            <a:spLocks noGrp="1"/>
          </p:cNvSpPr>
          <p:nvPr>
            <p:ph type="title"/>
          </p:nvPr>
        </p:nvSpPr>
        <p:spPr>
          <a:xfrm>
            <a:off x="1256711" y="264670"/>
            <a:ext cx="9293577" cy="1059305"/>
          </a:xfrm>
        </p:spPr>
        <p:txBody>
          <a:bodyPr/>
          <a:lstStyle/>
          <a:p>
            <a:r>
              <a:rPr lang="en-AU" altLang="en-US" b="1" dirty="0">
                <a:solidFill>
                  <a:srgbClr val="00B0F0"/>
                </a:solidFill>
              </a:rPr>
              <a:t>1. THE PARTY (CCP)</a:t>
            </a:r>
          </a:p>
        </p:txBody>
      </p:sp>
      <p:sp>
        <p:nvSpPr>
          <p:cNvPr id="3" name="Content Placeholder 2">
            <a:extLst>
              <a:ext uri="{FF2B5EF4-FFF2-40B4-BE49-F238E27FC236}">
                <a16:creationId xmlns:a16="http://schemas.microsoft.com/office/drawing/2014/main" id="{0B7C803D-1785-4646-BBE9-D71DD768D8DF}"/>
              </a:ext>
            </a:extLst>
          </p:cNvPr>
          <p:cNvSpPr>
            <a:spLocks noGrp="1"/>
          </p:cNvSpPr>
          <p:nvPr>
            <p:ph sz="half" idx="1"/>
          </p:nvPr>
        </p:nvSpPr>
        <p:spPr>
          <a:xfrm>
            <a:off x="540103" y="1497230"/>
            <a:ext cx="8435975" cy="5505450"/>
          </a:xfrm>
        </p:spPr>
        <p:txBody>
          <a:bodyPr/>
          <a:lstStyle/>
          <a:p>
            <a:r>
              <a:rPr lang="en-AU" altLang="en-US" dirty="0"/>
              <a:t>Under the Constitution, the CCP is the leading political party</a:t>
            </a:r>
          </a:p>
          <a:p>
            <a:r>
              <a:rPr lang="en-AU" altLang="en-US" dirty="0"/>
              <a:t>The CCP controls citizens at all levels</a:t>
            </a:r>
          </a:p>
          <a:p>
            <a:r>
              <a:rPr lang="en-AU" altLang="en-US" dirty="0"/>
              <a:t>Parliament is a </a:t>
            </a:r>
            <a:r>
              <a:rPr lang="en-AU" altLang="en-US" b="1" dirty="0"/>
              <a:t>unilateral legislature</a:t>
            </a:r>
            <a:r>
              <a:rPr lang="en-AU" altLang="en-US" dirty="0"/>
              <a:t> (only law-making body)</a:t>
            </a:r>
          </a:p>
          <a:p>
            <a:r>
              <a:rPr lang="en-AU" altLang="en-US" dirty="0"/>
              <a:t>Theoretically this power lies with the </a:t>
            </a:r>
            <a:r>
              <a:rPr lang="en-AU" altLang="en-US" b="1" dirty="0"/>
              <a:t>National People’s Congress (NPC) </a:t>
            </a:r>
            <a:r>
              <a:rPr lang="en-AU" altLang="en-US" dirty="0"/>
              <a:t>however…</a:t>
            </a:r>
          </a:p>
          <a:p>
            <a:r>
              <a:rPr lang="en-AU" altLang="en-US" dirty="0"/>
              <a:t>CCP is the real instrument of power</a:t>
            </a:r>
          </a:p>
          <a:p>
            <a:r>
              <a:rPr lang="en-AU" altLang="en-US" dirty="0"/>
              <a:t>CCP meets every 5 years, the CCP Constitution is different to the State Constitution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0A3F6610-F078-4894-AE9B-2736C31930A1}"/>
              </a:ext>
            </a:extLst>
          </p:cNvPr>
          <p:cNvSpPr>
            <a:spLocks noGrp="1"/>
          </p:cNvSpPr>
          <p:nvPr>
            <p:ph type="title"/>
          </p:nvPr>
        </p:nvSpPr>
        <p:spPr>
          <a:xfrm>
            <a:off x="1295212" y="260350"/>
            <a:ext cx="9293577" cy="1059305"/>
          </a:xfrm>
        </p:spPr>
        <p:txBody>
          <a:bodyPr/>
          <a:lstStyle/>
          <a:p>
            <a:r>
              <a:rPr lang="en-AU" altLang="en-US" b="1" dirty="0">
                <a:solidFill>
                  <a:schemeClr val="tx1"/>
                </a:solidFill>
              </a:rPr>
              <a:t>How to join CCP</a:t>
            </a:r>
          </a:p>
        </p:txBody>
      </p:sp>
      <p:sp>
        <p:nvSpPr>
          <p:cNvPr id="3" name="Content Placeholder 2">
            <a:extLst>
              <a:ext uri="{FF2B5EF4-FFF2-40B4-BE49-F238E27FC236}">
                <a16:creationId xmlns:a16="http://schemas.microsoft.com/office/drawing/2014/main" id="{F990BEF3-AC3C-415E-9D44-616A37BFBEB4}"/>
              </a:ext>
            </a:extLst>
          </p:cNvPr>
          <p:cNvSpPr>
            <a:spLocks noGrp="1"/>
          </p:cNvSpPr>
          <p:nvPr>
            <p:ph sz="half" idx="1"/>
          </p:nvPr>
        </p:nvSpPr>
        <p:spPr>
          <a:xfrm>
            <a:off x="837199" y="1431132"/>
            <a:ext cx="5400675" cy="5251450"/>
          </a:xfrm>
        </p:spPr>
        <p:txBody>
          <a:bodyPr/>
          <a:lstStyle/>
          <a:p>
            <a:r>
              <a:rPr lang="en-AU" altLang="en-US" dirty="0"/>
              <a:t>Must be over the age of 18</a:t>
            </a:r>
          </a:p>
          <a:p>
            <a:r>
              <a:rPr lang="en-AU" altLang="en-US" dirty="0"/>
              <a:t>Committed to party policy and programs</a:t>
            </a:r>
          </a:p>
          <a:p>
            <a:r>
              <a:rPr lang="en-AU" altLang="en-US" dirty="0"/>
              <a:t>In 2011, 21.6 million applied and less than 15% accepted</a:t>
            </a:r>
          </a:p>
          <a:p>
            <a:r>
              <a:rPr lang="en-AU" altLang="en-US" dirty="0"/>
              <a:t>Less than 25% are women</a:t>
            </a:r>
          </a:p>
          <a:p>
            <a:r>
              <a:rPr lang="en-AU" altLang="en-US" dirty="0"/>
              <a:t>Members are organised into branches, which exist in all institutions and organisations </a:t>
            </a:r>
            <a:r>
              <a:rPr lang="en-AU" altLang="en-US" b="1" dirty="0"/>
              <a:t>(even private businesses)</a:t>
            </a:r>
          </a:p>
        </p:txBody>
      </p:sp>
      <p:pic>
        <p:nvPicPr>
          <p:cNvPr id="50180" name="Picture 2" descr="Image result for chinese communist party cartoon china">
            <a:extLst>
              <a:ext uri="{FF2B5EF4-FFF2-40B4-BE49-F238E27FC236}">
                <a16:creationId xmlns:a16="http://schemas.microsoft.com/office/drawing/2014/main" id="{4F5B7A21-7D7C-4401-8359-4136D99371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2830" y="547304"/>
            <a:ext cx="3032125" cy="542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8168384F-EB55-4066-A656-191237DD3084}"/>
              </a:ext>
            </a:extLst>
          </p:cNvPr>
          <p:cNvSpPr>
            <a:spLocks noGrp="1"/>
          </p:cNvSpPr>
          <p:nvPr>
            <p:ph type="title"/>
          </p:nvPr>
        </p:nvSpPr>
        <p:spPr>
          <a:xfrm>
            <a:off x="1992313" y="0"/>
            <a:ext cx="8229600" cy="1143000"/>
          </a:xfrm>
        </p:spPr>
        <p:txBody>
          <a:bodyPr/>
          <a:lstStyle/>
          <a:p>
            <a:r>
              <a:rPr lang="en-AU" altLang="en-US" b="1" dirty="0">
                <a:solidFill>
                  <a:schemeClr val="accent6"/>
                </a:solidFill>
              </a:rPr>
              <a:t>NPC </a:t>
            </a:r>
            <a:r>
              <a:rPr lang="en-AU" altLang="en-US" b="1" dirty="0">
                <a:solidFill>
                  <a:schemeClr val="tx1"/>
                </a:solidFill>
              </a:rPr>
              <a:t>(National </a:t>
            </a:r>
            <a:r>
              <a:rPr lang="en-AU" altLang="en-US" b="1" u="sng" dirty="0">
                <a:solidFill>
                  <a:schemeClr val="tx1"/>
                </a:solidFill>
              </a:rPr>
              <a:t>Party</a:t>
            </a:r>
            <a:r>
              <a:rPr lang="en-AU" altLang="en-US" b="1" dirty="0">
                <a:solidFill>
                  <a:schemeClr val="tx1"/>
                </a:solidFill>
              </a:rPr>
              <a:t> Congress)</a:t>
            </a:r>
          </a:p>
        </p:txBody>
      </p:sp>
      <p:sp>
        <p:nvSpPr>
          <p:cNvPr id="3" name="Content Placeholder 2">
            <a:extLst>
              <a:ext uri="{FF2B5EF4-FFF2-40B4-BE49-F238E27FC236}">
                <a16:creationId xmlns:a16="http://schemas.microsoft.com/office/drawing/2014/main" id="{00FA61AF-029D-42AD-B099-0071F7DCDE7F}"/>
              </a:ext>
            </a:extLst>
          </p:cNvPr>
          <p:cNvSpPr>
            <a:spLocks noGrp="1"/>
          </p:cNvSpPr>
          <p:nvPr>
            <p:ph sz="half" idx="1"/>
          </p:nvPr>
        </p:nvSpPr>
        <p:spPr>
          <a:xfrm>
            <a:off x="155551" y="1082842"/>
            <a:ext cx="7209322" cy="4552950"/>
          </a:xfrm>
        </p:spPr>
        <p:txBody>
          <a:bodyPr>
            <a:noAutofit/>
          </a:bodyPr>
          <a:lstStyle/>
          <a:p>
            <a:r>
              <a:rPr lang="en-AU" altLang="en-US" sz="2400" dirty="0"/>
              <a:t>Every 5 years there is an election of a new committee.</a:t>
            </a:r>
          </a:p>
          <a:p>
            <a:r>
              <a:rPr lang="en-AU" altLang="en-US" sz="2400" b="1" dirty="0">
                <a:solidFill>
                  <a:schemeClr val="accent6"/>
                </a:solidFill>
              </a:rPr>
              <a:t>Politburo Standing Committee </a:t>
            </a:r>
            <a:r>
              <a:rPr lang="en-AU" altLang="en-US" sz="2400" dirty="0"/>
              <a:t>selected (7 members)</a:t>
            </a:r>
          </a:p>
          <a:p>
            <a:r>
              <a:rPr lang="en-AU" altLang="en-US" sz="2400" b="1" dirty="0">
                <a:solidFill>
                  <a:schemeClr val="accent6"/>
                </a:solidFill>
              </a:rPr>
              <a:t>Politburo</a:t>
            </a:r>
            <a:r>
              <a:rPr lang="en-AU" altLang="en-US" sz="2400" dirty="0"/>
              <a:t> are selected (25 members)</a:t>
            </a:r>
          </a:p>
          <a:p>
            <a:r>
              <a:rPr lang="en-AU" altLang="en-US" sz="2400" b="1" dirty="0">
                <a:solidFill>
                  <a:schemeClr val="accent6"/>
                </a:solidFill>
              </a:rPr>
              <a:t>The Party Secretariat </a:t>
            </a:r>
            <a:r>
              <a:rPr lang="en-AU" altLang="en-US" sz="2400" dirty="0"/>
              <a:t>is also selected (day to day running of things)</a:t>
            </a:r>
          </a:p>
          <a:p>
            <a:r>
              <a:rPr lang="en-AU" altLang="en-US" sz="2400" dirty="0">
                <a:solidFill>
                  <a:schemeClr val="accent6"/>
                </a:solidFill>
              </a:rPr>
              <a:t>The General Secretary </a:t>
            </a:r>
            <a:r>
              <a:rPr lang="en-AU" altLang="en-US" sz="2400" dirty="0"/>
              <a:t>is also chosen, who is the leader of the CCP (</a:t>
            </a:r>
            <a:r>
              <a:rPr lang="en-AU" altLang="en-US" sz="2400" i="1" dirty="0"/>
              <a:t>therefore leader of China – Xi Jinping</a:t>
            </a:r>
            <a:r>
              <a:rPr lang="en-AU" altLang="en-US" sz="2400" dirty="0"/>
              <a:t>)</a:t>
            </a:r>
          </a:p>
        </p:txBody>
      </p:sp>
      <p:pic>
        <p:nvPicPr>
          <p:cNvPr id="51204" name="Picture 2" descr="Image result for (National Party Congress)">
            <a:extLst>
              <a:ext uri="{FF2B5EF4-FFF2-40B4-BE49-F238E27FC236}">
                <a16:creationId xmlns:a16="http://schemas.microsoft.com/office/drawing/2014/main" id="{F79826A0-48A8-49F8-ABA5-7F43D4DA5F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2542" y="1143000"/>
            <a:ext cx="3884612" cy="237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5" name="Picture 4" descr="Related image">
            <a:extLst>
              <a:ext uri="{FF2B5EF4-FFF2-40B4-BE49-F238E27FC236}">
                <a16:creationId xmlns:a16="http://schemas.microsoft.com/office/drawing/2014/main" id="{91A05075-2120-4B8C-A31C-DDC652990A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2199" r="14639"/>
          <a:stretch>
            <a:fillRect/>
          </a:stretch>
        </p:blipFill>
        <p:spPr bwMode="auto">
          <a:xfrm>
            <a:off x="7923029" y="3759066"/>
            <a:ext cx="3794125"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Content Placeholder 2">
            <a:extLst>
              <a:ext uri="{FF2B5EF4-FFF2-40B4-BE49-F238E27FC236}">
                <a16:creationId xmlns:a16="http://schemas.microsoft.com/office/drawing/2014/main" id="{A19F69DB-F119-4325-9F1F-911C99DE107E}"/>
              </a:ext>
            </a:extLst>
          </p:cNvPr>
          <p:cNvSpPr>
            <a:spLocks noGrp="1"/>
          </p:cNvSpPr>
          <p:nvPr>
            <p:ph sz="half" idx="1"/>
          </p:nvPr>
        </p:nvSpPr>
        <p:spPr/>
        <p:txBody>
          <a:bodyPr>
            <a:normAutofit fontScale="92500" lnSpcReduction="10000"/>
          </a:bodyPr>
          <a:lstStyle/>
          <a:p>
            <a:endParaRPr lang="en-AU" altLang="en-US"/>
          </a:p>
        </p:txBody>
      </p:sp>
      <p:sp>
        <p:nvSpPr>
          <p:cNvPr id="4" name="Content Placeholder 3">
            <a:extLst>
              <a:ext uri="{FF2B5EF4-FFF2-40B4-BE49-F238E27FC236}">
                <a16:creationId xmlns:a16="http://schemas.microsoft.com/office/drawing/2014/main" id="{43D4999B-395D-43E2-AB52-EB453A6323F4}"/>
              </a:ext>
            </a:extLst>
          </p:cNvPr>
          <p:cNvSpPr>
            <a:spLocks noGrp="1"/>
          </p:cNvSpPr>
          <p:nvPr>
            <p:ph sz="half" idx="2"/>
          </p:nvPr>
        </p:nvSpPr>
        <p:spPr>
          <a:xfrm>
            <a:off x="6006164" y="765175"/>
            <a:ext cx="5702913" cy="5260240"/>
          </a:xfrm>
        </p:spPr>
        <p:txBody>
          <a:bodyPr>
            <a:normAutofit fontScale="92500" lnSpcReduction="10000"/>
          </a:bodyPr>
          <a:lstStyle/>
          <a:p>
            <a:pPr marL="0" indent="0">
              <a:buNone/>
              <a:defRPr/>
            </a:pPr>
            <a:r>
              <a:rPr lang="en-AU" sz="2200" b="1" dirty="0">
                <a:solidFill>
                  <a:srgbClr val="00B0F0"/>
                </a:solidFill>
              </a:rPr>
              <a:t>Politburo Standing Committee:</a:t>
            </a:r>
          </a:p>
          <a:p>
            <a:pPr marL="0" indent="0">
              <a:buNone/>
              <a:defRPr/>
            </a:pPr>
            <a:r>
              <a:rPr lang="en-AU" sz="2200" dirty="0"/>
              <a:t>- Most senior body</a:t>
            </a:r>
          </a:p>
          <a:p>
            <a:pPr marL="0" indent="0">
              <a:buNone/>
              <a:defRPr/>
            </a:pPr>
            <a:r>
              <a:rPr lang="en-AU" sz="2200" dirty="0"/>
              <a:t>- Spread ideology and propaganda</a:t>
            </a:r>
          </a:p>
          <a:p>
            <a:pPr marL="0" indent="0">
              <a:buNone/>
              <a:defRPr/>
            </a:pPr>
            <a:r>
              <a:rPr lang="en-AU" sz="2200" dirty="0"/>
              <a:t>- Deals with corruption</a:t>
            </a:r>
          </a:p>
          <a:p>
            <a:pPr marL="0" indent="0">
              <a:buNone/>
              <a:defRPr/>
            </a:pPr>
            <a:r>
              <a:rPr lang="en-AU" sz="2200" dirty="0"/>
              <a:t>- Oversees foreign policy</a:t>
            </a:r>
          </a:p>
          <a:p>
            <a:pPr marL="0" indent="0">
              <a:buNone/>
              <a:defRPr/>
            </a:pPr>
            <a:r>
              <a:rPr lang="en-AU" sz="2200" b="1" dirty="0" err="1">
                <a:solidFill>
                  <a:srgbClr val="00B0F0"/>
                </a:solidFill>
              </a:rPr>
              <a:t>Poltiburo</a:t>
            </a:r>
            <a:r>
              <a:rPr lang="en-AU" sz="2200" b="1" dirty="0">
                <a:solidFill>
                  <a:srgbClr val="00B0F0"/>
                </a:solidFill>
              </a:rPr>
              <a:t>:</a:t>
            </a:r>
          </a:p>
          <a:p>
            <a:pPr>
              <a:buFontTx/>
              <a:buChar char="-"/>
              <a:defRPr/>
            </a:pPr>
            <a:r>
              <a:rPr lang="en-AU" sz="2200" dirty="0"/>
              <a:t>Represent party interests </a:t>
            </a:r>
          </a:p>
          <a:p>
            <a:pPr>
              <a:buFontTx/>
              <a:buChar char="-"/>
              <a:defRPr/>
            </a:pPr>
            <a:r>
              <a:rPr lang="en-AU" sz="2200" dirty="0"/>
              <a:t>Recruits/trains new party members</a:t>
            </a:r>
          </a:p>
          <a:p>
            <a:pPr>
              <a:buFontTx/>
              <a:buChar char="-"/>
              <a:defRPr/>
            </a:pPr>
            <a:r>
              <a:rPr lang="en-AU" sz="2200" dirty="0"/>
              <a:t>Controls all media, sets official message of Party</a:t>
            </a:r>
          </a:p>
          <a:p>
            <a:pPr>
              <a:buFontTx/>
              <a:buChar char="-"/>
              <a:defRPr/>
            </a:pPr>
            <a:r>
              <a:rPr lang="en-AU" sz="2200" dirty="0"/>
              <a:t>Deals with Supreme Court, justice and state security</a:t>
            </a:r>
          </a:p>
        </p:txBody>
      </p:sp>
      <p:pic>
        <p:nvPicPr>
          <p:cNvPr id="52228" name="Picture 2" descr="Image result for the structure of communist party">
            <a:extLst>
              <a:ext uri="{FF2B5EF4-FFF2-40B4-BE49-F238E27FC236}">
                <a16:creationId xmlns:a16="http://schemas.microsoft.com/office/drawing/2014/main" id="{30304DC7-93E5-49A3-B579-31D3C84D0D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6339"/>
          <a:stretch>
            <a:fillRect/>
          </a:stretch>
        </p:blipFill>
        <p:spPr bwMode="auto">
          <a:xfrm>
            <a:off x="482922" y="882650"/>
            <a:ext cx="5453063" cy="572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9" name="Title 1">
            <a:extLst>
              <a:ext uri="{FF2B5EF4-FFF2-40B4-BE49-F238E27FC236}">
                <a16:creationId xmlns:a16="http://schemas.microsoft.com/office/drawing/2014/main" id="{DCC8D726-248F-4FA0-B644-01A3913782E2}"/>
              </a:ext>
            </a:extLst>
          </p:cNvPr>
          <p:cNvSpPr>
            <a:spLocks noGrp="1"/>
          </p:cNvSpPr>
          <p:nvPr>
            <p:ph type="title"/>
          </p:nvPr>
        </p:nvSpPr>
        <p:spPr>
          <a:xfrm>
            <a:off x="1966914" y="-144463"/>
            <a:ext cx="8220075" cy="1146176"/>
          </a:xfrm>
        </p:spPr>
        <p:txBody>
          <a:bodyPr/>
          <a:lstStyle/>
          <a:p>
            <a:r>
              <a:rPr lang="en-US" altLang="en-US" b="1" dirty="0">
                <a:solidFill>
                  <a:schemeClr val="tx1"/>
                </a:solidFill>
              </a:rPr>
              <a:t>Structure of communist party</a:t>
            </a:r>
            <a:endParaRPr lang="en-AU" altLang="en-US"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85D3B-BEFF-4BB5-90E9-0D4E4FA757DD}"/>
              </a:ext>
            </a:extLst>
          </p:cNvPr>
          <p:cNvSpPr>
            <a:spLocks noGrp="1"/>
          </p:cNvSpPr>
          <p:nvPr>
            <p:ph type="title"/>
          </p:nvPr>
        </p:nvSpPr>
        <p:spPr>
          <a:xfrm>
            <a:off x="565584" y="463604"/>
            <a:ext cx="3530157" cy="1049235"/>
          </a:xfrm>
        </p:spPr>
        <p:txBody>
          <a:bodyPr>
            <a:normAutofit/>
          </a:bodyPr>
          <a:lstStyle/>
          <a:p>
            <a:r>
              <a:rPr lang="en-AU" b="1" dirty="0">
                <a:highlight>
                  <a:srgbClr val="00FF00"/>
                </a:highlight>
              </a:rPr>
              <a:t>DOT POINT 5 </a:t>
            </a:r>
            <a:r>
              <a:rPr lang="en-AU" b="1" dirty="0"/>
              <a:t>CHAPTER 4</a:t>
            </a:r>
          </a:p>
        </p:txBody>
      </p:sp>
      <p:sp>
        <p:nvSpPr>
          <p:cNvPr id="3" name="Content Placeholder 2">
            <a:extLst>
              <a:ext uri="{FF2B5EF4-FFF2-40B4-BE49-F238E27FC236}">
                <a16:creationId xmlns:a16="http://schemas.microsoft.com/office/drawing/2014/main" id="{32FA0F08-1731-4864-B275-C61C2F012A48}"/>
              </a:ext>
            </a:extLst>
          </p:cNvPr>
          <p:cNvSpPr>
            <a:spLocks noGrp="1"/>
          </p:cNvSpPr>
          <p:nvPr>
            <p:ph idx="1"/>
          </p:nvPr>
        </p:nvSpPr>
        <p:spPr>
          <a:xfrm>
            <a:off x="565584" y="1828346"/>
            <a:ext cx="3526523" cy="3450613"/>
          </a:xfrm>
        </p:spPr>
        <p:txBody>
          <a:bodyPr>
            <a:normAutofit/>
          </a:bodyPr>
          <a:lstStyle/>
          <a:p>
            <a:pPr marL="0" lvl="0" indent="0">
              <a:buNone/>
            </a:pPr>
            <a:r>
              <a:rPr lang="en-AU" sz="2400" dirty="0"/>
              <a:t>Structures and processes of</a:t>
            </a:r>
          </a:p>
          <a:p>
            <a:pPr lvl="0"/>
            <a:r>
              <a:rPr lang="en-AU" sz="2400" dirty="0"/>
              <a:t>one </a:t>
            </a:r>
            <a:r>
              <a:rPr lang="en-AU" sz="2400" b="1" dirty="0"/>
              <a:t>non-democratic</a:t>
            </a:r>
            <a:r>
              <a:rPr lang="en-AU" sz="2400" dirty="0"/>
              <a:t> political and legal system</a:t>
            </a:r>
            <a:r>
              <a:rPr lang="en-AU" sz="2400" b="1" dirty="0"/>
              <a:t> (China)</a:t>
            </a:r>
          </a:p>
          <a:p>
            <a:endParaRPr lang="en-AU" sz="2400" dirty="0"/>
          </a:p>
        </p:txBody>
      </p:sp>
      <p:pic>
        <p:nvPicPr>
          <p:cNvPr id="4" name="Content Placeholder 3">
            <a:extLst>
              <a:ext uri="{FF2B5EF4-FFF2-40B4-BE49-F238E27FC236}">
                <a16:creationId xmlns:a16="http://schemas.microsoft.com/office/drawing/2014/main" id="{D09FD0D5-19E8-4D0E-80CE-1B65332B0C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4389120" y="690723"/>
            <a:ext cx="7074997" cy="4775622"/>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3">
            <p14:nvContentPartPr>
              <p14:cNvPr id="6" name="Ink 5">
                <a:extLst>
                  <a:ext uri="{FF2B5EF4-FFF2-40B4-BE49-F238E27FC236}">
                    <a16:creationId xmlns:a16="http://schemas.microsoft.com/office/drawing/2014/main" id="{EEC85740-D32C-4F87-B8E3-DB924BE5A1E5}"/>
                  </a:ext>
                </a:extLst>
              </p14:cNvPr>
              <p14:cNvContentPartPr/>
              <p14:nvPr/>
            </p14:nvContentPartPr>
            <p14:xfrm>
              <a:off x="4966450" y="2364605"/>
              <a:ext cx="313560" cy="375480"/>
            </p14:xfrm>
          </p:contentPart>
        </mc:Choice>
        <mc:Fallback xmlns="">
          <p:pic>
            <p:nvPicPr>
              <p:cNvPr id="6" name="Ink 5">
                <a:extLst>
                  <a:ext uri="{FF2B5EF4-FFF2-40B4-BE49-F238E27FC236}">
                    <a16:creationId xmlns:a16="http://schemas.microsoft.com/office/drawing/2014/main" id="{EEC85740-D32C-4F87-B8E3-DB924BE5A1E5}"/>
                  </a:ext>
                </a:extLst>
              </p:cNvPr>
              <p:cNvPicPr/>
              <p:nvPr/>
            </p:nvPicPr>
            <p:blipFill>
              <a:blip r:embed="rId4"/>
              <a:stretch>
                <a:fillRect/>
              </a:stretch>
            </p:blipFill>
            <p:spPr>
              <a:xfrm>
                <a:off x="4903810" y="2301965"/>
                <a:ext cx="439200" cy="501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17" name="Ink 16">
                <a:extLst>
                  <a:ext uri="{FF2B5EF4-FFF2-40B4-BE49-F238E27FC236}">
                    <a16:creationId xmlns:a16="http://schemas.microsoft.com/office/drawing/2014/main" id="{8289CA00-789D-42B1-BC1F-523B13BCF65F}"/>
                  </a:ext>
                </a:extLst>
              </p14:cNvPr>
              <p14:cNvContentPartPr/>
              <p14:nvPr/>
            </p14:nvContentPartPr>
            <p14:xfrm>
              <a:off x="6936010" y="2432645"/>
              <a:ext cx="16560" cy="24840"/>
            </p14:xfrm>
          </p:contentPart>
        </mc:Choice>
        <mc:Fallback xmlns="">
          <p:pic>
            <p:nvPicPr>
              <p:cNvPr id="17" name="Ink 16">
                <a:extLst>
                  <a:ext uri="{FF2B5EF4-FFF2-40B4-BE49-F238E27FC236}">
                    <a16:creationId xmlns:a16="http://schemas.microsoft.com/office/drawing/2014/main" id="{8289CA00-789D-42B1-BC1F-523B13BCF65F}"/>
                  </a:ext>
                </a:extLst>
              </p:cNvPr>
              <p:cNvPicPr/>
              <p:nvPr/>
            </p:nvPicPr>
            <p:blipFill>
              <a:blip r:embed="rId6"/>
              <a:stretch>
                <a:fillRect/>
              </a:stretch>
            </p:blipFill>
            <p:spPr>
              <a:xfrm>
                <a:off x="6873370" y="2370005"/>
                <a:ext cx="142200" cy="1504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18" name="Ink 17">
                <a:extLst>
                  <a:ext uri="{FF2B5EF4-FFF2-40B4-BE49-F238E27FC236}">
                    <a16:creationId xmlns:a16="http://schemas.microsoft.com/office/drawing/2014/main" id="{372E27E5-26AA-4134-8415-539852D1E390}"/>
                  </a:ext>
                </a:extLst>
              </p14:cNvPr>
              <p14:cNvContentPartPr/>
              <p14:nvPr/>
            </p14:nvContentPartPr>
            <p14:xfrm>
              <a:off x="6927370" y="2633165"/>
              <a:ext cx="6840" cy="16560"/>
            </p14:xfrm>
          </p:contentPart>
        </mc:Choice>
        <mc:Fallback xmlns="">
          <p:pic>
            <p:nvPicPr>
              <p:cNvPr id="18" name="Ink 17">
                <a:extLst>
                  <a:ext uri="{FF2B5EF4-FFF2-40B4-BE49-F238E27FC236}">
                    <a16:creationId xmlns:a16="http://schemas.microsoft.com/office/drawing/2014/main" id="{372E27E5-26AA-4134-8415-539852D1E390}"/>
                  </a:ext>
                </a:extLst>
              </p:cNvPr>
              <p:cNvPicPr/>
              <p:nvPr/>
            </p:nvPicPr>
            <p:blipFill>
              <a:blip r:embed="rId8"/>
              <a:stretch>
                <a:fillRect/>
              </a:stretch>
            </p:blipFill>
            <p:spPr>
              <a:xfrm>
                <a:off x="6864370" y="2570165"/>
                <a:ext cx="132480" cy="142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19" name="Ink 18">
                <a:extLst>
                  <a:ext uri="{FF2B5EF4-FFF2-40B4-BE49-F238E27FC236}">
                    <a16:creationId xmlns:a16="http://schemas.microsoft.com/office/drawing/2014/main" id="{43E92AD6-C94D-43B0-820B-538705E67FC7}"/>
                  </a:ext>
                </a:extLst>
              </p14:cNvPr>
              <p14:cNvContentPartPr/>
              <p14:nvPr/>
            </p14:nvContentPartPr>
            <p14:xfrm>
              <a:off x="5445610" y="2334725"/>
              <a:ext cx="1316160" cy="387360"/>
            </p14:xfrm>
          </p:contentPart>
        </mc:Choice>
        <mc:Fallback xmlns="">
          <p:pic>
            <p:nvPicPr>
              <p:cNvPr id="19" name="Ink 18">
                <a:extLst>
                  <a:ext uri="{FF2B5EF4-FFF2-40B4-BE49-F238E27FC236}">
                    <a16:creationId xmlns:a16="http://schemas.microsoft.com/office/drawing/2014/main" id="{43E92AD6-C94D-43B0-820B-538705E67FC7}"/>
                  </a:ext>
                </a:extLst>
              </p:cNvPr>
              <p:cNvPicPr/>
              <p:nvPr/>
            </p:nvPicPr>
            <p:blipFill>
              <a:blip r:embed="rId10"/>
              <a:stretch>
                <a:fillRect/>
              </a:stretch>
            </p:blipFill>
            <p:spPr>
              <a:xfrm>
                <a:off x="5382970" y="2271725"/>
                <a:ext cx="1441800" cy="513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34" name="Ink 33">
                <a:extLst>
                  <a:ext uri="{FF2B5EF4-FFF2-40B4-BE49-F238E27FC236}">
                    <a16:creationId xmlns:a16="http://schemas.microsoft.com/office/drawing/2014/main" id="{4E4A9C9A-524B-4BE4-A74E-937449240531}"/>
                  </a:ext>
                </a:extLst>
              </p14:cNvPr>
              <p14:cNvContentPartPr/>
              <p14:nvPr/>
            </p14:nvContentPartPr>
            <p14:xfrm>
              <a:off x="4600690" y="1017845"/>
              <a:ext cx="6946200" cy="1215360"/>
            </p14:xfrm>
          </p:contentPart>
        </mc:Choice>
        <mc:Fallback xmlns="">
          <p:pic>
            <p:nvPicPr>
              <p:cNvPr id="34" name="Ink 33">
                <a:extLst>
                  <a:ext uri="{FF2B5EF4-FFF2-40B4-BE49-F238E27FC236}">
                    <a16:creationId xmlns:a16="http://schemas.microsoft.com/office/drawing/2014/main" id="{4E4A9C9A-524B-4BE4-A74E-937449240531}"/>
                  </a:ext>
                </a:extLst>
              </p:cNvPr>
              <p:cNvPicPr/>
              <p:nvPr/>
            </p:nvPicPr>
            <p:blipFill>
              <a:blip r:embed="rId12"/>
              <a:stretch>
                <a:fillRect/>
              </a:stretch>
            </p:blipFill>
            <p:spPr>
              <a:xfrm>
                <a:off x="4537690" y="954845"/>
                <a:ext cx="7071840" cy="1341000"/>
              </a:xfrm>
              <a:prstGeom prst="rect">
                <a:avLst/>
              </a:prstGeom>
            </p:spPr>
          </p:pic>
        </mc:Fallback>
      </mc:AlternateContent>
    </p:spTree>
    <p:extLst>
      <p:ext uri="{BB962C8B-B14F-4D97-AF65-F5344CB8AC3E}">
        <p14:creationId xmlns:p14="http://schemas.microsoft.com/office/powerpoint/2010/main" val="21548608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id="{B1C67340-91E7-4663-A676-91BA494A45C5}"/>
              </a:ext>
            </a:extLst>
          </p:cNvPr>
          <p:cNvSpPr>
            <a:spLocks noGrp="1"/>
          </p:cNvSpPr>
          <p:nvPr>
            <p:ph type="title"/>
          </p:nvPr>
        </p:nvSpPr>
        <p:spPr>
          <a:xfrm>
            <a:off x="2011363" y="0"/>
            <a:ext cx="8229600" cy="1143000"/>
          </a:xfrm>
        </p:spPr>
        <p:txBody>
          <a:bodyPr/>
          <a:lstStyle/>
          <a:p>
            <a:r>
              <a:rPr lang="en-AU" altLang="en-US" b="1">
                <a:solidFill>
                  <a:srgbClr val="00B0F0"/>
                </a:solidFill>
              </a:rPr>
              <a:t>2. THE STATE </a:t>
            </a:r>
          </a:p>
        </p:txBody>
      </p:sp>
      <p:sp>
        <p:nvSpPr>
          <p:cNvPr id="3" name="Content Placeholder 2">
            <a:extLst>
              <a:ext uri="{FF2B5EF4-FFF2-40B4-BE49-F238E27FC236}">
                <a16:creationId xmlns:a16="http://schemas.microsoft.com/office/drawing/2014/main" id="{3F411933-EECC-40BD-8EB4-728359B4FC4A}"/>
              </a:ext>
            </a:extLst>
          </p:cNvPr>
          <p:cNvSpPr>
            <a:spLocks noGrp="1"/>
          </p:cNvSpPr>
          <p:nvPr>
            <p:ph sz="half" idx="1"/>
          </p:nvPr>
        </p:nvSpPr>
        <p:spPr>
          <a:xfrm>
            <a:off x="211439" y="1143000"/>
            <a:ext cx="7113387" cy="4997450"/>
          </a:xfrm>
        </p:spPr>
        <p:txBody>
          <a:bodyPr>
            <a:normAutofit lnSpcReduction="10000"/>
          </a:bodyPr>
          <a:lstStyle/>
          <a:p>
            <a:r>
              <a:rPr lang="en-AU" altLang="en-US" sz="3200" dirty="0"/>
              <a:t>The State is not as powerful as the Party</a:t>
            </a:r>
          </a:p>
          <a:p>
            <a:r>
              <a:rPr lang="en-AU" altLang="en-US" sz="3200" dirty="0"/>
              <a:t>Party members fill many of the committees and the roles within the State</a:t>
            </a:r>
          </a:p>
          <a:p>
            <a:r>
              <a:rPr lang="en-AU" altLang="en-US" sz="3200" dirty="0"/>
              <a:t>Why?</a:t>
            </a:r>
          </a:p>
          <a:p>
            <a:r>
              <a:rPr lang="en-AU" altLang="en-US" sz="3200" dirty="0"/>
              <a:t>So they can control all areas of public life</a:t>
            </a:r>
          </a:p>
          <a:p>
            <a:endParaRPr lang="en-AU" altLang="en-US" sz="3200" dirty="0"/>
          </a:p>
        </p:txBody>
      </p:sp>
      <p:pic>
        <p:nvPicPr>
          <p:cNvPr id="53252" name="Picture 4" descr="Image result for the state apparatus china">
            <a:extLst>
              <a:ext uri="{FF2B5EF4-FFF2-40B4-BE49-F238E27FC236}">
                <a16:creationId xmlns:a16="http://schemas.microsoft.com/office/drawing/2014/main" id="{112F294B-2A3E-41F4-9215-393ABE067C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4872" y="2602731"/>
            <a:ext cx="4572000"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A070FC0F-0BD2-42DF-B7B5-2CB045ECE688}"/>
              </a:ext>
            </a:extLst>
          </p:cNvPr>
          <p:cNvSpPr>
            <a:spLocks noGrp="1"/>
          </p:cNvSpPr>
          <p:nvPr>
            <p:ph type="title"/>
          </p:nvPr>
        </p:nvSpPr>
        <p:spPr>
          <a:xfrm>
            <a:off x="1449211" y="133921"/>
            <a:ext cx="9293577" cy="1059305"/>
          </a:xfrm>
        </p:spPr>
        <p:txBody>
          <a:bodyPr/>
          <a:lstStyle/>
          <a:p>
            <a:r>
              <a:rPr lang="en-AU" altLang="en-US" b="1">
                <a:solidFill>
                  <a:srgbClr val="00B0F0"/>
                </a:solidFill>
              </a:rPr>
              <a:t>The State President </a:t>
            </a:r>
            <a:r>
              <a:rPr lang="en-AU" altLang="en-US" b="1" i="1">
                <a:solidFill>
                  <a:srgbClr val="00B0F0"/>
                </a:solidFill>
              </a:rPr>
              <a:t>(Govt)</a:t>
            </a:r>
          </a:p>
        </p:txBody>
      </p:sp>
      <p:sp>
        <p:nvSpPr>
          <p:cNvPr id="3" name="Content Placeholder 2">
            <a:extLst>
              <a:ext uri="{FF2B5EF4-FFF2-40B4-BE49-F238E27FC236}">
                <a16:creationId xmlns:a16="http://schemas.microsoft.com/office/drawing/2014/main" id="{32FA430C-6898-4A45-994E-59FA18F23757}"/>
              </a:ext>
            </a:extLst>
          </p:cNvPr>
          <p:cNvSpPr>
            <a:spLocks noGrp="1"/>
          </p:cNvSpPr>
          <p:nvPr>
            <p:ph sz="half" idx="1"/>
          </p:nvPr>
        </p:nvSpPr>
        <p:spPr>
          <a:xfrm>
            <a:off x="1981200" y="1341439"/>
            <a:ext cx="8362950" cy="4852987"/>
          </a:xfrm>
        </p:spPr>
        <p:txBody>
          <a:bodyPr/>
          <a:lstStyle/>
          <a:p>
            <a:r>
              <a:rPr lang="en-AU" altLang="en-US" dirty="0"/>
              <a:t>This is China’s head of state</a:t>
            </a:r>
          </a:p>
          <a:p>
            <a:r>
              <a:rPr lang="en-AU" altLang="en-US" i="1" dirty="0"/>
              <a:t>Who is also?</a:t>
            </a:r>
          </a:p>
          <a:p>
            <a:r>
              <a:rPr lang="en-AU" altLang="en-US" dirty="0"/>
              <a:t>The General Secretary of the CCP</a:t>
            </a:r>
          </a:p>
          <a:p>
            <a:r>
              <a:rPr lang="en-AU" altLang="en-US" dirty="0"/>
              <a:t>The party </a:t>
            </a:r>
            <a:r>
              <a:rPr lang="en-AU" altLang="en-US" b="1" dirty="0"/>
              <a:t>nominates</a:t>
            </a:r>
            <a:r>
              <a:rPr lang="en-AU" altLang="en-US" dirty="0"/>
              <a:t> the candidates for President and Vice-President, they are then elected by the NPC</a:t>
            </a:r>
          </a:p>
          <a:p>
            <a:r>
              <a:rPr lang="en-AU" altLang="en-US" dirty="0"/>
              <a:t>However…the General Secretary outranks the NPC…</a:t>
            </a:r>
            <a:r>
              <a:rPr lang="en-AU" altLang="en-US" i="1" dirty="0"/>
              <a:t>so what does that mean?</a:t>
            </a:r>
          </a:p>
          <a:p>
            <a:r>
              <a:rPr lang="en-AU" altLang="en-US" dirty="0"/>
              <a:t>The President: announces laws, appoints/dismisses government positions, receives foreign diplomats, signs treaties, announces emergency or declaration of war</a:t>
            </a:r>
          </a:p>
          <a:p>
            <a:endParaRPr lang="en-AU"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F0C7DB94-036C-497A-B795-06E1B1C0D8B2}"/>
              </a:ext>
            </a:extLst>
          </p:cNvPr>
          <p:cNvSpPr>
            <a:spLocks noGrp="1"/>
          </p:cNvSpPr>
          <p:nvPr>
            <p:ph type="title"/>
          </p:nvPr>
        </p:nvSpPr>
        <p:spPr>
          <a:xfrm>
            <a:off x="1919288" y="-23813"/>
            <a:ext cx="8229600" cy="1143001"/>
          </a:xfrm>
        </p:spPr>
        <p:txBody>
          <a:bodyPr/>
          <a:lstStyle/>
          <a:p>
            <a:r>
              <a:rPr lang="en-AU" altLang="en-US" b="1">
                <a:solidFill>
                  <a:srgbClr val="00B0F0"/>
                </a:solidFill>
              </a:rPr>
              <a:t>The State Council </a:t>
            </a:r>
            <a:r>
              <a:rPr lang="en-AU" altLang="en-US" b="1" i="1">
                <a:solidFill>
                  <a:srgbClr val="00B0F0"/>
                </a:solidFill>
              </a:rPr>
              <a:t>(Govt)</a:t>
            </a:r>
          </a:p>
        </p:txBody>
      </p:sp>
      <p:sp>
        <p:nvSpPr>
          <p:cNvPr id="3" name="Content Placeholder 2">
            <a:extLst>
              <a:ext uri="{FF2B5EF4-FFF2-40B4-BE49-F238E27FC236}">
                <a16:creationId xmlns:a16="http://schemas.microsoft.com/office/drawing/2014/main" id="{24295EAC-4347-4BC8-B02B-B728296E28CE}"/>
              </a:ext>
            </a:extLst>
          </p:cNvPr>
          <p:cNvSpPr>
            <a:spLocks noGrp="1"/>
          </p:cNvSpPr>
          <p:nvPr>
            <p:ph sz="half" idx="1"/>
          </p:nvPr>
        </p:nvSpPr>
        <p:spPr>
          <a:xfrm>
            <a:off x="398414" y="985053"/>
            <a:ext cx="8785225" cy="5180013"/>
          </a:xfrm>
        </p:spPr>
        <p:txBody>
          <a:bodyPr/>
          <a:lstStyle/>
          <a:p>
            <a:r>
              <a:rPr lang="en-AU" altLang="en-US" dirty="0"/>
              <a:t>Also known as Central People’s Government (CPG)</a:t>
            </a:r>
          </a:p>
          <a:p>
            <a:r>
              <a:rPr lang="en-AU" altLang="en-US" dirty="0"/>
              <a:t>State Constitution – it is the highest organ of state administration</a:t>
            </a:r>
          </a:p>
          <a:p>
            <a:r>
              <a:rPr lang="en-AU" altLang="en-US" dirty="0"/>
              <a:t>It officially implements CCP policies and enacts law passed by NCP</a:t>
            </a:r>
          </a:p>
          <a:p>
            <a:r>
              <a:rPr lang="en-AU" altLang="en-US" dirty="0"/>
              <a:t>It also manages day-to-day admin of the economy</a:t>
            </a:r>
          </a:p>
          <a:p>
            <a:r>
              <a:rPr lang="en-AU" altLang="en-US" dirty="0"/>
              <a:t>Similar to Cabinet is the sense that it has a vast array of organisations under its supervision</a:t>
            </a:r>
          </a:p>
          <a:p>
            <a:r>
              <a:rPr lang="en-AU" altLang="en-US" dirty="0"/>
              <a:t>The Premier leads the State Council and is appointed by…</a:t>
            </a:r>
          </a:p>
          <a:p>
            <a:r>
              <a:rPr lang="en-AU" altLang="en-US" dirty="0"/>
              <a:t>The President, who is? </a:t>
            </a:r>
          </a:p>
          <a:p>
            <a:r>
              <a:rPr lang="en-AU" altLang="en-US" dirty="0"/>
              <a:t>The General Secretary of the CCP</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69682FB2-6B2C-4422-B729-878DC65B81D6}"/>
              </a:ext>
            </a:extLst>
          </p:cNvPr>
          <p:cNvSpPr>
            <a:spLocks noGrp="1"/>
          </p:cNvSpPr>
          <p:nvPr>
            <p:ph type="title"/>
          </p:nvPr>
        </p:nvSpPr>
        <p:spPr>
          <a:xfrm>
            <a:off x="1992313" y="125413"/>
            <a:ext cx="8229600" cy="1143000"/>
          </a:xfrm>
        </p:spPr>
        <p:txBody>
          <a:bodyPr/>
          <a:lstStyle/>
          <a:p>
            <a:r>
              <a:rPr lang="en-AU" altLang="en-US" b="1" dirty="0">
                <a:solidFill>
                  <a:srgbClr val="00B0F0"/>
                </a:solidFill>
              </a:rPr>
              <a:t>National </a:t>
            </a:r>
            <a:r>
              <a:rPr lang="en-AU" altLang="en-US" b="1" dirty="0">
                <a:solidFill>
                  <a:schemeClr val="tx1"/>
                </a:solidFill>
              </a:rPr>
              <a:t>People’s</a:t>
            </a:r>
            <a:r>
              <a:rPr lang="en-AU" altLang="en-US" b="1" dirty="0">
                <a:solidFill>
                  <a:schemeClr val="bg1"/>
                </a:solidFill>
              </a:rPr>
              <a:t> </a:t>
            </a:r>
            <a:r>
              <a:rPr lang="en-AU" altLang="en-US" b="1" dirty="0">
                <a:solidFill>
                  <a:srgbClr val="00B0F0"/>
                </a:solidFill>
              </a:rPr>
              <a:t>Congress </a:t>
            </a:r>
            <a:r>
              <a:rPr lang="en-AU" altLang="en-US" b="1" i="1" dirty="0">
                <a:solidFill>
                  <a:srgbClr val="00B0F0"/>
                </a:solidFill>
              </a:rPr>
              <a:t>(Govt)</a:t>
            </a:r>
          </a:p>
        </p:txBody>
      </p:sp>
      <p:sp>
        <p:nvSpPr>
          <p:cNvPr id="3" name="Content Placeholder 2">
            <a:extLst>
              <a:ext uri="{FF2B5EF4-FFF2-40B4-BE49-F238E27FC236}">
                <a16:creationId xmlns:a16="http://schemas.microsoft.com/office/drawing/2014/main" id="{825ED780-800D-4B42-8868-4CA504D867AC}"/>
              </a:ext>
            </a:extLst>
          </p:cNvPr>
          <p:cNvSpPr>
            <a:spLocks noGrp="1"/>
          </p:cNvSpPr>
          <p:nvPr>
            <p:ph idx="1"/>
          </p:nvPr>
        </p:nvSpPr>
        <p:spPr>
          <a:xfrm>
            <a:off x="741145" y="1268413"/>
            <a:ext cx="9336305" cy="4525962"/>
          </a:xfrm>
        </p:spPr>
        <p:txBody>
          <a:bodyPr/>
          <a:lstStyle/>
          <a:p>
            <a:pPr marL="0" indent="0">
              <a:buNone/>
              <a:defRPr/>
            </a:pPr>
            <a:r>
              <a:rPr lang="en-AU" dirty="0"/>
              <a:t>‘Highest organ of State Power’</a:t>
            </a:r>
          </a:p>
          <a:p>
            <a:pPr>
              <a:buFont typeface="Wingdings" panose="05000000000000000000" pitchFamily="2" charset="2"/>
              <a:buChar char="v"/>
              <a:defRPr/>
            </a:pPr>
            <a:r>
              <a:rPr lang="en-AU" dirty="0"/>
              <a:t>Enacts/revises laws</a:t>
            </a:r>
          </a:p>
          <a:p>
            <a:pPr>
              <a:buFont typeface="Wingdings" panose="05000000000000000000" pitchFamily="2" charset="2"/>
              <a:buChar char="v"/>
              <a:defRPr/>
            </a:pPr>
            <a:r>
              <a:rPr lang="en-AU" dirty="0"/>
              <a:t>Proposes amendments to the Constitution</a:t>
            </a:r>
          </a:p>
          <a:p>
            <a:pPr>
              <a:buFont typeface="Wingdings" panose="05000000000000000000" pitchFamily="2" charset="2"/>
              <a:buChar char="v"/>
              <a:defRPr/>
            </a:pPr>
            <a:r>
              <a:rPr lang="en-AU" dirty="0"/>
              <a:t>Ratify/annul treaties</a:t>
            </a:r>
          </a:p>
          <a:p>
            <a:pPr>
              <a:buFont typeface="Wingdings" panose="05000000000000000000" pitchFamily="2" charset="2"/>
              <a:buChar char="v"/>
              <a:defRPr/>
            </a:pPr>
            <a:r>
              <a:rPr lang="en-AU" dirty="0"/>
              <a:t>Approve State Budget</a:t>
            </a:r>
          </a:p>
          <a:p>
            <a:pPr>
              <a:buFont typeface="Wingdings" panose="05000000000000000000" pitchFamily="2" charset="2"/>
              <a:buChar char="v"/>
              <a:defRPr/>
            </a:pPr>
            <a:r>
              <a:rPr lang="en-AU" dirty="0"/>
              <a:t>Elect and dismiss top officials of state and judiciary </a:t>
            </a:r>
          </a:p>
          <a:p>
            <a:pPr marL="0" indent="0">
              <a:buNone/>
              <a:defRPr/>
            </a:pPr>
            <a:r>
              <a:rPr lang="en-AU" i="1" dirty="0"/>
              <a:t>The CCP is the one in reality who fulfils these roles, the NPC is the body who approves Party decisions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972EBE-1DF4-4BF5-9B70-DA97067193E9}"/>
              </a:ext>
            </a:extLst>
          </p:cNvPr>
          <p:cNvSpPr>
            <a:spLocks noGrp="1"/>
          </p:cNvSpPr>
          <p:nvPr>
            <p:ph idx="1"/>
          </p:nvPr>
        </p:nvSpPr>
        <p:spPr>
          <a:xfrm>
            <a:off x="518111" y="1495276"/>
            <a:ext cx="4960937" cy="4681537"/>
          </a:xfrm>
        </p:spPr>
        <p:txBody>
          <a:bodyPr>
            <a:normAutofit fontScale="77500" lnSpcReduction="20000"/>
          </a:bodyPr>
          <a:lstStyle/>
          <a:p>
            <a:r>
              <a:rPr lang="en-AU" altLang="en-US" sz="2700" dirty="0"/>
              <a:t>The NPC meet for 10 days every year </a:t>
            </a:r>
          </a:p>
          <a:p>
            <a:r>
              <a:rPr lang="en-AU" altLang="en-US" sz="2700" dirty="0"/>
              <a:t>They serve 5 year terms</a:t>
            </a:r>
          </a:p>
          <a:p>
            <a:r>
              <a:rPr lang="en-AU" altLang="en-US" sz="2700" dirty="0"/>
              <a:t>Congress members are </a:t>
            </a:r>
            <a:r>
              <a:rPr lang="en-AU" altLang="en-US" sz="2700" b="1" dirty="0"/>
              <a:t>nominated by CCP </a:t>
            </a:r>
            <a:r>
              <a:rPr lang="en-AU" altLang="en-US" sz="2700" dirty="0"/>
              <a:t>and elected by electoral units (these represent provinces and regions throughout China)</a:t>
            </a:r>
          </a:p>
          <a:p>
            <a:r>
              <a:rPr lang="en-AU" altLang="en-US" sz="2700" dirty="0"/>
              <a:t>Because the NPC don’t sit for long, the </a:t>
            </a:r>
            <a:r>
              <a:rPr lang="en-AU" altLang="en-US" sz="2700" b="1" dirty="0">
                <a:solidFill>
                  <a:schemeClr val="accent6"/>
                </a:solidFill>
              </a:rPr>
              <a:t>Standing Committee </a:t>
            </a:r>
            <a:r>
              <a:rPr lang="en-AU" altLang="en-US" sz="2700" dirty="0"/>
              <a:t>do most of the work, they meet every 2 months and has 161 members</a:t>
            </a:r>
          </a:p>
        </p:txBody>
      </p:sp>
      <p:sp>
        <p:nvSpPr>
          <p:cNvPr id="58371" name="Title 1">
            <a:extLst>
              <a:ext uri="{FF2B5EF4-FFF2-40B4-BE49-F238E27FC236}">
                <a16:creationId xmlns:a16="http://schemas.microsoft.com/office/drawing/2014/main" id="{D7BC3F20-03FF-4349-8D61-D348F412B8AC}"/>
              </a:ext>
            </a:extLst>
          </p:cNvPr>
          <p:cNvSpPr>
            <a:spLocks noGrp="1"/>
          </p:cNvSpPr>
          <p:nvPr>
            <p:ph type="title"/>
          </p:nvPr>
        </p:nvSpPr>
        <p:spPr>
          <a:xfrm>
            <a:off x="1992313" y="125413"/>
            <a:ext cx="8229600" cy="1143000"/>
          </a:xfrm>
        </p:spPr>
        <p:txBody>
          <a:bodyPr/>
          <a:lstStyle/>
          <a:p>
            <a:r>
              <a:rPr lang="en-AU" altLang="en-US" b="1">
                <a:solidFill>
                  <a:srgbClr val="00B0F0"/>
                </a:solidFill>
              </a:rPr>
              <a:t>National People’s Congress </a:t>
            </a:r>
            <a:r>
              <a:rPr lang="en-AU" altLang="en-US" b="1" i="1">
                <a:solidFill>
                  <a:srgbClr val="00B0F0"/>
                </a:solidFill>
              </a:rPr>
              <a:t>(Govt)</a:t>
            </a:r>
          </a:p>
        </p:txBody>
      </p:sp>
      <p:pic>
        <p:nvPicPr>
          <p:cNvPr id="58372" name="Picture 4" descr="Image result for china provinces">
            <a:extLst>
              <a:ext uri="{FF2B5EF4-FFF2-40B4-BE49-F238E27FC236}">
                <a16:creationId xmlns:a16="http://schemas.microsoft.com/office/drawing/2014/main" id="{97323B46-A805-42E7-9411-CA5025C9FA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9701" y="1582738"/>
            <a:ext cx="4157663" cy="379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85D3B-BEFF-4BB5-90E9-0D4E4FA757DD}"/>
              </a:ext>
            </a:extLst>
          </p:cNvPr>
          <p:cNvSpPr>
            <a:spLocks noGrp="1"/>
          </p:cNvSpPr>
          <p:nvPr>
            <p:ph type="title"/>
          </p:nvPr>
        </p:nvSpPr>
        <p:spPr>
          <a:xfrm>
            <a:off x="565584" y="463604"/>
            <a:ext cx="3530157" cy="1049235"/>
          </a:xfrm>
        </p:spPr>
        <p:txBody>
          <a:bodyPr>
            <a:normAutofit/>
          </a:bodyPr>
          <a:lstStyle/>
          <a:p>
            <a:r>
              <a:rPr lang="en-AU" b="1" dirty="0">
                <a:highlight>
                  <a:srgbClr val="00FF00"/>
                </a:highlight>
              </a:rPr>
              <a:t>DOT POINT 5 </a:t>
            </a:r>
            <a:r>
              <a:rPr lang="en-AU" b="1" dirty="0"/>
              <a:t>CHAPTER 4</a:t>
            </a:r>
          </a:p>
        </p:txBody>
      </p:sp>
      <p:sp>
        <p:nvSpPr>
          <p:cNvPr id="3" name="Content Placeholder 2">
            <a:extLst>
              <a:ext uri="{FF2B5EF4-FFF2-40B4-BE49-F238E27FC236}">
                <a16:creationId xmlns:a16="http://schemas.microsoft.com/office/drawing/2014/main" id="{32FA0F08-1731-4864-B275-C61C2F012A48}"/>
              </a:ext>
            </a:extLst>
          </p:cNvPr>
          <p:cNvSpPr>
            <a:spLocks noGrp="1"/>
          </p:cNvSpPr>
          <p:nvPr>
            <p:ph idx="1"/>
          </p:nvPr>
        </p:nvSpPr>
        <p:spPr>
          <a:xfrm>
            <a:off x="565584" y="1828346"/>
            <a:ext cx="3526523" cy="3450613"/>
          </a:xfrm>
        </p:spPr>
        <p:txBody>
          <a:bodyPr>
            <a:normAutofit/>
          </a:bodyPr>
          <a:lstStyle/>
          <a:p>
            <a:pPr marL="0" lvl="0" indent="0">
              <a:buNone/>
            </a:pPr>
            <a:r>
              <a:rPr lang="en-AU" sz="2400" dirty="0"/>
              <a:t>Structures and processes of</a:t>
            </a:r>
          </a:p>
          <a:p>
            <a:pPr lvl="0"/>
            <a:r>
              <a:rPr lang="en-AU" sz="2400" dirty="0"/>
              <a:t>one </a:t>
            </a:r>
            <a:r>
              <a:rPr lang="en-AU" sz="2400" b="1" dirty="0"/>
              <a:t>non-democratic</a:t>
            </a:r>
            <a:r>
              <a:rPr lang="en-AU" sz="2400" dirty="0"/>
              <a:t> political and legal system</a:t>
            </a:r>
            <a:r>
              <a:rPr lang="en-AU" sz="2400" b="1" dirty="0"/>
              <a:t> (China)</a:t>
            </a:r>
          </a:p>
          <a:p>
            <a:endParaRPr lang="en-AU" sz="2400" dirty="0"/>
          </a:p>
        </p:txBody>
      </p:sp>
      <p:pic>
        <p:nvPicPr>
          <p:cNvPr id="4" name="Content Placeholder 3">
            <a:extLst>
              <a:ext uri="{FF2B5EF4-FFF2-40B4-BE49-F238E27FC236}">
                <a16:creationId xmlns:a16="http://schemas.microsoft.com/office/drawing/2014/main" id="{D09FD0D5-19E8-4D0E-80CE-1B65332B0C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4389120" y="690723"/>
            <a:ext cx="7074997" cy="4775622"/>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3">
            <p14:nvContentPartPr>
              <p14:cNvPr id="6" name="Ink 5">
                <a:extLst>
                  <a:ext uri="{FF2B5EF4-FFF2-40B4-BE49-F238E27FC236}">
                    <a16:creationId xmlns:a16="http://schemas.microsoft.com/office/drawing/2014/main" id="{EEC85740-D32C-4F87-B8E3-DB924BE5A1E5}"/>
                  </a:ext>
                </a:extLst>
              </p14:cNvPr>
              <p14:cNvContentPartPr/>
              <p14:nvPr/>
            </p14:nvContentPartPr>
            <p14:xfrm>
              <a:off x="4966450" y="2364605"/>
              <a:ext cx="313560" cy="375480"/>
            </p14:xfrm>
          </p:contentPart>
        </mc:Choice>
        <mc:Fallback xmlns="">
          <p:pic>
            <p:nvPicPr>
              <p:cNvPr id="6" name="Ink 5">
                <a:extLst>
                  <a:ext uri="{FF2B5EF4-FFF2-40B4-BE49-F238E27FC236}">
                    <a16:creationId xmlns:a16="http://schemas.microsoft.com/office/drawing/2014/main" id="{EEC85740-D32C-4F87-B8E3-DB924BE5A1E5}"/>
                  </a:ext>
                </a:extLst>
              </p:cNvPr>
              <p:cNvPicPr/>
              <p:nvPr/>
            </p:nvPicPr>
            <p:blipFill>
              <a:blip r:embed="rId4"/>
              <a:stretch>
                <a:fillRect/>
              </a:stretch>
            </p:blipFill>
            <p:spPr>
              <a:xfrm>
                <a:off x="4903810" y="2301965"/>
                <a:ext cx="439200" cy="501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17" name="Ink 16">
                <a:extLst>
                  <a:ext uri="{FF2B5EF4-FFF2-40B4-BE49-F238E27FC236}">
                    <a16:creationId xmlns:a16="http://schemas.microsoft.com/office/drawing/2014/main" id="{8289CA00-789D-42B1-BC1F-523B13BCF65F}"/>
                  </a:ext>
                </a:extLst>
              </p14:cNvPr>
              <p14:cNvContentPartPr/>
              <p14:nvPr/>
            </p14:nvContentPartPr>
            <p14:xfrm>
              <a:off x="6936010" y="2432645"/>
              <a:ext cx="16560" cy="24840"/>
            </p14:xfrm>
          </p:contentPart>
        </mc:Choice>
        <mc:Fallback xmlns="">
          <p:pic>
            <p:nvPicPr>
              <p:cNvPr id="17" name="Ink 16">
                <a:extLst>
                  <a:ext uri="{FF2B5EF4-FFF2-40B4-BE49-F238E27FC236}">
                    <a16:creationId xmlns:a16="http://schemas.microsoft.com/office/drawing/2014/main" id="{8289CA00-789D-42B1-BC1F-523B13BCF65F}"/>
                  </a:ext>
                </a:extLst>
              </p:cNvPr>
              <p:cNvPicPr/>
              <p:nvPr/>
            </p:nvPicPr>
            <p:blipFill>
              <a:blip r:embed="rId6"/>
              <a:stretch>
                <a:fillRect/>
              </a:stretch>
            </p:blipFill>
            <p:spPr>
              <a:xfrm>
                <a:off x="6873370" y="2370005"/>
                <a:ext cx="142200" cy="1504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18" name="Ink 17">
                <a:extLst>
                  <a:ext uri="{FF2B5EF4-FFF2-40B4-BE49-F238E27FC236}">
                    <a16:creationId xmlns:a16="http://schemas.microsoft.com/office/drawing/2014/main" id="{372E27E5-26AA-4134-8415-539852D1E390}"/>
                  </a:ext>
                </a:extLst>
              </p14:cNvPr>
              <p14:cNvContentPartPr/>
              <p14:nvPr/>
            </p14:nvContentPartPr>
            <p14:xfrm>
              <a:off x="6927370" y="2633165"/>
              <a:ext cx="6840" cy="16560"/>
            </p14:xfrm>
          </p:contentPart>
        </mc:Choice>
        <mc:Fallback xmlns="">
          <p:pic>
            <p:nvPicPr>
              <p:cNvPr id="18" name="Ink 17">
                <a:extLst>
                  <a:ext uri="{FF2B5EF4-FFF2-40B4-BE49-F238E27FC236}">
                    <a16:creationId xmlns:a16="http://schemas.microsoft.com/office/drawing/2014/main" id="{372E27E5-26AA-4134-8415-539852D1E390}"/>
                  </a:ext>
                </a:extLst>
              </p:cNvPr>
              <p:cNvPicPr/>
              <p:nvPr/>
            </p:nvPicPr>
            <p:blipFill>
              <a:blip r:embed="rId8"/>
              <a:stretch>
                <a:fillRect/>
              </a:stretch>
            </p:blipFill>
            <p:spPr>
              <a:xfrm>
                <a:off x="6864370" y="2570165"/>
                <a:ext cx="132480" cy="142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19" name="Ink 18">
                <a:extLst>
                  <a:ext uri="{FF2B5EF4-FFF2-40B4-BE49-F238E27FC236}">
                    <a16:creationId xmlns:a16="http://schemas.microsoft.com/office/drawing/2014/main" id="{43E92AD6-C94D-43B0-820B-538705E67FC7}"/>
                  </a:ext>
                </a:extLst>
              </p14:cNvPr>
              <p14:cNvContentPartPr/>
              <p14:nvPr/>
            </p14:nvContentPartPr>
            <p14:xfrm>
              <a:off x="5445610" y="2334725"/>
              <a:ext cx="1316160" cy="387360"/>
            </p14:xfrm>
          </p:contentPart>
        </mc:Choice>
        <mc:Fallback xmlns="">
          <p:pic>
            <p:nvPicPr>
              <p:cNvPr id="19" name="Ink 18">
                <a:extLst>
                  <a:ext uri="{FF2B5EF4-FFF2-40B4-BE49-F238E27FC236}">
                    <a16:creationId xmlns:a16="http://schemas.microsoft.com/office/drawing/2014/main" id="{43E92AD6-C94D-43B0-820B-538705E67FC7}"/>
                  </a:ext>
                </a:extLst>
              </p:cNvPr>
              <p:cNvPicPr/>
              <p:nvPr/>
            </p:nvPicPr>
            <p:blipFill>
              <a:blip r:embed="rId10"/>
              <a:stretch>
                <a:fillRect/>
              </a:stretch>
            </p:blipFill>
            <p:spPr>
              <a:xfrm>
                <a:off x="5382970" y="2271725"/>
                <a:ext cx="1441800" cy="513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34" name="Ink 33">
                <a:extLst>
                  <a:ext uri="{FF2B5EF4-FFF2-40B4-BE49-F238E27FC236}">
                    <a16:creationId xmlns:a16="http://schemas.microsoft.com/office/drawing/2014/main" id="{4E4A9C9A-524B-4BE4-A74E-937449240531}"/>
                  </a:ext>
                </a:extLst>
              </p14:cNvPr>
              <p14:cNvContentPartPr/>
              <p14:nvPr/>
            </p14:nvContentPartPr>
            <p14:xfrm>
              <a:off x="4600690" y="1017845"/>
              <a:ext cx="6946200" cy="1215360"/>
            </p14:xfrm>
          </p:contentPart>
        </mc:Choice>
        <mc:Fallback xmlns="">
          <p:pic>
            <p:nvPicPr>
              <p:cNvPr id="34" name="Ink 33">
                <a:extLst>
                  <a:ext uri="{FF2B5EF4-FFF2-40B4-BE49-F238E27FC236}">
                    <a16:creationId xmlns:a16="http://schemas.microsoft.com/office/drawing/2014/main" id="{4E4A9C9A-524B-4BE4-A74E-937449240531}"/>
                  </a:ext>
                </a:extLst>
              </p:cNvPr>
              <p:cNvPicPr/>
              <p:nvPr/>
            </p:nvPicPr>
            <p:blipFill>
              <a:blip r:embed="rId12"/>
              <a:stretch>
                <a:fillRect/>
              </a:stretch>
            </p:blipFill>
            <p:spPr>
              <a:xfrm>
                <a:off x="4537690" y="954845"/>
                <a:ext cx="7071840" cy="1341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5" name="Ink 4">
                <a:extLst>
                  <a:ext uri="{FF2B5EF4-FFF2-40B4-BE49-F238E27FC236}">
                    <a16:creationId xmlns:a16="http://schemas.microsoft.com/office/drawing/2014/main" id="{F200505E-4C25-4921-9E82-2D3996465BFC}"/>
                  </a:ext>
                </a:extLst>
              </p14:cNvPr>
              <p14:cNvContentPartPr/>
              <p14:nvPr/>
            </p14:nvContentPartPr>
            <p14:xfrm>
              <a:off x="4547050" y="3066245"/>
              <a:ext cx="6931800" cy="681120"/>
            </p14:xfrm>
          </p:contentPart>
        </mc:Choice>
        <mc:Fallback xmlns="">
          <p:pic>
            <p:nvPicPr>
              <p:cNvPr id="5" name="Ink 4">
                <a:extLst>
                  <a:ext uri="{FF2B5EF4-FFF2-40B4-BE49-F238E27FC236}">
                    <a16:creationId xmlns:a16="http://schemas.microsoft.com/office/drawing/2014/main" id="{F200505E-4C25-4921-9E82-2D3996465BFC}"/>
                  </a:ext>
                </a:extLst>
              </p:cNvPr>
              <p:cNvPicPr/>
              <p:nvPr/>
            </p:nvPicPr>
            <p:blipFill>
              <a:blip r:embed="rId14"/>
              <a:stretch>
                <a:fillRect/>
              </a:stretch>
            </p:blipFill>
            <p:spPr>
              <a:xfrm>
                <a:off x="4484410" y="3003605"/>
                <a:ext cx="7057440" cy="806760"/>
              </a:xfrm>
              <a:prstGeom prst="rect">
                <a:avLst/>
              </a:prstGeom>
            </p:spPr>
          </p:pic>
        </mc:Fallback>
      </mc:AlternateContent>
    </p:spTree>
    <p:extLst>
      <p:ext uri="{BB962C8B-B14F-4D97-AF65-F5344CB8AC3E}">
        <p14:creationId xmlns:p14="http://schemas.microsoft.com/office/powerpoint/2010/main" val="25473336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4517A2AE-6E85-4BF9-805A-DCA449111B00}"/>
              </a:ext>
            </a:extLst>
          </p:cNvPr>
          <p:cNvSpPr>
            <a:spLocks noGrp="1"/>
          </p:cNvSpPr>
          <p:nvPr>
            <p:ph type="title"/>
          </p:nvPr>
        </p:nvSpPr>
        <p:spPr>
          <a:xfrm>
            <a:off x="1981200" y="160335"/>
            <a:ext cx="8229600" cy="1143001"/>
          </a:xfrm>
        </p:spPr>
        <p:txBody>
          <a:bodyPr/>
          <a:lstStyle/>
          <a:p>
            <a:r>
              <a:rPr lang="en-AU" altLang="en-US" b="1" dirty="0">
                <a:solidFill>
                  <a:schemeClr val="accent6"/>
                </a:solidFill>
              </a:rPr>
              <a:t>The Judiciary </a:t>
            </a:r>
          </a:p>
        </p:txBody>
      </p:sp>
      <p:sp>
        <p:nvSpPr>
          <p:cNvPr id="60419" name="Content Placeholder 2">
            <a:extLst>
              <a:ext uri="{FF2B5EF4-FFF2-40B4-BE49-F238E27FC236}">
                <a16:creationId xmlns:a16="http://schemas.microsoft.com/office/drawing/2014/main" id="{83199BA3-6D88-4EE1-9FFC-6D221C7BB92E}"/>
              </a:ext>
            </a:extLst>
          </p:cNvPr>
          <p:cNvSpPr>
            <a:spLocks noGrp="1"/>
          </p:cNvSpPr>
          <p:nvPr>
            <p:ph idx="1"/>
          </p:nvPr>
        </p:nvSpPr>
        <p:spPr>
          <a:xfrm>
            <a:off x="563546" y="1303336"/>
            <a:ext cx="5115359" cy="5146675"/>
          </a:xfrm>
        </p:spPr>
        <p:txBody>
          <a:bodyPr>
            <a:normAutofit fontScale="85000" lnSpcReduction="10000"/>
          </a:bodyPr>
          <a:lstStyle/>
          <a:p>
            <a:r>
              <a:rPr lang="en-AU" altLang="en-US" sz="2800" dirty="0"/>
              <a:t>Is the judicial system independent of the government?</a:t>
            </a:r>
          </a:p>
          <a:p>
            <a:r>
              <a:rPr lang="en-AU" altLang="en-US" sz="2800" dirty="0"/>
              <a:t>Do fish like water?</a:t>
            </a:r>
          </a:p>
          <a:p>
            <a:r>
              <a:rPr lang="en-AU" altLang="en-US" sz="2800" dirty="0"/>
              <a:t>The Supreme People’s Court is the highest court</a:t>
            </a:r>
          </a:p>
          <a:p>
            <a:r>
              <a:rPr lang="en-AU" altLang="en-US" sz="2800" dirty="0"/>
              <a:t>Reports work to NPC.</a:t>
            </a:r>
          </a:p>
          <a:p>
            <a:r>
              <a:rPr lang="en-AU" altLang="en-US" sz="2800" dirty="0"/>
              <a:t>The SPC functions:</a:t>
            </a:r>
          </a:p>
          <a:p>
            <a:pPr lvl="1"/>
            <a:r>
              <a:rPr lang="en-AU" altLang="en-US" sz="2400" dirty="0"/>
              <a:t>Hears appeals</a:t>
            </a:r>
          </a:p>
          <a:p>
            <a:pPr lvl="1"/>
            <a:r>
              <a:rPr lang="en-AU" altLang="en-US" sz="2400" dirty="0"/>
              <a:t>Approves death sentence</a:t>
            </a:r>
          </a:p>
          <a:p>
            <a:pPr lvl="1"/>
            <a:r>
              <a:rPr lang="en-AU" altLang="en-US" sz="2400" dirty="0"/>
              <a:t>Discovers mistakes in other courts</a:t>
            </a:r>
          </a:p>
        </p:txBody>
      </p:sp>
      <p:pic>
        <p:nvPicPr>
          <p:cNvPr id="62468" name="Picture 1">
            <a:extLst>
              <a:ext uri="{FF2B5EF4-FFF2-40B4-BE49-F238E27FC236}">
                <a16:creationId xmlns:a16="http://schemas.microsoft.com/office/drawing/2014/main" id="{B4CA2663-1E95-4C44-BAFF-DC82C81ED445}"/>
              </a:ext>
            </a:extLst>
          </p:cNvPr>
          <p:cNvPicPr>
            <a:picLocks noChangeAspect="1"/>
          </p:cNvPicPr>
          <p:nvPr/>
        </p:nvPicPr>
        <p:blipFill>
          <a:blip r:embed="rId2">
            <a:extLst>
              <a:ext uri="{28A0092B-C50C-407E-A947-70E740481C1C}">
                <a14:useLocalDpi xmlns:a14="http://schemas.microsoft.com/office/drawing/2010/main" val="0"/>
              </a:ext>
            </a:extLst>
          </a:blip>
          <a:srcRect l="6712" r="8524"/>
          <a:stretch>
            <a:fillRect/>
          </a:stretch>
        </p:blipFill>
        <p:spPr bwMode="auto">
          <a:xfrm>
            <a:off x="7283483" y="1524000"/>
            <a:ext cx="45466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Effect transition="in" filter="blinds(horizontal)">
                                      <p:cBhvr>
                                        <p:cTn id="7" dur="500"/>
                                        <p:tgtEl>
                                          <p:spTgt spid="604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0419">
                                            <p:txEl>
                                              <p:pRg st="1" end="1"/>
                                            </p:txEl>
                                          </p:spTgt>
                                        </p:tgtEl>
                                        <p:attrNameLst>
                                          <p:attrName>style.visibility</p:attrName>
                                        </p:attrNameLst>
                                      </p:cBhvr>
                                      <p:to>
                                        <p:strVal val="visible"/>
                                      </p:to>
                                    </p:set>
                                    <p:animEffect transition="in" filter="blinds(horizontal)">
                                      <p:cBhvr>
                                        <p:cTn id="12" dur="500"/>
                                        <p:tgtEl>
                                          <p:spTgt spid="604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0419">
                                            <p:txEl>
                                              <p:pRg st="2" end="2"/>
                                            </p:txEl>
                                          </p:spTgt>
                                        </p:tgtEl>
                                        <p:attrNameLst>
                                          <p:attrName>style.visibility</p:attrName>
                                        </p:attrNameLst>
                                      </p:cBhvr>
                                      <p:to>
                                        <p:strVal val="visible"/>
                                      </p:to>
                                    </p:set>
                                    <p:animEffect transition="in" filter="blinds(horizontal)">
                                      <p:cBhvr>
                                        <p:cTn id="17" dur="500"/>
                                        <p:tgtEl>
                                          <p:spTgt spid="6041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0419">
                                            <p:txEl>
                                              <p:pRg st="3" end="3"/>
                                            </p:txEl>
                                          </p:spTgt>
                                        </p:tgtEl>
                                        <p:attrNameLst>
                                          <p:attrName>style.visibility</p:attrName>
                                        </p:attrNameLst>
                                      </p:cBhvr>
                                      <p:to>
                                        <p:strVal val="visible"/>
                                      </p:to>
                                    </p:set>
                                    <p:animEffect transition="in" filter="blinds(horizontal)">
                                      <p:cBhvr>
                                        <p:cTn id="22" dur="500"/>
                                        <p:tgtEl>
                                          <p:spTgt spid="6041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0419">
                                            <p:txEl>
                                              <p:pRg st="4" end="4"/>
                                            </p:txEl>
                                          </p:spTgt>
                                        </p:tgtEl>
                                        <p:attrNameLst>
                                          <p:attrName>style.visibility</p:attrName>
                                        </p:attrNameLst>
                                      </p:cBhvr>
                                      <p:to>
                                        <p:strVal val="visible"/>
                                      </p:to>
                                    </p:set>
                                    <p:animEffect transition="in" filter="blinds(horizontal)">
                                      <p:cBhvr>
                                        <p:cTn id="27" dur="500"/>
                                        <p:tgtEl>
                                          <p:spTgt spid="60419">
                                            <p:txEl>
                                              <p:pRg st="4" end="4"/>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60419">
                                            <p:txEl>
                                              <p:pRg st="5" end="5"/>
                                            </p:txEl>
                                          </p:spTgt>
                                        </p:tgtEl>
                                        <p:attrNameLst>
                                          <p:attrName>style.visibility</p:attrName>
                                        </p:attrNameLst>
                                      </p:cBhvr>
                                      <p:to>
                                        <p:strVal val="visible"/>
                                      </p:to>
                                    </p:set>
                                    <p:animEffect transition="in" filter="blinds(horizontal)">
                                      <p:cBhvr>
                                        <p:cTn id="30" dur="500"/>
                                        <p:tgtEl>
                                          <p:spTgt spid="60419">
                                            <p:txEl>
                                              <p:pRg st="5" end="5"/>
                                            </p:txEl>
                                          </p:spTgt>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60419">
                                            <p:txEl>
                                              <p:pRg st="6" end="6"/>
                                            </p:txEl>
                                          </p:spTgt>
                                        </p:tgtEl>
                                        <p:attrNameLst>
                                          <p:attrName>style.visibility</p:attrName>
                                        </p:attrNameLst>
                                      </p:cBhvr>
                                      <p:to>
                                        <p:strVal val="visible"/>
                                      </p:to>
                                    </p:set>
                                    <p:animEffect transition="in" filter="blinds(horizontal)">
                                      <p:cBhvr>
                                        <p:cTn id="33" dur="500"/>
                                        <p:tgtEl>
                                          <p:spTgt spid="60419">
                                            <p:txEl>
                                              <p:pRg st="6" end="6"/>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60419">
                                            <p:txEl>
                                              <p:pRg st="7" end="7"/>
                                            </p:txEl>
                                          </p:spTgt>
                                        </p:tgtEl>
                                        <p:attrNameLst>
                                          <p:attrName>style.visibility</p:attrName>
                                        </p:attrNameLst>
                                      </p:cBhvr>
                                      <p:to>
                                        <p:strVal val="visible"/>
                                      </p:to>
                                    </p:set>
                                    <p:animEffect transition="in" filter="blinds(horizontal)">
                                      <p:cBhvr>
                                        <p:cTn id="36" dur="500"/>
                                        <p:tgtEl>
                                          <p:spTgt spid="6041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56B0D221-44C2-4E1B-8313-472FA62A580A}"/>
              </a:ext>
            </a:extLst>
          </p:cNvPr>
          <p:cNvSpPr>
            <a:spLocks noGrp="1"/>
          </p:cNvSpPr>
          <p:nvPr>
            <p:ph type="title"/>
          </p:nvPr>
        </p:nvSpPr>
        <p:spPr>
          <a:xfrm>
            <a:off x="2135188" y="-171450"/>
            <a:ext cx="8229600" cy="1143000"/>
          </a:xfrm>
        </p:spPr>
        <p:txBody>
          <a:bodyPr/>
          <a:lstStyle/>
          <a:p>
            <a:r>
              <a:rPr lang="en-AU" altLang="en-US" b="1" dirty="0">
                <a:solidFill>
                  <a:schemeClr val="accent6"/>
                </a:solidFill>
              </a:rPr>
              <a:t>Principals of Supreme Court?</a:t>
            </a:r>
          </a:p>
        </p:txBody>
      </p:sp>
      <p:sp>
        <p:nvSpPr>
          <p:cNvPr id="3" name="Content Placeholder 2">
            <a:extLst>
              <a:ext uri="{FF2B5EF4-FFF2-40B4-BE49-F238E27FC236}">
                <a16:creationId xmlns:a16="http://schemas.microsoft.com/office/drawing/2014/main" id="{ECA450A7-7E19-46B5-89EE-B722318042E0}"/>
              </a:ext>
            </a:extLst>
          </p:cNvPr>
          <p:cNvSpPr>
            <a:spLocks noGrp="1"/>
          </p:cNvSpPr>
          <p:nvPr>
            <p:ph idx="1"/>
          </p:nvPr>
        </p:nvSpPr>
        <p:spPr>
          <a:xfrm>
            <a:off x="494666" y="599281"/>
            <a:ext cx="8893175" cy="5659437"/>
          </a:xfrm>
        </p:spPr>
        <p:txBody>
          <a:bodyPr>
            <a:normAutofit fontScale="85000" lnSpcReduction="20000"/>
          </a:bodyPr>
          <a:lstStyle/>
          <a:p>
            <a:pPr>
              <a:defRPr/>
            </a:pPr>
            <a:r>
              <a:rPr lang="en-AU" sz="2800" dirty="0"/>
              <a:t>Equality</a:t>
            </a:r>
          </a:p>
          <a:p>
            <a:pPr>
              <a:defRPr/>
            </a:pPr>
            <a:r>
              <a:rPr lang="en-AU" sz="2800" dirty="0"/>
              <a:t>Open trials</a:t>
            </a:r>
          </a:p>
          <a:p>
            <a:pPr>
              <a:defRPr/>
            </a:pPr>
            <a:r>
              <a:rPr lang="en-AU" sz="2800" dirty="0"/>
              <a:t>Defence </a:t>
            </a:r>
          </a:p>
          <a:p>
            <a:pPr>
              <a:defRPr/>
            </a:pPr>
            <a:r>
              <a:rPr lang="en-AU" sz="2800" dirty="0"/>
              <a:t>Panels</a:t>
            </a:r>
          </a:p>
          <a:p>
            <a:pPr>
              <a:defRPr/>
            </a:pPr>
            <a:r>
              <a:rPr lang="en-AU" sz="2800" dirty="0"/>
              <a:t>System of challenge</a:t>
            </a:r>
          </a:p>
          <a:p>
            <a:pPr marL="0" indent="0">
              <a:buNone/>
              <a:defRPr/>
            </a:pPr>
            <a:r>
              <a:rPr lang="en-AU" sz="2800" dirty="0"/>
              <a:t>However, the Party supports </a:t>
            </a:r>
            <a:r>
              <a:rPr lang="en-AU" sz="2800" b="1" i="1" dirty="0"/>
              <a:t>rule by law</a:t>
            </a:r>
            <a:r>
              <a:rPr lang="en-AU" sz="2800" b="1" dirty="0"/>
              <a:t> </a:t>
            </a:r>
            <a:r>
              <a:rPr lang="en-AU" sz="2800" dirty="0"/>
              <a:t>not rule of law – so Party is not subject to confines of the law</a:t>
            </a:r>
          </a:p>
          <a:p>
            <a:pPr marL="0" indent="0">
              <a:buNone/>
              <a:defRPr/>
            </a:pPr>
            <a:r>
              <a:rPr lang="en-AU" sz="2800" dirty="0"/>
              <a:t>The Party commissions oversee polices, prosecutors and the courts</a:t>
            </a:r>
          </a:p>
          <a:p>
            <a:pPr marL="0" indent="0">
              <a:buNone/>
              <a:defRPr/>
            </a:pPr>
            <a:r>
              <a:rPr lang="en-AU" sz="2800" dirty="0"/>
              <a:t>They can intervene in matters to ensure the CCP’s interests are met</a:t>
            </a:r>
          </a:p>
          <a:p>
            <a:pPr marL="0" indent="0">
              <a:buNone/>
              <a:defRPr/>
            </a:pPr>
            <a:r>
              <a:rPr lang="en-AU" sz="2800" dirty="0"/>
              <a:t>Who appoints judges? </a:t>
            </a:r>
            <a:r>
              <a:rPr lang="mr-IN" sz="2800" dirty="0"/>
              <a:t>…</a:t>
            </a:r>
            <a:r>
              <a:rPr lang="en-US" sz="2800" dirty="0"/>
              <a:t>. NPC</a:t>
            </a:r>
            <a:endParaRPr lang="en-AU" sz="2800" dirty="0"/>
          </a:p>
        </p:txBody>
      </p:sp>
      <p:pic>
        <p:nvPicPr>
          <p:cNvPr id="63492" name="Picture 3">
            <a:extLst>
              <a:ext uri="{FF2B5EF4-FFF2-40B4-BE49-F238E27FC236}">
                <a16:creationId xmlns:a16="http://schemas.microsoft.com/office/drawing/2014/main" id="{4E03A99D-9D56-4993-A799-89F42763DC5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123161" y="862020"/>
            <a:ext cx="3068839" cy="2566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F0939-5273-448B-BD81-8031C1F7E254}"/>
              </a:ext>
            </a:extLst>
          </p:cNvPr>
          <p:cNvSpPr>
            <a:spLocks noGrp="1"/>
          </p:cNvSpPr>
          <p:nvPr>
            <p:ph type="title"/>
          </p:nvPr>
        </p:nvSpPr>
        <p:spPr/>
        <p:txBody>
          <a:bodyPr/>
          <a:lstStyle/>
          <a:p>
            <a:endParaRPr lang="en-AU"/>
          </a:p>
        </p:txBody>
      </p:sp>
      <p:sp>
        <p:nvSpPr>
          <p:cNvPr id="3" name="Content Placeholder 2">
            <a:extLst>
              <a:ext uri="{FF2B5EF4-FFF2-40B4-BE49-F238E27FC236}">
                <a16:creationId xmlns:a16="http://schemas.microsoft.com/office/drawing/2014/main" id="{025F53CB-6095-4794-8982-68D155A8768A}"/>
              </a:ext>
            </a:extLst>
          </p:cNvPr>
          <p:cNvSpPr>
            <a:spLocks noGrp="1"/>
          </p:cNvSpPr>
          <p:nvPr>
            <p:ph idx="1"/>
          </p:nvPr>
        </p:nvSpPr>
        <p:spPr/>
        <p:txBody>
          <a:bodyPr/>
          <a:lstStyle/>
          <a:p>
            <a:endParaRPr lang="en-AU"/>
          </a:p>
        </p:txBody>
      </p:sp>
      <p:pic>
        <p:nvPicPr>
          <p:cNvPr id="4" name="Content Placeholder 3">
            <a:extLst>
              <a:ext uri="{FF2B5EF4-FFF2-40B4-BE49-F238E27FC236}">
                <a16:creationId xmlns:a16="http://schemas.microsoft.com/office/drawing/2014/main" id="{8AD35400-6923-4A49-AB1F-8837F778D5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251286" y="0"/>
            <a:ext cx="9933700" cy="6705246"/>
          </a:xfrm>
          <a:prstGeom prst="rect">
            <a:avLst/>
          </a:prstGeom>
        </p:spPr>
      </p:pic>
    </p:spTree>
    <p:extLst>
      <p:ext uri="{BB962C8B-B14F-4D97-AF65-F5344CB8AC3E}">
        <p14:creationId xmlns:p14="http://schemas.microsoft.com/office/powerpoint/2010/main" val="19243129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321ED-03C5-4E76-B9E3-11E75F3E20EF}"/>
              </a:ext>
            </a:extLst>
          </p:cNvPr>
          <p:cNvSpPr>
            <a:spLocks noGrp="1"/>
          </p:cNvSpPr>
          <p:nvPr>
            <p:ph type="title"/>
          </p:nvPr>
        </p:nvSpPr>
        <p:spPr>
          <a:xfrm>
            <a:off x="1451579" y="319490"/>
            <a:ext cx="9291215" cy="1049235"/>
          </a:xfrm>
        </p:spPr>
        <p:txBody>
          <a:bodyPr/>
          <a:lstStyle/>
          <a:p>
            <a:r>
              <a:rPr lang="en-AU" dirty="0"/>
              <a:t>EVALUATION OF NON-DEMOCRATIC SYSTEM</a:t>
            </a:r>
          </a:p>
        </p:txBody>
      </p:sp>
      <p:sp>
        <p:nvSpPr>
          <p:cNvPr id="3" name="Content Placeholder 2">
            <a:extLst>
              <a:ext uri="{FF2B5EF4-FFF2-40B4-BE49-F238E27FC236}">
                <a16:creationId xmlns:a16="http://schemas.microsoft.com/office/drawing/2014/main" id="{C5DA0F28-BC73-4CC8-B6F0-0DB03CDE9814}"/>
              </a:ext>
            </a:extLst>
          </p:cNvPr>
          <p:cNvSpPr>
            <a:spLocks noGrp="1"/>
          </p:cNvSpPr>
          <p:nvPr>
            <p:ph idx="1"/>
          </p:nvPr>
        </p:nvSpPr>
        <p:spPr>
          <a:xfrm>
            <a:off x="421419" y="1447138"/>
            <a:ext cx="8817997" cy="4420926"/>
          </a:xfrm>
        </p:spPr>
        <p:txBody>
          <a:bodyPr>
            <a:normAutofit fontScale="92500" lnSpcReduction="20000"/>
          </a:bodyPr>
          <a:lstStyle/>
          <a:p>
            <a:pPr lvl="0">
              <a:buFont typeface="Wingdings" panose="05000000000000000000" pitchFamily="2" charset="2"/>
              <a:buChar char="v"/>
            </a:pPr>
            <a:r>
              <a:rPr lang="en-US" dirty="0"/>
              <a:t>Elections are not free or fair </a:t>
            </a:r>
            <a:endParaRPr lang="en-AU" dirty="0"/>
          </a:p>
          <a:p>
            <a:pPr lvl="0">
              <a:buFont typeface="Wingdings" panose="05000000000000000000" pitchFamily="2" charset="2"/>
              <a:buChar char="v"/>
            </a:pPr>
            <a:r>
              <a:rPr lang="en-US" dirty="0"/>
              <a:t>Strong censorship </a:t>
            </a:r>
            <a:endParaRPr lang="en-AU" dirty="0"/>
          </a:p>
          <a:p>
            <a:pPr lvl="0">
              <a:buFont typeface="Wingdings" panose="05000000000000000000" pitchFamily="2" charset="2"/>
              <a:buChar char="v"/>
            </a:pPr>
            <a:r>
              <a:rPr lang="en-US" dirty="0"/>
              <a:t>Abuse of civil liberties </a:t>
            </a:r>
            <a:endParaRPr lang="en-AU" dirty="0"/>
          </a:p>
          <a:p>
            <a:pPr lvl="0">
              <a:buFont typeface="Wingdings" panose="05000000000000000000" pitchFamily="2" charset="2"/>
              <a:buChar char="v"/>
            </a:pPr>
            <a:r>
              <a:rPr lang="en-US" dirty="0"/>
              <a:t>Repression of criticism of government; human rights abuses; political prisoners</a:t>
            </a:r>
            <a:endParaRPr lang="en-AU" dirty="0"/>
          </a:p>
          <a:p>
            <a:pPr lvl="0">
              <a:buFont typeface="Wingdings" panose="05000000000000000000" pitchFamily="2" charset="2"/>
              <a:buChar char="v"/>
            </a:pPr>
            <a:r>
              <a:rPr lang="en-US" dirty="0"/>
              <a:t>One party rule </a:t>
            </a:r>
            <a:endParaRPr lang="en-AU" dirty="0"/>
          </a:p>
          <a:p>
            <a:pPr lvl="0">
              <a:buFont typeface="Wingdings" panose="05000000000000000000" pitchFamily="2" charset="2"/>
              <a:buChar char="v"/>
            </a:pPr>
            <a:r>
              <a:rPr lang="en-US" dirty="0"/>
              <a:t>Lack of judicial independence</a:t>
            </a:r>
            <a:endParaRPr lang="en-AU" dirty="0"/>
          </a:p>
          <a:p>
            <a:pPr lvl="0">
              <a:buFont typeface="Wingdings" panose="05000000000000000000" pitchFamily="2" charset="2"/>
              <a:buChar char="v"/>
            </a:pPr>
            <a:r>
              <a:rPr lang="en-US" dirty="0"/>
              <a:t>Rulers and the government not held accountable for their actions</a:t>
            </a:r>
            <a:endParaRPr lang="en-AU" dirty="0"/>
          </a:p>
          <a:p>
            <a:pPr lvl="0">
              <a:buFont typeface="Wingdings" panose="05000000000000000000" pitchFamily="2" charset="2"/>
              <a:buChar char="v"/>
            </a:pPr>
            <a:r>
              <a:rPr lang="en-US" dirty="0"/>
              <a:t>Political parties forbidden</a:t>
            </a:r>
            <a:endParaRPr lang="en-AU" dirty="0"/>
          </a:p>
          <a:p>
            <a:pPr lvl="0">
              <a:buFont typeface="Wingdings" panose="05000000000000000000" pitchFamily="2" charset="2"/>
              <a:buChar char="v"/>
            </a:pPr>
            <a:r>
              <a:rPr lang="en-US" dirty="0"/>
              <a:t>Freedom of movement limited </a:t>
            </a:r>
            <a:endParaRPr lang="en-AU" dirty="0"/>
          </a:p>
          <a:p>
            <a:pPr lvl="0">
              <a:buFont typeface="Wingdings" panose="05000000000000000000" pitchFamily="2" charset="2"/>
              <a:buChar char="v"/>
            </a:pPr>
            <a:r>
              <a:rPr lang="en-US" dirty="0"/>
              <a:t>Constitutionalism limited </a:t>
            </a:r>
            <a:endParaRPr lang="en-AU" dirty="0"/>
          </a:p>
          <a:p>
            <a:pPr>
              <a:buFont typeface="Wingdings" panose="05000000000000000000" pitchFamily="2" charset="2"/>
              <a:buChar char="v"/>
            </a:pPr>
            <a:endParaRPr lang="en-AU" dirty="0"/>
          </a:p>
        </p:txBody>
      </p:sp>
      <mc:AlternateContent xmlns:mc="http://schemas.openxmlformats.org/markup-compatibility/2006" xmlns:p14="http://schemas.microsoft.com/office/powerpoint/2010/main" xmlns:aink="http://schemas.microsoft.com/office/drawing/2016/ink">
        <mc:Choice Requires="p14 aink">
          <p:contentPart p14:bwMode="auto" r:id="rId2">
            <p14:nvContentPartPr>
              <p14:cNvPr id="20" name="Ink 19">
                <a:extLst>
                  <a:ext uri="{FF2B5EF4-FFF2-40B4-BE49-F238E27FC236}">
                    <a16:creationId xmlns:a16="http://schemas.microsoft.com/office/drawing/2014/main" id="{88CDA394-EC52-4EFD-AD19-5BDB8B428FE9}"/>
                  </a:ext>
                </a:extLst>
              </p14:cNvPr>
              <p14:cNvContentPartPr/>
              <p14:nvPr/>
            </p14:nvContentPartPr>
            <p14:xfrm>
              <a:off x="8297170" y="1786445"/>
              <a:ext cx="3633120" cy="2441160"/>
            </p14:xfrm>
          </p:contentPart>
        </mc:Choice>
        <mc:Fallback xmlns="">
          <p:pic>
            <p:nvPicPr>
              <p:cNvPr id="20" name="Ink 19">
                <a:extLst>
                  <a:ext uri="{FF2B5EF4-FFF2-40B4-BE49-F238E27FC236}">
                    <a16:creationId xmlns:a16="http://schemas.microsoft.com/office/drawing/2014/main" id="{88CDA394-EC52-4EFD-AD19-5BDB8B428FE9}"/>
                  </a:ext>
                </a:extLst>
              </p:cNvPr>
              <p:cNvPicPr/>
              <p:nvPr/>
            </p:nvPicPr>
            <p:blipFill>
              <a:blip r:embed="rId3"/>
              <a:stretch>
                <a:fillRect/>
              </a:stretch>
            </p:blipFill>
            <p:spPr>
              <a:xfrm>
                <a:off x="8234176" y="1723445"/>
                <a:ext cx="3758748" cy="2566800"/>
              </a:xfrm>
              <a:prstGeom prst="rect">
                <a:avLst/>
              </a:prstGeom>
            </p:spPr>
          </p:pic>
        </mc:Fallback>
      </mc:AlternateContent>
    </p:spTree>
    <p:extLst>
      <p:ext uri="{BB962C8B-B14F-4D97-AF65-F5344CB8AC3E}">
        <p14:creationId xmlns:p14="http://schemas.microsoft.com/office/powerpoint/2010/main" val="38903809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9E636-299B-4825-9066-9D5CDEECE060}"/>
              </a:ext>
            </a:extLst>
          </p:cNvPr>
          <p:cNvSpPr>
            <a:spLocks noGrp="1"/>
          </p:cNvSpPr>
          <p:nvPr>
            <p:ph type="title"/>
          </p:nvPr>
        </p:nvSpPr>
        <p:spPr>
          <a:xfrm>
            <a:off x="7176413" y="1654726"/>
            <a:ext cx="4162489" cy="2466839"/>
          </a:xfrm>
        </p:spPr>
        <p:txBody>
          <a:bodyPr vert="horz" lIns="91440" tIns="45720" rIns="91440" bIns="0" rtlCol="0" anchor="b">
            <a:normAutofit/>
          </a:bodyPr>
          <a:lstStyle/>
          <a:p>
            <a:r>
              <a:rPr lang="en-US" sz="4800" dirty="0"/>
              <a:t>UNIT 1 SYLLABUS</a:t>
            </a:r>
          </a:p>
        </p:txBody>
      </p:sp>
      <p:pic>
        <p:nvPicPr>
          <p:cNvPr id="12" name="Content Placeholder 8">
            <a:extLst>
              <a:ext uri="{FF2B5EF4-FFF2-40B4-BE49-F238E27FC236}">
                <a16:creationId xmlns:a16="http://schemas.microsoft.com/office/drawing/2014/main" id="{52A4726A-9CCE-4885-8568-19C70A4B17A7}"/>
              </a:ext>
            </a:extLst>
          </p:cNvPr>
          <p:cNvPicPr>
            <a:picLocks noGrp="1" noChangeAspect="1"/>
          </p:cNvPicPr>
          <p:nvPr>
            <p:ph idx="1"/>
          </p:nvPr>
        </p:nvPicPr>
        <p:blipFill>
          <a:blip r:embed="rId2"/>
          <a:stretch>
            <a:fillRect/>
          </a:stretch>
        </p:blipFill>
        <p:spPr>
          <a:xfrm>
            <a:off x="-1" y="0"/>
            <a:ext cx="7036067" cy="6912936"/>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3">
            <p14:nvContentPartPr>
              <p14:cNvPr id="3" name="Ink 2">
                <a:extLst>
                  <a:ext uri="{FF2B5EF4-FFF2-40B4-BE49-F238E27FC236}">
                    <a16:creationId xmlns:a16="http://schemas.microsoft.com/office/drawing/2014/main" id="{0996E969-7734-42C3-ACF4-2CC6EF9012DC}"/>
                  </a:ext>
                </a:extLst>
              </p14:cNvPr>
              <p14:cNvContentPartPr/>
              <p14:nvPr/>
            </p14:nvContentPartPr>
            <p14:xfrm>
              <a:off x="336850" y="656405"/>
              <a:ext cx="6320160" cy="412560"/>
            </p14:xfrm>
          </p:contentPart>
        </mc:Choice>
        <mc:Fallback xmlns="">
          <p:pic>
            <p:nvPicPr>
              <p:cNvPr id="3" name="Ink 2">
                <a:extLst>
                  <a:ext uri="{FF2B5EF4-FFF2-40B4-BE49-F238E27FC236}">
                    <a16:creationId xmlns:a16="http://schemas.microsoft.com/office/drawing/2014/main" id="{0996E969-7734-42C3-ACF4-2CC6EF9012DC}"/>
                  </a:ext>
                </a:extLst>
              </p:cNvPr>
              <p:cNvPicPr/>
              <p:nvPr/>
            </p:nvPicPr>
            <p:blipFill>
              <a:blip r:embed="rId4"/>
              <a:stretch>
                <a:fillRect/>
              </a:stretch>
            </p:blipFill>
            <p:spPr>
              <a:xfrm>
                <a:off x="274210" y="593765"/>
                <a:ext cx="6445800" cy="538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5" name="Ink 4">
                <a:extLst>
                  <a:ext uri="{FF2B5EF4-FFF2-40B4-BE49-F238E27FC236}">
                    <a16:creationId xmlns:a16="http://schemas.microsoft.com/office/drawing/2014/main" id="{F805F41A-5597-475F-8C2B-4347F11ADE47}"/>
                  </a:ext>
                </a:extLst>
              </p14:cNvPr>
              <p14:cNvContentPartPr/>
              <p14:nvPr/>
            </p14:nvContentPartPr>
            <p14:xfrm>
              <a:off x="271330" y="1278845"/>
              <a:ext cx="3540960" cy="1018440"/>
            </p14:xfrm>
          </p:contentPart>
        </mc:Choice>
        <mc:Fallback xmlns="">
          <p:pic>
            <p:nvPicPr>
              <p:cNvPr id="5" name="Ink 4">
                <a:extLst>
                  <a:ext uri="{FF2B5EF4-FFF2-40B4-BE49-F238E27FC236}">
                    <a16:creationId xmlns:a16="http://schemas.microsoft.com/office/drawing/2014/main" id="{F805F41A-5597-475F-8C2B-4347F11ADE47}"/>
                  </a:ext>
                </a:extLst>
              </p:cNvPr>
              <p:cNvPicPr/>
              <p:nvPr/>
            </p:nvPicPr>
            <p:blipFill>
              <a:blip r:embed="rId6"/>
              <a:stretch>
                <a:fillRect/>
              </a:stretch>
            </p:blipFill>
            <p:spPr>
              <a:xfrm>
                <a:off x="208690" y="1215845"/>
                <a:ext cx="3666600" cy="1144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4" name="Ink 3">
                <a:extLst>
                  <a:ext uri="{FF2B5EF4-FFF2-40B4-BE49-F238E27FC236}">
                    <a16:creationId xmlns:a16="http://schemas.microsoft.com/office/drawing/2014/main" id="{FEA8B6DA-1A7D-4BF6-9280-3010FEF8618C}"/>
                  </a:ext>
                </a:extLst>
              </p14:cNvPr>
              <p14:cNvContentPartPr/>
              <p14:nvPr/>
            </p14:nvContentPartPr>
            <p14:xfrm>
              <a:off x="143890" y="2168405"/>
              <a:ext cx="4648680" cy="537480"/>
            </p14:xfrm>
          </p:contentPart>
        </mc:Choice>
        <mc:Fallback xmlns="">
          <p:pic>
            <p:nvPicPr>
              <p:cNvPr id="4" name="Ink 3">
                <a:extLst>
                  <a:ext uri="{FF2B5EF4-FFF2-40B4-BE49-F238E27FC236}">
                    <a16:creationId xmlns:a16="http://schemas.microsoft.com/office/drawing/2014/main" id="{FEA8B6DA-1A7D-4BF6-9280-3010FEF8618C}"/>
                  </a:ext>
                </a:extLst>
              </p:cNvPr>
              <p:cNvPicPr/>
              <p:nvPr/>
            </p:nvPicPr>
            <p:blipFill>
              <a:blip r:embed="rId8"/>
              <a:stretch>
                <a:fillRect/>
              </a:stretch>
            </p:blipFill>
            <p:spPr>
              <a:xfrm>
                <a:off x="80890" y="2105765"/>
                <a:ext cx="4774320" cy="663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6" name="Ink 5">
                <a:extLst>
                  <a:ext uri="{FF2B5EF4-FFF2-40B4-BE49-F238E27FC236}">
                    <a16:creationId xmlns:a16="http://schemas.microsoft.com/office/drawing/2014/main" id="{02808666-6439-484A-879A-D34CEB21EBD5}"/>
                  </a:ext>
                </a:extLst>
              </p14:cNvPr>
              <p14:cNvContentPartPr/>
              <p14:nvPr/>
            </p14:nvContentPartPr>
            <p14:xfrm>
              <a:off x="188866" y="2805425"/>
              <a:ext cx="4889160" cy="199080"/>
            </p14:xfrm>
          </p:contentPart>
        </mc:Choice>
        <mc:Fallback xmlns="">
          <p:pic>
            <p:nvPicPr>
              <p:cNvPr id="6" name="Ink 5">
                <a:extLst>
                  <a:ext uri="{FF2B5EF4-FFF2-40B4-BE49-F238E27FC236}">
                    <a16:creationId xmlns:a16="http://schemas.microsoft.com/office/drawing/2014/main" id="{02808666-6439-484A-879A-D34CEB21EBD5}"/>
                  </a:ext>
                </a:extLst>
              </p:cNvPr>
              <p:cNvPicPr/>
              <p:nvPr/>
            </p:nvPicPr>
            <p:blipFill>
              <a:blip r:embed="rId10"/>
              <a:stretch>
                <a:fillRect/>
              </a:stretch>
            </p:blipFill>
            <p:spPr>
              <a:xfrm>
                <a:off x="125866" y="2742539"/>
                <a:ext cx="5014800" cy="324493"/>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18" name="Ink 17">
                <a:extLst>
                  <a:ext uri="{FF2B5EF4-FFF2-40B4-BE49-F238E27FC236}">
                    <a16:creationId xmlns:a16="http://schemas.microsoft.com/office/drawing/2014/main" id="{FB011F32-7FC9-4702-B52B-64AD01553FFF}"/>
                  </a:ext>
                </a:extLst>
              </p14:cNvPr>
              <p14:cNvContentPartPr/>
              <p14:nvPr/>
            </p14:nvContentPartPr>
            <p14:xfrm>
              <a:off x="387250" y="3213219"/>
              <a:ext cx="3681720" cy="1138320"/>
            </p14:xfrm>
          </p:contentPart>
        </mc:Choice>
        <mc:Fallback xmlns="">
          <p:pic>
            <p:nvPicPr>
              <p:cNvPr id="18" name="Ink 17">
                <a:extLst>
                  <a:ext uri="{FF2B5EF4-FFF2-40B4-BE49-F238E27FC236}">
                    <a16:creationId xmlns:a16="http://schemas.microsoft.com/office/drawing/2014/main" id="{FB011F32-7FC9-4702-B52B-64AD01553FFF}"/>
                  </a:ext>
                </a:extLst>
              </p:cNvPr>
              <p:cNvPicPr/>
              <p:nvPr/>
            </p:nvPicPr>
            <p:blipFill>
              <a:blip r:embed="rId12"/>
              <a:stretch>
                <a:fillRect/>
              </a:stretch>
            </p:blipFill>
            <p:spPr>
              <a:xfrm>
                <a:off x="324610" y="3150219"/>
                <a:ext cx="3807360" cy="1263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7" name="Ink 6">
                <a:extLst>
                  <a:ext uri="{FF2B5EF4-FFF2-40B4-BE49-F238E27FC236}">
                    <a16:creationId xmlns:a16="http://schemas.microsoft.com/office/drawing/2014/main" id="{74F841CE-97CF-42E0-AA70-7D488A9DDA90}"/>
                  </a:ext>
                </a:extLst>
              </p14:cNvPr>
              <p14:cNvContentPartPr/>
              <p14:nvPr/>
            </p14:nvContentPartPr>
            <p14:xfrm>
              <a:off x="309850" y="4355139"/>
              <a:ext cx="3930480" cy="720720"/>
            </p14:xfrm>
          </p:contentPart>
        </mc:Choice>
        <mc:Fallback xmlns="">
          <p:pic>
            <p:nvPicPr>
              <p:cNvPr id="7" name="Ink 6">
                <a:extLst>
                  <a:ext uri="{FF2B5EF4-FFF2-40B4-BE49-F238E27FC236}">
                    <a16:creationId xmlns:a16="http://schemas.microsoft.com/office/drawing/2014/main" id="{74F841CE-97CF-42E0-AA70-7D488A9DDA90}"/>
                  </a:ext>
                </a:extLst>
              </p:cNvPr>
              <p:cNvPicPr/>
              <p:nvPr/>
            </p:nvPicPr>
            <p:blipFill>
              <a:blip r:embed="rId14"/>
              <a:stretch>
                <a:fillRect/>
              </a:stretch>
            </p:blipFill>
            <p:spPr>
              <a:xfrm>
                <a:off x="246850" y="4292499"/>
                <a:ext cx="4056120" cy="846360"/>
              </a:xfrm>
              <a:prstGeom prst="rect">
                <a:avLst/>
              </a:prstGeom>
            </p:spPr>
          </p:pic>
        </mc:Fallback>
      </mc:AlternateContent>
    </p:spTree>
    <p:extLst>
      <p:ext uri="{BB962C8B-B14F-4D97-AF65-F5344CB8AC3E}">
        <p14:creationId xmlns:p14="http://schemas.microsoft.com/office/powerpoint/2010/main" val="36088316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4368D-AF3B-486E-91D7-2A392805A28B}"/>
              </a:ext>
            </a:extLst>
          </p:cNvPr>
          <p:cNvSpPr>
            <a:spLocks noGrp="1"/>
          </p:cNvSpPr>
          <p:nvPr>
            <p:ph type="title"/>
          </p:nvPr>
        </p:nvSpPr>
        <p:spPr>
          <a:xfrm>
            <a:off x="1451580" y="0"/>
            <a:ext cx="9291215" cy="1049235"/>
          </a:xfrm>
        </p:spPr>
        <p:txBody>
          <a:bodyPr>
            <a:normAutofit/>
          </a:bodyPr>
          <a:lstStyle/>
          <a:p>
            <a:r>
              <a:rPr lang="en-AU" sz="3600" b="1" dirty="0">
                <a:highlight>
                  <a:srgbClr val="00FF00"/>
                </a:highlight>
              </a:rPr>
              <a:t>DOT POINT 6</a:t>
            </a:r>
            <a:r>
              <a:rPr lang="en-AU" sz="3600" b="1" dirty="0"/>
              <a:t>: CHAPTER 5</a:t>
            </a:r>
          </a:p>
        </p:txBody>
      </p:sp>
      <p:sp>
        <p:nvSpPr>
          <p:cNvPr id="3" name="Content Placeholder 2">
            <a:extLst>
              <a:ext uri="{FF2B5EF4-FFF2-40B4-BE49-F238E27FC236}">
                <a16:creationId xmlns:a16="http://schemas.microsoft.com/office/drawing/2014/main" id="{1F950CB3-F67D-4987-B6DE-F0C9B91F898B}"/>
              </a:ext>
            </a:extLst>
          </p:cNvPr>
          <p:cNvSpPr>
            <a:spLocks noGrp="1"/>
          </p:cNvSpPr>
          <p:nvPr>
            <p:ph idx="1"/>
          </p:nvPr>
        </p:nvSpPr>
        <p:spPr>
          <a:xfrm>
            <a:off x="286383" y="1049235"/>
            <a:ext cx="11905617" cy="5091683"/>
          </a:xfrm>
        </p:spPr>
        <p:txBody>
          <a:bodyPr>
            <a:normAutofit fontScale="85000" lnSpcReduction="20000"/>
          </a:bodyPr>
          <a:lstStyle/>
          <a:p>
            <a:pPr marL="0" indent="0">
              <a:buNone/>
            </a:pPr>
            <a:r>
              <a:rPr lang="en-AU" dirty="0"/>
              <a:t>Types of laws made by parliaments, courts and subordinate authorities </a:t>
            </a:r>
            <a:r>
              <a:rPr lang="en-AU" b="1" dirty="0">
                <a:solidFill>
                  <a:srgbClr val="FFFF00"/>
                </a:solidFill>
              </a:rPr>
              <a:t>(delegated legislation)</a:t>
            </a:r>
            <a:endParaRPr lang="en-AU" dirty="0">
              <a:solidFill>
                <a:srgbClr val="FFFF00"/>
              </a:solidFill>
            </a:endParaRPr>
          </a:p>
          <a:p>
            <a:pPr lvl="0"/>
            <a:r>
              <a:rPr lang="en-US" dirty="0"/>
              <a:t>Laws made by parliament are known as statute laws</a:t>
            </a:r>
            <a:endParaRPr lang="en-AU" dirty="0"/>
          </a:p>
          <a:p>
            <a:pPr lvl="0"/>
            <a:r>
              <a:rPr lang="en-US" dirty="0"/>
              <a:t>Laws made by parliament override a law made by the courts (parliamentary sovereignty) </a:t>
            </a:r>
            <a:endParaRPr lang="en-AU" dirty="0"/>
          </a:p>
          <a:p>
            <a:pPr lvl="0"/>
            <a:r>
              <a:rPr lang="en-US" dirty="0"/>
              <a:t>A statute law is binding on the whole community </a:t>
            </a:r>
            <a:endParaRPr lang="en-AU" dirty="0"/>
          </a:p>
          <a:p>
            <a:pPr lvl="0"/>
            <a:r>
              <a:rPr lang="en-US" dirty="0"/>
              <a:t>‘In </a:t>
            </a:r>
            <a:r>
              <a:rPr lang="en-US" dirty="0" err="1"/>
              <a:t>futuro</a:t>
            </a:r>
            <a:r>
              <a:rPr lang="en-US" dirty="0"/>
              <a:t>’ by predicting future causes of conflict and setting up ways of dealing with them; they apply to future situations and not retrospectively</a:t>
            </a:r>
            <a:endParaRPr lang="en-AU" dirty="0"/>
          </a:p>
          <a:p>
            <a:pPr marL="0" indent="0">
              <a:buNone/>
            </a:pPr>
            <a:r>
              <a:rPr lang="en-AU" b="1" dirty="0">
                <a:solidFill>
                  <a:srgbClr val="FFFF00"/>
                </a:solidFill>
              </a:rPr>
              <a:t>Delegated Legislation:</a:t>
            </a:r>
          </a:p>
          <a:p>
            <a:r>
              <a:rPr lang="en-AU" dirty="0"/>
              <a:t>Parliament can pass delegated legislation</a:t>
            </a:r>
          </a:p>
          <a:p>
            <a:r>
              <a:rPr lang="en-AU" dirty="0"/>
              <a:t>This gives authority or government departments and subordinate authorities to create legally binding regulations </a:t>
            </a:r>
          </a:p>
          <a:p>
            <a:r>
              <a:rPr lang="en-AU" dirty="0"/>
              <a:t>The act that allows this is called an </a:t>
            </a:r>
            <a:r>
              <a:rPr lang="en-AU" b="1" dirty="0"/>
              <a:t>enabling act</a:t>
            </a:r>
          </a:p>
          <a:p>
            <a:r>
              <a:rPr lang="en-AU" dirty="0"/>
              <a:t>An enabling act sets out the general principles of the law</a:t>
            </a:r>
          </a:p>
          <a:p>
            <a:r>
              <a:rPr lang="en-AU" dirty="0"/>
              <a:t>However, it allows for the creation of an extensive body of specific regulations or </a:t>
            </a:r>
            <a:r>
              <a:rPr lang="en-AU" b="1" dirty="0"/>
              <a:t>bylaws</a:t>
            </a:r>
          </a:p>
          <a:p>
            <a:r>
              <a:rPr lang="en-AU" dirty="0"/>
              <a:t>Example: the </a:t>
            </a:r>
            <a:r>
              <a:rPr lang="en-AU" i="1" dirty="0"/>
              <a:t>Local Government Act </a:t>
            </a:r>
            <a:r>
              <a:rPr lang="en-AU" dirty="0"/>
              <a:t>provides delegated authority for a huge range of local regulations and bylaws</a:t>
            </a:r>
          </a:p>
          <a:p>
            <a:pPr marL="0" indent="0">
              <a:buNone/>
            </a:pPr>
            <a:endParaRPr lang="en-AU" dirty="0"/>
          </a:p>
        </p:txBody>
      </p:sp>
    </p:spTree>
    <p:extLst>
      <p:ext uri="{BB962C8B-B14F-4D97-AF65-F5344CB8AC3E}">
        <p14:creationId xmlns:p14="http://schemas.microsoft.com/office/powerpoint/2010/main" val="2936658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9E636-299B-4825-9066-9D5CDEECE060}"/>
              </a:ext>
            </a:extLst>
          </p:cNvPr>
          <p:cNvSpPr>
            <a:spLocks noGrp="1"/>
          </p:cNvSpPr>
          <p:nvPr>
            <p:ph type="title"/>
          </p:nvPr>
        </p:nvSpPr>
        <p:spPr>
          <a:xfrm>
            <a:off x="7176413" y="1654726"/>
            <a:ext cx="4162489" cy="2466839"/>
          </a:xfrm>
        </p:spPr>
        <p:txBody>
          <a:bodyPr vert="horz" lIns="91440" tIns="45720" rIns="91440" bIns="0" rtlCol="0" anchor="b">
            <a:normAutofit/>
          </a:bodyPr>
          <a:lstStyle/>
          <a:p>
            <a:r>
              <a:rPr lang="en-US" sz="4800" dirty="0"/>
              <a:t>UNIT 1 SYLLABUS</a:t>
            </a:r>
          </a:p>
        </p:txBody>
      </p:sp>
      <p:pic>
        <p:nvPicPr>
          <p:cNvPr id="12" name="Content Placeholder 8">
            <a:extLst>
              <a:ext uri="{FF2B5EF4-FFF2-40B4-BE49-F238E27FC236}">
                <a16:creationId xmlns:a16="http://schemas.microsoft.com/office/drawing/2014/main" id="{52A4726A-9CCE-4885-8568-19C70A4B17A7}"/>
              </a:ext>
            </a:extLst>
          </p:cNvPr>
          <p:cNvPicPr>
            <a:picLocks noGrp="1" noChangeAspect="1"/>
          </p:cNvPicPr>
          <p:nvPr>
            <p:ph idx="1"/>
          </p:nvPr>
        </p:nvPicPr>
        <p:blipFill>
          <a:blip r:embed="rId2"/>
          <a:stretch>
            <a:fillRect/>
          </a:stretch>
        </p:blipFill>
        <p:spPr>
          <a:xfrm>
            <a:off x="-1" y="0"/>
            <a:ext cx="7036067" cy="6912936"/>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3">
            <p14:nvContentPartPr>
              <p14:cNvPr id="3" name="Ink 2">
                <a:extLst>
                  <a:ext uri="{FF2B5EF4-FFF2-40B4-BE49-F238E27FC236}">
                    <a16:creationId xmlns:a16="http://schemas.microsoft.com/office/drawing/2014/main" id="{0996E969-7734-42C3-ACF4-2CC6EF9012DC}"/>
                  </a:ext>
                </a:extLst>
              </p14:cNvPr>
              <p14:cNvContentPartPr/>
              <p14:nvPr/>
            </p14:nvContentPartPr>
            <p14:xfrm>
              <a:off x="336850" y="656405"/>
              <a:ext cx="6320160" cy="412560"/>
            </p14:xfrm>
          </p:contentPart>
        </mc:Choice>
        <mc:Fallback xmlns="">
          <p:pic>
            <p:nvPicPr>
              <p:cNvPr id="3" name="Ink 2">
                <a:extLst>
                  <a:ext uri="{FF2B5EF4-FFF2-40B4-BE49-F238E27FC236}">
                    <a16:creationId xmlns:a16="http://schemas.microsoft.com/office/drawing/2014/main" id="{0996E969-7734-42C3-ACF4-2CC6EF9012DC}"/>
                  </a:ext>
                </a:extLst>
              </p:cNvPr>
              <p:cNvPicPr/>
              <p:nvPr/>
            </p:nvPicPr>
            <p:blipFill>
              <a:blip r:embed="rId4"/>
              <a:stretch>
                <a:fillRect/>
              </a:stretch>
            </p:blipFill>
            <p:spPr>
              <a:xfrm>
                <a:off x="274210" y="593765"/>
                <a:ext cx="6445800" cy="538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5" name="Ink 4">
                <a:extLst>
                  <a:ext uri="{FF2B5EF4-FFF2-40B4-BE49-F238E27FC236}">
                    <a16:creationId xmlns:a16="http://schemas.microsoft.com/office/drawing/2014/main" id="{F805F41A-5597-475F-8C2B-4347F11ADE47}"/>
                  </a:ext>
                </a:extLst>
              </p14:cNvPr>
              <p14:cNvContentPartPr/>
              <p14:nvPr/>
            </p14:nvContentPartPr>
            <p14:xfrm>
              <a:off x="271330" y="1278845"/>
              <a:ext cx="3540960" cy="1018440"/>
            </p14:xfrm>
          </p:contentPart>
        </mc:Choice>
        <mc:Fallback xmlns="">
          <p:pic>
            <p:nvPicPr>
              <p:cNvPr id="5" name="Ink 4">
                <a:extLst>
                  <a:ext uri="{FF2B5EF4-FFF2-40B4-BE49-F238E27FC236}">
                    <a16:creationId xmlns:a16="http://schemas.microsoft.com/office/drawing/2014/main" id="{F805F41A-5597-475F-8C2B-4347F11ADE47}"/>
                  </a:ext>
                </a:extLst>
              </p:cNvPr>
              <p:cNvPicPr/>
              <p:nvPr/>
            </p:nvPicPr>
            <p:blipFill>
              <a:blip r:embed="rId6"/>
              <a:stretch>
                <a:fillRect/>
              </a:stretch>
            </p:blipFill>
            <p:spPr>
              <a:xfrm>
                <a:off x="208690" y="1215845"/>
                <a:ext cx="3666600" cy="1144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4" name="Ink 3">
                <a:extLst>
                  <a:ext uri="{FF2B5EF4-FFF2-40B4-BE49-F238E27FC236}">
                    <a16:creationId xmlns:a16="http://schemas.microsoft.com/office/drawing/2014/main" id="{FEA8B6DA-1A7D-4BF6-9280-3010FEF8618C}"/>
                  </a:ext>
                </a:extLst>
              </p14:cNvPr>
              <p14:cNvContentPartPr/>
              <p14:nvPr/>
            </p14:nvContentPartPr>
            <p14:xfrm>
              <a:off x="143890" y="2168405"/>
              <a:ext cx="4648680" cy="537480"/>
            </p14:xfrm>
          </p:contentPart>
        </mc:Choice>
        <mc:Fallback xmlns="">
          <p:pic>
            <p:nvPicPr>
              <p:cNvPr id="4" name="Ink 3">
                <a:extLst>
                  <a:ext uri="{FF2B5EF4-FFF2-40B4-BE49-F238E27FC236}">
                    <a16:creationId xmlns:a16="http://schemas.microsoft.com/office/drawing/2014/main" id="{FEA8B6DA-1A7D-4BF6-9280-3010FEF8618C}"/>
                  </a:ext>
                </a:extLst>
              </p:cNvPr>
              <p:cNvPicPr/>
              <p:nvPr/>
            </p:nvPicPr>
            <p:blipFill>
              <a:blip r:embed="rId8"/>
              <a:stretch>
                <a:fillRect/>
              </a:stretch>
            </p:blipFill>
            <p:spPr>
              <a:xfrm>
                <a:off x="80890" y="2105765"/>
                <a:ext cx="4774320" cy="663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6" name="Ink 5">
                <a:extLst>
                  <a:ext uri="{FF2B5EF4-FFF2-40B4-BE49-F238E27FC236}">
                    <a16:creationId xmlns:a16="http://schemas.microsoft.com/office/drawing/2014/main" id="{02808666-6439-484A-879A-D34CEB21EBD5}"/>
                  </a:ext>
                </a:extLst>
              </p14:cNvPr>
              <p14:cNvContentPartPr/>
              <p14:nvPr/>
            </p14:nvContentPartPr>
            <p14:xfrm>
              <a:off x="188866" y="2805425"/>
              <a:ext cx="4889160" cy="199080"/>
            </p14:xfrm>
          </p:contentPart>
        </mc:Choice>
        <mc:Fallback xmlns="">
          <p:pic>
            <p:nvPicPr>
              <p:cNvPr id="6" name="Ink 5">
                <a:extLst>
                  <a:ext uri="{FF2B5EF4-FFF2-40B4-BE49-F238E27FC236}">
                    <a16:creationId xmlns:a16="http://schemas.microsoft.com/office/drawing/2014/main" id="{02808666-6439-484A-879A-D34CEB21EBD5}"/>
                  </a:ext>
                </a:extLst>
              </p:cNvPr>
              <p:cNvPicPr/>
              <p:nvPr/>
            </p:nvPicPr>
            <p:blipFill>
              <a:blip r:embed="rId10"/>
              <a:stretch>
                <a:fillRect/>
              </a:stretch>
            </p:blipFill>
            <p:spPr>
              <a:xfrm>
                <a:off x="125866" y="2742539"/>
                <a:ext cx="5014800" cy="324493"/>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18" name="Ink 17">
                <a:extLst>
                  <a:ext uri="{FF2B5EF4-FFF2-40B4-BE49-F238E27FC236}">
                    <a16:creationId xmlns:a16="http://schemas.microsoft.com/office/drawing/2014/main" id="{FB011F32-7FC9-4702-B52B-64AD01553FFF}"/>
                  </a:ext>
                </a:extLst>
              </p14:cNvPr>
              <p14:cNvContentPartPr/>
              <p14:nvPr/>
            </p14:nvContentPartPr>
            <p14:xfrm>
              <a:off x="387250" y="3213219"/>
              <a:ext cx="3681720" cy="1138320"/>
            </p14:xfrm>
          </p:contentPart>
        </mc:Choice>
        <mc:Fallback xmlns="">
          <p:pic>
            <p:nvPicPr>
              <p:cNvPr id="18" name="Ink 17">
                <a:extLst>
                  <a:ext uri="{FF2B5EF4-FFF2-40B4-BE49-F238E27FC236}">
                    <a16:creationId xmlns:a16="http://schemas.microsoft.com/office/drawing/2014/main" id="{FB011F32-7FC9-4702-B52B-64AD01553FFF}"/>
                  </a:ext>
                </a:extLst>
              </p:cNvPr>
              <p:cNvPicPr/>
              <p:nvPr/>
            </p:nvPicPr>
            <p:blipFill>
              <a:blip r:embed="rId12"/>
              <a:stretch>
                <a:fillRect/>
              </a:stretch>
            </p:blipFill>
            <p:spPr>
              <a:xfrm>
                <a:off x="324610" y="3150219"/>
                <a:ext cx="3807360" cy="1263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7" name="Ink 6">
                <a:extLst>
                  <a:ext uri="{FF2B5EF4-FFF2-40B4-BE49-F238E27FC236}">
                    <a16:creationId xmlns:a16="http://schemas.microsoft.com/office/drawing/2014/main" id="{74F841CE-97CF-42E0-AA70-7D488A9DDA90}"/>
                  </a:ext>
                </a:extLst>
              </p14:cNvPr>
              <p14:cNvContentPartPr/>
              <p14:nvPr/>
            </p14:nvContentPartPr>
            <p14:xfrm>
              <a:off x="309850" y="4355139"/>
              <a:ext cx="3930480" cy="720720"/>
            </p14:xfrm>
          </p:contentPart>
        </mc:Choice>
        <mc:Fallback xmlns="">
          <p:pic>
            <p:nvPicPr>
              <p:cNvPr id="7" name="Ink 6">
                <a:extLst>
                  <a:ext uri="{FF2B5EF4-FFF2-40B4-BE49-F238E27FC236}">
                    <a16:creationId xmlns:a16="http://schemas.microsoft.com/office/drawing/2014/main" id="{74F841CE-97CF-42E0-AA70-7D488A9DDA90}"/>
                  </a:ext>
                </a:extLst>
              </p:cNvPr>
              <p:cNvPicPr/>
              <p:nvPr/>
            </p:nvPicPr>
            <p:blipFill>
              <a:blip r:embed="rId14"/>
              <a:stretch>
                <a:fillRect/>
              </a:stretch>
            </p:blipFill>
            <p:spPr>
              <a:xfrm>
                <a:off x="246850" y="4292499"/>
                <a:ext cx="4056120" cy="846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5">
            <p14:nvContentPartPr>
              <p14:cNvPr id="8" name="Ink 7">
                <a:extLst>
                  <a:ext uri="{FF2B5EF4-FFF2-40B4-BE49-F238E27FC236}">
                    <a16:creationId xmlns:a16="http://schemas.microsoft.com/office/drawing/2014/main" id="{78FD6A7B-91E0-4492-8A2D-367B809B6302}"/>
                  </a:ext>
                </a:extLst>
              </p14:cNvPr>
              <p14:cNvContentPartPr/>
              <p14:nvPr/>
            </p14:nvContentPartPr>
            <p14:xfrm>
              <a:off x="300490" y="5177019"/>
              <a:ext cx="5059800" cy="343440"/>
            </p14:xfrm>
          </p:contentPart>
        </mc:Choice>
        <mc:Fallback xmlns="">
          <p:pic>
            <p:nvPicPr>
              <p:cNvPr id="8" name="Ink 7">
                <a:extLst>
                  <a:ext uri="{FF2B5EF4-FFF2-40B4-BE49-F238E27FC236}">
                    <a16:creationId xmlns:a16="http://schemas.microsoft.com/office/drawing/2014/main" id="{78FD6A7B-91E0-4492-8A2D-367B809B6302}"/>
                  </a:ext>
                </a:extLst>
              </p:cNvPr>
              <p:cNvPicPr/>
              <p:nvPr/>
            </p:nvPicPr>
            <p:blipFill>
              <a:blip r:embed="rId16"/>
              <a:stretch>
                <a:fillRect/>
              </a:stretch>
            </p:blipFill>
            <p:spPr>
              <a:xfrm>
                <a:off x="237490" y="5114379"/>
                <a:ext cx="5185440" cy="469080"/>
              </a:xfrm>
              <a:prstGeom prst="rect">
                <a:avLst/>
              </a:prstGeom>
            </p:spPr>
          </p:pic>
        </mc:Fallback>
      </mc:AlternateContent>
    </p:spTree>
    <p:extLst>
      <p:ext uri="{BB962C8B-B14F-4D97-AF65-F5344CB8AC3E}">
        <p14:creationId xmlns:p14="http://schemas.microsoft.com/office/powerpoint/2010/main" val="42115623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4368D-AF3B-486E-91D7-2A392805A28B}"/>
              </a:ext>
            </a:extLst>
          </p:cNvPr>
          <p:cNvSpPr>
            <a:spLocks noGrp="1"/>
          </p:cNvSpPr>
          <p:nvPr>
            <p:ph type="title"/>
          </p:nvPr>
        </p:nvSpPr>
        <p:spPr>
          <a:xfrm>
            <a:off x="-338720" y="162506"/>
            <a:ext cx="9291215" cy="1049235"/>
          </a:xfrm>
        </p:spPr>
        <p:txBody>
          <a:bodyPr>
            <a:normAutofit/>
          </a:bodyPr>
          <a:lstStyle/>
          <a:p>
            <a:r>
              <a:rPr lang="en-AU" sz="3600" b="1" dirty="0">
                <a:highlight>
                  <a:srgbClr val="00FF00"/>
                </a:highlight>
              </a:rPr>
              <a:t>DOT POINT 7: </a:t>
            </a:r>
            <a:r>
              <a:rPr lang="en-AU" sz="3600" b="1" dirty="0"/>
              <a:t>CHAPTER 5</a:t>
            </a:r>
          </a:p>
        </p:txBody>
      </p:sp>
      <p:sp>
        <p:nvSpPr>
          <p:cNvPr id="3" name="Content Placeholder 2">
            <a:extLst>
              <a:ext uri="{FF2B5EF4-FFF2-40B4-BE49-F238E27FC236}">
                <a16:creationId xmlns:a16="http://schemas.microsoft.com/office/drawing/2014/main" id="{1F950CB3-F67D-4987-B6DE-F0C9B91F898B}"/>
              </a:ext>
            </a:extLst>
          </p:cNvPr>
          <p:cNvSpPr>
            <a:spLocks noGrp="1"/>
          </p:cNvSpPr>
          <p:nvPr>
            <p:ph idx="1"/>
          </p:nvPr>
        </p:nvSpPr>
        <p:spPr>
          <a:xfrm>
            <a:off x="412052" y="1374247"/>
            <a:ext cx="8346938" cy="4660793"/>
          </a:xfrm>
        </p:spPr>
        <p:txBody>
          <a:bodyPr>
            <a:normAutofit fontScale="77500" lnSpcReduction="20000"/>
          </a:bodyPr>
          <a:lstStyle/>
          <a:p>
            <a:pPr marL="0" lvl="0" indent="0">
              <a:buNone/>
            </a:pPr>
            <a:r>
              <a:rPr lang="en-AU" sz="2600" dirty="0"/>
              <a:t>Legislative processes at the State </a:t>
            </a:r>
            <a:r>
              <a:rPr lang="en-AU" sz="2600" b="1" dirty="0"/>
              <a:t>or</a:t>
            </a:r>
            <a:r>
              <a:rPr lang="en-AU" sz="2600" dirty="0"/>
              <a:t> Commonwealth levels </a:t>
            </a:r>
            <a:r>
              <a:rPr lang="en-AU" sz="2600" b="1" dirty="0">
                <a:solidFill>
                  <a:srgbClr val="FFFF00"/>
                </a:solidFill>
              </a:rPr>
              <a:t>(legislative process)</a:t>
            </a:r>
          </a:p>
          <a:p>
            <a:pPr marL="0" lvl="0" indent="0">
              <a:buNone/>
            </a:pPr>
            <a:endParaRPr lang="en-AU" b="1" dirty="0">
              <a:solidFill>
                <a:srgbClr val="FFFF00"/>
              </a:solidFill>
            </a:endParaRPr>
          </a:p>
          <a:p>
            <a:pPr marL="0" lvl="0" indent="0">
              <a:buNone/>
            </a:pPr>
            <a:endParaRPr lang="en-AU" b="1" dirty="0">
              <a:solidFill>
                <a:srgbClr val="FFFF00"/>
              </a:solidFill>
            </a:endParaRPr>
          </a:p>
          <a:p>
            <a:pPr lvl="0"/>
            <a:r>
              <a:rPr lang="en-US" sz="2800" b="1" dirty="0"/>
              <a:t>Stages of the law making process- </a:t>
            </a:r>
            <a:r>
              <a:rPr lang="en-US" sz="2800" dirty="0"/>
              <a:t>First Reading; Second Reading; Consideration in Detail Stage; Third Reading; Passage to the Senate; Royal Assent and Proclamation. </a:t>
            </a:r>
            <a:endParaRPr lang="en-AU" sz="2800" dirty="0"/>
          </a:p>
          <a:p>
            <a:pPr lvl="0"/>
            <a:r>
              <a:rPr lang="en-US" sz="3100" b="1" dirty="0">
                <a:solidFill>
                  <a:srgbClr val="FFFF00"/>
                </a:solidFill>
              </a:rPr>
              <a:t>Key terms</a:t>
            </a:r>
            <a:r>
              <a:rPr lang="en-US" sz="2800" b="1" dirty="0"/>
              <a:t>: </a:t>
            </a:r>
            <a:r>
              <a:rPr lang="en-US" sz="2800" dirty="0"/>
              <a:t>Legislation; Statute; Bill; House of Representatives and Senate; Parliament; Government; Executive dominance (gags, guillotines, flood-gating) and partisan discipline; Hostile Senate. </a:t>
            </a:r>
            <a:endParaRPr lang="en-AU" sz="2800" dirty="0"/>
          </a:p>
          <a:p>
            <a:pPr marL="0" lvl="0" indent="0">
              <a:buNone/>
            </a:pPr>
            <a:endParaRPr lang="en-AU" dirty="0"/>
          </a:p>
        </p:txBody>
      </p:sp>
      <p:pic>
        <p:nvPicPr>
          <p:cNvPr id="4" name="Picture 2" descr="Image result for legislative process australia teaching">
            <a:extLst>
              <a:ext uri="{FF2B5EF4-FFF2-40B4-BE49-F238E27FC236}">
                <a16:creationId xmlns:a16="http://schemas.microsoft.com/office/drawing/2014/main" id="{3D3BAC56-8D95-4BFF-8DAE-8FC4693335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45486" y="0"/>
            <a:ext cx="3346514" cy="679495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Object 4">
            <a:extLst>
              <a:ext uri="{FF2B5EF4-FFF2-40B4-BE49-F238E27FC236}">
                <a16:creationId xmlns:a16="http://schemas.microsoft.com/office/drawing/2014/main" id="{E0D430BA-BA0D-4795-9133-B3F833DFC08C}"/>
              </a:ext>
            </a:extLst>
          </p:cNvPr>
          <p:cNvGraphicFramePr>
            <a:graphicFrameLocks noChangeAspect="1"/>
          </p:cNvGraphicFramePr>
          <p:nvPr>
            <p:extLst>
              <p:ext uri="{D42A27DB-BD31-4B8C-83A1-F6EECF244321}">
                <p14:modId xmlns:p14="http://schemas.microsoft.com/office/powerpoint/2010/main" val="2862600494"/>
              </p:ext>
            </p:extLst>
          </p:nvPr>
        </p:nvGraphicFramePr>
        <p:xfrm>
          <a:off x="7498079" y="162506"/>
          <a:ext cx="1164991" cy="1648609"/>
        </p:xfrm>
        <a:graphic>
          <a:graphicData uri="http://schemas.openxmlformats.org/presentationml/2006/ole">
            <mc:AlternateContent xmlns:mc="http://schemas.openxmlformats.org/markup-compatibility/2006">
              <mc:Choice xmlns:v="urn:schemas-microsoft-com:vml" Requires="v">
                <p:oleObj name="Acrobat Document" r:id="rId3" imgW="3778074" imgH="5346685" progId="Acrobat.Document.DC">
                  <p:embed/>
                </p:oleObj>
              </mc:Choice>
              <mc:Fallback>
                <p:oleObj name="Acrobat Document" r:id="rId3" imgW="3778074" imgH="5346685" progId="Acrobat.Document.DC">
                  <p:embed/>
                  <p:pic>
                    <p:nvPicPr>
                      <p:cNvPr id="5" name="Object 4">
                        <a:extLst>
                          <a:ext uri="{FF2B5EF4-FFF2-40B4-BE49-F238E27FC236}">
                            <a16:creationId xmlns:a16="http://schemas.microsoft.com/office/drawing/2014/main" id="{E0D430BA-BA0D-4795-9133-B3F833DFC08C}"/>
                          </a:ext>
                        </a:extLst>
                      </p:cNvPr>
                      <p:cNvPicPr/>
                      <p:nvPr/>
                    </p:nvPicPr>
                    <p:blipFill>
                      <a:blip r:embed="rId4"/>
                      <a:stretch>
                        <a:fillRect/>
                      </a:stretch>
                    </p:blipFill>
                    <p:spPr>
                      <a:xfrm>
                        <a:off x="7498079" y="162506"/>
                        <a:ext cx="1164991" cy="1648609"/>
                      </a:xfrm>
                      <a:prstGeom prst="rect">
                        <a:avLst/>
                      </a:prstGeom>
                    </p:spPr>
                  </p:pic>
                </p:oleObj>
              </mc:Fallback>
            </mc:AlternateContent>
          </a:graphicData>
        </a:graphic>
      </p:graphicFrame>
    </p:spTree>
    <p:extLst>
      <p:ext uri="{BB962C8B-B14F-4D97-AF65-F5344CB8AC3E}">
        <p14:creationId xmlns:p14="http://schemas.microsoft.com/office/powerpoint/2010/main" val="19307978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9E636-299B-4825-9066-9D5CDEECE060}"/>
              </a:ext>
            </a:extLst>
          </p:cNvPr>
          <p:cNvSpPr>
            <a:spLocks noGrp="1"/>
          </p:cNvSpPr>
          <p:nvPr>
            <p:ph type="title"/>
          </p:nvPr>
        </p:nvSpPr>
        <p:spPr>
          <a:xfrm>
            <a:off x="7176413" y="1654726"/>
            <a:ext cx="4162489" cy="2466839"/>
          </a:xfrm>
        </p:spPr>
        <p:txBody>
          <a:bodyPr vert="horz" lIns="91440" tIns="45720" rIns="91440" bIns="0" rtlCol="0" anchor="b">
            <a:normAutofit/>
          </a:bodyPr>
          <a:lstStyle/>
          <a:p>
            <a:r>
              <a:rPr lang="en-US" sz="4800" dirty="0"/>
              <a:t>UNIT 1 SYLLABUS</a:t>
            </a:r>
          </a:p>
        </p:txBody>
      </p:sp>
      <p:pic>
        <p:nvPicPr>
          <p:cNvPr id="12" name="Content Placeholder 8">
            <a:extLst>
              <a:ext uri="{FF2B5EF4-FFF2-40B4-BE49-F238E27FC236}">
                <a16:creationId xmlns:a16="http://schemas.microsoft.com/office/drawing/2014/main" id="{52A4726A-9CCE-4885-8568-19C70A4B17A7}"/>
              </a:ext>
            </a:extLst>
          </p:cNvPr>
          <p:cNvPicPr>
            <a:picLocks noGrp="1" noChangeAspect="1"/>
          </p:cNvPicPr>
          <p:nvPr>
            <p:ph idx="1"/>
          </p:nvPr>
        </p:nvPicPr>
        <p:blipFill>
          <a:blip r:embed="rId2"/>
          <a:stretch>
            <a:fillRect/>
          </a:stretch>
        </p:blipFill>
        <p:spPr>
          <a:xfrm>
            <a:off x="-1" y="0"/>
            <a:ext cx="7036067" cy="6912936"/>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3">
            <p14:nvContentPartPr>
              <p14:cNvPr id="3" name="Ink 2">
                <a:extLst>
                  <a:ext uri="{FF2B5EF4-FFF2-40B4-BE49-F238E27FC236}">
                    <a16:creationId xmlns:a16="http://schemas.microsoft.com/office/drawing/2014/main" id="{0996E969-7734-42C3-ACF4-2CC6EF9012DC}"/>
                  </a:ext>
                </a:extLst>
              </p14:cNvPr>
              <p14:cNvContentPartPr/>
              <p14:nvPr/>
            </p14:nvContentPartPr>
            <p14:xfrm>
              <a:off x="336850" y="656405"/>
              <a:ext cx="6320160" cy="412560"/>
            </p14:xfrm>
          </p:contentPart>
        </mc:Choice>
        <mc:Fallback xmlns="">
          <p:pic>
            <p:nvPicPr>
              <p:cNvPr id="3" name="Ink 2">
                <a:extLst>
                  <a:ext uri="{FF2B5EF4-FFF2-40B4-BE49-F238E27FC236}">
                    <a16:creationId xmlns:a16="http://schemas.microsoft.com/office/drawing/2014/main" id="{0996E969-7734-42C3-ACF4-2CC6EF9012DC}"/>
                  </a:ext>
                </a:extLst>
              </p:cNvPr>
              <p:cNvPicPr/>
              <p:nvPr/>
            </p:nvPicPr>
            <p:blipFill>
              <a:blip r:embed="rId4"/>
              <a:stretch>
                <a:fillRect/>
              </a:stretch>
            </p:blipFill>
            <p:spPr>
              <a:xfrm>
                <a:off x="274210" y="593765"/>
                <a:ext cx="6445800" cy="538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5" name="Ink 4">
                <a:extLst>
                  <a:ext uri="{FF2B5EF4-FFF2-40B4-BE49-F238E27FC236}">
                    <a16:creationId xmlns:a16="http://schemas.microsoft.com/office/drawing/2014/main" id="{F805F41A-5597-475F-8C2B-4347F11ADE47}"/>
                  </a:ext>
                </a:extLst>
              </p14:cNvPr>
              <p14:cNvContentPartPr/>
              <p14:nvPr/>
            </p14:nvContentPartPr>
            <p14:xfrm>
              <a:off x="271330" y="1278845"/>
              <a:ext cx="3540960" cy="1018440"/>
            </p14:xfrm>
          </p:contentPart>
        </mc:Choice>
        <mc:Fallback xmlns="">
          <p:pic>
            <p:nvPicPr>
              <p:cNvPr id="5" name="Ink 4">
                <a:extLst>
                  <a:ext uri="{FF2B5EF4-FFF2-40B4-BE49-F238E27FC236}">
                    <a16:creationId xmlns:a16="http://schemas.microsoft.com/office/drawing/2014/main" id="{F805F41A-5597-475F-8C2B-4347F11ADE47}"/>
                  </a:ext>
                </a:extLst>
              </p:cNvPr>
              <p:cNvPicPr/>
              <p:nvPr/>
            </p:nvPicPr>
            <p:blipFill>
              <a:blip r:embed="rId6"/>
              <a:stretch>
                <a:fillRect/>
              </a:stretch>
            </p:blipFill>
            <p:spPr>
              <a:xfrm>
                <a:off x="208690" y="1215845"/>
                <a:ext cx="3666600" cy="1144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4" name="Ink 3">
                <a:extLst>
                  <a:ext uri="{FF2B5EF4-FFF2-40B4-BE49-F238E27FC236}">
                    <a16:creationId xmlns:a16="http://schemas.microsoft.com/office/drawing/2014/main" id="{FEA8B6DA-1A7D-4BF6-9280-3010FEF8618C}"/>
                  </a:ext>
                </a:extLst>
              </p14:cNvPr>
              <p14:cNvContentPartPr/>
              <p14:nvPr/>
            </p14:nvContentPartPr>
            <p14:xfrm>
              <a:off x="143890" y="2168405"/>
              <a:ext cx="4648680" cy="537480"/>
            </p14:xfrm>
          </p:contentPart>
        </mc:Choice>
        <mc:Fallback xmlns="">
          <p:pic>
            <p:nvPicPr>
              <p:cNvPr id="4" name="Ink 3">
                <a:extLst>
                  <a:ext uri="{FF2B5EF4-FFF2-40B4-BE49-F238E27FC236}">
                    <a16:creationId xmlns:a16="http://schemas.microsoft.com/office/drawing/2014/main" id="{FEA8B6DA-1A7D-4BF6-9280-3010FEF8618C}"/>
                  </a:ext>
                </a:extLst>
              </p:cNvPr>
              <p:cNvPicPr/>
              <p:nvPr/>
            </p:nvPicPr>
            <p:blipFill>
              <a:blip r:embed="rId8"/>
              <a:stretch>
                <a:fillRect/>
              </a:stretch>
            </p:blipFill>
            <p:spPr>
              <a:xfrm>
                <a:off x="80890" y="2105765"/>
                <a:ext cx="4774320" cy="663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6" name="Ink 5">
                <a:extLst>
                  <a:ext uri="{FF2B5EF4-FFF2-40B4-BE49-F238E27FC236}">
                    <a16:creationId xmlns:a16="http://schemas.microsoft.com/office/drawing/2014/main" id="{02808666-6439-484A-879A-D34CEB21EBD5}"/>
                  </a:ext>
                </a:extLst>
              </p14:cNvPr>
              <p14:cNvContentPartPr/>
              <p14:nvPr/>
            </p14:nvContentPartPr>
            <p14:xfrm>
              <a:off x="188866" y="2805425"/>
              <a:ext cx="4889160" cy="199080"/>
            </p14:xfrm>
          </p:contentPart>
        </mc:Choice>
        <mc:Fallback xmlns="">
          <p:pic>
            <p:nvPicPr>
              <p:cNvPr id="6" name="Ink 5">
                <a:extLst>
                  <a:ext uri="{FF2B5EF4-FFF2-40B4-BE49-F238E27FC236}">
                    <a16:creationId xmlns:a16="http://schemas.microsoft.com/office/drawing/2014/main" id="{02808666-6439-484A-879A-D34CEB21EBD5}"/>
                  </a:ext>
                </a:extLst>
              </p:cNvPr>
              <p:cNvPicPr/>
              <p:nvPr/>
            </p:nvPicPr>
            <p:blipFill>
              <a:blip r:embed="rId10"/>
              <a:stretch>
                <a:fillRect/>
              </a:stretch>
            </p:blipFill>
            <p:spPr>
              <a:xfrm>
                <a:off x="125866" y="2742539"/>
                <a:ext cx="5014800" cy="324493"/>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18" name="Ink 17">
                <a:extLst>
                  <a:ext uri="{FF2B5EF4-FFF2-40B4-BE49-F238E27FC236}">
                    <a16:creationId xmlns:a16="http://schemas.microsoft.com/office/drawing/2014/main" id="{FB011F32-7FC9-4702-B52B-64AD01553FFF}"/>
                  </a:ext>
                </a:extLst>
              </p14:cNvPr>
              <p14:cNvContentPartPr/>
              <p14:nvPr/>
            </p14:nvContentPartPr>
            <p14:xfrm>
              <a:off x="387250" y="3213219"/>
              <a:ext cx="3681720" cy="1138320"/>
            </p14:xfrm>
          </p:contentPart>
        </mc:Choice>
        <mc:Fallback xmlns="">
          <p:pic>
            <p:nvPicPr>
              <p:cNvPr id="18" name="Ink 17">
                <a:extLst>
                  <a:ext uri="{FF2B5EF4-FFF2-40B4-BE49-F238E27FC236}">
                    <a16:creationId xmlns:a16="http://schemas.microsoft.com/office/drawing/2014/main" id="{FB011F32-7FC9-4702-B52B-64AD01553FFF}"/>
                  </a:ext>
                </a:extLst>
              </p:cNvPr>
              <p:cNvPicPr/>
              <p:nvPr/>
            </p:nvPicPr>
            <p:blipFill>
              <a:blip r:embed="rId12"/>
              <a:stretch>
                <a:fillRect/>
              </a:stretch>
            </p:blipFill>
            <p:spPr>
              <a:xfrm>
                <a:off x="324610" y="3150219"/>
                <a:ext cx="3807360" cy="1263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7" name="Ink 6">
                <a:extLst>
                  <a:ext uri="{FF2B5EF4-FFF2-40B4-BE49-F238E27FC236}">
                    <a16:creationId xmlns:a16="http://schemas.microsoft.com/office/drawing/2014/main" id="{74F841CE-97CF-42E0-AA70-7D488A9DDA90}"/>
                  </a:ext>
                </a:extLst>
              </p14:cNvPr>
              <p14:cNvContentPartPr/>
              <p14:nvPr/>
            </p14:nvContentPartPr>
            <p14:xfrm>
              <a:off x="309850" y="4355139"/>
              <a:ext cx="3930480" cy="720720"/>
            </p14:xfrm>
          </p:contentPart>
        </mc:Choice>
        <mc:Fallback xmlns="">
          <p:pic>
            <p:nvPicPr>
              <p:cNvPr id="7" name="Ink 6">
                <a:extLst>
                  <a:ext uri="{FF2B5EF4-FFF2-40B4-BE49-F238E27FC236}">
                    <a16:creationId xmlns:a16="http://schemas.microsoft.com/office/drawing/2014/main" id="{74F841CE-97CF-42E0-AA70-7D488A9DDA90}"/>
                  </a:ext>
                </a:extLst>
              </p:cNvPr>
              <p:cNvPicPr/>
              <p:nvPr/>
            </p:nvPicPr>
            <p:blipFill>
              <a:blip r:embed="rId14"/>
              <a:stretch>
                <a:fillRect/>
              </a:stretch>
            </p:blipFill>
            <p:spPr>
              <a:xfrm>
                <a:off x="246850" y="4292499"/>
                <a:ext cx="4056120" cy="846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5">
            <p14:nvContentPartPr>
              <p14:cNvPr id="8" name="Ink 7">
                <a:extLst>
                  <a:ext uri="{FF2B5EF4-FFF2-40B4-BE49-F238E27FC236}">
                    <a16:creationId xmlns:a16="http://schemas.microsoft.com/office/drawing/2014/main" id="{78FD6A7B-91E0-4492-8A2D-367B809B6302}"/>
                  </a:ext>
                </a:extLst>
              </p14:cNvPr>
              <p14:cNvContentPartPr/>
              <p14:nvPr/>
            </p14:nvContentPartPr>
            <p14:xfrm>
              <a:off x="300490" y="5177019"/>
              <a:ext cx="5059800" cy="343440"/>
            </p14:xfrm>
          </p:contentPart>
        </mc:Choice>
        <mc:Fallback xmlns="">
          <p:pic>
            <p:nvPicPr>
              <p:cNvPr id="8" name="Ink 7">
                <a:extLst>
                  <a:ext uri="{FF2B5EF4-FFF2-40B4-BE49-F238E27FC236}">
                    <a16:creationId xmlns:a16="http://schemas.microsoft.com/office/drawing/2014/main" id="{78FD6A7B-91E0-4492-8A2D-367B809B6302}"/>
                  </a:ext>
                </a:extLst>
              </p:cNvPr>
              <p:cNvPicPr/>
              <p:nvPr/>
            </p:nvPicPr>
            <p:blipFill>
              <a:blip r:embed="rId16"/>
              <a:stretch>
                <a:fillRect/>
              </a:stretch>
            </p:blipFill>
            <p:spPr>
              <a:xfrm>
                <a:off x="237490" y="5114379"/>
                <a:ext cx="5185440" cy="469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7">
            <p14:nvContentPartPr>
              <p14:cNvPr id="9" name="Ink 8">
                <a:extLst>
                  <a:ext uri="{FF2B5EF4-FFF2-40B4-BE49-F238E27FC236}">
                    <a16:creationId xmlns:a16="http://schemas.microsoft.com/office/drawing/2014/main" id="{3BF349C2-B46E-4D39-8039-3C72A93EC8B3}"/>
                  </a:ext>
                </a:extLst>
              </p14:cNvPr>
              <p14:cNvContentPartPr/>
              <p14:nvPr/>
            </p14:nvContentPartPr>
            <p14:xfrm>
              <a:off x="268290" y="5557024"/>
              <a:ext cx="4509000" cy="277560"/>
            </p14:xfrm>
          </p:contentPart>
        </mc:Choice>
        <mc:Fallback xmlns="">
          <p:pic>
            <p:nvPicPr>
              <p:cNvPr id="9" name="Ink 8">
                <a:extLst>
                  <a:ext uri="{FF2B5EF4-FFF2-40B4-BE49-F238E27FC236}">
                    <a16:creationId xmlns:a16="http://schemas.microsoft.com/office/drawing/2014/main" id="{3BF349C2-B46E-4D39-8039-3C72A93EC8B3}"/>
                  </a:ext>
                </a:extLst>
              </p:cNvPr>
              <p:cNvPicPr/>
              <p:nvPr/>
            </p:nvPicPr>
            <p:blipFill>
              <a:blip r:embed="rId18"/>
              <a:stretch>
                <a:fillRect/>
              </a:stretch>
            </p:blipFill>
            <p:spPr>
              <a:xfrm>
                <a:off x="205290" y="5494024"/>
                <a:ext cx="4634640" cy="403200"/>
              </a:xfrm>
              <a:prstGeom prst="rect">
                <a:avLst/>
              </a:prstGeom>
            </p:spPr>
          </p:pic>
        </mc:Fallback>
      </mc:AlternateContent>
    </p:spTree>
    <p:extLst>
      <p:ext uri="{BB962C8B-B14F-4D97-AF65-F5344CB8AC3E}">
        <p14:creationId xmlns:p14="http://schemas.microsoft.com/office/powerpoint/2010/main" val="38457498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9C0-7D2F-4B91-B271-40858FDBDC10}"/>
              </a:ext>
            </a:extLst>
          </p:cNvPr>
          <p:cNvSpPr>
            <a:spLocks noGrp="1"/>
          </p:cNvSpPr>
          <p:nvPr>
            <p:ph type="title"/>
          </p:nvPr>
        </p:nvSpPr>
        <p:spPr>
          <a:xfrm>
            <a:off x="-2331150" y="111500"/>
            <a:ext cx="9291215" cy="1049235"/>
          </a:xfrm>
        </p:spPr>
        <p:txBody>
          <a:bodyPr>
            <a:normAutofit fontScale="90000"/>
          </a:bodyPr>
          <a:lstStyle/>
          <a:p>
            <a:r>
              <a:rPr lang="en-AU" sz="4000" b="1" dirty="0">
                <a:highlight>
                  <a:srgbClr val="00FF00"/>
                </a:highlight>
              </a:rPr>
              <a:t>DOT POINT 8:</a:t>
            </a:r>
            <a:br>
              <a:rPr lang="en-AU" sz="4000" b="1" dirty="0">
                <a:highlight>
                  <a:srgbClr val="00FF00"/>
                </a:highlight>
              </a:rPr>
            </a:br>
            <a:r>
              <a:rPr lang="en-AU" sz="4000" b="1" dirty="0"/>
              <a:t>CHAPTER 6</a:t>
            </a:r>
          </a:p>
        </p:txBody>
      </p:sp>
      <p:sp>
        <p:nvSpPr>
          <p:cNvPr id="3" name="Content Placeholder 2">
            <a:extLst>
              <a:ext uri="{FF2B5EF4-FFF2-40B4-BE49-F238E27FC236}">
                <a16:creationId xmlns:a16="http://schemas.microsoft.com/office/drawing/2014/main" id="{B137DA1B-1E83-4341-BD2F-EA0D9121B9AC}"/>
              </a:ext>
            </a:extLst>
          </p:cNvPr>
          <p:cNvSpPr>
            <a:spLocks noGrp="1"/>
          </p:cNvSpPr>
          <p:nvPr>
            <p:ph idx="1"/>
          </p:nvPr>
        </p:nvSpPr>
        <p:spPr>
          <a:xfrm>
            <a:off x="423512" y="1446597"/>
            <a:ext cx="3118586" cy="3810800"/>
          </a:xfrm>
        </p:spPr>
        <p:txBody>
          <a:bodyPr>
            <a:normAutofit/>
          </a:bodyPr>
          <a:lstStyle/>
          <a:p>
            <a:pPr marL="0" indent="0">
              <a:buNone/>
            </a:pPr>
            <a:r>
              <a:rPr lang="en-AU" dirty="0"/>
              <a:t>The </a:t>
            </a:r>
            <a:r>
              <a:rPr lang="en-AU" b="1" dirty="0">
                <a:solidFill>
                  <a:srgbClr val="FFFF00"/>
                </a:solidFill>
              </a:rPr>
              <a:t>court hierarchy</a:t>
            </a:r>
            <a:r>
              <a:rPr lang="en-AU" dirty="0"/>
              <a:t>, methods </a:t>
            </a:r>
            <a:r>
              <a:rPr lang="en-AU" b="1" dirty="0">
                <a:solidFill>
                  <a:srgbClr val="FFFF00"/>
                </a:solidFill>
              </a:rPr>
              <a:t>of statutory interpretation</a:t>
            </a:r>
            <a:r>
              <a:rPr lang="en-AU" dirty="0"/>
              <a:t> and the </a:t>
            </a:r>
            <a:r>
              <a:rPr lang="en-AU" b="1" dirty="0">
                <a:solidFill>
                  <a:srgbClr val="FFFF00"/>
                </a:solidFill>
              </a:rPr>
              <a:t>doctrine of precedent</a:t>
            </a:r>
          </a:p>
          <a:p>
            <a:pPr marL="0" indent="0">
              <a:buNone/>
            </a:pPr>
            <a:r>
              <a:rPr lang="en-AU" b="1" dirty="0">
                <a:solidFill>
                  <a:srgbClr val="FFFF00"/>
                </a:solidFill>
              </a:rPr>
              <a:t>(handout to give)</a:t>
            </a:r>
          </a:p>
          <a:p>
            <a:pPr marL="0" indent="0">
              <a:buNone/>
            </a:pPr>
            <a:endParaRPr lang="en-AU" b="1" dirty="0">
              <a:solidFill>
                <a:schemeClr val="accent6"/>
              </a:solidFill>
            </a:endParaRPr>
          </a:p>
          <a:p>
            <a:pPr marL="0" indent="0">
              <a:buNone/>
            </a:pPr>
            <a:r>
              <a:rPr lang="en-AU" b="1" dirty="0">
                <a:solidFill>
                  <a:schemeClr val="accent6"/>
                </a:solidFill>
              </a:rPr>
              <a:t>1. Court Hierarchy</a:t>
            </a:r>
          </a:p>
        </p:txBody>
      </p:sp>
      <p:pic>
        <p:nvPicPr>
          <p:cNvPr id="4" name="Picture 3" descr="aus_courts1.png">
            <a:extLst>
              <a:ext uri="{FF2B5EF4-FFF2-40B4-BE49-F238E27FC236}">
                <a16:creationId xmlns:a16="http://schemas.microsoft.com/office/drawing/2014/main" id="{009394F4-5DD6-4706-8659-23B4E5DACB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6789" y="0"/>
            <a:ext cx="7771442" cy="6625033"/>
          </a:xfrm>
          <a:prstGeom prst="rect">
            <a:avLst/>
          </a:prstGeom>
        </p:spPr>
      </p:pic>
    </p:spTree>
    <p:extLst>
      <p:ext uri="{BB962C8B-B14F-4D97-AF65-F5344CB8AC3E}">
        <p14:creationId xmlns:p14="http://schemas.microsoft.com/office/powerpoint/2010/main" val="25985183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9C0-7D2F-4B91-B271-40858FDBDC10}"/>
              </a:ext>
            </a:extLst>
          </p:cNvPr>
          <p:cNvSpPr>
            <a:spLocks noGrp="1"/>
          </p:cNvSpPr>
          <p:nvPr>
            <p:ph type="title"/>
          </p:nvPr>
        </p:nvSpPr>
        <p:spPr>
          <a:xfrm>
            <a:off x="1451579" y="72999"/>
            <a:ext cx="9291215" cy="1049235"/>
          </a:xfrm>
        </p:spPr>
        <p:txBody>
          <a:bodyPr>
            <a:normAutofit/>
          </a:bodyPr>
          <a:lstStyle/>
          <a:p>
            <a:r>
              <a:rPr lang="en-AU" sz="4000" b="1" dirty="0">
                <a:highlight>
                  <a:srgbClr val="00FF00"/>
                </a:highlight>
              </a:rPr>
              <a:t>DOT POINT 8: </a:t>
            </a:r>
            <a:r>
              <a:rPr lang="en-AU" sz="4000" b="1" dirty="0"/>
              <a:t>CHAPTER 6</a:t>
            </a:r>
          </a:p>
        </p:txBody>
      </p:sp>
      <p:sp>
        <p:nvSpPr>
          <p:cNvPr id="3" name="Content Placeholder 2">
            <a:extLst>
              <a:ext uri="{FF2B5EF4-FFF2-40B4-BE49-F238E27FC236}">
                <a16:creationId xmlns:a16="http://schemas.microsoft.com/office/drawing/2014/main" id="{B137DA1B-1E83-4341-BD2F-EA0D9121B9AC}"/>
              </a:ext>
            </a:extLst>
          </p:cNvPr>
          <p:cNvSpPr>
            <a:spLocks noGrp="1"/>
          </p:cNvSpPr>
          <p:nvPr>
            <p:ph idx="1"/>
          </p:nvPr>
        </p:nvSpPr>
        <p:spPr>
          <a:xfrm>
            <a:off x="134754" y="1122233"/>
            <a:ext cx="11954577" cy="5057185"/>
          </a:xfrm>
        </p:spPr>
        <p:txBody>
          <a:bodyPr>
            <a:normAutofit/>
          </a:bodyPr>
          <a:lstStyle/>
          <a:p>
            <a:pPr marL="0" indent="0">
              <a:buNone/>
            </a:pPr>
            <a:endParaRPr lang="en-AU" b="1" dirty="0">
              <a:solidFill>
                <a:srgbClr val="FFFF00"/>
              </a:solidFill>
            </a:endParaRPr>
          </a:p>
          <a:p>
            <a:pPr marL="0" indent="0">
              <a:buNone/>
            </a:pPr>
            <a:r>
              <a:rPr lang="en-AU" b="1" dirty="0">
                <a:solidFill>
                  <a:schemeClr val="accent6"/>
                </a:solidFill>
              </a:rPr>
              <a:t>2. Statutory Interpretation:</a:t>
            </a:r>
          </a:p>
          <a:p>
            <a:pPr marL="0" indent="0">
              <a:buNone/>
            </a:pPr>
            <a:r>
              <a:rPr lang="en-AU" dirty="0"/>
              <a:t>What is this? </a:t>
            </a:r>
          </a:p>
          <a:p>
            <a:pPr marL="0" indent="0">
              <a:buNone/>
            </a:pPr>
            <a:r>
              <a:rPr lang="en-AU" dirty="0"/>
              <a:t>Why is it necessary?</a:t>
            </a:r>
          </a:p>
          <a:p>
            <a:pPr marL="0" indent="0">
              <a:buNone/>
            </a:pPr>
            <a:r>
              <a:rPr lang="en-AU" dirty="0"/>
              <a:t>Are judges limited in their ability to interpret statute?</a:t>
            </a:r>
          </a:p>
          <a:p>
            <a:pPr marL="0" indent="0">
              <a:buNone/>
            </a:pPr>
            <a:r>
              <a:rPr lang="en-AU" dirty="0"/>
              <a:t>Types:</a:t>
            </a:r>
          </a:p>
          <a:p>
            <a:r>
              <a:rPr lang="en-AU" b="1" dirty="0"/>
              <a:t>Literal Rule</a:t>
            </a:r>
          </a:p>
          <a:p>
            <a:r>
              <a:rPr lang="en-AU" b="1" dirty="0"/>
              <a:t>Golden Rule</a:t>
            </a:r>
          </a:p>
          <a:p>
            <a:r>
              <a:rPr lang="en-AU" b="1" dirty="0"/>
              <a:t>Mischief Rule</a:t>
            </a:r>
          </a:p>
          <a:p>
            <a:r>
              <a:rPr lang="en-AU" b="1" dirty="0"/>
              <a:t>Purpose Approach</a:t>
            </a:r>
          </a:p>
          <a:p>
            <a:pPr marL="0" indent="0">
              <a:buNone/>
            </a:pPr>
            <a:endParaRPr lang="en-AU" b="1" dirty="0">
              <a:solidFill>
                <a:schemeClr val="accent6"/>
              </a:solidFill>
            </a:endParaRPr>
          </a:p>
        </p:txBody>
      </p:sp>
      <p:pic>
        <p:nvPicPr>
          <p:cNvPr id="4" name="Picture 4" descr="judge-judy">
            <a:extLst>
              <a:ext uri="{FF2B5EF4-FFF2-40B4-BE49-F238E27FC236}">
                <a16:creationId xmlns:a16="http://schemas.microsoft.com/office/drawing/2014/main" id="{E3C96AD5-CE0A-4406-B618-331AAFC02B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4224" y="1606048"/>
            <a:ext cx="5271861" cy="3485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324366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9C0-7D2F-4B91-B271-40858FDBDC10}"/>
              </a:ext>
            </a:extLst>
          </p:cNvPr>
          <p:cNvSpPr>
            <a:spLocks noGrp="1"/>
          </p:cNvSpPr>
          <p:nvPr>
            <p:ph type="title"/>
          </p:nvPr>
        </p:nvSpPr>
        <p:spPr>
          <a:xfrm>
            <a:off x="1451579" y="72999"/>
            <a:ext cx="9291215" cy="1049235"/>
          </a:xfrm>
        </p:spPr>
        <p:txBody>
          <a:bodyPr>
            <a:normAutofit/>
          </a:bodyPr>
          <a:lstStyle/>
          <a:p>
            <a:r>
              <a:rPr lang="en-AU" sz="4000" b="1" dirty="0">
                <a:highlight>
                  <a:srgbClr val="00FF00"/>
                </a:highlight>
              </a:rPr>
              <a:t>DOT POINT 8: </a:t>
            </a:r>
            <a:r>
              <a:rPr lang="en-AU" sz="4000" b="1" dirty="0"/>
              <a:t>CHAPTER 6</a:t>
            </a:r>
          </a:p>
        </p:txBody>
      </p:sp>
      <p:sp>
        <p:nvSpPr>
          <p:cNvPr id="3" name="Content Placeholder 2">
            <a:extLst>
              <a:ext uri="{FF2B5EF4-FFF2-40B4-BE49-F238E27FC236}">
                <a16:creationId xmlns:a16="http://schemas.microsoft.com/office/drawing/2014/main" id="{B137DA1B-1E83-4341-BD2F-EA0D9121B9AC}"/>
              </a:ext>
            </a:extLst>
          </p:cNvPr>
          <p:cNvSpPr>
            <a:spLocks noGrp="1"/>
          </p:cNvSpPr>
          <p:nvPr>
            <p:ph idx="1"/>
          </p:nvPr>
        </p:nvSpPr>
        <p:spPr>
          <a:xfrm>
            <a:off x="134754" y="1122233"/>
            <a:ext cx="11954577" cy="5057185"/>
          </a:xfrm>
        </p:spPr>
        <p:txBody>
          <a:bodyPr>
            <a:normAutofit/>
          </a:bodyPr>
          <a:lstStyle/>
          <a:p>
            <a:pPr marL="0" indent="0">
              <a:buNone/>
            </a:pPr>
            <a:r>
              <a:rPr lang="en-AU" b="1" dirty="0">
                <a:solidFill>
                  <a:schemeClr val="accent6"/>
                </a:solidFill>
              </a:rPr>
              <a:t>3. Precedent:</a:t>
            </a:r>
          </a:p>
          <a:p>
            <a:r>
              <a:rPr lang="en-AU" dirty="0"/>
              <a:t>Precedents are exclusively set by higher courts</a:t>
            </a:r>
          </a:p>
          <a:p>
            <a:r>
              <a:rPr lang="en-AU" dirty="0"/>
              <a:t>All lower courts are bound by the decisions of higher courts in the same hierarchy</a:t>
            </a:r>
          </a:p>
          <a:p>
            <a:r>
              <a:rPr lang="en-AU" dirty="0"/>
              <a:t>Decisions by courts at the same level are not binding</a:t>
            </a:r>
          </a:p>
          <a:p>
            <a:r>
              <a:rPr lang="en-AU" dirty="0"/>
              <a:t>Decisions of courts provide the legal principles upon which precedents are created.</a:t>
            </a:r>
          </a:p>
          <a:p>
            <a:r>
              <a:rPr lang="en-AU" dirty="0"/>
              <a:t>Binding v Persuasive precedent</a:t>
            </a:r>
          </a:p>
          <a:p>
            <a:r>
              <a:rPr lang="en-AU" dirty="0"/>
              <a:t>Case Example: Donoghue v Stevenson, Mabo</a:t>
            </a:r>
          </a:p>
          <a:p>
            <a:r>
              <a:rPr lang="en-AU" b="1" dirty="0">
                <a:solidFill>
                  <a:srgbClr val="FFFF00"/>
                </a:solidFill>
              </a:rPr>
              <a:t>Key terms: </a:t>
            </a:r>
            <a:r>
              <a:rPr lang="it-IT" b="1" dirty="0"/>
              <a:t>Stare decisis, Ratio Decidendi, Obiter Dictum </a:t>
            </a:r>
            <a:endParaRPr lang="en-AU" b="1" dirty="0"/>
          </a:p>
        </p:txBody>
      </p:sp>
    </p:spTree>
    <p:extLst>
      <p:ext uri="{BB962C8B-B14F-4D97-AF65-F5344CB8AC3E}">
        <p14:creationId xmlns:p14="http://schemas.microsoft.com/office/powerpoint/2010/main" val="10877726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6684A-6FC4-4CBC-BDCF-9F183B9CD0D1}"/>
              </a:ext>
            </a:extLst>
          </p:cNvPr>
          <p:cNvSpPr>
            <a:spLocks noGrp="1"/>
          </p:cNvSpPr>
          <p:nvPr>
            <p:ph type="title"/>
          </p:nvPr>
        </p:nvSpPr>
        <p:spPr/>
        <p:txBody>
          <a:bodyPr/>
          <a:lstStyle/>
          <a:p>
            <a:r>
              <a:rPr lang="it-IT" b="1" i="1" dirty="0"/>
              <a:t>Stare decisis</a:t>
            </a:r>
            <a:endParaRPr lang="en-AU" i="1" dirty="0"/>
          </a:p>
        </p:txBody>
      </p:sp>
      <p:sp>
        <p:nvSpPr>
          <p:cNvPr id="3" name="Content Placeholder 2">
            <a:extLst>
              <a:ext uri="{FF2B5EF4-FFF2-40B4-BE49-F238E27FC236}">
                <a16:creationId xmlns:a16="http://schemas.microsoft.com/office/drawing/2014/main" id="{F737D5CA-8A2E-4C4A-BA3D-2CB4B3601479}"/>
              </a:ext>
            </a:extLst>
          </p:cNvPr>
          <p:cNvSpPr>
            <a:spLocks noGrp="1"/>
          </p:cNvSpPr>
          <p:nvPr>
            <p:ph idx="1"/>
          </p:nvPr>
        </p:nvSpPr>
        <p:spPr/>
        <p:txBody>
          <a:bodyPr>
            <a:normAutofit lnSpcReduction="10000"/>
          </a:bodyPr>
          <a:lstStyle/>
          <a:p>
            <a:pPr marL="0" indent="0" algn="ctr">
              <a:buNone/>
            </a:pPr>
            <a:r>
              <a:rPr lang="en-GB" i="1" dirty="0"/>
              <a:t>'stand by what has been decided and do not unsettle the established'.  </a:t>
            </a:r>
          </a:p>
          <a:p>
            <a:pPr marL="0" indent="0">
              <a:buNone/>
            </a:pPr>
            <a:endParaRPr lang="en-GB" dirty="0"/>
          </a:p>
          <a:p>
            <a:r>
              <a:rPr lang="en-GB" dirty="0"/>
              <a:t>Under common law the judgements of courts are based on precedents set by previous judges faced with similar circumstances.</a:t>
            </a:r>
          </a:p>
          <a:p>
            <a:r>
              <a:rPr lang="en-GB" dirty="0"/>
              <a:t>This is the principle of </a:t>
            </a:r>
            <a:r>
              <a:rPr lang="en-GB" i="1" dirty="0"/>
              <a:t>stare decisis</a:t>
            </a:r>
          </a:p>
          <a:p>
            <a:r>
              <a:rPr lang="en-GB" dirty="0"/>
              <a:t>This supports the idea of fairness and provides certainty in the law. </a:t>
            </a:r>
          </a:p>
          <a:p>
            <a:r>
              <a:rPr lang="en-GB" dirty="0"/>
              <a:t>Parties to a dispute argue their case in court by citing earlier cases and the key reasons for judges decisions – </a:t>
            </a:r>
            <a:r>
              <a:rPr lang="en-GB" i="1" dirty="0"/>
              <a:t>ratio decidendi </a:t>
            </a:r>
            <a:endParaRPr lang="en-GB" dirty="0"/>
          </a:p>
          <a:p>
            <a:endParaRPr lang="en-AU" dirty="0"/>
          </a:p>
        </p:txBody>
      </p:sp>
    </p:spTree>
    <p:extLst>
      <p:ext uri="{BB962C8B-B14F-4D97-AF65-F5344CB8AC3E}">
        <p14:creationId xmlns:p14="http://schemas.microsoft.com/office/powerpoint/2010/main" val="241452485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4D797-F61E-4C6D-BF3B-071C3535FB33}"/>
              </a:ext>
            </a:extLst>
          </p:cNvPr>
          <p:cNvSpPr>
            <a:spLocks noGrp="1"/>
          </p:cNvSpPr>
          <p:nvPr>
            <p:ph type="title"/>
          </p:nvPr>
        </p:nvSpPr>
        <p:spPr/>
        <p:txBody>
          <a:bodyPr/>
          <a:lstStyle/>
          <a:p>
            <a:r>
              <a:rPr lang="en-GB" b="1" i="1" dirty="0"/>
              <a:t>Ratio decidendi </a:t>
            </a:r>
            <a:endParaRPr lang="en-AU" dirty="0"/>
          </a:p>
        </p:txBody>
      </p:sp>
      <p:sp>
        <p:nvSpPr>
          <p:cNvPr id="3" name="Content Placeholder 2">
            <a:extLst>
              <a:ext uri="{FF2B5EF4-FFF2-40B4-BE49-F238E27FC236}">
                <a16:creationId xmlns:a16="http://schemas.microsoft.com/office/drawing/2014/main" id="{5B06981A-B27D-4EB9-BEB9-F0B16B7DA8FF}"/>
              </a:ext>
            </a:extLst>
          </p:cNvPr>
          <p:cNvSpPr>
            <a:spLocks noGrp="1"/>
          </p:cNvSpPr>
          <p:nvPr>
            <p:ph idx="1"/>
          </p:nvPr>
        </p:nvSpPr>
        <p:spPr>
          <a:xfrm>
            <a:off x="1451579" y="1912365"/>
            <a:ext cx="9291215" cy="3450613"/>
          </a:xfrm>
        </p:spPr>
        <p:txBody>
          <a:bodyPr/>
          <a:lstStyle/>
          <a:p>
            <a:pPr marL="0" indent="0" algn="ctr">
              <a:buNone/>
            </a:pPr>
            <a:r>
              <a:rPr lang="en-GB" i="1" dirty="0"/>
              <a:t>‘The reason for deciding’ </a:t>
            </a:r>
          </a:p>
          <a:p>
            <a:pPr marL="0" indent="0" algn="ctr">
              <a:buNone/>
            </a:pPr>
            <a:endParaRPr lang="en-GB" i="1" dirty="0"/>
          </a:p>
          <a:p>
            <a:r>
              <a:rPr lang="en-GB" dirty="0"/>
              <a:t>In a judgment the judge is likely to give a summary of the facts of the case, review the arguments put to him by the advocates in the case, and then </a:t>
            </a:r>
            <a:r>
              <a:rPr lang="en-GB" b="1" dirty="0"/>
              <a:t>explain the principles of law he is using to come to the decision</a:t>
            </a:r>
            <a:r>
              <a:rPr lang="en-GB" dirty="0"/>
              <a:t>. </a:t>
            </a:r>
          </a:p>
          <a:p>
            <a:r>
              <a:rPr lang="en-GB" dirty="0"/>
              <a:t>These principles are the important part of the judgment and are known as the </a:t>
            </a:r>
            <a:r>
              <a:rPr lang="en-GB" i="1" dirty="0"/>
              <a:t>ratio decidendi</a:t>
            </a:r>
            <a:r>
              <a:rPr lang="en-GB" dirty="0"/>
              <a:t>.</a:t>
            </a:r>
          </a:p>
          <a:p>
            <a:endParaRPr lang="en-AU" dirty="0"/>
          </a:p>
        </p:txBody>
      </p:sp>
    </p:spTree>
    <p:extLst>
      <p:ext uri="{BB962C8B-B14F-4D97-AF65-F5344CB8AC3E}">
        <p14:creationId xmlns:p14="http://schemas.microsoft.com/office/powerpoint/2010/main" val="360380439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B50F8-B71B-443F-9149-DD8201E8FCD4}"/>
              </a:ext>
            </a:extLst>
          </p:cNvPr>
          <p:cNvSpPr>
            <a:spLocks noGrp="1"/>
          </p:cNvSpPr>
          <p:nvPr>
            <p:ph type="title"/>
          </p:nvPr>
        </p:nvSpPr>
        <p:spPr/>
        <p:txBody>
          <a:bodyPr/>
          <a:lstStyle/>
          <a:p>
            <a:r>
              <a:rPr lang="en-GB" b="1" i="1" dirty="0"/>
              <a:t>Obiter dicta </a:t>
            </a:r>
            <a:endParaRPr lang="en-AU" i="1" dirty="0"/>
          </a:p>
        </p:txBody>
      </p:sp>
      <p:sp>
        <p:nvSpPr>
          <p:cNvPr id="3" name="Content Placeholder 2">
            <a:extLst>
              <a:ext uri="{FF2B5EF4-FFF2-40B4-BE49-F238E27FC236}">
                <a16:creationId xmlns:a16="http://schemas.microsoft.com/office/drawing/2014/main" id="{EE39C81F-6C8E-487B-B06A-53FEB77EE7EB}"/>
              </a:ext>
            </a:extLst>
          </p:cNvPr>
          <p:cNvSpPr>
            <a:spLocks noGrp="1"/>
          </p:cNvSpPr>
          <p:nvPr>
            <p:ph idx="1"/>
          </p:nvPr>
        </p:nvSpPr>
        <p:spPr>
          <a:xfrm>
            <a:off x="1451579" y="2015732"/>
            <a:ext cx="9291215" cy="3915941"/>
          </a:xfrm>
        </p:spPr>
        <p:txBody>
          <a:bodyPr>
            <a:normAutofit/>
          </a:bodyPr>
          <a:lstStyle/>
          <a:p>
            <a:pPr marL="0" indent="0" algn="ctr">
              <a:buNone/>
            </a:pPr>
            <a:r>
              <a:rPr lang="en-GB" i="1" dirty="0"/>
              <a:t>‘Other things said’</a:t>
            </a:r>
          </a:p>
          <a:p>
            <a:pPr marL="0" indent="0" algn="ctr">
              <a:buNone/>
            </a:pPr>
            <a:endParaRPr lang="en-GB" i="1" dirty="0"/>
          </a:p>
          <a:p>
            <a:r>
              <a:rPr lang="en-GB" dirty="0"/>
              <a:t>Judges in future cases do not have to follow this. </a:t>
            </a:r>
          </a:p>
          <a:p>
            <a:r>
              <a:rPr lang="en-GB" dirty="0"/>
              <a:t>Sometimes a judge will speculate on what his decision would have been if the facts of the case had been different.  </a:t>
            </a:r>
          </a:p>
          <a:p>
            <a:r>
              <a:rPr lang="en-GB" dirty="0"/>
              <a:t>This </a:t>
            </a:r>
            <a:r>
              <a:rPr lang="en-GB" b="1" dirty="0"/>
              <a:t>hypothetical situation </a:t>
            </a:r>
            <a:r>
              <a:rPr lang="en-GB" dirty="0"/>
              <a:t>is part of the obiter dicta and the legal reasoning put forward may be considered in future cases, although, as with all obiter statements, it </a:t>
            </a:r>
            <a:r>
              <a:rPr lang="en-GB" b="1" dirty="0"/>
              <a:t>is not binding precedent</a:t>
            </a:r>
            <a:r>
              <a:rPr lang="en-GB" dirty="0"/>
              <a:t>.  </a:t>
            </a:r>
          </a:p>
          <a:p>
            <a:endParaRPr lang="en-AU" dirty="0"/>
          </a:p>
        </p:txBody>
      </p:sp>
    </p:spTree>
    <p:extLst>
      <p:ext uri="{BB962C8B-B14F-4D97-AF65-F5344CB8AC3E}">
        <p14:creationId xmlns:p14="http://schemas.microsoft.com/office/powerpoint/2010/main" val="11609976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1B40C-EC6B-48C6-9BFD-B156E7886A1C}"/>
              </a:ext>
            </a:extLst>
          </p:cNvPr>
          <p:cNvSpPr>
            <a:spLocks noGrp="1"/>
          </p:cNvSpPr>
          <p:nvPr>
            <p:ph type="title"/>
          </p:nvPr>
        </p:nvSpPr>
        <p:spPr>
          <a:xfrm>
            <a:off x="1546995" y="184317"/>
            <a:ext cx="9291215" cy="1049235"/>
          </a:xfrm>
        </p:spPr>
        <p:txBody>
          <a:bodyPr/>
          <a:lstStyle/>
          <a:p>
            <a:r>
              <a:rPr lang="en-AU" b="1" dirty="0"/>
              <a:t>SUMMARY OF KEY TERMS</a:t>
            </a:r>
          </a:p>
        </p:txBody>
      </p:sp>
      <p:sp>
        <p:nvSpPr>
          <p:cNvPr id="3" name="Content Placeholder 2">
            <a:extLst>
              <a:ext uri="{FF2B5EF4-FFF2-40B4-BE49-F238E27FC236}">
                <a16:creationId xmlns:a16="http://schemas.microsoft.com/office/drawing/2014/main" id="{1E890A08-5C4E-4C9D-8485-EDE226F02D3E}"/>
              </a:ext>
            </a:extLst>
          </p:cNvPr>
          <p:cNvSpPr>
            <a:spLocks noGrp="1"/>
          </p:cNvSpPr>
          <p:nvPr>
            <p:ph idx="1"/>
          </p:nvPr>
        </p:nvSpPr>
        <p:spPr>
          <a:xfrm>
            <a:off x="254442" y="1233552"/>
            <a:ext cx="11767930" cy="4873050"/>
          </a:xfrm>
        </p:spPr>
        <p:txBody>
          <a:bodyPr>
            <a:normAutofit fontScale="92500" lnSpcReduction="20000"/>
          </a:bodyPr>
          <a:lstStyle/>
          <a:p>
            <a:endParaRPr lang="en-US" b="1" dirty="0">
              <a:solidFill>
                <a:srgbClr val="FFFF00"/>
              </a:solidFill>
              <a:cs typeface="Times New Roman"/>
            </a:endParaRPr>
          </a:p>
          <a:p>
            <a:pPr marL="0" indent="0">
              <a:buNone/>
            </a:pPr>
            <a:r>
              <a:rPr lang="en-US" b="1" dirty="0">
                <a:solidFill>
                  <a:srgbClr val="FFFF00"/>
                </a:solidFill>
                <a:cs typeface="Times New Roman"/>
              </a:rPr>
              <a:t>Stare decisis </a:t>
            </a:r>
            <a:r>
              <a:rPr lang="en-US" dirty="0">
                <a:cs typeface="Times New Roman"/>
              </a:rPr>
              <a:t>= the Law expounded in one case should be followed in later, similar cases</a:t>
            </a:r>
          </a:p>
          <a:p>
            <a:pPr marL="0" indent="0">
              <a:buNone/>
            </a:pPr>
            <a:endParaRPr lang="en-US" dirty="0">
              <a:cs typeface="Times New Roman"/>
            </a:endParaRPr>
          </a:p>
          <a:p>
            <a:pPr marL="0" indent="0">
              <a:buNone/>
            </a:pPr>
            <a:r>
              <a:rPr lang="en-US" b="1" dirty="0">
                <a:solidFill>
                  <a:srgbClr val="FFFF00"/>
                </a:solidFill>
                <a:cs typeface="Times New Roman"/>
              </a:rPr>
              <a:t>Obiter Dictum </a:t>
            </a:r>
            <a:r>
              <a:rPr lang="en-US" dirty="0">
                <a:cs typeface="Times New Roman"/>
              </a:rPr>
              <a:t>= persuasive, not binding</a:t>
            </a:r>
            <a:r>
              <a:rPr lang="mr-IN" dirty="0">
                <a:cs typeface="Times New Roman"/>
              </a:rPr>
              <a:t>…</a:t>
            </a:r>
            <a:r>
              <a:rPr lang="en-AU" dirty="0">
                <a:cs typeface="Times New Roman"/>
              </a:rPr>
              <a:t>.but should not be ignored</a:t>
            </a:r>
            <a:endParaRPr lang="en-US" dirty="0">
              <a:cs typeface="Times New Roman"/>
            </a:endParaRPr>
          </a:p>
          <a:p>
            <a:pPr marL="457200" indent="-457200"/>
            <a:r>
              <a:rPr lang="en-US" dirty="0">
                <a:cs typeface="Times New Roman"/>
              </a:rPr>
              <a:t>Obiter dictum (‘saying by the way’) statements are made in a judgment but do not constitute part of the ratio </a:t>
            </a:r>
            <a:r>
              <a:rPr lang="en-US" dirty="0" err="1">
                <a:cs typeface="Times New Roman"/>
              </a:rPr>
              <a:t>decendi</a:t>
            </a:r>
            <a:r>
              <a:rPr lang="en-US" dirty="0">
                <a:cs typeface="Times New Roman"/>
              </a:rPr>
              <a:t>, therefore they are not part of any precedent </a:t>
            </a:r>
          </a:p>
          <a:p>
            <a:pPr marL="457200" indent="-457200"/>
            <a:r>
              <a:rPr lang="en-US" dirty="0">
                <a:cs typeface="Times New Roman"/>
              </a:rPr>
              <a:t>can provide important information and guidance for future judges</a:t>
            </a:r>
          </a:p>
          <a:p>
            <a:endParaRPr lang="en-US" dirty="0">
              <a:cs typeface="Times New Roman"/>
            </a:endParaRPr>
          </a:p>
          <a:p>
            <a:pPr marL="0" indent="0">
              <a:buNone/>
            </a:pPr>
            <a:r>
              <a:rPr lang="en-US" b="1" dirty="0">
                <a:solidFill>
                  <a:srgbClr val="FFFF00"/>
                </a:solidFill>
                <a:cs typeface="Times New Roman"/>
              </a:rPr>
              <a:t>Ratio Decidendi </a:t>
            </a:r>
            <a:r>
              <a:rPr lang="en-US" dirty="0">
                <a:cs typeface="Times New Roman"/>
              </a:rPr>
              <a:t>= legally binding principle;</a:t>
            </a:r>
          </a:p>
          <a:p>
            <a:r>
              <a:rPr lang="en-US" dirty="0">
                <a:cs typeface="Times New Roman"/>
              </a:rPr>
              <a:t>The key reasons or core principle underlying a court judgement in common law</a:t>
            </a:r>
          </a:p>
          <a:p>
            <a:r>
              <a:rPr lang="en-US" dirty="0">
                <a:cs typeface="Times New Roman"/>
              </a:rPr>
              <a:t>The ratio decidendi of a higher court forms the precedent that is binding on the decisions of a lower court</a:t>
            </a:r>
          </a:p>
          <a:p>
            <a:pPr marL="514350" indent="-457200"/>
            <a:endParaRPr lang="en-US" dirty="0">
              <a:cs typeface="Times New Roman"/>
            </a:endParaRPr>
          </a:p>
          <a:p>
            <a:endParaRPr lang="en-US" b="1" dirty="0">
              <a:cs typeface="Times New Roman"/>
            </a:endParaRPr>
          </a:p>
          <a:p>
            <a:endParaRPr lang="en-US" dirty="0">
              <a:cs typeface="Times New Roman"/>
            </a:endParaRPr>
          </a:p>
          <a:p>
            <a:endParaRPr lang="en-AU" dirty="0"/>
          </a:p>
          <a:p>
            <a:endParaRPr lang="en-AU" dirty="0"/>
          </a:p>
        </p:txBody>
      </p:sp>
    </p:spTree>
    <p:extLst>
      <p:ext uri="{BB962C8B-B14F-4D97-AF65-F5344CB8AC3E}">
        <p14:creationId xmlns:p14="http://schemas.microsoft.com/office/powerpoint/2010/main" val="63761076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9216A3-B705-41AC-8BB3-A7933C8D9477}"/>
              </a:ext>
            </a:extLst>
          </p:cNvPr>
          <p:cNvSpPr>
            <a:spLocks noGrp="1"/>
          </p:cNvSpPr>
          <p:nvPr>
            <p:ph idx="1"/>
          </p:nvPr>
        </p:nvSpPr>
        <p:spPr>
          <a:xfrm>
            <a:off x="63610" y="95417"/>
            <a:ext cx="11895151" cy="6663192"/>
          </a:xfrm>
        </p:spPr>
        <p:txBody>
          <a:bodyPr>
            <a:normAutofit fontScale="70000" lnSpcReduction="20000"/>
          </a:bodyPr>
          <a:lstStyle/>
          <a:p>
            <a:pPr marL="57150" indent="0">
              <a:buNone/>
            </a:pPr>
            <a:r>
              <a:rPr lang="en-US" sz="2800" dirty="0">
                <a:cs typeface="Times New Roman"/>
              </a:rPr>
              <a:t>Judges in the superior court may take four different actions in </a:t>
            </a:r>
            <a:r>
              <a:rPr lang="en-US" sz="2800" b="1" dirty="0">
                <a:cs typeface="Times New Roman"/>
              </a:rPr>
              <a:t>changing the existing decision</a:t>
            </a:r>
            <a:r>
              <a:rPr lang="en-US" sz="2800" dirty="0">
                <a:cs typeface="Times New Roman"/>
              </a:rPr>
              <a:t>:</a:t>
            </a:r>
          </a:p>
          <a:p>
            <a:pPr marL="514350" indent="-457200">
              <a:buFont typeface="+mj-lt"/>
              <a:buAutoNum type="arabicPeriod"/>
            </a:pPr>
            <a:r>
              <a:rPr lang="en-US" sz="2900" b="1" dirty="0">
                <a:solidFill>
                  <a:srgbClr val="FFFF00"/>
                </a:solidFill>
                <a:cs typeface="Times New Roman"/>
              </a:rPr>
              <a:t>Reversing</a:t>
            </a:r>
            <a:r>
              <a:rPr lang="en-US" sz="2300" b="1" dirty="0">
                <a:solidFill>
                  <a:srgbClr val="FFFF00"/>
                </a:solidFill>
                <a:cs typeface="Times New Roman"/>
              </a:rPr>
              <a:t> </a:t>
            </a:r>
            <a:r>
              <a:rPr lang="en-US" sz="2900" b="1" dirty="0">
                <a:solidFill>
                  <a:srgbClr val="FFFF00"/>
                </a:solidFill>
                <a:cs typeface="Times New Roman"/>
              </a:rPr>
              <a:t>the decision</a:t>
            </a:r>
          </a:p>
          <a:p>
            <a:pPr marL="914400" lvl="1" indent="-457200"/>
            <a:r>
              <a:rPr lang="en-US" sz="2300" dirty="0">
                <a:cs typeface="Times New Roman"/>
              </a:rPr>
              <a:t>If the higher court finds the law has been misapplied it will reverse the judgement and substitute a correct </a:t>
            </a:r>
            <a:r>
              <a:rPr lang="en-US" sz="2300" i="1" dirty="0">
                <a:cs typeface="Times New Roman"/>
              </a:rPr>
              <a:t>ratio decidendi </a:t>
            </a:r>
            <a:r>
              <a:rPr lang="en-US" sz="2300" dirty="0">
                <a:cs typeface="Times New Roman"/>
              </a:rPr>
              <a:t>for the </a:t>
            </a:r>
            <a:r>
              <a:rPr lang="en-US" sz="2300" i="1" dirty="0">
                <a:cs typeface="Times New Roman"/>
              </a:rPr>
              <a:t>ratio decidendi </a:t>
            </a:r>
            <a:r>
              <a:rPr lang="en-US" sz="2300" dirty="0">
                <a:cs typeface="Times New Roman"/>
              </a:rPr>
              <a:t>used by the lower court</a:t>
            </a:r>
          </a:p>
          <a:p>
            <a:pPr marL="914400" lvl="1" indent="-457200"/>
            <a:r>
              <a:rPr lang="en-US" sz="2300" dirty="0">
                <a:cs typeface="Times New Roman"/>
              </a:rPr>
              <a:t>Occurs on the same case</a:t>
            </a:r>
          </a:p>
          <a:p>
            <a:pPr marL="914400" lvl="1" indent="-457200"/>
            <a:endParaRPr lang="en-US" sz="1000" dirty="0">
              <a:cs typeface="Times New Roman"/>
            </a:endParaRPr>
          </a:p>
          <a:p>
            <a:pPr marL="514350" indent="-457200">
              <a:buFont typeface="+mj-lt"/>
              <a:buAutoNum type="arabicPeriod"/>
            </a:pPr>
            <a:r>
              <a:rPr lang="en-US" sz="2900" b="1" dirty="0">
                <a:solidFill>
                  <a:srgbClr val="FFFF00"/>
                </a:solidFill>
                <a:cs typeface="Times New Roman"/>
              </a:rPr>
              <a:t>Overruling</a:t>
            </a:r>
          </a:p>
          <a:p>
            <a:pPr marL="914400" lvl="1" indent="-457200"/>
            <a:r>
              <a:rPr lang="en-US" sz="2300" dirty="0">
                <a:cs typeface="Times New Roman"/>
              </a:rPr>
              <a:t>A superior court may reconsider a case where the legal principle used was created in a previous judgement of a lower court</a:t>
            </a:r>
          </a:p>
          <a:p>
            <a:pPr marL="914400" lvl="1" indent="-457200"/>
            <a:r>
              <a:rPr lang="en-US" sz="2300" dirty="0">
                <a:cs typeface="Times New Roman"/>
              </a:rPr>
              <a:t>It may not find that precedent convincing and as a result substitute its own </a:t>
            </a:r>
            <a:r>
              <a:rPr lang="en-US" sz="2300" i="1" dirty="0">
                <a:cs typeface="Times New Roman"/>
              </a:rPr>
              <a:t>ratio decidendi</a:t>
            </a:r>
          </a:p>
          <a:p>
            <a:pPr marL="914400" lvl="1" indent="-457200"/>
            <a:r>
              <a:rPr lang="en-US" sz="2300" dirty="0">
                <a:cs typeface="Times New Roman"/>
              </a:rPr>
              <a:t>Occurs when 2 separate cases</a:t>
            </a:r>
          </a:p>
          <a:p>
            <a:pPr marL="914400" lvl="1" indent="-457200"/>
            <a:endParaRPr lang="en-US" sz="1000" dirty="0">
              <a:cs typeface="Times New Roman"/>
            </a:endParaRPr>
          </a:p>
          <a:p>
            <a:pPr marL="514350" indent="-457200">
              <a:buFont typeface="+mj-lt"/>
              <a:buAutoNum type="arabicPeriod"/>
            </a:pPr>
            <a:r>
              <a:rPr lang="en-US" sz="2900" b="1" dirty="0">
                <a:solidFill>
                  <a:srgbClr val="FFFF00"/>
                </a:solidFill>
                <a:cs typeface="Times New Roman"/>
              </a:rPr>
              <a:t>Disapproving</a:t>
            </a:r>
          </a:p>
          <a:p>
            <a:pPr marL="914400" lvl="1" indent="-457200"/>
            <a:r>
              <a:rPr lang="en-US" sz="2300" dirty="0">
                <a:cs typeface="Times New Roman"/>
              </a:rPr>
              <a:t>This occurs when a judge disagrees with previous judgement and puts in his statement, the court decides not to follow a previous decision set by a court at the </a:t>
            </a:r>
            <a:r>
              <a:rPr lang="en-US" sz="2300" b="1" dirty="0">
                <a:cs typeface="Times New Roman"/>
              </a:rPr>
              <a:t>same level</a:t>
            </a:r>
            <a:r>
              <a:rPr lang="en-US" sz="2300" dirty="0">
                <a:cs typeface="Times New Roman"/>
              </a:rPr>
              <a:t>. </a:t>
            </a:r>
          </a:p>
          <a:p>
            <a:pPr marL="914400" lvl="1" indent="-457200"/>
            <a:r>
              <a:rPr lang="en-US" sz="2300" dirty="0">
                <a:cs typeface="Times New Roman"/>
              </a:rPr>
              <a:t>The High Court sometimes takes this action and creates ‘new law’</a:t>
            </a:r>
          </a:p>
          <a:p>
            <a:pPr marL="914400" lvl="1" indent="-457200"/>
            <a:endParaRPr lang="en-US" sz="1000" dirty="0">
              <a:cs typeface="Times New Roman"/>
            </a:endParaRPr>
          </a:p>
          <a:p>
            <a:pPr marL="514350" indent="-457200">
              <a:buFont typeface="+mj-lt"/>
              <a:buAutoNum type="arabicPeriod"/>
            </a:pPr>
            <a:r>
              <a:rPr lang="en-US" sz="2900" b="1" dirty="0">
                <a:solidFill>
                  <a:srgbClr val="FFFF00"/>
                </a:solidFill>
                <a:cs typeface="Times New Roman"/>
              </a:rPr>
              <a:t>Distinguishing</a:t>
            </a:r>
          </a:p>
          <a:p>
            <a:pPr marL="914400" lvl="1" indent="-457200"/>
            <a:r>
              <a:rPr lang="en-US" sz="2300" dirty="0">
                <a:cs typeface="Times New Roman"/>
              </a:rPr>
              <a:t>If a court decided that the case before it is substantially different from any previous case, its decision will be different or distinguished from existing precedents</a:t>
            </a:r>
            <a:endParaRPr lang="en-US" sz="1700" dirty="0">
              <a:cs typeface="Times New Roman"/>
            </a:endParaRPr>
          </a:p>
        </p:txBody>
      </p:sp>
    </p:spTree>
    <p:extLst>
      <p:ext uri="{BB962C8B-B14F-4D97-AF65-F5344CB8AC3E}">
        <p14:creationId xmlns:p14="http://schemas.microsoft.com/office/powerpoint/2010/main" val="223289009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9E636-299B-4825-9066-9D5CDEECE060}"/>
              </a:ext>
            </a:extLst>
          </p:cNvPr>
          <p:cNvSpPr>
            <a:spLocks noGrp="1"/>
          </p:cNvSpPr>
          <p:nvPr>
            <p:ph type="title"/>
          </p:nvPr>
        </p:nvSpPr>
        <p:spPr>
          <a:xfrm>
            <a:off x="7176413" y="1654726"/>
            <a:ext cx="4162489" cy="2466839"/>
          </a:xfrm>
        </p:spPr>
        <p:txBody>
          <a:bodyPr vert="horz" lIns="91440" tIns="45720" rIns="91440" bIns="0" rtlCol="0" anchor="b">
            <a:normAutofit/>
          </a:bodyPr>
          <a:lstStyle/>
          <a:p>
            <a:r>
              <a:rPr lang="en-US" sz="4800" dirty="0"/>
              <a:t>UNIT 1 SYLLABUS</a:t>
            </a:r>
          </a:p>
        </p:txBody>
      </p:sp>
      <p:pic>
        <p:nvPicPr>
          <p:cNvPr id="12" name="Content Placeholder 8">
            <a:extLst>
              <a:ext uri="{FF2B5EF4-FFF2-40B4-BE49-F238E27FC236}">
                <a16:creationId xmlns:a16="http://schemas.microsoft.com/office/drawing/2014/main" id="{52A4726A-9CCE-4885-8568-19C70A4B17A7}"/>
              </a:ext>
            </a:extLst>
          </p:cNvPr>
          <p:cNvPicPr>
            <a:picLocks noGrp="1" noChangeAspect="1"/>
          </p:cNvPicPr>
          <p:nvPr>
            <p:ph idx="1"/>
          </p:nvPr>
        </p:nvPicPr>
        <p:blipFill>
          <a:blip r:embed="rId2"/>
          <a:stretch>
            <a:fillRect/>
          </a:stretch>
        </p:blipFill>
        <p:spPr>
          <a:xfrm>
            <a:off x="-1" y="0"/>
            <a:ext cx="7036067" cy="6912936"/>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3">
            <p14:nvContentPartPr>
              <p14:cNvPr id="3" name="Ink 2">
                <a:extLst>
                  <a:ext uri="{FF2B5EF4-FFF2-40B4-BE49-F238E27FC236}">
                    <a16:creationId xmlns:a16="http://schemas.microsoft.com/office/drawing/2014/main" id="{0996E969-7734-42C3-ACF4-2CC6EF9012DC}"/>
                  </a:ext>
                </a:extLst>
              </p14:cNvPr>
              <p14:cNvContentPartPr/>
              <p14:nvPr/>
            </p14:nvContentPartPr>
            <p14:xfrm>
              <a:off x="336850" y="656405"/>
              <a:ext cx="6320160" cy="412560"/>
            </p14:xfrm>
          </p:contentPart>
        </mc:Choice>
        <mc:Fallback xmlns="">
          <p:pic>
            <p:nvPicPr>
              <p:cNvPr id="3" name="Ink 2">
                <a:extLst>
                  <a:ext uri="{FF2B5EF4-FFF2-40B4-BE49-F238E27FC236}">
                    <a16:creationId xmlns:a16="http://schemas.microsoft.com/office/drawing/2014/main" id="{0996E969-7734-42C3-ACF4-2CC6EF9012DC}"/>
                  </a:ext>
                </a:extLst>
              </p:cNvPr>
              <p:cNvPicPr/>
              <p:nvPr/>
            </p:nvPicPr>
            <p:blipFill>
              <a:blip r:embed="rId4"/>
              <a:stretch>
                <a:fillRect/>
              </a:stretch>
            </p:blipFill>
            <p:spPr>
              <a:xfrm>
                <a:off x="274210" y="593765"/>
                <a:ext cx="6445800" cy="538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5" name="Ink 4">
                <a:extLst>
                  <a:ext uri="{FF2B5EF4-FFF2-40B4-BE49-F238E27FC236}">
                    <a16:creationId xmlns:a16="http://schemas.microsoft.com/office/drawing/2014/main" id="{F805F41A-5597-475F-8C2B-4347F11ADE47}"/>
                  </a:ext>
                </a:extLst>
              </p14:cNvPr>
              <p14:cNvContentPartPr/>
              <p14:nvPr/>
            </p14:nvContentPartPr>
            <p14:xfrm>
              <a:off x="271330" y="1278845"/>
              <a:ext cx="3540960" cy="1018440"/>
            </p14:xfrm>
          </p:contentPart>
        </mc:Choice>
        <mc:Fallback xmlns="">
          <p:pic>
            <p:nvPicPr>
              <p:cNvPr id="5" name="Ink 4">
                <a:extLst>
                  <a:ext uri="{FF2B5EF4-FFF2-40B4-BE49-F238E27FC236}">
                    <a16:creationId xmlns:a16="http://schemas.microsoft.com/office/drawing/2014/main" id="{F805F41A-5597-475F-8C2B-4347F11ADE47}"/>
                  </a:ext>
                </a:extLst>
              </p:cNvPr>
              <p:cNvPicPr/>
              <p:nvPr/>
            </p:nvPicPr>
            <p:blipFill>
              <a:blip r:embed="rId6"/>
              <a:stretch>
                <a:fillRect/>
              </a:stretch>
            </p:blipFill>
            <p:spPr>
              <a:xfrm>
                <a:off x="208690" y="1215845"/>
                <a:ext cx="3666600" cy="1144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4" name="Ink 3">
                <a:extLst>
                  <a:ext uri="{FF2B5EF4-FFF2-40B4-BE49-F238E27FC236}">
                    <a16:creationId xmlns:a16="http://schemas.microsoft.com/office/drawing/2014/main" id="{FEA8B6DA-1A7D-4BF6-9280-3010FEF8618C}"/>
                  </a:ext>
                </a:extLst>
              </p14:cNvPr>
              <p14:cNvContentPartPr/>
              <p14:nvPr/>
            </p14:nvContentPartPr>
            <p14:xfrm>
              <a:off x="143890" y="2168405"/>
              <a:ext cx="4648680" cy="537480"/>
            </p14:xfrm>
          </p:contentPart>
        </mc:Choice>
        <mc:Fallback xmlns="">
          <p:pic>
            <p:nvPicPr>
              <p:cNvPr id="4" name="Ink 3">
                <a:extLst>
                  <a:ext uri="{FF2B5EF4-FFF2-40B4-BE49-F238E27FC236}">
                    <a16:creationId xmlns:a16="http://schemas.microsoft.com/office/drawing/2014/main" id="{FEA8B6DA-1A7D-4BF6-9280-3010FEF8618C}"/>
                  </a:ext>
                </a:extLst>
              </p:cNvPr>
              <p:cNvPicPr/>
              <p:nvPr/>
            </p:nvPicPr>
            <p:blipFill>
              <a:blip r:embed="rId8"/>
              <a:stretch>
                <a:fillRect/>
              </a:stretch>
            </p:blipFill>
            <p:spPr>
              <a:xfrm>
                <a:off x="80890" y="2105765"/>
                <a:ext cx="4774320" cy="663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6" name="Ink 5">
                <a:extLst>
                  <a:ext uri="{FF2B5EF4-FFF2-40B4-BE49-F238E27FC236}">
                    <a16:creationId xmlns:a16="http://schemas.microsoft.com/office/drawing/2014/main" id="{02808666-6439-484A-879A-D34CEB21EBD5}"/>
                  </a:ext>
                </a:extLst>
              </p14:cNvPr>
              <p14:cNvContentPartPr/>
              <p14:nvPr/>
            </p14:nvContentPartPr>
            <p14:xfrm>
              <a:off x="188866" y="2805425"/>
              <a:ext cx="4889160" cy="199080"/>
            </p14:xfrm>
          </p:contentPart>
        </mc:Choice>
        <mc:Fallback xmlns="">
          <p:pic>
            <p:nvPicPr>
              <p:cNvPr id="6" name="Ink 5">
                <a:extLst>
                  <a:ext uri="{FF2B5EF4-FFF2-40B4-BE49-F238E27FC236}">
                    <a16:creationId xmlns:a16="http://schemas.microsoft.com/office/drawing/2014/main" id="{02808666-6439-484A-879A-D34CEB21EBD5}"/>
                  </a:ext>
                </a:extLst>
              </p:cNvPr>
              <p:cNvPicPr/>
              <p:nvPr/>
            </p:nvPicPr>
            <p:blipFill>
              <a:blip r:embed="rId10"/>
              <a:stretch>
                <a:fillRect/>
              </a:stretch>
            </p:blipFill>
            <p:spPr>
              <a:xfrm>
                <a:off x="125866" y="2742539"/>
                <a:ext cx="5014800" cy="324493"/>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18" name="Ink 17">
                <a:extLst>
                  <a:ext uri="{FF2B5EF4-FFF2-40B4-BE49-F238E27FC236}">
                    <a16:creationId xmlns:a16="http://schemas.microsoft.com/office/drawing/2014/main" id="{FB011F32-7FC9-4702-B52B-64AD01553FFF}"/>
                  </a:ext>
                </a:extLst>
              </p14:cNvPr>
              <p14:cNvContentPartPr/>
              <p14:nvPr/>
            </p14:nvContentPartPr>
            <p14:xfrm>
              <a:off x="387250" y="3213219"/>
              <a:ext cx="3681720" cy="1138320"/>
            </p14:xfrm>
          </p:contentPart>
        </mc:Choice>
        <mc:Fallback xmlns="">
          <p:pic>
            <p:nvPicPr>
              <p:cNvPr id="18" name="Ink 17">
                <a:extLst>
                  <a:ext uri="{FF2B5EF4-FFF2-40B4-BE49-F238E27FC236}">
                    <a16:creationId xmlns:a16="http://schemas.microsoft.com/office/drawing/2014/main" id="{FB011F32-7FC9-4702-B52B-64AD01553FFF}"/>
                  </a:ext>
                </a:extLst>
              </p:cNvPr>
              <p:cNvPicPr/>
              <p:nvPr/>
            </p:nvPicPr>
            <p:blipFill>
              <a:blip r:embed="rId12"/>
              <a:stretch>
                <a:fillRect/>
              </a:stretch>
            </p:blipFill>
            <p:spPr>
              <a:xfrm>
                <a:off x="324610" y="3150219"/>
                <a:ext cx="3807360" cy="1263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7" name="Ink 6">
                <a:extLst>
                  <a:ext uri="{FF2B5EF4-FFF2-40B4-BE49-F238E27FC236}">
                    <a16:creationId xmlns:a16="http://schemas.microsoft.com/office/drawing/2014/main" id="{74F841CE-97CF-42E0-AA70-7D488A9DDA90}"/>
                  </a:ext>
                </a:extLst>
              </p14:cNvPr>
              <p14:cNvContentPartPr/>
              <p14:nvPr/>
            </p14:nvContentPartPr>
            <p14:xfrm>
              <a:off x="309850" y="4355139"/>
              <a:ext cx="3930480" cy="720720"/>
            </p14:xfrm>
          </p:contentPart>
        </mc:Choice>
        <mc:Fallback xmlns="">
          <p:pic>
            <p:nvPicPr>
              <p:cNvPr id="7" name="Ink 6">
                <a:extLst>
                  <a:ext uri="{FF2B5EF4-FFF2-40B4-BE49-F238E27FC236}">
                    <a16:creationId xmlns:a16="http://schemas.microsoft.com/office/drawing/2014/main" id="{74F841CE-97CF-42E0-AA70-7D488A9DDA90}"/>
                  </a:ext>
                </a:extLst>
              </p:cNvPr>
              <p:cNvPicPr/>
              <p:nvPr/>
            </p:nvPicPr>
            <p:blipFill>
              <a:blip r:embed="rId14"/>
              <a:stretch>
                <a:fillRect/>
              </a:stretch>
            </p:blipFill>
            <p:spPr>
              <a:xfrm>
                <a:off x="246850" y="4292499"/>
                <a:ext cx="4056120" cy="846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5">
            <p14:nvContentPartPr>
              <p14:cNvPr id="8" name="Ink 7">
                <a:extLst>
                  <a:ext uri="{FF2B5EF4-FFF2-40B4-BE49-F238E27FC236}">
                    <a16:creationId xmlns:a16="http://schemas.microsoft.com/office/drawing/2014/main" id="{78FD6A7B-91E0-4492-8A2D-367B809B6302}"/>
                  </a:ext>
                </a:extLst>
              </p14:cNvPr>
              <p14:cNvContentPartPr/>
              <p14:nvPr/>
            </p14:nvContentPartPr>
            <p14:xfrm>
              <a:off x="300490" y="5177019"/>
              <a:ext cx="5059800" cy="343440"/>
            </p14:xfrm>
          </p:contentPart>
        </mc:Choice>
        <mc:Fallback xmlns="">
          <p:pic>
            <p:nvPicPr>
              <p:cNvPr id="8" name="Ink 7">
                <a:extLst>
                  <a:ext uri="{FF2B5EF4-FFF2-40B4-BE49-F238E27FC236}">
                    <a16:creationId xmlns:a16="http://schemas.microsoft.com/office/drawing/2014/main" id="{78FD6A7B-91E0-4492-8A2D-367B809B6302}"/>
                  </a:ext>
                </a:extLst>
              </p:cNvPr>
              <p:cNvPicPr/>
              <p:nvPr/>
            </p:nvPicPr>
            <p:blipFill>
              <a:blip r:embed="rId16"/>
              <a:stretch>
                <a:fillRect/>
              </a:stretch>
            </p:blipFill>
            <p:spPr>
              <a:xfrm>
                <a:off x="237490" y="5114379"/>
                <a:ext cx="5185440" cy="469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7">
            <p14:nvContentPartPr>
              <p14:cNvPr id="9" name="Ink 8">
                <a:extLst>
                  <a:ext uri="{FF2B5EF4-FFF2-40B4-BE49-F238E27FC236}">
                    <a16:creationId xmlns:a16="http://schemas.microsoft.com/office/drawing/2014/main" id="{3BF349C2-B46E-4D39-8039-3C72A93EC8B3}"/>
                  </a:ext>
                </a:extLst>
              </p14:cNvPr>
              <p14:cNvContentPartPr/>
              <p14:nvPr/>
            </p14:nvContentPartPr>
            <p14:xfrm>
              <a:off x="268290" y="5557024"/>
              <a:ext cx="4509000" cy="277560"/>
            </p14:xfrm>
          </p:contentPart>
        </mc:Choice>
        <mc:Fallback xmlns="">
          <p:pic>
            <p:nvPicPr>
              <p:cNvPr id="9" name="Ink 8">
                <a:extLst>
                  <a:ext uri="{FF2B5EF4-FFF2-40B4-BE49-F238E27FC236}">
                    <a16:creationId xmlns:a16="http://schemas.microsoft.com/office/drawing/2014/main" id="{3BF349C2-B46E-4D39-8039-3C72A93EC8B3}"/>
                  </a:ext>
                </a:extLst>
              </p:cNvPr>
              <p:cNvPicPr/>
              <p:nvPr/>
            </p:nvPicPr>
            <p:blipFill>
              <a:blip r:embed="rId18"/>
              <a:stretch>
                <a:fillRect/>
              </a:stretch>
            </p:blipFill>
            <p:spPr>
              <a:xfrm>
                <a:off x="205290" y="5494024"/>
                <a:ext cx="4634640" cy="403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9">
            <p14:nvContentPartPr>
              <p14:cNvPr id="10" name="Ink 9">
                <a:extLst>
                  <a:ext uri="{FF2B5EF4-FFF2-40B4-BE49-F238E27FC236}">
                    <a16:creationId xmlns:a16="http://schemas.microsoft.com/office/drawing/2014/main" id="{AD40EC6D-CE37-497C-8426-42A74C9FB283}"/>
                  </a:ext>
                </a:extLst>
              </p14:cNvPr>
              <p14:cNvContentPartPr/>
              <p14:nvPr/>
            </p14:nvContentPartPr>
            <p14:xfrm>
              <a:off x="251530" y="5806299"/>
              <a:ext cx="5915880" cy="317880"/>
            </p14:xfrm>
          </p:contentPart>
        </mc:Choice>
        <mc:Fallback xmlns="">
          <p:pic>
            <p:nvPicPr>
              <p:cNvPr id="10" name="Ink 9">
                <a:extLst>
                  <a:ext uri="{FF2B5EF4-FFF2-40B4-BE49-F238E27FC236}">
                    <a16:creationId xmlns:a16="http://schemas.microsoft.com/office/drawing/2014/main" id="{AD40EC6D-CE37-497C-8426-42A74C9FB283}"/>
                  </a:ext>
                </a:extLst>
              </p:cNvPr>
              <p:cNvPicPr/>
              <p:nvPr/>
            </p:nvPicPr>
            <p:blipFill>
              <a:blip r:embed="rId20"/>
              <a:stretch>
                <a:fillRect/>
              </a:stretch>
            </p:blipFill>
            <p:spPr>
              <a:xfrm>
                <a:off x="188530" y="5743299"/>
                <a:ext cx="6041520" cy="443520"/>
              </a:xfrm>
              <a:prstGeom prst="rect">
                <a:avLst/>
              </a:prstGeom>
            </p:spPr>
          </p:pic>
        </mc:Fallback>
      </mc:AlternateContent>
    </p:spTree>
    <p:extLst>
      <p:ext uri="{BB962C8B-B14F-4D97-AF65-F5344CB8AC3E}">
        <p14:creationId xmlns:p14="http://schemas.microsoft.com/office/powerpoint/2010/main" val="413045922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FAA19-B284-47EE-8679-C383E24FE853}"/>
              </a:ext>
            </a:extLst>
          </p:cNvPr>
          <p:cNvSpPr>
            <a:spLocks noGrp="1"/>
          </p:cNvSpPr>
          <p:nvPr>
            <p:ph type="title"/>
          </p:nvPr>
        </p:nvSpPr>
        <p:spPr>
          <a:xfrm>
            <a:off x="1451579" y="342420"/>
            <a:ext cx="9291215" cy="1049235"/>
          </a:xfrm>
        </p:spPr>
        <p:txBody>
          <a:bodyPr>
            <a:normAutofit/>
          </a:bodyPr>
          <a:lstStyle/>
          <a:p>
            <a:r>
              <a:rPr lang="en-AU" sz="3600" b="1" dirty="0">
                <a:highlight>
                  <a:srgbClr val="00FF00"/>
                </a:highlight>
              </a:rPr>
              <a:t>DOT POINT 9: </a:t>
            </a:r>
            <a:r>
              <a:rPr lang="en-AU" sz="3600" b="1" dirty="0"/>
              <a:t>CHAPTER 7</a:t>
            </a:r>
          </a:p>
        </p:txBody>
      </p:sp>
      <p:sp>
        <p:nvSpPr>
          <p:cNvPr id="3" name="Content Placeholder 2">
            <a:extLst>
              <a:ext uri="{FF2B5EF4-FFF2-40B4-BE49-F238E27FC236}">
                <a16:creationId xmlns:a16="http://schemas.microsoft.com/office/drawing/2014/main" id="{389A60E5-B76B-4A5F-AFD8-A43B12878B9B}"/>
              </a:ext>
            </a:extLst>
          </p:cNvPr>
          <p:cNvSpPr>
            <a:spLocks noGrp="1"/>
          </p:cNvSpPr>
          <p:nvPr>
            <p:ph idx="1"/>
          </p:nvPr>
        </p:nvSpPr>
        <p:spPr/>
        <p:txBody>
          <a:bodyPr>
            <a:normAutofit/>
          </a:bodyPr>
          <a:lstStyle/>
          <a:p>
            <a:pPr lvl="0" algn="ctr"/>
            <a:r>
              <a:rPr lang="en-AU" dirty="0"/>
              <a:t>Key processes of civil and criminal trials in Western Australia</a:t>
            </a:r>
          </a:p>
        </p:txBody>
      </p:sp>
    </p:spTree>
    <p:extLst>
      <p:ext uri="{BB962C8B-B14F-4D97-AF65-F5344CB8AC3E}">
        <p14:creationId xmlns:p14="http://schemas.microsoft.com/office/powerpoint/2010/main" val="14141097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CE659-2321-4B8D-B53B-7E498AF4C23E}"/>
              </a:ext>
            </a:extLst>
          </p:cNvPr>
          <p:cNvSpPr>
            <a:spLocks noGrp="1"/>
          </p:cNvSpPr>
          <p:nvPr>
            <p:ph type="title"/>
          </p:nvPr>
        </p:nvSpPr>
        <p:spPr>
          <a:xfrm>
            <a:off x="1729372" y="-5979"/>
            <a:ext cx="9291215" cy="1049235"/>
          </a:xfrm>
        </p:spPr>
        <p:txBody>
          <a:bodyPr/>
          <a:lstStyle/>
          <a:p>
            <a:r>
              <a:rPr lang="en-AU" dirty="0">
                <a:highlight>
                  <a:srgbClr val="FFFF00"/>
                </a:highlight>
              </a:rPr>
              <a:t>CIVIL</a:t>
            </a:r>
            <a:r>
              <a:rPr lang="en-AU" dirty="0"/>
              <a:t> TRIAL PROCEDURE</a:t>
            </a:r>
            <a:br>
              <a:rPr lang="en-AU" dirty="0"/>
            </a:br>
            <a:r>
              <a:rPr lang="en-AU" dirty="0"/>
              <a:t>(PRE, TRIAL, POST)</a:t>
            </a:r>
          </a:p>
        </p:txBody>
      </p:sp>
      <p:sp>
        <p:nvSpPr>
          <p:cNvPr id="3" name="Content Placeholder 2">
            <a:extLst>
              <a:ext uri="{FF2B5EF4-FFF2-40B4-BE49-F238E27FC236}">
                <a16:creationId xmlns:a16="http://schemas.microsoft.com/office/drawing/2014/main" id="{4FFF0571-106D-4002-8390-6C145A3DD89F}"/>
              </a:ext>
            </a:extLst>
          </p:cNvPr>
          <p:cNvSpPr>
            <a:spLocks noGrp="1"/>
          </p:cNvSpPr>
          <p:nvPr>
            <p:ph idx="1"/>
          </p:nvPr>
        </p:nvSpPr>
        <p:spPr>
          <a:xfrm>
            <a:off x="166790" y="1062749"/>
            <a:ext cx="3988521" cy="5197033"/>
          </a:xfrm>
        </p:spPr>
        <p:txBody>
          <a:bodyPr>
            <a:normAutofit/>
          </a:bodyPr>
          <a:lstStyle/>
          <a:p>
            <a:pPr marL="0" indent="0">
              <a:buNone/>
            </a:pPr>
            <a:r>
              <a:rPr lang="en-AU" b="1" i="1" dirty="0">
                <a:solidFill>
                  <a:srgbClr val="FFFF00"/>
                </a:solidFill>
              </a:rPr>
              <a:t>PRE-TRIAL</a:t>
            </a:r>
          </a:p>
          <a:p>
            <a:r>
              <a:rPr lang="en-AU" dirty="0"/>
              <a:t>Aim?</a:t>
            </a:r>
          </a:p>
          <a:p>
            <a:r>
              <a:rPr lang="en-AU" dirty="0"/>
              <a:t>Pleadings (writ, notice of appearance, statement of claim, statement of defence)</a:t>
            </a:r>
          </a:p>
          <a:p>
            <a:r>
              <a:rPr lang="en-AU" dirty="0"/>
              <a:t>Discovery (interrogatories, discovery of documents, medical reports)</a:t>
            </a:r>
          </a:p>
          <a:p>
            <a:r>
              <a:rPr lang="en-AU" dirty="0"/>
              <a:t>Directions Hearing</a:t>
            </a:r>
          </a:p>
          <a:p>
            <a:r>
              <a:rPr lang="en-AU" dirty="0"/>
              <a:t>Mediation (ADR)</a:t>
            </a:r>
          </a:p>
          <a:p>
            <a:endParaRPr lang="en-AU" dirty="0"/>
          </a:p>
          <a:p>
            <a:endParaRPr lang="en-AU" dirty="0"/>
          </a:p>
          <a:p>
            <a:endParaRPr lang="en-AU" dirty="0"/>
          </a:p>
        </p:txBody>
      </p:sp>
      <p:sp>
        <p:nvSpPr>
          <p:cNvPr id="4" name="Content Placeholder 2">
            <a:extLst>
              <a:ext uri="{FF2B5EF4-FFF2-40B4-BE49-F238E27FC236}">
                <a16:creationId xmlns:a16="http://schemas.microsoft.com/office/drawing/2014/main" id="{6EB75B24-8B14-47BB-BD03-B707ACE2504C}"/>
              </a:ext>
            </a:extLst>
          </p:cNvPr>
          <p:cNvSpPr txBox="1">
            <a:spLocks/>
          </p:cNvSpPr>
          <p:nvPr/>
        </p:nvSpPr>
        <p:spPr>
          <a:xfrm>
            <a:off x="3958542" y="1062748"/>
            <a:ext cx="4375229" cy="5197033"/>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n-AU" b="1" i="1" dirty="0">
                <a:solidFill>
                  <a:srgbClr val="FFFF00"/>
                </a:solidFill>
              </a:rPr>
              <a:t>TRIAL</a:t>
            </a:r>
          </a:p>
          <a:p>
            <a:r>
              <a:rPr lang="en-AU" dirty="0"/>
              <a:t>Aim?</a:t>
            </a:r>
          </a:p>
          <a:p>
            <a:r>
              <a:rPr lang="en-AU" dirty="0"/>
              <a:t> Indictment read</a:t>
            </a:r>
          </a:p>
          <a:p>
            <a:r>
              <a:rPr lang="en-AU" dirty="0"/>
              <a:t>Plea</a:t>
            </a:r>
          </a:p>
          <a:p>
            <a:r>
              <a:rPr lang="en-AU" dirty="0"/>
              <a:t>Prosecution: Opening Statements, Examination in Chief, Cross-Exam, Re-Exam</a:t>
            </a:r>
          </a:p>
          <a:p>
            <a:r>
              <a:rPr lang="en-AU" dirty="0"/>
              <a:t>Followed by defence</a:t>
            </a:r>
          </a:p>
          <a:p>
            <a:r>
              <a:rPr lang="en-AU" dirty="0"/>
              <a:t>Closing address</a:t>
            </a:r>
          </a:p>
          <a:p>
            <a:r>
              <a:rPr lang="en-AU" dirty="0"/>
              <a:t>Judge clarify points of law</a:t>
            </a:r>
          </a:p>
          <a:p>
            <a:r>
              <a:rPr lang="en-AU" dirty="0"/>
              <a:t>Jury retire</a:t>
            </a:r>
          </a:p>
          <a:p>
            <a:endParaRPr lang="en-AU" dirty="0"/>
          </a:p>
          <a:p>
            <a:endParaRPr lang="en-AU" dirty="0"/>
          </a:p>
        </p:txBody>
      </p:sp>
      <p:sp>
        <p:nvSpPr>
          <p:cNvPr id="5" name="Content Placeholder 2">
            <a:extLst>
              <a:ext uri="{FF2B5EF4-FFF2-40B4-BE49-F238E27FC236}">
                <a16:creationId xmlns:a16="http://schemas.microsoft.com/office/drawing/2014/main" id="{32F2F1B9-5965-4B8A-A0CA-F049DF2E11EF}"/>
              </a:ext>
            </a:extLst>
          </p:cNvPr>
          <p:cNvSpPr txBox="1">
            <a:spLocks/>
          </p:cNvSpPr>
          <p:nvPr/>
        </p:nvSpPr>
        <p:spPr>
          <a:xfrm>
            <a:off x="8599991" y="1062748"/>
            <a:ext cx="3425219" cy="5060260"/>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n-AU" b="1" i="1" dirty="0">
                <a:solidFill>
                  <a:srgbClr val="FFFF00"/>
                </a:solidFill>
              </a:rPr>
              <a:t>POST-TRIAL</a:t>
            </a:r>
          </a:p>
          <a:p>
            <a:r>
              <a:rPr lang="en-AU" dirty="0"/>
              <a:t>Aim?</a:t>
            </a:r>
          </a:p>
          <a:p>
            <a:r>
              <a:rPr lang="en-AU" dirty="0"/>
              <a:t>Remedies:</a:t>
            </a:r>
          </a:p>
          <a:p>
            <a:pPr lvl="1"/>
            <a:r>
              <a:rPr lang="en-AU" dirty="0"/>
              <a:t>Damages (compensatory, punitive, nominal, contemptuous)</a:t>
            </a:r>
          </a:p>
          <a:p>
            <a:pPr lvl="1"/>
            <a:r>
              <a:rPr lang="en-AU" dirty="0"/>
              <a:t>Injunctions</a:t>
            </a:r>
          </a:p>
          <a:p>
            <a:pPr lvl="1"/>
            <a:r>
              <a:rPr lang="en-AU" dirty="0"/>
              <a:t>Specific Performance</a:t>
            </a:r>
          </a:p>
          <a:p>
            <a:pPr lvl="1"/>
            <a:r>
              <a:rPr lang="en-AU" dirty="0"/>
              <a:t>Restitution</a:t>
            </a:r>
          </a:p>
          <a:p>
            <a:pPr lvl="1"/>
            <a:r>
              <a:rPr lang="en-AU" dirty="0"/>
              <a:t>Recession</a:t>
            </a:r>
          </a:p>
          <a:p>
            <a:r>
              <a:rPr lang="en-AU" dirty="0"/>
              <a:t>Appeal</a:t>
            </a:r>
          </a:p>
          <a:p>
            <a:endParaRPr lang="en-AU" dirty="0"/>
          </a:p>
          <a:p>
            <a:endParaRPr lang="en-AU" dirty="0"/>
          </a:p>
        </p:txBody>
      </p:sp>
    </p:spTree>
    <p:extLst>
      <p:ext uri="{BB962C8B-B14F-4D97-AF65-F5344CB8AC3E}">
        <p14:creationId xmlns:p14="http://schemas.microsoft.com/office/powerpoint/2010/main" val="24456492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CE659-2321-4B8D-B53B-7E498AF4C23E}"/>
              </a:ext>
            </a:extLst>
          </p:cNvPr>
          <p:cNvSpPr>
            <a:spLocks noGrp="1"/>
          </p:cNvSpPr>
          <p:nvPr>
            <p:ph type="title"/>
          </p:nvPr>
        </p:nvSpPr>
        <p:spPr>
          <a:xfrm>
            <a:off x="1729372" y="-5979"/>
            <a:ext cx="9291215" cy="1049235"/>
          </a:xfrm>
        </p:spPr>
        <p:txBody>
          <a:bodyPr/>
          <a:lstStyle/>
          <a:p>
            <a:r>
              <a:rPr lang="en-AU" dirty="0">
                <a:highlight>
                  <a:srgbClr val="FFFF00"/>
                </a:highlight>
              </a:rPr>
              <a:t>CRIMINAL</a:t>
            </a:r>
            <a:r>
              <a:rPr lang="en-AU" dirty="0"/>
              <a:t> TRIAL PROCEDURE</a:t>
            </a:r>
            <a:br>
              <a:rPr lang="en-AU" dirty="0"/>
            </a:br>
            <a:r>
              <a:rPr lang="en-AU" dirty="0"/>
              <a:t>(PRE, TRIAL, POST)</a:t>
            </a:r>
          </a:p>
        </p:txBody>
      </p:sp>
      <p:sp>
        <p:nvSpPr>
          <p:cNvPr id="3" name="Content Placeholder 2">
            <a:extLst>
              <a:ext uri="{FF2B5EF4-FFF2-40B4-BE49-F238E27FC236}">
                <a16:creationId xmlns:a16="http://schemas.microsoft.com/office/drawing/2014/main" id="{4FFF0571-106D-4002-8390-6C145A3DD89F}"/>
              </a:ext>
            </a:extLst>
          </p:cNvPr>
          <p:cNvSpPr>
            <a:spLocks noGrp="1"/>
          </p:cNvSpPr>
          <p:nvPr>
            <p:ph idx="1"/>
          </p:nvPr>
        </p:nvSpPr>
        <p:spPr>
          <a:xfrm>
            <a:off x="166790" y="1062749"/>
            <a:ext cx="4375229" cy="5197033"/>
          </a:xfrm>
        </p:spPr>
        <p:txBody>
          <a:bodyPr>
            <a:normAutofit fontScale="92500" lnSpcReduction="10000"/>
          </a:bodyPr>
          <a:lstStyle/>
          <a:p>
            <a:pPr marL="0" indent="0">
              <a:buNone/>
            </a:pPr>
            <a:r>
              <a:rPr lang="en-AU" b="1" i="1" dirty="0">
                <a:solidFill>
                  <a:srgbClr val="FFFF00"/>
                </a:solidFill>
              </a:rPr>
              <a:t>PRE-TRIAL</a:t>
            </a:r>
          </a:p>
          <a:p>
            <a:r>
              <a:rPr lang="en-AU" dirty="0"/>
              <a:t>Aim/Purpose?</a:t>
            </a:r>
          </a:p>
          <a:p>
            <a:r>
              <a:rPr lang="en-AU" dirty="0"/>
              <a:t>Summary/Indictable</a:t>
            </a:r>
          </a:p>
          <a:p>
            <a:r>
              <a:rPr lang="en-AU" dirty="0"/>
              <a:t>Reporting, Investigation. Arrest</a:t>
            </a:r>
          </a:p>
          <a:p>
            <a:r>
              <a:rPr lang="en-AU" i="1" dirty="0"/>
              <a:t>Summary</a:t>
            </a:r>
            <a:r>
              <a:rPr lang="en-AU" dirty="0"/>
              <a:t>: no warrant, Magistrates, criminal summons served on accused</a:t>
            </a:r>
          </a:p>
          <a:p>
            <a:r>
              <a:rPr lang="en-AU" i="1" dirty="0"/>
              <a:t>Indictable</a:t>
            </a:r>
            <a:r>
              <a:rPr lang="en-AU" dirty="0"/>
              <a:t>: warrant, Magistrates, plea, committal sentence (guilty) committal mention (not guilty), bail/remand</a:t>
            </a:r>
          </a:p>
          <a:p>
            <a:r>
              <a:rPr lang="en-AU" dirty="0"/>
              <a:t>Directions Hearing, Status Conference</a:t>
            </a:r>
          </a:p>
          <a:p>
            <a:endParaRPr lang="en-AU" dirty="0"/>
          </a:p>
          <a:p>
            <a:endParaRPr lang="en-AU" dirty="0"/>
          </a:p>
          <a:p>
            <a:endParaRPr lang="en-AU" dirty="0"/>
          </a:p>
          <a:p>
            <a:endParaRPr lang="en-AU" dirty="0"/>
          </a:p>
        </p:txBody>
      </p:sp>
      <p:sp>
        <p:nvSpPr>
          <p:cNvPr id="4" name="Content Placeholder 2">
            <a:extLst>
              <a:ext uri="{FF2B5EF4-FFF2-40B4-BE49-F238E27FC236}">
                <a16:creationId xmlns:a16="http://schemas.microsoft.com/office/drawing/2014/main" id="{6EB75B24-8B14-47BB-BD03-B707ACE2504C}"/>
              </a:ext>
            </a:extLst>
          </p:cNvPr>
          <p:cNvSpPr txBox="1">
            <a:spLocks/>
          </p:cNvSpPr>
          <p:nvPr/>
        </p:nvSpPr>
        <p:spPr>
          <a:xfrm>
            <a:off x="4392744" y="1043256"/>
            <a:ext cx="4502552" cy="5197033"/>
          </a:xfrm>
          <a:prstGeom prst="rect">
            <a:avLst/>
          </a:prstGeom>
        </p:spPr>
        <p:txBody>
          <a:bodyPr vert="horz" lIns="91440" tIns="45720" rIns="91440" bIns="45720" rtlCol="0" anchor="t">
            <a:normAutofit fontScale="92500" lnSpcReduction="10000"/>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n-AU" b="1" i="1" dirty="0">
                <a:solidFill>
                  <a:srgbClr val="FFFF00"/>
                </a:solidFill>
              </a:rPr>
              <a:t>TRIAL</a:t>
            </a:r>
          </a:p>
          <a:p>
            <a:r>
              <a:rPr lang="en-AU" dirty="0"/>
              <a:t>Aim?</a:t>
            </a:r>
          </a:p>
          <a:p>
            <a:r>
              <a:rPr lang="en-AU" dirty="0"/>
              <a:t>Summary – Magistrates, no jury</a:t>
            </a:r>
          </a:p>
          <a:p>
            <a:r>
              <a:rPr lang="en-AU" dirty="0"/>
              <a:t> Indictment read</a:t>
            </a:r>
          </a:p>
          <a:p>
            <a:r>
              <a:rPr lang="en-AU" dirty="0"/>
              <a:t>Plea</a:t>
            </a:r>
          </a:p>
          <a:p>
            <a:r>
              <a:rPr lang="en-AU" dirty="0"/>
              <a:t>Prosecution: Opening Statements, Examination in Chief, Cross-Exam, Re-Exam (rules of evidence)</a:t>
            </a:r>
          </a:p>
          <a:p>
            <a:r>
              <a:rPr lang="en-AU" dirty="0"/>
              <a:t>Followed by defence</a:t>
            </a:r>
          </a:p>
          <a:p>
            <a:r>
              <a:rPr lang="en-AU" dirty="0"/>
              <a:t>Closing address</a:t>
            </a:r>
          </a:p>
          <a:p>
            <a:r>
              <a:rPr lang="en-AU" dirty="0"/>
              <a:t>Judge clarify points of law</a:t>
            </a:r>
          </a:p>
          <a:p>
            <a:r>
              <a:rPr lang="en-AU" dirty="0"/>
              <a:t>Jury retire</a:t>
            </a:r>
          </a:p>
          <a:p>
            <a:endParaRPr lang="en-AU" dirty="0"/>
          </a:p>
          <a:p>
            <a:endParaRPr lang="en-AU" dirty="0"/>
          </a:p>
        </p:txBody>
      </p:sp>
      <p:sp>
        <p:nvSpPr>
          <p:cNvPr id="5" name="Content Placeholder 2">
            <a:extLst>
              <a:ext uri="{FF2B5EF4-FFF2-40B4-BE49-F238E27FC236}">
                <a16:creationId xmlns:a16="http://schemas.microsoft.com/office/drawing/2014/main" id="{32F2F1B9-5965-4B8A-A0CA-F049DF2E11EF}"/>
              </a:ext>
            </a:extLst>
          </p:cNvPr>
          <p:cNvSpPr txBox="1">
            <a:spLocks/>
          </p:cNvSpPr>
          <p:nvPr/>
        </p:nvSpPr>
        <p:spPr>
          <a:xfrm>
            <a:off x="8599991" y="1062747"/>
            <a:ext cx="3592009" cy="5219595"/>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n-AU" b="1" i="1" dirty="0">
                <a:solidFill>
                  <a:srgbClr val="FFFF00"/>
                </a:solidFill>
              </a:rPr>
              <a:t>POST-TRIAL</a:t>
            </a:r>
          </a:p>
          <a:p>
            <a:r>
              <a:rPr lang="en-AU" dirty="0"/>
              <a:t>Aim:</a:t>
            </a:r>
          </a:p>
          <a:p>
            <a:pPr lvl="1"/>
            <a:r>
              <a:rPr lang="en-AU" dirty="0"/>
              <a:t>Retribution</a:t>
            </a:r>
          </a:p>
          <a:p>
            <a:pPr lvl="1"/>
            <a:r>
              <a:rPr lang="en-AU" dirty="0"/>
              <a:t>Deterrence</a:t>
            </a:r>
          </a:p>
          <a:p>
            <a:pPr lvl="1"/>
            <a:r>
              <a:rPr lang="en-AU" dirty="0"/>
              <a:t>Rehabilitation</a:t>
            </a:r>
          </a:p>
          <a:p>
            <a:pPr lvl="1"/>
            <a:r>
              <a:rPr lang="en-AU" dirty="0"/>
              <a:t>Protection</a:t>
            </a:r>
          </a:p>
          <a:p>
            <a:pPr lvl="1"/>
            <a:r>
              <a:rPr lang="en-AU" dirty="0"/>
              <a:t>Restorative Justice</a:t>
            </a:r>
          </a:p>
          <a:p>
            <a:r>
              <a:rPr lang="en-AU" dirty="0"/>
              <a:t>Sanctions:</a:t>
            </a:r>
          </a:p>
          <a:p>
            <a:pPr lvl="1"/>
            <a:r>
              <a:rPr lang="en-AU" dirty="0"/>
              <a:t>Custodial (suspended)</a:t>
            </a:r>
          </a:p>
          <a:p>
            <a:pPr lvl="1"/>
            <a:r>
              <a:rPr lang="en-AU" dirty="0"/>
              <a:t>Community work</a:t>
            </a:r>
          </a:p>
          <a:p>
            <a:pPr lvl="1"/>
            <a:r>
              <a:rPr lang="en-AU" dirty="0"/>
              <a:t>Fines, Bond</a:t>
            </a:r>
          </a:p>
          <a:p>
            <a:pPr lvl="1"/>
            <a:r>
              <a:rPr lang="en-AU" dirty="0"/>
              <a:t>Home Detention</a:t>
            </a:r>
          </a:p>
          <a:p>
            <a:pPr marL="457200" lvl="1" indent="0">
              <a:buNone/>
            </a:pPr>
            <a:r>
              <a:rPr lang="en-AU" dirty="0"/>
              <a:t>Note: mitigating and </a:t>
            </a:r>
            <a:r>
              <a:rPr lang="en-AU" dirty="0" err="1"/>
              <a:t>agg</a:t>
            </a:r>
            <a:r>
              <a:rPr lang="en-AU" dirty="0"/>
              <a:t>.</a:t>
            </a:r>
          </a:p>
          <a:p>
            <a:r>
              <a:rPr lang="en-AU" dirty="0"/>
              <a:t>Appeal</a:t>
            </a:r>
          </a:p>
          <a:p>
            <a:endParaRPr lang="en-AU" dirty="0"/>
          </a:p>
          <a:p>
            <a:endParaRPr lang="en-AU" dirty="0"/>
          </a:p>
        </p:txBody>
      </p:sp>
    </p:spTree>
    <p:extLst>
      <p:ext uri="{BB962C8B-B14F-4D97-AF65-F5344CB8AC3E}">
        <p14:creationId xmlns:p14="http://schemas.microsoft.com/office/powerpoint/2010/main" val="24691351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9E636-299B-4825-9066-9D5CDEECE060}"/>
              </a:ext>
            </a:extLst>
          </p:cNvPr>
          <p:cNvSpPr>
            <a:spLocks noGrp="1"/>
          </p:cNvSpPr>
          <p:nvPr>
            <p:ph type="title"/>
          </p:nvPr>
        </p:nvSpPr>
        <p:spPr>
          <a:xfrm>
            <a:off x="7176413" y="1654726"/>
            <a:ext cx="4162489" cy="2466839"/>
          </a:xfrm>
        </p:spPr>
        <p:txBody>
          <a:bodyPr vert="horz" lIns="91440" tIns="45720" rIns="91440" bIns="0" rtlCol="0" anchor="b">
            <a:normAutofit/>
          </a:bodyPr>
          <a:lstStyle/>
          <a:p>
            <a:r>
              <a:rPr lang="en-US" sz="4800" dirty="0"/>
              <a:t>UNIT 1 SYLLABUS</a:t>
            </a:r>
          </a:p>
        </p:txBody>
      </p:sp>
      <p:pic>
        <p:nvPicPr>
          <p:cNvPr id="12" name="Content Placeholder 8">
            <a:extLst>
              <a:ext uri="{FF2B5EF4-FFF2-40B4-BE49-F238E27FC236}">
                <a16:creationId xmlns:a16="http://schemas.microsoft.com/office/drawing/2014/main" id="{52A4726A-9CCE-4885-8568-19C70A4B17A7}"/>
              </a:ext>
            </a:extLst>
          </p:cNvPr>
          <p:cNvPicPr>
            <a:picLocks noGrp="1" noChangeAspect="1"/>
          </p:cNvPicPr>
          <p:nvPr>
            <p:ph idx="1"/>
          </p:nvPr>
        </p:nvPicPr>
        <p:blipFill>
          <a:blip r:embed="rId2"/>
          <a:stretch>
            <a:fillRect/>
          </a:stretch>
        </p:blipFill>
        <p:spPr>
          <a:xfrm>
            <a:off x="-1" y="0"/>
            <a:ext cx="7036067" cy="6912936"/>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3">
            <p14:nvContentPartPr>
              <p14:cNvPr id="3" name="Ink 2">
                <a:extLst>
                  <a:ext uri="{FF2B5EF4-FFF2-40B4-BE49-F238E27FC236}">
                    <a16:creationId xmlns:a16="http://schemas.microsoft.com/office/drawing/2014/main" id="{0996E969-7734-42C3-ACF4-2CC6EF9012DC}"/>
                  </a:ext>
                </a:extLst>
              </p14:cNvPr>
              <p14:cNvContentPartPr/>
              <p14:nvPr/>
            </p14:nvContentPartPr>
            <p14:xfrm>
              <a:off x="336850" y="656405"/>
              <a:ext cx="6320160" cy="412560"/>
            </p14:xfrm>
          </p:contentPart>
        </mc:Choice>
        <mc:Fallback xmlns="">
          <p:pic>
            <p:nvPicPr>
              <p:cNvPr id="3" name="Ink 2">
                <a:extLst>
                  <a:ext uri="{FF2B5EF4-FFF2-40B4-BE49-F238E27FC236}">
                    <a16:creationId xmlns:a16="http://schemas.microsoft.com/office/drawing/2014/main" id="{0996E969-7734-42C3-ACF4-2CC6EF9012DC}"/>
                  </a:ext>
                </a:extLst>
              </p:cNvPr>
              <p:cNvPicPr/>
              <p:nvPr/>
            </p:nvPicPr>
            <p:blipFill>
              <a:blip r:embed="rId4"/>
              <a:stretch>
                <a:fillRect/>
              </a:stretch>
            </p:blipFill>
            <p:spPr>
              <a:xfrm>
                <a:off x="274210" y="593765"/>
                <a:ext cx="6445800" cy="538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5" name="Ink 4">
                <a:extLst>
                  <a:ext uri="{FF2B5EF4-FFF2-40B4-BE49-F238E27FC236}">
                    <a16:creationId xmlns:a16="http://schemas.microsoft.com/office/drawing/2014/main" id="{F805F41A-5597-475F-8C2B-4347F11ADE47}"/>
                  </a:ext>
                </a:extLst>
              </p14:cNvPr>
              <p14:cNvContentPartPr/>
              <p14:nvPr/>
            </p14:nvContentPartPr>
            <p14:xfrm>
              <a:off x="271330" y="1278845"/>
              <a:ext cx="3540960" cy="1018440"/>
            </p14:xfrm>
          </p:contentPart>
        </mc:Choice>
        <mc:Fallback xmlns="">
          <p:pic>
            <p:nvPicPr>
              <p:cNvPr id="5" name="Ink 4">
                <a:extLst>
                  <a:ext uri="{FF2B5EF4-FFF2-40B4-BE49-F238E27FC236}">
                    <a16:creationId xmlns:a16="http://schemas.microsoft.com/office/drawing/2014/main" id="{F805F41A-5597-475F-8C2B-4347F11ADE47}"/>
                  </a:ext>
                </a:extLst>
              </p:cNvPr>
              <p:cNvPicPr/>
              <p:nvPr/>
            </p:nvPicPr>
            <p:blipFill>
              <a:blip r:embed="rId6"/>
              <a:stretch>
                <a:fillRect/>
              </a:stretch>
            </p:blipFill>
            <p:spPr>
              <a:xfrm>
                <a:off x="208690" y="1215845"/>
                <a:ext cx="3666600" cy="1144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4" name="Ink 3">
                <a:extLst>
                  <a:ext uri="{FF2B5EF4-FFF2-40B4-BE49-F238E27FC236}">
                    <a16:creationId xmlns:a16="http://schemas.microsoft.com/office/drawing/2014/main" id="{FEA8B6DA-1A7D-4BF6-9280-3010FEF8618C}"/>
                  </a:ext>
                </a:extLst>
              </p14:cNvPr>
              <p14:cNvContentPartPr/>
              <p14:nvPr/>
            </p14:nvContentPartPr>
            <p14:xfrm>
              <a:off x="143890" y="2168405"/>
              <a:ext cx="4648680" cy="537480"/>
            </p14:xfrm>
          </p:contentPart>
        </mc:Choice>
        <mc:Fallback xmlns="">
          <p:pic>
            <p:nvPicPr>
              <p:cNvPr id="4" name="Ink 3">
                <a:extLst>
                  <a:ext uri="{FF2B5EF4-FFF2-40B4-BE49-F238E27FC236}">
                    <a16:creationId xmlns:a16="http://schemas.microsoft.com/office/drawing/2014/main" id="{FEA8B6DA-1A7D-4BF6-9280-3010FEF8618C}"/>
                  </a:ext>
                </a:extLst>
              </p:cNvPr>
              <p:cNvPicPr/>
              <p:nvPr/>
            </p:nvPicPr>
            <p:blipFill>
              <a:blip r:embed="rId8"/>
              <a:stretch>
                <a:fillRect/>
              </a:stretch>
            </p:blipFill>
            <p:spPr>
              <a:xfrm>
                <a:off x="80890" y="2105765"/>
                <a:ext cx="4774320" cy="663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6" name="Ink 5">
                <a:extLst>
                  <a:ext uri="{FF2B5EF4-FFF2-40B4-BE49-F238E27FC236}">
                    <a16:creationId xmlns:a16="http://schemas.microsoft.com/office/drawing/2014/main" id="{02808666-6439-484A-879A-D34CEB21EBD5}"/>
                  </a:ext>
                </a:extLst>
              </p14:cNvPr>
              <p14:cNvContentPartPr/>
              <p14:nvPr/>
            </p14:nvContentPartPr>
            <p14:xfrm>
              <a:off x="188866" y="2805425"/>
              <a:ext cx="4889160" cy="199080"/>
            </p14:xfrm>
          </p:contentPart>
        </mc:Choice>
        <mc:Fallback xmlns="">
          <p:pic>
            <p:nvPicPr>
              <p:cNvPr id="6" name="Ink 5">
                <a:extLst>
                  <a:ext uri="{FF2B5EF4-FFF2-40B4-BE49-F238E27FC236}">
                    <a16:creationId xmlns:a16="http://schemas.microsoft.com/office/drawing/2014/main" id="{02808666-6439-484A-879A-D34CEB21EBD5}"/>
                  </a:ext>
                </a:extLst>
              </p:cNvPr>
              <p:cNvPicPr/>
              <p:nvPr/>
            </p:nvPicPr>
            <p:blipFill>
              <a:blip r:embed="rId10"/>
              <a:stretch>
                <a:fillRect/>
              </a:stretch>
            </p:blipFill>
            <p:spPr>
              <a:xfrm>
                <a:off x="125866" y="2742539"/>
                <a:ext cx="5014800" cy="324493"/>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18" name="Ink 17">
                <a:extLst>
                  <a:ext uri="{FF2B5EF4-FFF2-40B4-BE49-F238E27FC236}">
                    <a16:creationId xmlns:a16="http://schemas.microsoft.com/office/drawing/2014/main" id="{FB011F32-7FC9-4702-B52B-64AD01553FFF}"/>
                  </a:ext>
                </a:extLst>
              </p14:cNvPr>
              <p14:cNvContentPartPr/>
              <p14:nvPr/>
            </p14:nvContentPartPr>
            <p14:xfrm>
              <a:off x="387250" y="3213219"/>
              <a:ext cx="3681720" cy="1138320"/>
            </p14:xfrm>
          </p:contentPart>
        </mc:Choice>
        <mc:Fallback xmlns="">
          <p:pic>
            <p:nvPicPr>
              <p:cNvPr id="18" name="Ink 17">
                <a:extLst>
                  <a:ext uri="{FF2B5EF4-FFF2-40B4-BE49-F238E27FC236}">
                    <a16:creationId xmlns:a16="http://schemas.microsoft.com/office/drawing/2014/main" id="{FB011F32-7FC9-4702-B52B-64AD01553FFF}"/>
                  </a:ext>
                </a:extLst>
              </p:cNvPr>
              <p:cNvPicPr/>
              <p:nvPr/>
            </p:nvPicPr>
            <p:blipFill>
              <a:blip r:embed="rId12"/>
              <a:stretch>
                <a:fillRect/>
              </a:stretch>
            </p:blipFill>
            <p:spPr>
              <a:xfrm>
                <a:off x="324610" y="3150219"/>
                <a:ext cx="3807360" cy="1263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7" name="Ink 6">
                <a:extLst>
                  <a:ext uri="{FF2B5EF4-FFF2-40B4-BE49-F238E27FC236}">
                    <a16:creationId xmlns:a16="http://schemas.microsoft.com/office/drawing/2014/main" id="{74F841CE-97CF-42E0-AA70-7D488A9DDA90}"/>
                  </a:ext>
                </a:extLst>
              </p14:cNvPr>
              <p14:cNvContentPartPr/>
              <p14:nvPr/>
            </p14:nvContentPartPr>
            <p14:xfrm>
              <a:off x="309850" y="4355139"/>
              <a:ext cx="3930480" cy="720720"/>
            </p14:xfrm>
          </p:contentPart>
        </mc:Choice>
        <mc:Fallback xmlns="">
          <p:pic>
            <p:nvPicPr>
              <p:cNvPr id="7" name="Ink 6">
                <a:extLst>
                  <a:ext uri="{FF2B5EF4-FFF2-40B4-BE49-F238E27FC236}">
                    <a16:creationId xmlns:a16="http://schemas.microsoft.com/office/drawing/2014/main" id="{74F841CE-97CF-42E0-AA70-7D488A9DDA90}"/>
                  </a:ext>
                </a:extLst>
              </p:cNvPr>
              <p:cNvPicPr/>
              <p:nvPr/>
            </p:nvPicPr>
            <p:blipFill>
              <a:blip r:embed="rId14"/>
              <a:stretch>
                <a:fillRect/>
              </a:stretch>
            </p:blipFill>
            <p:spPr>
              <a:xfrm>
                <a:off x="246850" y="4292499"/>
                <a:ext cx="4056120" cy="846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5">
            <p14:nvContentPartPr>
              <p14:cNvPr id="8" name="Ink 7">
                <a:extLst>
                  <a:ext uri="{FF2B5EF4-FFF2-40B4-BE49-F238E27FC236}">
                    <a16:creationId xmlns:a16="http://schemas.microsoft.com/office/drawing/2014/main" id="{78FD6A7B-91E0-4492-8A2D-367B809B6302}"/>
                  </a:ext>
                </a:extLst>
              </p14:cNvPr>
              <p14:cNvContentPartPr/>
              <p14:nvPr/>
            </p14:nvContentPartPr>
            <p14:xfrm>
              <a:off x="300490" y="5177019"/>
              <a:ext cx="5059800" cy="343440"/>
            </p14:xfrm>
          </p:contentPart>
        </mc:Choice>
        <mc:Fallback xmlns="">
          <p:pic>
            <p:nvPicPr>
              <p:cNvPr id="8" name="Ink 7">
                <a:extLst>
                  <a:ext uri="{FF2B5EF4-FFF2-40B4-BE49-F238E27FC236}">
                    <a16:creationId xmlns:a16="http://schemas.microsoft.com/office/drawing/2014/main" id="{78FD6A7B-91E0-4492-8A2D-367B809B6302}"/>
                  </a:ext>
                </a:extLst>
              </p:cNvPr>
              <p:cNvPicPr/>
              <p:nvPr/>
            </p:nvPicPr>
            <p:blipFill>
              <a:blip r:embed="rId16"/>
              <a:stretch>
                <a:fillRect/>
              </a:stretch>
            </p:blipFill>
            <p:spPr>
              <a:xfrm>
                <a:off x="237490" y="5114379"/>
                <a:ext cx="5185440" cy="469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7">
            <p14:nvContentPartPr>
              <p14:cNvPr id="9" name="Ink 8">
                <a:extLst>
                  <a:ext uri="{FF2B5EF4-FFF2-40B4-BE49-F238E27FC236}">
                    <a16:creationId xmlns:a16="http://schemas.microsoft.com/office/drawing/2014/main" id="{3BF349C2-B46E-4D39-8039-3C72A93EC8B3}"/>
                  </a:ext>
                </a:extLst>
              </p14:cNvPr>
              <p14:cNvContentPartPr/>
              <p14:nvPr/>
            </p14:nvContentPartPr>
            <p14:xfrm>
              <a:off x="268290" y="5557024"/>
              <a:ext cx="4509000" cy="277560"/>
            </p14:xfrm>
          </p:contentPart>
        </mc:Choice>
        <mc:Fallback xmlns="">
          <p:pic>
            <p:nvPicPr>
              <p:cNvPr id="9" name="Ink 8">
                <a:extLst>
                  <a:ext uri="{FF2B5EF4-FFF2-40B4-BE49-F238E27FC236}">
                    <a16:creationId xmlns:a16="http://schemas.microsoft.com/office/drawing/2014/main" id="{3BF349C2-B46E-4D39-8039-3C72A93EC8B3}"/>
                  </a:ext>
                </a:extLst>
              </p:cNvPr>
              <p:cNvPicPr/>
              <p:nvPr/>
            </p:nvPicPr>
            <p:blipFill>
              <a:blip r:embed="rId18"/>
              <a:stretch>
                <a:fillRect/>
              </a:stretch>
            </p:blipFill>
            <p:spPr>
              <a:xfrm>
                <a:off x="205290" y="5494024"/>
                <a:ext cx="4634640" cy="403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9">
            <p14:nvContentPartPr>
              <p14:cNvPr id="10" name="Ink 9">
                <a:extLst>
                  <a:ext uri="{FF2B5EF4-FFF2-40B4-BE49-F238E27FC236}">
                    <a16:creationId xmlns:a16="http://schemas.microsoft.com/office/drawing/2014/main" id="{AD40EC6D-CE37-497C-8426-42A74C9FB283}"/>
                  </a:ext>
                </a:extLst>
              </p14:cNvPr>
              <p14:cNvContentPartPr/>
              <p14:nvPr/>
            </p14:nvContentPartPr>
            <p14:xfrm>
              <a:off x="251530" y="5806299"/>
              <a:ext cx="5915880" cy="317880"/>
            </p14:xfrm>
          </p:contentPart>
        </mc:Choice>
        <mc:Fallback xmlns="">
          <p:pic>
            <p:nvPicPr>
              <p:cNvPr id="10" name="Ink 9">
                <a:extLst>
                  <a:ext uri="{FF2B5EF4-FFF2-40B4-BE49-F238E27FC236}">
                    <a16:creationId xmlns:a16="http://schemas.microsoft.com/office/drawing/2014/main" id="{AD40EC6D-CE37-497C-8426-42A74C9FB283}"/>
                  </a:ext>
                </a:extLst>
              </p:cNvPr>
              <p:cNvPicPr/>
              <p:nvPr/>
            </p:nvPicPr>
            <p:blipFill>
              <a:blip r:embed="rId20"/>
              <a:stretch>
                <a:fillRect/>
              </a:stretch>
            </p:blipFill>
            <p:spPr>
              <a:xfrm>
                <a:off x="188530" y="5743299"/>
                <a:ext cx="6041520" cy="443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1">
            <p14:nvContentPartPr>
              <p14:cNvPr id="11" name="Ink 10">
                <a:extLst>
                  <a:ext uri="{FF2B5EF4-FFF2-40B4-BE49-F238E27FC236}">
                    <a16:creationId xmlns:a16="http://schemas.microsoft.com/office/drawing/2014/main" id="{FAAC3149-4120-4DF3-8F21-8D84D07F0C3B}"/>
                  </a:ext>
                </a:extLst>
              </p14:cNvPr>
              <p14:cNvContentPartPr/>
              <p14:nvPr/>
            </p14:nvContentPartPr>
            <p14:xfrm>
              <a:off x="262690" y="6314979"/>
              <a:ext cx="4033080" cy="538560"/>
            </p14:xfrm>
          </p:contentPart>
        </mc:Choice>
        <mc:Fallback xmlns="">
          <p:pic>
            <p:nvPicPr>
              <p:cNvPr id="11" name="Ink 10">
                <a:extLst>
                  <a:ext uri="{FF2B5EF4-FFF2-40B4-BE49-F238E27FC236}">
                    <a16:creationId xmlns:a16="http://schemas.microsoft.com/office/drawing/2014/main" id="{FAAC3149-4120-4DF3-8F21-8D84D07F0C3B}"/>
                  </a:ext>
                </a:extLst>
              </p:cNvPr>
              <p:cNvPicPr/>
              <p:nvPr/>
            </p:nvPicPr>
            <p:blipFill>
              <a:blip r:embed="rId22"/>
              <a:stretch>
                <a:fillRect/>
              </a:stretch>
            </p:blipFill>
            <p:spPr>
              <a:xfrm>
                <a:off x="199690" y="6252339"/>
                <a:ext cx="4158720" cy="664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3">
            <p14:nvContentPartPr>
              <p14:cNvPr id="17" name="Ink 16">
                <a:extLst>
                  <a:ext uri="{FF2B5EF4-FFF2-40B4-BE49-F238E27FC236}">
                    <a16:creationId xmlns:a16="http://schemas.microsoft.com/office/drawing/2014/main" id="{64A82C6A-5EB8-4D67-BCEB-56AA31CBFD9B}"/>
                  </a:ext>
                </a:extLst>
              </p14:cNvPr>
              <p14:cNvContentPartPr/>
              <p14:nvPr/>
            </p14:nvContentPartPr>
            <p14:xfrm>
              <a:off x="5403490" y="2360207"/>
              <a:ext cx="1616400" cy="3040920"/>
            </p14:xfrm>
          </p:contentPart>
        </mc:Choice>
        <mc:Fallback xmlns="">
          <p:pic>
            <p:nvPicPr>
              <p:cNvPr id="17" name="Ink 16">
                <a:extLst>
                  <a:ext uri="{FF2B5EF4-FFF2-40B4-BE49-F238E27FC236}">
                    <a16:creationId xmlns:a16="http://schemas.microsoft.com/office/drawing/2014/main" id="{64A82C6A-5EB8-4D67-BCEB-56AA31CBFD9B}"/>
                  </a:ext>
                </a:extLst>
              </p:cNvPr>
              <p:cNvPicPr/>
              <p:nvPr/>
            </p:nvPicPr>
            <p:blipFill>
              <a:blip r:embed="rId24"/>
              <a:stretch>
                <a:fillRect/>
              </a:stretch>
            </p:blipFill>
            <p:spPr>
              <a:xfrm>
                <a:off x="5340850" y="2297567"/>
                <a:ext cx="1742040" cy="3166560"/>
              </a:xfrm>
              <a:prstGeom prst="rect">
                <a:avLst/>
              </a:prstGeom>
            </p:spPr>
          </p:pic>
        </mc:Fallback>
      </mc:AlternateContent>
    </p:spTree>
    <p:extLst>
      <p:ext uri="{BB962C8B-B14F-4D97-AF65-F5344CB8AC3E}">
        <p14:creationId xmlns:p14="http://schemas.microsoft.com/office/powerpoint/2010/main" val="293376134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9E636-299B-4825-9066-9D5CDEECE060}"/>
              </a:ext>
            </a:extLst>
          </p:cNvPr>
          <p:cNvSpPr>
            <a:spLocks noGrp="1"/>
          </p:cNvSpPr>
          <p:nvPr>
            <p:ph type="title"/>
          </p:nvPr>
        </p:nvSpPr>
        <p:spPr>
          <a:xfrm>
            <a:off x="7176413" y="1654726"/>
            <a:ext cx="4162489" cy="2466839"/>
          </a:xfrm>
        </p:spPr>
        <p:txBody>
          <a:bodyPr vert="horz" lIns="91440" tIns="45720" rIns="91440" bIns="0" rtlCol="0" anchor="b">
            <a:normAutofit/>
          </a:bodyPr>
          <a:lstStyle/>
          <a:p>
            <a:r>
              <a:rPr lang="en-US" sz="4800"/>
              <a:t>UNIT 2 SYLLABUS</a:t>
            </a:r>
            <a:endParaRPr lang="en-US" sz="4800" dirty="0"/>
          </a:p>
        </p:txBody>
      </p:sp>
      <p:pic>
        <p:nvPicPr>
          <p:cNvPr id="15" name="Picture 14">
            <a:extLst>
              <a:ext uri="{FF2B5EF4-FFF2-40B4-BE49-F238E27FC236}">
                <a16:creationId xmlns:a16="http://schemas.microsoft.com/office/drawing/2014/main" id="{F7CD697B-463E-08C3-D115-CC2504308B2A}"/>
              </a:ext>
            </a:extLst>
          </p:cNvPr>
          <p:cNvPicPr>
            <a:picLocks noChangeAspect="1"/>
          </p:cNvPicPr>
          <p:nvPr/>
        </p:nvPicPr>
        <p:blipFill>
          <a:blip r:embed="rId2"/>
          <a:stretch>
            <a:fillRect/>
          </a:stretch>
        </p:blipFill>
        <p:spPr>
          <a:xfrm>
            <a:off x="240280" y="680872"/>
            <a:ext cx="6449325" cy="4944165"/>
          </a:xfrm>
          <a:prstGeom prst="rect">
            <a:avLst/>
          </a:prstGeom>
        </p:spPr>
      </p:pic>
    </p:spTree>
    <p:extLst>
      <p:ext uri="{BB962C8B-B14F-4D97-AF65-F5344CB8AC3E}">
        <p14:creationId xmlns:p14="http://schemas.microsoft.com/office/powerpoint/2010/main" val="395458538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81200" y="137055"/>
            <a:ext cx="8229600" cy="1143000"/>
          </a:xfrm>
        </p:spPr>
        <p:style>
          <a:lnRef idx="2">
            <a:schemeClr val="dk1"/>
          </a:lnRef>
          <a:fillRef idx="1">
            <a:schemeClr val="lt1"/>
          </a:fillRef>
          <a:effectRef idx="0">
            <a:schemeClr val="dk1"/>
          </a:effectRef>
          <a:fontRef idx="minor">
            <a:schemeClr val="dk1"/>
          </a:fontRef>
        </p:style>
        <p:txBody>
          <a:bodyPr/>
          <a:lstStyle/>
          <a:p>
            <a:r>
              <a:rPr lang="en-US" dirty="0">
                <a:latin typeface="Times New Roman"/>
                <a:cs typeface="Times New Roman"/>
              </a:rPr>
              <a:t>Natural Justice</a:t>
            </a:r>
          </a:p>
        </p:txBody>
      </p:sp>
      <p:sp>
        <p:nvSpPr>
          <p:cNvPr id="3" name="Content Placeholder 2"/>
          <p:cNvSpPr>
            <a:spLocks noGrp="1"/>
          </p:cNvSpPr>
          <p:nvPr>
            <p:ph idx="1"/>
          </p:nvPr>
        </p:nvSpPr>
        <p:spPr>
          <a:xfrm>
            <a:off x="1981200" y="1454149"/>
            <a:ext cx="8229600" cy="5069640"/>
          </a:xfrm>
        </p:spPr>
        <p:style>
          <a:lnRef idx="2">
            <a:schemeClr val="dk1"/>
          </a:lnRef>
          <a:fillRef idx="1">
            <a:schemeClr val="lt1"/>
          </a:fillRef>
          <a:effectRef idx="0">
            <a:schemeClr val="dk1"/>
          </a:effectRef>
          <a:fontRef idx="minor">
            <a:schemeClr val="dk1"/>
          </a:fontRef>
        </p:style>
        <p:txBody>
          <a:bodyPr>
            <a:noAutofit/>
          </a:bodyPr>
          <a:lstStyle/>
          <a:p>
            <a:pPr marL="57150" indent="0">
              <a:buNone/>
            </a:pPr>
            <a:r>
              <a:rPr lang="en-AU" sz="2400" b="1" dirty="0">
                <a:latin typeface="Times New Roman"/>
                <a:cs typeface="Times New Roman"/>
              </a:rPr>
              <a:t>Definition</a:t>
            </a:r>
          </a:p>
          <a:p>
            <a:pPr marL="457200" lvl="1" indent="0">
              <a:buNone/>
            </a:pPr>
            <a:r>
              <a:rPr lang="en-AU" sz="1800" i="1" dirty="0">
                <a:latin typeface="Times New Roman"/>
                <a:cs typeface="Times New Roman"/>
              </a:rPr>
              <a:t>A principle of justice incorporating the rule against bias and the right to a fair hearing. Fair processes for determining the truth in a dispute, also known as ‘due process’. Courts and tribunals have a duty to act fairly.</a:t>
            </a:r>
          </a:p>
          <a:p>
            <a:pPr marL="457200" lvl="1" indent="0">
              <a:buNone/>
            </a:pPr>
            <a:endParaRPr lang="en-AU" sz="1600" i="1" dirty="0">
              <a:latin typeface="Times New Roman"/>
              <a:cs typeface="Times New Roman"/>
            </a:endParaRPr>
          </a:p>
          <a:p>
            <a:pPr marL="457200" lvl="1" indent="0">
              <a:buNone/>
            </a:pPr>
            <a:endParaRPr lang="en-AU" sz="1600" i="1" dirty="0">
              <a:latin typeface="Times New Roman"/>
              <a:cs typeface="Times New Roman"/>
            </a:endParaRPr>
          </a:p>
          <a:p>
            <a:pPr marL="57150" indent="0">
              <a:buNone/>
            </a:pPr>
            <a:r>
              <a:rPr lang="en-AU" sz="2000" b="1" dirty="0">
                <a:latin typeface="Times New Roman"/>
                <a:cs typeface="Times New Roman"/>
              </a:rPr>
              <a:t>Key elements:</a:t>
            </a:r>
          </a:p>
          <a:p>
            <a:pPr marL="514350" indent="-457200"/>
            <a:r>
              <a:rPr lang="en-AU" sz="2000" dirty="0">
                <a:latin typeface="Times New Roman"/>
                <a:cs typeface="Times New Roman"/>
              </a:rPr>
              <a:t>Impartiality or a rule against bias</a:t>
            </a:r>
          </a:p>
          <a:p>
            <a:pPr marL="914400" lvl="1" indent="-457200"/>
            <a:r>
              <a:rPr lang="en-AU" sz="2000" dirty="0">
                <a:latin typeface="Times New Roman"/>
                <a:cs typeface="Times New Roman"/>
              </a:rPr>
              <a:t>Nemo iudex in causa sua means ‘no one is to be a judge in their own cause’.</a:t>
            </a:r>
          </a:p>
          <a:p>
            <a:pPr marL="514350" indent="-457200"/>
            <a:r>
              <a:rPr lang="en-AU" sz="2000" dirty="0">
                <a:latin typeface="Times New Roman"/>
                <a:cs typeface="Times New Roman"/>
              </a:rPr>
              <a:t>The right to a fair hearing</a:t>
            </a:r>
          </a:p>
          <a:p>
            <a:pPr marL="914400" lvl="1" indent="-457200"/>
            <a:r>
              <a:rPr lang="en-AU" sz="2000" dirty="0">
                <a:latin typeface="Times New Roman"/>
                <a:cs typeface="Times New Roman"/>
              </a:rPr>
              <a:t>Audi alteram partem means ‘to hear both sides’</a:t>
            </a:r>
          </a:p>
          <a:p>
            <a:pPr marL="514350" indent="-457200"/>
            <a:r>
              <a:rPr lang="en-AU" sz="2000" dirty="0">
                <a:latin typeface="Times New Roman"/>
                <a:cs typeface="Times New Roman"/>
              </a:rPr>
              <a:t>Basing decisions on evidence</a:t>
            </a:r>
          </a:p>
          <a:p>
            <a:pPr marL="514350" indent="-457200"/>
            <a:r>
              <a:rPr lang="en-AU" sz="2000" dirty="0">
                <a:latin typeface="Times New Roman"/>
                <a:cs typeface="Times New Roman"/>
              </a:rPr>
              <a:t>Having open and transparent processes (open courts)</a:t>
            </a:r>
            <a:endParaRPr lang="en-US" sz="2000" dirty="0">
              <a:latin typeface="Times New Roman"/>
              <a:cs typeface="Times New Roman"/>
            </a:endParaRPr>
          </a:p>
        </p:txBody>
      </p:sp>
    </p:spTree>
    <p:extLst>
      <p:ext uri="{BB962C8B-B14F-4D97-AF65-F5344CB8AC3E}">
        <p14:creationId xmlns:p14="http://schemas.microsoft.com/office/powerpoint/2010/main" val="181980854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81200" y="137055"/>
            <a:ext cx="8229600" cy="1143000"/>
          </a:xfrm>
        </p:spPr>
        <p:style>
          <a:lnRef idx="2">
            <a:schemeClr val="dk1"/>
          </a:lnRef>
          <a:fillRef idx="1">
            <a:schemeClr val="lt1"/>
          </a:fillRef>
          <a:effectRef idx="0">
            <a:schemeClr val="dk1"/>
          </a:effectRef>
          <a:fontRef idx="minor">
            <a:schemeClr val="dk1"/>
          </a:fontRef>
        </p:style>
        <p:txBody>
          <a:bodyPr/>
          <a:lstStyle/>
          <a:p>
            <a:r>
              <a:rPr lang="en-US" dirty="0">
                <a:latin typeface="Times New Roman"/>
                <a:cs typeface="Times New Roman"/>
              </a:rPr>
              <a:t>Adversarial vs. Inquisitorial</a:t>
            </a:r>
          </a:p>
        </p:txBody>
      </p:sp>
      <p:sp>
        <p:nvSpPr>
          <p:cNvPr id="3" name="Content Placeholder 2"/>
          <p:cNvSpPr>
            <a:spLocks noGrp="1"/>
          </p:cNvSpPr>
          <p:nvPr>
            <p:ph idx="1"/>
          </p:nvPr>
        </p:nvSpPr>
        <p:spPr>
          <a:xfrm>
            <a:off x="1981200" y="1454149"/>
            <a:ext cx="8229600" cy="5213351"/>
          </a:xfrm>
        </p:spPr>
        <p:style>
          <a:lnRef idx="2">
            <a:schemeClr val="dk1"/>
          </a:lnRef>
          <a:fillRef idx="1">
            <a:schemeClr val="lt1"/>
          </a:fillRef>
          <a:effectRef idx="0">
            <a:schemeClr val="dk1"/>
          </a:effectRef>
          <a:fontRef idx="minor">
            <a:schemeClr val="dk1"/>
          </a:fontRef>
        </p:style>
        <p:txBody>
          <a:bodyPr>
            <a:noAutofit/>
          </a:bodyPr>
          <a:lstStyle/>
          <a:p>
            <a:pPr marL="400050"/>
            <a:r>
              <a:rPr lang="en-US" sz="1600" dirty="0">
                <a:latin typeface="Times New Roman"/>
                <a:cs typeface="Times New Roman"/>
              </a:rPr>
              <a:t>An </a:t>
            </a:r>
            <a:r>
              <a:rPr lang="en-US" sz="1600" b="1" dirty="0">
                <a:latin typeface="Times New Roman"/>
                <a:cs typeface="Times New Roman"/>
              </a:rPr>
              <a:t>inquisitorial system </a:t>
            </a:r>
            <a:r>
              <a:rPr lang="en-US" sz="1600" dirty="0">
                <a:latin typeface="Times New Roman"/>
                <a:cs typeface="Times New Roman"/>
              </a:rPr>
              <a:t>is a legal system where the court or a part of the court is </a:t>
            </a:r>
            <a:r>
              <a:rPr lang="en-US" sz="1600" b="1" dirty="0">
                <a:latin typeface="Times New Roman"/>
                <a:cs typeface="Times New Roman"/>
              </a:rPr>
              <a:t>actively involved in investigating the facts of the case</a:t>
            </a:r>
            <a:r>
              <a:rPr lang="en-US" sz="1600" dirty="0">
                <a:latin typeface="Times New Roman"/>
                <a:cs typeface="Times New Roman"/>
              </a:rPr>
              <a:t>, as opposed to an </a:t>
            </a:r>
            <a:r>
              <a:rPr lang="en-US" sz="1600" b="1" dirty="0">
                <a:latin typeface="Times New Roman"/>
                <a:cs typeface="Times New Roman"/>
              </a:rPr>
              <a:t>adversarial system </a:t>
            </a:r>
            <a:r>
              <a:rPr lang="en-US" sz="1600" dirty="0">
                <a:latin typeface="Times New Roman"/>
                <a:cs typeface="Times New Roman"/>
              </a:rPr>
              <a:t>where the role of the court is primarily that of an </a:t>
            </a:r>
            <a:r>
              <a:rPr lang="en-US" sz="1600" b="1" dirty="0">
                <a:latin typeface="Times New Roman"/>
                <a:cs typeface="Times New Roman"/>
              </a:rPr>
              <a:t>impartial referee between the prosecution and the defense.</a:t>
            </a:r>
          </a:p>
          <a:p>
            <a:pPr marL="400050"/>
            <a:endParaRPr lang="en-US" sz="1600" b="1" dirty="0">
              <a:latin typeface="Times New Roman"/>
              <a:cs typeface="Times New Roman"/>
            </a:endParaRPr>
          </a:p>
          <a:p>
            <a:pPr marL="400050"/>
            <a:r>
              <a:rPr lang="en-US" sz="1600" b="1" dirty="0">
                <a:solidFill>
                  <a:srgbClr val="FF0000"/>
                </a:solidFill>
                <a:latin typeface="Times New Roman"/>
                <a:cs typeface="Times New Roman"/>
              </a:rPr>
              <a:t>Inquisitorial: actively investigates facts of case</a:t>
            </a:r>
          </a:p>
          <a:p>
            <a:pPr marL="400050"/>
            <a:r>
              <a:rPr lang="en-US" sz="1600" b="1" dirty="0">
                <a:solidFill>
                  <a:srgbClr val="FF0000"/>
                </a:solidFill>
                <a:latin typeface="Times New Roman"/>
                <a:cs typeface="Times New Roman"/>
              </a:rPr>
              <a:t>Adversarial: impartial referee</a:t>
            </a:r>
          </a:p>
          <a:p>
            <a:pPr marL="400050"/>
            <a:endParaRPr lang="en-US" sz="1600" dirty="0">
              <a:latin typeface="Times New Roman"/>
              <a:cs typeface="Times New Roman"/>
            </a:endParaRPr>
          </a:p>
          <a:p>
            <a:pPr marL="400050"/>
            <a:r>
              <a:rPr lang="en-US" sz="1600" dirty="0">
                <a:latin typeface="Times New Roman"/>
                <a:cs typeface="Times New Roman"/>
              </a:rPr>
              <a:t>The adversary system and the inquisitorial system are two extremes on a continuum of trial procedure. While the Australian legal system adopts a predominately adversarial approach, there are also some elements of inquisitorial procedures in our legal system</a:t>
            </a:r>
          </a:p>
          <a:p>
            <a:pPr marL="800100" lvl="1"/>
            <a:r>
              <a:rPr lang="en-US" sz="1600" dirty="0">
                <a:latin typeface="Times New Roman"/>
                <a:cs typeface="Times New Roman"/>
              </a:rPr>
              <a:t>E.g.: coronial inquests; Family Court (child-related); ADR; tribunals</a:t>
            </a:r>
          </a:p>
          <a:p>
            <a:pPr marL="57150" indent="0">
              <a:buNone/>
            </a:pPr>
            <a:endParaRPr lang="en-US" sz="1600" b="1" dirty="0">
              <a:latin typeface="Times New Roman"/>
              <a:cs typeface="Times New Roman"/>
            </a:endParaRPr>
          </a:p>
          <a:p>
            <a:pPr indent="-285750"/>
            <a:r>
              <a:rPr lang="en-US" sz="1600" b="1" dirty="0">
                <a:latin typeface="Times New Roman"/>
                <a:cs typeface="Times New Roman"/>
              </a:rPr>
              <a:t>Major points of comparison:</a:t>
            </a:r>
          </a:p>
          <a:p>
            <a:pPr lvl="1"/>
            <a:r>
              <a:rPr lang="en-US" sz="1600" dirty="0">
                <a:latin typeface="Times New Roman"/>
                <a:cs typeface="Times New Roman"/>
              </a:rPr>
              <a:t>Role of the decision-maker</a:t>
            </a:r>
          </a:p>
          <a:p>
            <a:pPr lvl="1"/>
            <a:r>
              <a:rPr lang="en-US" sz="1600" dirty="0">
                <a:latin typeface="Times New Roman"/>
                <a:cs typeface="Times New Roman"/>
              </a:rPr>
              <a:t>Party control</a:t>
            </a:r>
          </a:p>
          <a:p>
            <a:pPr lvl="1"/>
            <a:r>
              <a:rPr lang="en-US" sz="1600" dirty="0">
                <a:latin typeface="Times New Roman"/>
                <a:cs typeface="Times New Roman"/>
              </a:rPr>
              <a:t>Objective </a:t>
            </a:r>
            <a:r>
              <a:rPr lang="mr-IN" sz="1600" dirty="0">
                <a:latin typeface="Times New Roman"/>
                <a:cs typeface="Times New Roman"/>
              </a:rPr>
              <a:t>–</a:t>
            </a:r>
            <a:r>
              <a:rPr lang="en-US" sz="1600" dirty="0">
                <a:latin typeface="Times New Roman"/>
                <a:cs typeface="Times New Roman"/>
              </a:rPr>
              <a:t> get at truth or win the case</a:t>
            </a:r>
          </a:p>
          <a:p>
            <a:pPr lvl="1"/>
            <a:r>
              <a:rPr lang="en-US" sz="1600" dirty="0">
                <a:latin typeface="Times New Roman"/>
                <a:cs typeface="Times New Roman"/>
              </a:rPr>
              <a:t>Rules of evidence and procedure</a:t>
            </a:r>
          </a:p>
        </p:txBody>
      </p:sp>
    </p:spTree>
    <p:extLst>
      <p:ext uri="{BB962C8B-B14F-4D97-AF65-F5344CB8AC3E}">
        <p14:creationId xmlns:p14="http://schemas.microsoft.com/office/powerpoint/2010/main" val="408119374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81200" y="137055"/>
            <a:ext cx="8229600" cy="1143000"/>
          </a:xfrm>
        </p:spPr>
        <p:style>
          <a:lnRef idx="2">
            <a:schemeClr val="dk1"/>
          </a:lnRef>
          <a:fillRef idx="1">
            <a:schemeClr val="lt1"/>
          </a:fillRef>
          <a:effectRef idx="0">
            <a:schemeClr val="dk1"/>
          </a:effectRef>
          <a:fontRef idx="minor">
            <a:schemeClr val="dk1"/>
          </a:fontRef>
        </p:style>
        <p:txBody>
          <a:bodyPr/>
          <a:lstStyle/>
          <a:p>
            <a:r>
              <a:rPr lang="en-US" dirty="0">
                <a:latin typeface="Times New Roman"/>
                <a:cs typeface="Times New Roman"/>
              </a:rPr>
              <a:t>Adversarial Court Process</a:t>
            </a:r>
          </a:p>
        </p:txBody>
      </p:sp>
      <p:sp>
        <p:nvSpPr>
          <p:cNvPr id="3" name="Content Placeholder 2"/>
          <p:cNvSpPr>
            <a:spLocks noGrp="1"/>
          </p:cNvSpPr>
          <p:nvPr>
            <p:ph idx="1"/>
          </p:nvPr>
        </p:nvSpPr>
        <p:spPr>
          <a:xfrm>
            <a:off x="1981200" y="1454149"/>
            <a:ext cx="8229600" cy="5069640"/>
          </a:xfrm>
        </p:spPr>
        <p:style>
          <a:lnRef idx="2">
            <a:schemeClr val="dk1"/>
          </a:lnRef>
          <a:fillRef idx="1">
            <a:schemeClr val="lt1"/>
          </a:fillRef>
          <a:effectRef idx="0">
            <a:schemeClr val="dk1"/>
          </a:effectRef>
          <a:fontRef idx="minor">
            <a:schemeClr val="dk1"/>
          </a:fontRef>
        </p:style>
        <p:txBody>
          <a:bodyPr>
            <a:noAutofit/>
          </a:bodyPr>
          <a:lstStyle/>
          <a:p>
            <a:pPr marL="57150" indent="0">
              <a:buNone/>
            </a:pPr>
            <a:r>
              <a:rPr lang="en-US" sz="2000" b="1" dirty="0">
                <a:latin typeface="Times New Roman"/>
                <a:cs typeface="Times New Roman"/>
              </a:rPr>
              <a:t>Definition:</a:t>
            </a:r>
          </a:p>
          <a:p>
            <a:pPr marL="514350" lvl="1" indent="0">
              <a:buNone/>
            </a:pPr>
            <a:r>
              <a:rPr lang="en-US" sz="1800" i="1" dirty="0">
                <a:latin typeface="Times New Roman"/>
                <a:cs typeface="Times New Roman"/>
              </a:rPr>
              <a:t>The adversarial system is a legal system used in the common law countries </a:t>
            </a:r>
            <a:r>
              <a:rPr lang="en-US" sz="1800" b="1" i="1" dirty="0">
                <a:latin typeface="Times New Roman"/>
                <a:cs typeface="Times New Roman"/>
              </a:rPr>
              <a:t>where two advocates represent </a:t>
            </a:r>
            <a:r>
              <a:rPr lang="en-US" sz="1800" i="1" dirty="0">
                <a:latin typeface="Times New Roman"/>
                <a:cs typeface="Times New Roman"/>
              </a:rPr>
              <a:t>their </a:t>
            </a:r>
            <a:r>
              <a:rPr lang="en-US" sz="1800" b="1" i="1" dirty="0">
                <a:latin typeface="Times New Roman"/>
                <a:cs typeface="Times New Roman"/>
              </a:rPr>
              <a:t>parties’ positions </a:t>
            </a:r>
            <a:r>
              <a:rPr lang="en-US" sz="1800" i="1" dirty="0">
                <a:latin typeface="Times New Roman"/>
                <a:cs typeface="Times New Roman"/>
              </a:rPr>
              <a:t>before an </a:t>
            </a:r>
            <a:r>
              <a:rPr lang="en-US" sz="1800" b="1" i="1" dirty="0">
                <a:latin typeface="Times New Roman"/>
                <a:cs typeface="Times New Roman"/>
              </a:rPr>
              <a:t>impartial</a:t>
            </a:r>
            <a:r>
              <a:rPr lang="en-US" sz="1800" i="1" dirty="0">
                <a:latin typeface="Times New Roman"/>
                <a:cs typeface="Times New Roman"/>
              </a:rPr>
              <a:t> person or group of people, usually a </a:t>
            </a:r>
            <a:r>
              <a:rPr lang="en-US" sz="1800" b="1" i="1" dirty="0">
                <a:latin typeface="Times New Roman"/>
                <a:cs typeface="Times New Roman"/>
              </a:rPr>
              <a:t>judge or jury</a:t>
            </a:r>
            <a:r>
              <a:rPr lang="en-US" sz="1800" i="1" dirty="0">
                <a:latin typeface="Times New Roman"/>
                <a:cs typeface="Times New Roman"/>
              </a:rPr>
              <a:t>, who attempt to </a:t>
            </a:r>
            <a:r>
              <a:rPr lang="en-US" sz="1800" b="1" i="1" dirty="0">
                <a:latin typeface="Times New Roman"/>
                <a:cs typeface="Times New Roman"/>
              </a:rPr>
              <a:t>determine the truth </a:t>
            </a:r>
            <a:r>
              <a:rPr lang="en-US" sz="1800" i="1" dirty="0">
                <a:latin typeface="Times New Roman"/>
                <a:cs typeface="Times New Roman"/>
              </a:rPr>
              <a:t>of the case.</a:t>
            </a:r>
          </a:p>
          <a:p>
            <a:pPr marL="57150" indent="0">
              <a:buNone/>
            </a:pPr>
            <a:endParaRPr lang="en-US" sz="1000" dirty="0">
              <a:latin typeface="Times New Roman"/>
              <a:cs typeface="Times New Roman"/>
            </a:endParaRPr>
          </a:p>
          <a:p>
            <a:pPr marL="400050"/>
            <a:r>
              <a:rPr lang="en-US" sz="2000" b="1" dirty="0">
                <a:latin typeface="Times New Roman"/>
                <a:cs typeface="Times New Roman"/>
              </a:rPr>
              <a:t>Major Features:</a:t>
            </a:r>
          </a:p>
          <a:p>
            <a:pPr marL="800100" lvl="1"/>
            <a:r>
              <a:rPr lang="en-US" sz="1800" dirty="0">
                <a:latin typeface="Times New Roman"/>
                <a:cs typeface="Times New Roman"/>
              </a:rPr>
              <a:t>Role of the parties</a:t>
            </a:r>
          </a:p>
          <a:p>
            <a:pPr marL="800100" lvl="1"/>
            <a:r>
              <a:rPr lang="en-US" sz="1800" dirty="0">
                <a:latin typeface="Times New Roman"/>
                <a:cs typeface="Times New Roman"/>
              </a:rPr>
              <a:t>Role of the judge</a:t>
            </a:r>
          </a:p>
          <a:p>
            <a:pPr marL="800100" lvl="1"/>
            <a:r>
              <a:rPr lang="en-US" sz="1800" dirty="0">
                <a:latin typeface="Times New Roman"/>
                <a:cs typeface="Times New Roman"/>
              </a:rPr>
              <a:t>Burden of proof and standard of proof</a:t>
            </a:r>
          </a:p>
          <a:p>
            <a:pPr marL="800100" lvl="1"/>
            <a:r>
              <a:rPr lang="en-US" sz="1800" dirty="0">
                <a:latin typeface="Times New Roman"/>
                <a:cs typeface="Times New Roman"/>
              </a:rPr>
              <a:t>Need for rules of evidence and procedure</a:t>
            </a:r>
          </a:p>
          <a:p>
            <a:pPr marL="800100" lvl="1"/>
            <a:r>
              <a:rPr lang="en-US" sz="1800" dirty="0">
                <a:latin typeface="Times New Roman"/>
                <a:cs typeface="Times New Roman"/>
              </a:rPr>
              <a:t>Need for legal representation</a:t>
            </a:r>
          </a:p>
          <a:p>
            <a:pPr marL="800100" lvl="1"/>
            <a:endParaRPr lang="en-US" sz="1000" dirty="0">
              <a:latin typeface="Times New Roman"/>
              <a:cs typeface="Times New Roman"/>
            </a:endParaRPr>
          </a:p>
          <a:p>
            <a:pPr marL="400050"/>
            <a:r>
              <a:rPr lang="en-US" sz="2000" dirty="0">
                <a:latin typeface="Times New Roman"/>
                <a:cs typeface="Times New Roman"/>
              </a:rPr>
              <a:t>Note Resources:</a:t>
            </a:r>
          </a:p>
          <a:p>
            <a:pPr marL="800100" lvl="1"/>
            <a:r>
              <a:rPr lang="en-US" sz="1800" dirty="0">
                <a:latin typeface="Times New Roman"/>
                <a:cs typeface="Times New Roman"/>
              </a:rPr>
              <a:t>Adversarial vs. Inquisitorial PP</a:t>
            </a:r>
          </a:p>
          <a:p>
            <a:pPr marL="800100" lvl="1"/>
            <a:r>
              <a:rPr lang="en-US" sz="1800" dirty="0">
                <a:latin typeface="Times New Roman"/>
                <a:cs typeface="Times New Roman"/>
              </a:rPr>
              <a:t>Civil vs. Criminal Trial Procedure PP</a:t>
            </a:r>
          </a:p>
        </p:txBody>
      </p:sp>
    </p:spTree>
    <p:extLst>
      <p:ext uri="{BB962C8B-B14F-4D97-AF65-F5344CB8AC3E}">
        <p14:creationId xmlns:p14="http://schemas.microsoft.com/office/powerpoint/2010/main" val="97453178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81200" y="137055"/>
            <a:ext cx="8229600" cy="1143000"/>
          </a:xfrm>
        </p:spPr>
        <p:style>
          <a:lnRef idx="2">
            <a:schemeClr val="dk1"/>
          </a:lnRef>
          <a:fillRef idx="1">
            <a:schemeClr val="lt1"/>
          </a:fillRef>
          <a:effectRef idx="0">
            <a:schemeClr val="dk1"/>
          </a:effectRef>
          <a:fontRef idx="minor">
            <a:schemeClr val="dk1"/>
          </a:fontRef>
        </p:style>
        <p:txBody>
          <a:bodyPr/>
          <a:lstStyle/>
          <a:p>
            <a:r>
              <a:rPr lang="en-US" dirty="0">
                <a:latin typeface="Times New Roman"/>
                <a:cs typeface="Times New Roman"/>
              </a:rPr>
              <a:t>Adversarial Court Process</a:t>
            </a:r>
          </a:p>
        </p:txBody>
      </p:sp>
      <p:sp>
        <p:nvSpPr>
          <p:cNvPr id="3" name="Content Placeholder 2"/>
          <p:cNvSpPr>
            <a:spLocks noGrp="1"/>
          </p:cNvSpPr>
          <p:nvPr>
            <p:ph idx="1"/>
          </p:nvPr>
        </p:nvSpPr>
        <p:spPr>
          <a:xfrm>
            <a:off x="1981200" y="1454149"/>
            <a:ext cx="8229600" cy="5069640"/>
          </a:xfrm>
        </p:spPr>
        <p:style>
          <a:lnRef idx="2">
            <a:schemeClr val="dk1"/>
          </a:lnRef>
          <a:fillRef idx="1">
            <a:schemeClr val="lt1"/>
          </a:fillRef>
          <a:effectRef idx="0">
            <a:schemeClr val="dk1"/>
          </a:effectRef>
          <a:fontRef idx="minor">
            <a:schemeClr val="dk1"/>
          </a:fontRef>
        </p:style>
        <p:txBody>
          <a:bodyPr>
            <a:noAutofit/>
          </a:bodyPr>
          <a:lstStyle/>
          <a:p>
            <a:pPr marL="400050"/>
            <a:r>
              <a:rPr lang="en-US" sz="2400" b="1" dirty="0">
                <a:latin typeface="Times New Roman"/>
                <a:cs typeface="Times New Roman"/>
              </a:rPr>
              <a:t>Strengths:</a:t>
            </a:r>
          </a:p>
          <a:p>
            <a:pPr marL="800100" lvl="1"/>
            <a:r>
              <a:rPr lang="en-US" sz="2000" dirty="0">
                <a:latin typeface="Times New Roman"/>
                <a:cs typeface="Times New Roman"/>
              </a:rPr>
              <a:t>Parties are able to fight their own battle</a:t>
            </a:r>
          </a:p>
          <a:p>
            <a:pPr marL="800100" lvl="1"/>
            <a:r>
              <a:rPr lang="en-US" sz="2000" dirty="0">
                <a:latin typeface="Times New Roman"/>
                <a:cs typeface="Times New Roman"/>
              </a:rPr>
              <a:t>Each party can choose their legal representative to present their case in the best light</a:t>
            </a:r>
          </a:p>
          <a:p>
            <a:pPr marL="800100" lvl="1"/>
            <a:r>
              <a:rPr lang="en-US" sz="2000" dirty="0">
                <a:latin typeface="Times New Roman"/>
                <a:cs typeface="Times New Roman"/>
              </a:rPr>
              <a:t>The party bringing the case has to prove the facts to the standard of proof required</a:t>
            </a:r>
          </a:p>
          <a:p>
            <a:pPr marL="800100" lvl="1"/>
            <a:r>
              <a:rPr lang="en-US" sz="2000" dirty="0">
                <a:latin typeface="Times New Roman"/>
                <a:cs typeface="Times New Roman"/>
              </a:rPr>
              <a:t>The judge is impartial, makes sure the parties are treated fairly, and is independent of the State and the parties</a:t>
            </a:r>
          </a:p>
          <a:p>
            <a:pPr marL="800100" lvl="1"/>
            <a:r>
              <a:rPr lang="en-US" sz="2000" dirty="0">
                <a:latin typeface="Times New Roman"/>
                <a:cs typeface="Times New Roman"/>
              </a:rPr>
              <a:t>Rules of evidence and procedure make the process fair</a:t>
            </a:r>
          </a:p>
          <a:p>
            <a:pPr marL="800100" lvl="1"/>
            <a:r>
              <a:rPr lang="en-US" sz="2000" dirty="0">
                <a:latin typeface="Times New Roman"/>
                <a:cs typeface="Times New Roman"/>
              </a:rPr>
              <a:t>Oral evidence helps to reveal if a witness is sincere</a:t>
            </a:r>
          </a:p>
          <a:p>
            <a:pPr marL="800100" lvl="1"/>
            <a:r>
              <a:rPr lang="en-US" sz="2000" dirty="0">
                <a:latin typeface="Times New Roman"/>
                <a:cs typeface="Times New Roman"/>
              </a:rPr>
              <a:t>Cross-examination helps to bring out the truth</a:t>
            </a:r>
          </a:p>
          <a:p>
            <a:pPr marL="800100" lvl="1"/>
            <a:endParaRPr lang="en-US" sz="2000" dirty="0">
              <a:latin typeface="Times New Roman"/>
              <a:cs typeface="Times New Roman"/>
            </a:endParaRPr>
          </a:p>
        </p:txBody>
      </p:sp>
    </p:spTree>
    <p:extLst>
      <p:ext uri="{BB962C8B-B14F-4D97-AF65-F5344CB8AC3E}">
        <p14:creationId xmlns:p14="http://schemas.microsoft.com/office/powerpoint/2010/main" val="64320866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81200" y="137055"/>
            <a:ext cx="8229600" cy="1143000"/>
          </a:xfrm>
        </p:spPr>
        <p:style>
          <a:lnRef idx="2">
            <a:schemeClr val="dk1"/>
          </a:lnRef>
          <a:fillRef idx="1">
            <a:schemeClr val="lt1"/>
          </a:fillRef>
          <a:effectRef idx="0">
            <a:schemeClr val="dk1"/>
          </a:effectRef>
          <a:fontRef idx="minor">
            <a:schemeClr val="dk1"/>
          </a:fontRef>
        </p:style>
        <p:txBody>
          <a:bodyPr/>
          <a:lstStyle/>
          <a:p>
            <a:r>
              <a:rPr lang="en-US" dirty="0">
                <a:latin typeface="Times New Roman"/>
                <a:cs typeface="Times New Roman"/>
              </a:rPr>
              <a:t>Adversarial Court Process</a:t>
            </a:r>
          </a:p>
        </p:txBody>
      </p:sp>
      <p:sp>
        <p:nvSpPr>
          <p:cNvPr id="3" name="Content Placeholder 2"/>
          <p:cNvSpPr>
            <a:spLocks noGrp="1"/>
          </p:cNvSpPr>
          <p:nvPr>
            <p:ph idx="1"/>
          </p:nvPr>
        </p:nvSpPr>
        <p:spPr>
          <a:xfrm>
            <a:off x="1981200" y="1454149"/>
            <a:ext cx="8229600" cy="5069640"/>
          </a:xfrm>
        </p:spPr>
        <p:style>
          <a:lnRef idx="2">
            <a:schemeClr val="dk1"/>
          </a:lnRef>
          <a:fillRef idx="1">
            <a:schemeClr val="lt1"/>
          </a:fillRef>
          <a:effectRef idx="0">
            <a:schemeClr val="dk1"/>
          </a:effectRef>
          <a:fontRef idx="minor">
            <a:schemeClr val="dk1"/>
          </a:fontRef>
        </p:style>
        <p:txBody>
          <a:bodyPr>
            <a:noAutofit/>
          </a:bodyPr>
          <a:lstStyle/>
          <a:p>
            <a:pPr marL="400050"/>
            <a:r>
              <a:rPr lang="en-US" sz="2400" b="1" dirty="0">
                <a:latin typeface="Times New Roman"/>
                <a:cs typeface="Times New Roman"/>
              </a:rPr>
              <a:t>Weaknesses</a:t>
            </a:r>
          </a:p>
          <a:p>
            <a:pPr marL="800100" lvl="1"/>
            <a:r>
              <a:rPr lang="en-US" sz="2000" dirty="0">
                <a:latin typeface="Times New Roman"/>
                <a:cs typeface="Times New Roman"/>
              </a:rPr>
              <a:t>Party control potentially leading to animosity between the parties, high costs of legal representation, delays which cause hardship</a:t>
            </a:r>
          </a:p>
          <a:p>
            <a:pPr marL="800100" lvl="1"/>
            <a:r>
              <a:rPr lang="en-US" sz="2000" dirty="0">
                <a:latin typeface="Times New Roman"/>
                <a:cs typeface="Times New Roman"/>
              </a:rPr>
              <a:t>Is more concerned with winning than getting at the truth</a:t>
            </a:r>
          </a:p>
          <a:p>
            <a:pPr marL="800100" lvl="1"/>
            <a:r>
              <a:rPr lang="en-US" sz="2000" dirty="0">
                <a:latin typeface="Times New Roman"/>
                <a:cs typeface="Times New Roman"/>
              </a:rPr>
              <a:t>The judge cannot help the parties to get the right result</a:t>
            </a:r>
          </a:p>
          <a:p>
            <a:pPr marL="800100" lvl="1"/>
            <a:r>
              <a:rPr lang="en-US" sz="2000" dirty="0">
                <a:latin typeface="Times New Roman"/>
                <a:cs typeface="Times New Roman"/>
              </a:rPr>
              <a:t>Relies on both sides being equally represented</a:t>
            </a:r>
          </a:p>
          <a:p>
            <a:pPr marL="800100" lvl="1"/>
            <a:r>
              <a:rPr lang="en-US" sz="2000" dirty="0">
                <a:latin typeface="Times New Roman"/>
                <a:cs typeface="Times New Roman"/>
              </a:rPr>
              <a:t>Oral evidence may not be ideal because witnesses could be intimidated, witnesses can only respond to questions, expert evidence could be too heavily relied upon</a:t>
            </a:r>
          </a:p>
          <a:p>
            <a:pPr marL="800100" lvl="1"/>
            <a:r>
              <a:rPr lang="en-US" sz="2000" dirty="0">
                <a:latin typeface="Times New Roman"/>
                <a:cs typeface="Times New Roman"/>
              </a:rPr>
              <a:t>Not all evidence may be brought out</a:t>
            </a:r>
          </a:p>
          <a:p>
            <a:pPr marL="800100" lvl="1"/>
            <a:r>
              <a:rPr lang="en-US" sz="2000" dirty="0">
                <a:latin typeface="Times New Roman"/>
                <a:cs typeface="Times New Roman"/>
              </a:rPr>
              <a:t>The truth may not be reached</a:t>
            </a:r>
          </a:p>
          <a:p>
            <a:pPr marL="800100" lvl="1"/>
            <a:endParaRPr lang="en-US" sz="2000" dirty="0">
              <a:latin typeface="Times New Roman"/>
              <a:cs typeface="Times New Roman"/>
            </a:endParaRPr>
          </a:p>
        </p:txBody>
      </p:sp>
    </p:spTree>
    <p:extLst>
      <p:ext uri="{BB962C8B-B14F-4D97-AF65-F5344CB8AC3E}">
        <p14:creationId xmlns:p14="http://schemas.microsoft.com/office/powerpoint/2010/main" val="116074139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81200" y="137055"/>
            <a:ext cx="8229600" cy="1143000"/>
          </a:xfrm>
        </p:spPr>
        <p:style>
          <a:lnRef idx="2">
            <a:schemeClr val="dk1"/>
          </a:lnRef>
          <a:fillRef idx="1">
            <a:schemeClr val="lt1"/>
          </a:fillRef>
          <a:effectRef idx="0">
            <a:schemeClr val="dk1"/>
          </a:effectRef>
          <a:fontRef idx="minor">
            <a:schemeClr val="dk1"/>
          </a:fontRef>
        </p:style>
        <p:txBody>
          <a:bodyPr/>
          <a:lstStyle/>
          <a:p>
            <a:r>
              <a:rPr lang="en-US" dirty="0">
                <a:latin typeface="Times New Roman"/>
                <a:cs typeface="Times New Roman"/>
              </a:rPr>
              <a:t>Inquisitorial Court Process</a:t>
            </a:r>
          </a:p>
        </p:txBody>
      </p:sp>
      <p:sp>
        <p:nvSpPr>
          <p:cNvPr id="3" name="Content Placeholder 2"/>
          <p:cNvSpPr>
            <a:spLocks noGrp="1"/>
          </p:cNvSpPr>
          <p:nvPr>
            <p:ph idx="1"/>
          </p:nvPr>
        </p:nvSpPr>
        <p:spPr>
          <a:xfrm>
            <a:off x="1981200" y="1454149"/>
            <a:ext cx="8229600" cy="5069640"/>
          </a:xfrm>
        </p:spPr>
        <p:style>
          <a:lnRef idx="2">
            <a:schemeClr val="dk1"/>
          </a:lnRef>
          <a:fillRef idx="1">
            <a:schemeClr val="lt1"/>
          </a:fillRef>
          <a:effectRef idx="0">
            <a:schemeClr val="dk1"/>
          </a:effectRef>
          <a:fontRef idx="minor">
            <a:schemeClr val="dk1"/>
          </a:fontRef>
        </p:style>
        <p:txBody>
          <a:bodyPr>
            <a:noAutofit/>
          </a:bodyPr>
          <a:lstStyle/>
          <a:p>
            <a:pPr marL="57150" indent="0">
              <a:buNone/>
            </a:pPr>
            <a:r>
              <a:rPr lang="en-US" sz="2400" b="1" dirty="0">
                <a:latin typeface="Times New Roman"/>
                <a:cs typeface="Times New Roman"/>
              </a:rPr>
              <a:t>Definition:</a:t>
            </a:r>
          </a:p>
          <a:p>
            <a:pPr marL="514350" lvl="1" indent="0">
              <a:buNone/>
            </a:pPr>
            <a:r>
              <a:rPr lang="en-US" sz="2000" i="1" dirty="0">
                <a:latin typeface="Times New Roman"/>
                <a:cs typeface="Times New Roman"/>
              </a:rPr>
              <a:t>An </a:t>
            </a:r>
            <a:r>
              <a:rPr lang="en-US" sz="2000" b="1" i="1" dirty="0">
                <a:latin typeface="Times New Roman"/>
                <a:cs typeface="Times New Roman"/>
              </a:rPr>
              <a:t>inquisitorial system </a:t>
            </a:r>
            <a:r>
              <a:rPr lang="en-US" sz="2000" i="1" dirty="0">
                <a:latin typeface="Times New Roman"/>
                <a:cs typeface="Times New Roman"/>
              </a:rPr>
              <a:t>is a legal system where the court or a part of the court is </a:t>
            </a:r>
            <a:r>
              <a:rPr lang="en-US" sz="2000" b="1" i="1" dirty="0">
                <a:latin typeface="Times New Roman"/>
                <a:cs typeface="Times New Roman"/>
              </a:rPr>
              <a:t>actively involved in investigating the facts of the case</a:t>
            </a:r>
            <a:endParaRPr lang="en-US" sz="2000" i="1" dirty="0">
              <a:latin typeface="Times New Roman"/>
              <a:cs typeface="Times New Roman"/>
            </a:endParaRPr>
          </a:p>
          <a:p>
            <a:pPr marL="400050"/>
            <a:endParaRPr lang="en-US" sz="2400" dirty="0">
              <a:latin typeface="Times New Roman"/>
              <a:cs typeface="Times New Roman"/>
            </a:endParaRPr>
          </a:p>
          <a:p>
            <a:pPr marL="400050"/>
            <a:r>
              <a:rPr lang="en-US" sz="2400" b="1" dirty="0">
                <a:latin typeface="Times New Roman"/>
                <a:cs typeface="Times New Roman"/>
              </a:rPr>
              <a:t>Major features:</a:t>
            </a:r>
          </a:p>
          <a:p>
            <a:pPr marL="800100" lvl="1"/>
            <a:r>
              <a:rPr lang="en-US" sz="2000" dirty="0">
                <a:latin typeface="Times New Roman"/>
                <a:cs typeface="Times New Roman"/>
              </a:rPr>
              <a:t>Role of the judge</a:t>
            </a:r>
          </a:p>
          <a:p>
            <a:pPr marL="800100" lvl="1"/>
            <a:r>
              <a:rPr lang="en-US" sz="2000" dirty="0">
                <a:latin typeface="Times New Roman"/>
                <a:cs typeface="Times New Roman"/>
              </a:rPr>
              <a:t>Role of legal representatives and parties</a:t>
            </a:r>
          </a:p>
          <a:p>
            <a:pPr marL="800100" lvl="1"/>
            <a:r>
              <a:rPr lang="en-US" sz="2000" dirty="0">
                <a:latin typeface="Times New Roman"/>
                <a:cs typeface="Times New Roman"/>
              </a:rPr>
              <a:t>Trial evidence and procedure</a:t>
            </a:r>
          </a:p>
          <a:p>
            <a:pPr marL="800100" lvl="1"/>
            <a:r>
              <a:rPr lang="en-US" sz="2000" dirty="0">
                <a:latin typeface="Times New Roman"/>
                <a:cs typeface="Times New Roman"/>
              </a:rPr>
              <a:t>Burden of proof and standard of proof</a:t>
            </a:r>
          </a:p>
          <a:p>
            <a:pPr marL="514350" lvl="1" indent="0">
              <a:buNone/>
            </a:pPr>
            <a:endParaRPr lang="en-US" sz="2000" dirty="0">
              <a:latin typeface="Times New Roman"/>
              <a:cs typeface="Times New Roman"/>
            </a:endParaRPr>
          </a:p>
        </p:txBody>
      </p:sp>
    </p:spTree>
    <p:extLst>
      <p:ext uri="{BB962C8B-B14F-4D97-AF65-F5344CB8AC3E}">
        <p14:creationId xmlns:p14="http://schemas.microsoft.com/office/powerpoint/2010/main" val="192958658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81200" y="137055"/>
            <a:ext cx="8229600" cy="1143000"/>
          </a:xfrm>
        </p:spPr>
        <p:style>
          <a:lnRef idx="2">
            <a:schemeClr val="dk1"/>
          </a:lnRef>
          <a:fillRef idx="1">
            <a:schemeClr val="lt1"/>
          </a:fillRef>
          <a:effectRef idx="0">
            <a:schemeClr val="dk1"/>
          </a:effectRef>
          <a:fontRef idx="minor">
            <a:schemeClr val="dk1"/>
          </a:fontRef>
        </p:style>
        <p:txBody>
          <a:bodyPr/>
          <a:lstStyle/>
          <a:p>
            <a:r>
              <a:rPr lang="en-US" dirty="0">
                <a:latin typeface="Times New Roman"/>
                <a:cs typeface="Times New Roman"/>
              </a:rPr>
              <a:t>Inquisitorial Court Process</a:t>
            </a:r>
          </a:p>
        </p:txBody>
      </p:sp>
      <p:sp>
        <p:nvSpPr>
          <p:cNvPr id="3" name="Content Placeholder 2"/>
          <p:cNvSpPr>
            <a:spLocks noGrp="1"/>
          </p:cNvSpPr>
          <p:nvPr>
            <p:ph idx="1"/>
          </p:nvPr>
        </p:nvSpPr>
        <p:spPr>
          <a:xfrm>
            <a:off x="1981200" y="1454149"/>
            <a:ext cx="8229600" cy="5069640"/>
          </a:xfrm>
        </p:spPr>
        <p:style>
          <a:lnRef idx="2">
            <a:schemeClr val="dk1"/>
          </a:lnRef>
          <a:fillRef idx="1">
            <a:schemeClr val="lt1"/>
          </a:fillRef>
          <a:effectRef idx="0">
            <a:schemeClr val="dk1"/>
          </a:effectRef>
          <a:fontRef idx="minor">
            <a:schemeClr val="dk1"/>
          </a:fontRef>
        </p:style>
        <p:txBody>
          <a:bodyPr>
            <a:noAutofit/>
          </a:bodyPr>
          <a:lstStyle/>
          <a:p>
            <a:pPr marL="400050"/>
            <a:r>
              <a:rPr lang="en-US" sz="2400" b="1" dirty="0">
                <a:latin typeface="Times New Roman"/>
                <a:cs typeface="Times New Roman"/>
              </a:rPr>
              <a:t>Strengths</a:t>
            </a:r>
          </a:p>
          <a:p>
            <a:pPr marL="800100" lvl="1"/>
            <a:r>
              <a:rPr lang="en-US" sz="2000" dirty="0">
                <a:latin typeface="Times New Roman"/>
                <a:cs typeface="Times New Roman"/>
              </a:rPr>
              <a:t>The decision-maker takes a more active role</a:t>
            </a:r>
          </a:p>
          <a:p>
            <a:pPr marL="800100" lvl="1"/>
            <a:r>
              <a:rPr lang="en-US" sz="2000" dirty="0">
                <a:latin typeface="Times New Roman"/>
                <a:cs typeface="Times New Roman"/>
              </a:rPr>
              <a:t>Witnesses are mostly called by the decision-maker</a:t>
            </a:r>
          </a:p>
          <a:p>
            <a:pPr marL="800100" lvl="1"/>
            <a:r>
              <a:rPr lang="en-US" sz="2000" dirty="0">
                <a:latin typeface="Times New Roman"/>
                <a:cs typeface="Times New Roman"/>
              </a:rPr>
              <a:t>There is less reliance on legal representation</a:t>
            </a:r>
          </a:p>
          <a:p>
            <a:pPr marL="800100" lvl="1"/>
            <a:r>
              <a:rPr lang="en-US" sz="2000" dirty="0">
                <a:latin typeface="Times New Roman"/>
                <a:cs typeface="Times New Roman"/>
              </a:rPr>
              <a:t>The decision-maker controls the production of evidence</a:t>
            </a:r>
          </a:p>
          <a:p>
            <a:pPr marL="800100" lvl="1"/>
            <a:r>
              <a:rPr lang="en-US" sz="2000" dirty="0">
                <a:latin typeface="Times New Roman"/>
                <a:cs typeface="Times New Roman"/>
              </a:rPr>
              <a:t>The cost of an inquisitorial system of trial is mainly borne by the State</a:t>
            </a:r>
          </a:p>
          <a:p>
            <a:pPr marL="800100" lvl="1"/>
            <a:r>
              <a:rPr lang="en-US" sz="2000" dirty="0">
                <a:latin typeface="Times New Roman"/>
                <a:cs typeface="Times New Roman"/>
              </a:rPr>
              <a:t>The use of mainly written statement reduces the cost</a:t>
            </a:r>
          </a:p>
          <a:p>
            <a:pPr marL="800100" lvl="1"/>
            <a:r>
              <a:rPr lang="en-US" sz="2000" dirty="0">
                <a:latin typeface="Times New Roman"/>
                <a:cs typeface="Times New Roman"/>
              </a:rPr>
              <a:t>Separation of roles of judge, investigator (police) and lawyers could lead to a fairer outcome</a:t>
            </a:r>
          </a:p>
          <a:p>
            <a:pPr marL="800100" lvl="1"/>
            <a:endParaRPr lang="en-US" sz="2000" dirty="0">
              <a:latin typeface="Times New Roman"/>
              <a:cs typeface="Times New Roman"/>
            </a:endParaRPr>
          </a:p>
        </p:txBody>
      </p:sp>
    </p:spTree>
    <p:extLst>
      <p:ext uri="{BB962C8B-B14F-4D97-AF65-F5344CB8AC3E}">
        <p14:creationId xmlns:p14="http://schemas.microsoft.com/office/powerpoint/2010/main" val="347388538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81200" y="137055"/>
            <a:ext cx="8229600" cy="1143000"/>
          </a:xfrm>
        </p:spPr>
        <p:style>
          <a:lnRef idx="2">
            <a:schemeClr val="dk1"/>
          </a:lnRef>
          <a:fillRef idx="1">
            <a:schemeClr val="lt1"/>
          </a:fillRef>
          <a:effectRef idx="0">
            <a:schemeClr val="dk1"/>
          </a:effectRef>
          <a:fontRef idx="minor">
            <a:schemeClr val="dk1"/>
          </a:fontRef>
        </p:style>
        <p:txBody>
          <a:bodyPr/>
          <a:lstStyle/>
          <a:p>
            <a:r>
              <a:rPr lang="en-US" dirty="0">
                <a:latin typeface="Times New Roman"/>
                <a:cs typeface="Times New Roman"/>
              </a:rPr>
              <a:t>Inquisitorial Court Process</a:t>
            </a:r>
          </a:p>
        </p:txBody>
      </p:sp>
      <p:sp>
        <p:nvSpPr>
          <p:cNvPr id="3" name="Content Placeholder 2"/>
          <p:cNvSpPr>
            <a:spLocks noGrp="1"/>
          </p:cNvSpPr>
          <p:nvPr>
            <p:ph idx="1"/>
          </p:nvPr>
        </p:nvSpPr>
        <p:spPr>
          <a:xfrm>
            <a:off x="1981200" y="1454149"/>
            <a:ext cx="8229600" cy="5069640"/>
          </a:xfrm>
        </p:spPr>
        <p:style>
          <a:lnRef idx="2">
            <a:schemeClr val="dk1"/>
          </a:lnRef>
          <a:fillRef idx="1">
            <a:schemeClr val="lt1"/>
          </a:fillRef>
          <a:effectRef idx="0">
            <a:schemeClr val="dk1"/>
          </a:effectRef>
          <a:fontRef idx="minor">
            <a:schemeClr val="dk1"/>
          </a:fontRef>
        </p:style>
        <p:txBody>
          <a:bodyPr>
            <a:noAutofit/>
          </a:bodyPr>
          <a:lstStyle/>
          <a:p>
            <a:pPr marL="400050"/>
            <a:r>
              <a:rPr lang="en-US" sz="2400" b="1" dirty="0">
                <a:latin typeface="Times New Roman"/>
                <a:cs typeface="Times New Roman"/>
              </a:rPr>
              <a:t>Weaknesses</a:t>
            </a:r>
          </a:p>
          <a:p>
            <a:pPr marL="800100" lvl="1"/>
            <a:r>
              <a:rPr lang="en-US" sz="2000" dirty="0">
                <a:latin typeface="Times New Roman"/>
                <a:cs typeface="Times New Roman"/>
              </a:rPr>
              <a:t>The judge is less impartial than in the adversary system</a:t>
            </a:r>
          </a:p>
          <a:p>
            <a:pPr marL="800100" lvl="1"/>
            <a:r>
              <a:rPr lang="en-US" sz="2000" dirty="0">
                <a:latin typeface="Times New Roman"/>
                <a:cs typeface="Times New Roman"/>
              </a:rPr>
              <a:t>Greater reliance on written evidence</a:t>
            </a:r>
          </a:p>
          <a:p>
            <a:pPr marL="800100" lvl="1"/>
            <a:r>
              <a:rPr lang="en-US" sz="2000" dirty="0">
                <a:latin typeface="Times New Roman"/>
                <a:cs typeface="Times New Roman"/>
              </a:rPr>
              <a:t>Parties not able to call their own expert witnesses</a:t>
            </a:r>
          </a:p>
          <a:p>
            <a:pPr marL="800100" lvl="1"/>
            <a:r>
              <a:rPr lang="en-US" sz="2000" dirty="0">
                <a:latin typeface="Times New Roman"/>
                <a:cs typeface="Times New Roman"/>
              </a:rPr>
              <a:t>The parties may feel at the mercy of the investigating judge</a:t>
            </a:r>
          </a:p>
          <a:p>
            <a:pPr marL="800100" lvl="1"/>
            <a:r>
              <a:rPr lang="en-US" sz="2000" dirty="0">
                <a:latin typeface="Times New Roman"/>
                <a:cs typeface="Times New Roman"/>
              </a:rPr>
              <a:t>Judge is aware of character reports and past record</a:t>
            </a:r>
          </a:p>
          <a:p>
            <a:pPr marL="800100" lvl="1"/>
            <a:r>
              <a:rPr lang="en-US" sz="2000" dirty="0">
                <a:latin typeface="Times New Roman"/>
                <a:cs typeface="Times New Roman"/>
              </a:rPr>
              <a:t>Too much power in the hands of one individual (the judge)</a:t>
            </a:r>
          </a:p>
        </p:txBody>
      </p:sp>
    </p:spTree>
    <p:extLst>
      <p:ext uri="{BB962C8B-B14F-4D97-AF65-F5344CB8AC3E}">
        <p14:creationId xmlns:p14="http://schemas.microsoft.com/office/powerpoint/2010/main" val="117245253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81200" y="137055"/>
            <a:ext cx="8229600" cy="1143000"/>
          </a:xfrm>
        </p:spPr>
        <p:style>
          <a:lnRef idx="2">
            <a:schemeClr val="dk1"/>
          </a:lnRef>
          <a:fillRef idx="1">
            <a:schemeClr val="lt1"/>
          </a:fillRef>
          <a:effectRef idx="0">
            <a:schemeClr val="dk1"/>
          </a:effectRef>
          <a:fontRef idx="minor">
            <a:schemeClr val="dk1"/>
          </a:fontRef>
        </p:style>
        <p:txBody>
          <a:bodyPr/>
          <a:lstStyle/>
          <a:p>
            <a:r>
              <a:rPr lang="en-US" dirty="0">
                <a:latin typeface="Times New Roman"/>
                <a:cs typeface="Times New Roman"/>
              </a:rPr>
              <a:t>Indonesian System of Trial</a:t>
            </a:r>
          </a:p>
        </p:txBody>
      </p:sp>
      <p:sp>
        <p:nvSpPr>
          <p:cNvPr id="3" name="Content Placeholder 2"/>
          <p:cNvSpPr>
            <a:spLocks noGrp="1"/>
          </p:cNvSpPr>
          <p:nvPr>
            <p:ph idx="1"/>
          </p:nvPr>
        </p:nvSpPr>
        <p:spPr>
          <a:xfrm>
            <a:off x="1981200" y="1454149"/>
            <a:ext cx="8229600" cy="5069640"/>
          </a:xfrm>
        </p:spPr>
        <p:style>
          <a:lnRef idx="2">
            <a:schemeClr val="dk1"/>
          </a:lnRef>
          <a:fillRef idx="1">
            <a:schemeClr val="lt1"/>
          </a:fillRef>
          <a:effectRef idx="0">
            <a:schemeClr val="dk1"/>
          </a:effectRef>
          <a:fontRef idx="minor">
            <a:schemeClr val="dk1"/>
          </a:fontRef>
        </p:style>
        <p:txBody>
          <a:bodyPr>
            <a:noAutofit/>
          </a:bodyPr>
          <a:lstStyle/>
          <a:p>
            <a:pPr marL="57150" indent="0">
              <a:buNone/>
            </a:pPr>
            <a:r>
              <a:rPr lang="en-US" sz="1800" dirty="0">
                <a:latin typeface="Times New Roman"/>
                <a:cs typeface="Times New Roman"/>
              </a:rPr>
              <a:t>Major features:</a:t>
            </a:r>
          </a:p>
          <a:p>
            <a:pPr marL="400050"/>
            <a:r>
              <a:rPr lang="en-US" sz="1800" b="1" dirty="0">
                <a:latin typeface="Times New Roman"/>
                <a:cs typeface="Times New Roman"/>
              </a:rPr>
              <a:t>Civil Law system</a:t>
            </a:r>
          </a:p>
          <a:p>
            <a:pPr marL="400050"/>
            <a:r>
              <a:rPr lang="en-US" sz="1800" b="1" dirty="0">
                <a:latin typeface="Times New Roman"/>
                <a:cs typeface="Times New Roman"/>
              </a:rPr>
              <a:t>Inquisitorial system of trial</a:t>
            </a:r>
          </a:p>
          <a:p>
            <a:pPr marL="800100" lvl="1"/>
            <a:r>
              <a:rPr lang="en-US" sz="1800" dirty="0">
                <a:latin typeface="Times New Roman"/>
                <a:cs typeface="Times New Roman"/>
              </a:rPr>
              <a:t>Judge conducts an enquiry into the truth of what occurred, that is, the facts behind the legal issues in dispute</a:t>
            </a:r>
          </a:p>
          <a:p>
            <a:pPr marL="800100" lvl="1"/>
            <a:r>
              <a:rPr lang="en-US" sz="1800" dirty="0">
                <a:latin typeface="Times New Roman"/>
                <a:cs typeface="Times New Roman"/>
              </a:rPr>
              <a:t>Judges control the proceedings and may directly question witnesses</a:t>
            </a:r>
          </a:p>
          <a:p>
            <a:pPr marL="800100" lvl="1"/>
            <a:r>
              <a:rPr lang="en-US" sz="1800" dirty="0">
                <a:latin typeface="Times New Roman"/>
                <a:cs typeface="Times New Roman"/>
              </a:rPr>
              <a:t>Less emphasis on the rules of evidence as judges tend to allow most material in and then decide on its merits at a later point</a:t>
            </a:r>
          </a:p>
          <a:p>
            <a:pPr marL="800100" lvl="1"/>
            <a:r>
              <a:rPr lang="en-US" sz="1800" dirty="0">
                <a:latin typeface="Times New Roman"/>
                <a:cs typeface="Times New Roman"/>
              </a:rPr>
              <a:t>Police conduct initial investigation then hand a brief to the prosecution</a:t>
            </a:r>
          </a:p>
          <a:p>
            <a:pPr marL="400050"/>
            <a:r>
              <a:rPr lang="en-US" sz="1800" b="1" dirty="0">
                <a:latin typeface="Times New Roman"/>
                <a:cs typeface="Times New Roman"/>
              </a:rPr>
              <a:t>No doctrine of precedent </a:t>
            </a:r>
            <a:r>
              <a:rPr lang="en-US" sz="1800" dirty="0">
                <a:latin typeface="Times New Roman"/>
                <a:cs typeface="Times New Roman"/>
              </a:rPr>
              <a:t>= not bound by decisions of courts at the same level or higher</a:t>
            </a:r>
          </a:p>
          <a:p>
            <a:pPr marL="400050"/>
            <a:r>
              <a:rPr lang="en-US" sz="1800" b="1" dirty="0">
                <a:latin typeface="Times New Roman"/>
                <a:cs typeface="Times New Roman"/>
              </a:rPr>
              <a:t>The layout of an Indonesian court reflects the inquisitorial nature of Civil Law proceedings</a:t>
            </a:r>
          </a:p>
          <a:p>
            <a:pPr marL="800100" lvl="1"/>
            <a:r>
              <a:rPr lang="en-US" sz="1800" dirty="0">
                <a:latin typeface="Times New Roman"/>
                <a:cs typeface="Times New Roman"/>
              </a:rPr>
              <a:t>Judges face the witness </a:t>
            </a:r>
          </a:p>
          <a:p>
            <a:pPr marL="800100" lvl="1"/>
            <a:r>
              <a:rPr lang="en-US" sz="1800" dirty="0">
                <a:latin typeface="Times New Roman"/>
                <a:cs typeface="Times New Roman"/>
              </a:rPr>
              <a:t>Lawyers are placed off to the sides, reflecting their relatively reduced significance in proceedings</a:t>
            </a:r>
          </a:p>
        </p:txBody>
      </p:sp>
    </p:spTree>
    <p:extLst>
      <p:ext uri="{BB962C8B-B14F-4D97-AF65-F5344CB8AC3E}">
        <p14:creationId xmlns:p14="http://schemas.microsoft.com/office/powerpoint/2010/main" val="104978571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81200" y="137055"/>
            <a:ext cx="8229600" cy="1143000"/>
          </a:xfrm>
        </p:spPr>
        <p:style>
          <a:lnRef idx="2">
            <a:schemeClr val="dk1"/>
          </a:lnRef>
          <a:fillRef idx="1">
            <a:schemeClr val="lt1"/>
          </a:fillRef>
          <a:effectRef idx="0">
            <a:schemeClr val="dk1"/>
          </a:effectRef>
          <a:fontRef idx="minor">
            <a:schemeClr val="dk1"/>
          </a:fontRef>
        </p:style>
        <p:txBody>
          <a:bodyPr/>
          <a:lstStyle/>
          <a:p>
            <a:r>
              <a:rPr lang="en-US" dirty="0">
                <a:latin typeface="Times New Roman"/>
                <a:cs typeface="Times New Roman"/>
              </a:rPr>
              <a:t>ADR</a:t>
            </a:r>
          </a:p>
        </p:txBody>
      </p:sp>
      <p:sp>
        <p:nvSpPr>
          <p:cNvPr id="3" name="Content Placeholder 2"/>
          <p:cNvSpPr>
            <a:spLocks noGrp="1"/>
          </p:cNvSpPr>
          <p:nvPr>
            <p:ph idx="1"/>
          </p:nvPr>
        </p:nvSpPr>
        <p:spPr>
          <a:xfrm>
            <a:off x="1981200" y="1454149"/>
            <a:ext cx="8229600" cy="5069640"/>
          </a:xfrm>
        </p:spPr>
        <p:style>
          <a:lnRef idx="2">
            <a:schemeClr val="dk1"/>
          </a:lnRef>
          <a:fillRef idx="1">
            <a:schemeClr val="lt1"/>
          </a:fillRef>
          <a:effectRef idx="0">
            <a:schemeClr val="dk1"/>
          </a:effectRef>
          <a:fontRef idx="minor">
            <a:schemeClr val="dk1"/>
          </a:fontRef>
        </p:style>
        <p:txBody>
          <a:bodyPr>
            <a:noAutofit/>
          </a:bodyPr>
          <a:lstStyle/>
          <a:p>
            <a:pPr marL="400050"/>
            <a:r>
              <a:rPr lang="en-US" sz="1800" b="1" dirty="0">
                <a:latin typeface="Times New Roman"/>
                <a:cs typeface="Times New Roman"/>
              </a:rPr>
              <a:t>ADR = Alternative Dispute Resolution</a:t>
            </a:r>
          </a:p>
          <a:p>
            <a:pPr marL="800100" lvl="1"/>
            <a:r>
              <a:rPr lang="en-US" sz="1800" dirty="0">
                <a:latin typeface="Times New Roman"/>
                <a:cs typeface="Times New Roman"/>
              </a:rPr>
              <a:t>A way of resolving disputes between two or more parties</a:t>
            </a:r>
          </a:p>
          <a:p>
            <a:pPr marL="800100" lvl="1"/>
            <a:r>
              <a:rPr lang="en-US" sz="1800" dirty="0">
                <a:latin typeface="Times New Roman"/>
                <a:cs typeface="Times New Roman"/>
              </a:rPr>
              <a:t>Third party acts as mediator and assists the parties to negotiate a settlement</a:t>
            </a:r>
          </a:p>
          <a:p>
            <a:pPr marL="800100" lvl="1"/>
            <a:r>
              <a:rPr lang="en-US" sz="1800" dirty="0">
                <a:latin typeface="Times New Roman"/>
                <a:cs typeface="Times New Roman"/>
              </a:rPr>
              <a:t>An alternative to the court process AND less costly</a:t>
            </a:r>
          </a:p>
          <a:p>
            <a:pPr marL="800100" lvl="1"/>
            <a:r>
              <a:rPr lang="en-US" sz="1800" dirty="0">
                <a:latin typeface="Times New Roman"/>
                <a:cs typeface="Times New Roman"/>
              </a:rPr>
              <a:t>Mediation is the most widely used form of ADR</a:t>
            </a:r>
          </a:p>
          <a:p>
            <a:pPr marL="800100" lvl="1"/>
            <a:r>
              <a:rPr lang="en-US" sz="1800" dirty="0">
                <a:latin typeface="Times New Roman"/>
                <a:cs typeface="Times New Roman"/>
              </a:rPr>
              <a:t>Other forms of ADR: conciliation and arbitration</a:t>
            </a:r>
          </a:p>
          <a:p>
            <a:pPr marL="514350" lvl="1" indent="0">
              <a:buNone/>
            </a:pPr>
            <a:endParaRPr lang="en-US" sz="1800" dirty="0">
              <a:latin typeface="Times New Roman"/>
              <a:cs typeface="Times New Roman"/>
            </a:endParaRPr>
          </a:p>
          <a:p>
            <a:pPr marL="400050"/>
            <a:r>
              <a:rPr lang="en-US" sz="1800" b="1" dirty="0">
                <a:latin typeface="Times New Roman"/>
                <a:cs typeface="Times New Roman"/>
              </a:rPr>
              <a:t>Mediation</a:t>
            </a:r>
          </a:p>
          <a:p>
            <a:pPr marL="800100" lvl="1"/>
            <a:r>
              <a:rPr lang="en-US" sz="1800" dirty="0">
                <a:latin typeface="Times New Roman"/>
                <a:cs typeface="Times New Roman"/>
              </a:rPr>
              <a:t>intervention in a dispute in order to resolve it</a:t>
            </a:r>
          </a:p>
          <a:p>
            <a:pPr marL="800100" lvl="1"/>
            <a:r>
              <a:rPr lang="en-US" sz="1800" dirty="0">
                <a:latin typeface="Times New Roman"/>
                <a:cs typeface="Times New Roman"/>
              </a:rPr>
              <a:t>Neutral third party assists disputing parties in resolving conflict through the use of specialized communication and negotiation techniques</a:t>
            </a:r>
          </a:p>
          <a:p>
            <a:pPr marL="800100" lvl="1"/>
            <a:r>
              <a:rPr lang="en-US" sz="1800" dirty="0">
                <a:latin typeface="Times New Roman"/>
                <a:cs typeface="Times New Roman"/>
              </a:rPr>
              <a:t>All participants in mediation are encouraged to actively participate in the process</a:t>
            </a:r>
          </a:p>
          <a:p>
            <a:pPr marL="800100" lvl="1"/>
            <a:r>
              <a:rPr lang="en-US" sz="1800" dirty="0">
                <a:latin typeface="Times New Roman"/>
                <a:cs typeface="Times New Roman"/>
              </a:rPr>
              <a:t>Mediation is “party-centered” process in that it is focused primarily upon the needs, rights and interests of the parties</a:t>
            </a:r>
          </a:p>
        </p:txBody>
      </p:sp>
    </p:spTree>
    <p:extLst>
      <p:ext uri="{BB962C8B-B14F-4D97-AF65-F5344CB8AC3E}">
        <p14:creationId xmlns:p14="http://schemas.microsoft.com/office/powerpoint/2010/main" val="253293005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5890A-9275-4FEC-AD94-399C545AE527}"/>
              </a:ext>
            </a:extLst>
          </p:cNvPr>
          <p:cNvSpPr>
            <a:spLocks noGrp="1"/>
          </p:cNvSpPr>
          <p:nvPr>
            <p:ph type="title"/>
          </p:nvPr>
        </p:nvSpPr>
        <p:spPr>
          <a:xfrm>
            <a:off x="4059607" y="65048"/>
            <a:ext cx="9291215" cy="1049235"/>
          </a:xfrm>
        </p:spPr>
        <p:txBody>
          <a:bodyPr/>
          <a:lstStyle/>
          <a:p>
            <a:r>
              <a:rPr lang="en-AU" dirty="0"/>
              <a:t>TOPICS</a:t>
            </a:r>
          </a:p>
        </p:txBody>
      </p:sp>
      <p:sp>
        <p:nvSpPr>
          <p:cNvPr id="3" name="Content Placeholder 2">
            <a:extLst>
              <a:ext uri="{FF2B5EF4-FFF2-40B4-BE49-F238E27FC236}">
                <a16:creationId xmlns:a16="http://schemas.microsoft.com/office/drawing/2014/main" id="{28CFBF32-2FB0-40AE-9ED3-01850FB33410}"/>
              </a:ext>
            </a:extLst>
          </p:cNvPr>
          <p:cNvSpPr>
            <a:spLocks noGrp="1"/>
          </p:cNvSpPr>
          <p:nvPr>
            <p:ph idx="1"/>
          </p:nvPr>
        </p:nvSpPr>
        <p:spPr>
          <a:xfrm>
            <a:off x="214687" y="254442"/>
            <a:ext cx="5120640" cy="6011186"/>
          </a:xfrm>
        </p:spPr>
        <p:txBody>
          <a:bodyPr>
            <a:normAutofit fontScale="92500" lnSpcReduction="20000"/>
          </a:bodyPr>
          <a:lstStyle/>
          <a:p>
            <a:pPr marL="400050"/>
            <a:r>
              <a:rPr lang="en-US" sz="1800" b="1" dirty="0">
                <a:solidFill>
                  <a:srgbClr val="008000"/>
                </a:solidFill>
                <a:latin typeface="Times New Roman"/>
                <a:cs typeface="Times New Roman"/>
              </a:rPr>
              <a:t>Australia’s Political Landscape</a:t>
            </a:r>
          </a:p>
          <a:p>
            <a:pPr marL="800100" lvl="1"/>
            <a:r>
              <a:rPr lang="en-US" sz="1600" b="1" dirty="0">
                <a:solidFill>
                  <a:srgbClr val="008000"/>
                </a:solidFill>
                <a:latin typeface="Times New Roman"/>
                <a:cs typeface="Times New Roman"/>
              </a:rPr>
              <a:t>Colonial – Federation</a:t>
            </a:r>
          </a:p>
          <a:p>
            <a:pPr marL="800100" lvl="1"/>
            <a:r>
              <a:rPr lang="en-US" sz="1600" b="1" dirty="0">
                <a:solidFill>
                  <a:srgbClr val="008000"/>
                </a:solidFill>
                <a:latin typeface="Times New Roman"/>
                <a:cs typeface="Times New Roman"/>
              </a:rPr>
              <a:t>Influences</a:t>
            </a:r>
          </a:p>
          <a:p>
            <a:pPr marL="800100" lvl="1"/>
            <a:r>
              <a:rPr lang="en-US" sz="1600" b="1" dirty="0">
                <a:solidFill>
                  <a:srgbClr val="008000"/>
                </a:solidFill>
                <a:latin typeface="Times New Roman"/>
                <a:cs typeface="Times New Roman"/>
              </a:rPr>
              <a:t>Constitution</a:t>
            </a:r>
          </a:p>
          <a:p>
            <a:pPr marL="800100" lvl="1"/>
            <a:r>
              <a:rPr lang="en-US" sz="1600" b="1" dirty="0">
                <a:solidFill>
                  <a:srgbClr val="008000"/>
                </a:solidFill>
                <a:latin typeface="Times New Roman"/>
                <a:cs typeface="Times New Roman"/>
              </a:rPr>
              <a:t>Liberal Democracy</a:t>
            </a:r>
          </a:p>
          <a:p>
            <a:pPr marL="800100" lvl="1"/>
            <a:endParaRPr lang="en-US" sz="1600" dirty="0">
              <a:latin typeface="Times New Roman"/>
              <a:cs typeface="Times New Roman"/>
            </a:endParaRPr>
          </a:p>
          <a:p>
            <a:pPr marL="400050"/>
            <a:r>
              <a:rPr lang="en-US" sz="1800" b="1" dirty="0">
                <a:solidFill>
                  <a:srgbClr val="FF0000"/>
                </a:solidFill>
                <a:latin typeface="Times New Roman"/>
                <a:cs typeface="Times New Roman"/>
              </a:rPr>
              <a:t>Democratic vs. Non-democratic Systems</a:t>
            </a:r>
          </a:p>
          <a:p>
            <a:pPr marL="800100" lvl="1"/>
            <a:r>
              <a:rPr lang="en-US" sz="1600" b="1" dirty="0">
                <a:solidFill>
                  <a:srgbClr val="FF0000"/>
                </a:solidFill>
                <a:latin typeface="Times New Roman"/>
                <a:cs typeface="Times New Roman"/>
              </a:rPr>
              <a:t>China</a:t>
            </a:r>
          </a:p>
          <a:p>
            <a:pPr marL="800100" lvl="1"/>
            <a:endParaRPr lang="en-US" sz="1600" dirty="0">
              <a:latin typeface="Times New Roman"/>
              <a:cs typeface="Times New Roman"/>
            </a:endParaRPr>
          </a:p>
          <a:p>
            <a:pPr marL="400050"/>
            <a:r>
              <a:rPr lang="en-US" sz="1800" b="1" dirty="0">
                <a:solidFill>
                  <a:srgbClr val="3366FF"/>
                </a:solidFill>
                <a:latin typeface="Times New Roman"/>
                <a:cs typeface="Times New Roman"/>
              </a:rPr>
              <a:t>Legislative Process</a:t>
            </a:r>
          </a:p>
          <a:p>
            <a:pPr marL="400050"/>
            <a:r>
              <a:rPr lang="en-US" sz="1800" b="1" dirty="0">
                <a:solidFill>
                  <a:srgbClr val="3366FF"/>
                </a:solidFill>
                <a:latin typeface="Times New Roman"/>
                <a:cs typeface="Times New Roman"/>
              </a:rPr>
              <a:t>Statutory Interpretation</a:t>
            </a:r>
          </a:p>
          <a:p>
            <a:pPr marL="400050"/>
            <a:r>
              <a:rPr lang="en-US" sz="1800" b="1" dirty="0">
                <a:solidFill>
                  <a:srgbClr val="3366FF"/>
                </a:solidFill>
                <a:latin typeface="Times New Roman"/>
                <a:cs typeface="Times New Roman"/>
              </a:rPr>
              <a:t>Doctrine of Precedent</a:t>
            </a:r>
          </a:p>
          <a:p>
            <a:pPr marL="400050"/>
            <a:endParaRPr lang="en-US" sz="1800" dirty="0">
              <a:latin typeface="Times New Roman"/>
              <a:cs typeface="Times New Roman"/>
            </a:endParaRPr>
          </a:p>
          <a:p>
            <a:pPr marL="400050"/>
            <a:r>
              <a:rPr lang="en-US" sz="1800" b="1" dirty="0">
                <a:solidFill>
                  <a:schemeClr val="accent6">
                    <a:lumMod val="75000"/>
                  </a:schemeClr>
                </a:solidFill>
                <a:latin typeface="Times New Roman"/>
                <a:cs typeface="Times New Roman"/>
              </a:rPr>
              <a:t>Adversarial vs. Inquisitorial Systems</a:t>
            </a:r>
          </a:p>
          <a:p>
            <a:pPr marL="800100" lvl="1"/>
            <a:r>
              <a:rPr lang="en-US" sz="1600" b="1" dirty="0">
                <a:solidFill>
                  <a:schemeClr val="accent6">
                    <a:lumMod val="75000"/>
                  </a:schemeClr>
                </a:solidFill>
                <a:latin typeface="Times New Roman"/>
                <a:cs typeface="Times New Roman"/>
              </a:rPr>
              <a:t>Indonesia</a:t>
            </a:r>
          </a:p>
          <a:p>
            <a:pPr marL="800100" lvl="1"/>
            <a:r>
              <a:rPr lang="en-US" sz="1600" b="1" dirty="0">
                <a:solidFill>
                  <a:schemeClr val="accent6">
                    <a:lumMod val="75000"/>
                  </a:schemeClr>
                </a:solidFill>
                <a:latin typeface="Times New Roman"/>
                <a:cs typeface="Times New Roman"/>
              </a:rPr>
              <a:t>ADR</a:t>
            </a:r>
          </a:p>
          <a:p>
            <a:pPr marL="800100" lvl="1"/>
            <a:r>
              <a:rPr lang="en-US" sz="1600" b="1" dirty="0">
                <a:solidFill>
                  <a:schemeClr val="accent6">
                    <a:lumMod val="75000"/>
                  </a:schemeClr>
                </a:solidFill>
                <a:latin typeface="Times New Roman"/>
                <a:cs typeface="Times New Roman"/>
              </a:rPr>
              <a:t>Civil Trial Procedure</a:t>
            </a:r>
          </a:p>
          <a:p>
            <a:pPr marL="800100" lvl="1"/>
            <a:r>
              <a:rPr lang="en-US" sz="1600" b="1" dirty="0">
                <a:solidFill>
                  <a:schemeClr val="accent6">
                    <a:lumMod val="75000"/>
                  </a:schemeClr>
                </a:solidFill>
                <a:latin typeface="Times New Roman"/>
                <a:cs typeface="Times New Roman"/>
              </a:rPr>
              <a:t>Criminal Trial Procedure</a:t>
            </a:r>
          </a:p>
          <a:p>
            <a:endParaRPr lang="en-AU" dirty="0"/>
          </a:p>
        </p:txBody>
      </p:sp>
    </p:spTree>
    <p:extLst>
      <p:ext uri="{BB962C8B-B14F-4D97-AF65-F5344CB8AC3E}">
        <p14:creationId xmlns:p14="http://schemas.microsoft.com/office/powerpoint/2010/main" val="393048824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1242" y="97298"/>
            <a:ext cx="9622403" cy="872761"/>
          </a:xfrm>
        </p:spPr>
        <p:style>
          <a:lnRef idx="2">
            <a:schemeClr val="dk1"/>
          </a:lnRef>
          <a:fillRef idx="1">
            <a:schemeClr val="lt1"/>
          </a:fillRef>
          <a:effectRef idx="0">
            <a:schemeClr val="dk1"/>
          </a:effectRef>
          <a:fontRef idx="minor">
            <a:schemeClr val="dk1"/>
          </a:fontRef>
        </p:style>
        <p:txBody>
          <a:bodyPr>
            <a:normAutofit fontScale="90000"/>
          </a:bodyPr>
          <a:lstStyle/>
          <a:p>
            <a:r>
              <a:rPr lang="en-US" dirty="0">
                <a:latin typeface="Times New Roman"/>
                <a:cs typeface="Times New Roman"/>
              </a:rPr>
              <a:t>Terminology &amp; Abbreviations</a:t>
            </a:r>
            <a:br>
              <a:rPr lang="en-US" dirty="0">
                <a:latin typeface="Times New Roman"/>
                <a:cs typeface="Times New Roman"/>
              </a:rPr>
            </a:br>
            <a:r>
              <a:rPr lang="en-US" sz="3600" dirty="0">
                <a:latin typeface="Times New Roman"/>
                <a:cs typeface="Times New Roman"/>
              </a:rPr>
              <a:t>[Requirement: explanation &amp; example]</a:t>
            </a:r>
          </a:p>
        </p:txBody>
      </p:sp>
      <p:sp>
        <p:nvSpPr>
          <p:cNvPr id="5" name="Content Placeholder 4">
            <a:extLst>
              <a:ext uri="{FF2B5EF4-FFF2-40B4-BE49-F238E27FC236}">
                <a16:creationId xmlns:a16="http://schemas.microsoft.com/office/drawing/2014/main" id="{06F16F6C-E862-4862-BEB4-AF15EED36EC3}"/>
              </a:ext>
            </a:extLst>
          </p:cNvPr>
          <p:cNvSpPr>
            <a:spLocks noGrp="1"/>
          </p:cNvSpPr>
          <p:nvPr>
            <p:ph idx="1"/>
          </p:nvPr>
        </p:nvSpPr>
        <p:spPr/>
        <p:txBody>
          <a:bodyPr/>
          <a:lstStyle/>
          <a:p>
            <a:endParaRPr lang="en-AU"/>
          </a:p>
        </p:txBody>
      </p:sp>
      <p:sp>
        <p:nvSpPr>
          <p:cNvPr id="7" name="Content Placeholder 2">
            <a:extLst>
              <a:ext uri="{FF2B5EF4-FFF2-40B4-BE49-F238E27FC236}">
                <a16:creationId xmlns:a16="http://schemas.microsoft.com/office/drawing/2014/main" id="{E5097BEA-C62A-4E63-9C6F-33A100AC6C81}"/>
              </a:ext>
            </a:extLst>
          </p:cNvPr>
          <p:cNvSpPr txBox="1">
            <a:spLocks/>
          </p:cNvSpPr>
          <p:nvPr/>
        </p:nvSpPr>
        <p:spPr>
          <a:xfrm>
            <a:off x="731520" y="1097280"/>
            <a:ext cx="10122125" cy="5760720"/>
          </a:xfrm>
          <a:prstGeom prst="rect">
            <a:avLst/>
          </a:prstGeom>
          <a:solidFill>
            <a:sysClr val="window" lastClr="FFFFFF"/>
          </a:solidFill>
          <a:ln w="25400" cap="flat" cmpd="sng" algn="ctr">
            <a:solidFill>
              <a:sysClr val="windowText" lastClr="000000"/>
            </a:solidFill>
            <a:prstDash val="solid"/>
          </a:ln>
          <a:effectLst/>
        </p:spPr>
        <p:txBody>
          <a:bodyPr vert="horz" lIns="91440" tIns="45720" rIns="91440" bIns="45720" numCol="4" rtlCol="0">
            <a:noAutofit/>
          </a:bodyPr>
          <a:lstStyle>
            <a:lvl1pPr marL="342900" indent="-342900" algn="l" defTabSz="457200" rtl="0" eaLnBrk="1" latinLnBrk="0" hangingPunct="1">
              <a:spcBef>
                <a:spcPct val="20000"/>
              </a:spcBef>
              <a:buFont typeface="Arial"/>
              <a:buChar char="•"/>
              <a:defRPr sz="3200" kern="1200">
                <a:solidFill>
                  <a:schemeClr val="dk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dk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dk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dk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Absolute Monarchy</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Accountability</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Acquittal</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Act of Parliament</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Admissible evidence</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Adversarial system</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ADR</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Appeal</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Aristocracy</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Autocracy</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Backbencher</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Balance of power</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Balance of probabilities</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Beyond reasonable doubt</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Bicameral Parliament</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Bill</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Binding precedent</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Burden or onus of proof</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Cabinet</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Case law</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Check and balances</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Children’s court</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Citizenship</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Civil dispute</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Civil law</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Committal Mention</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Committee</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Committee of the Whole</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Consideration in detail stage</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Common law</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Concurrent power</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Constitution</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Constitutionalism</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Constitutional Monarchy</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Contract law</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Conciliation and mediation</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Conventions</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Criminal law/dispute</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Criminal sanctions</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Crossbench</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Damages</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Defendant</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Delegated legislation</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Democracy</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Dictatorship</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Direct democracy</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Disapproving</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Discovery of documents</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Distinguishing</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District Court WA</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Division of Power</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Doctrine of Precedent</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Double dissolution</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Double majority</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Dual Federalism</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Due Process</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Duty of care</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Ejusdem generis</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Evidence</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Examination of witnesses</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Executive dominance</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Exclusive powers</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Executive</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Ex post facto</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Family Court</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Federal Court</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Federalism</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Federation</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Flood-gating</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Franchise</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Front bench</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Further and better particulars</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Gags</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Golden rule</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Good Government</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Governor</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Governor General</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Guillotine</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Habeas Corpus</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Hansard</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Head of State</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Hearsay evidence</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High Court of Australia</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House of Representatives</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Inadmissible evidence</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Indictable offence</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Injunction</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Inquisitorial system</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Interrogatories</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Judiciary</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Jury</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Legislation</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Legislative Assembly</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Legislative Council</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Legislature</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Liberal Democracy</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Liberalism</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Literal rule</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Magistrates Court</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err="1">
                <a:ln>
                  <a:noFill/>
                </a:ln>
                <a:solidFill>
                  <a:sysClr val="windowText" lastClr="000000"/>
                </a:solidFill>
                <a:effectLst/>
                <a:uLnTx/>
                <a:uFillTx/>
                <a:latin typeface="Times New Roman"/>
                <a:ea typeface="+mn-ea"/>
                <a:cs typeface="Times New Roman"/>
              </a:rPr>
              <a:t>Mens</a:t>
            </a: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 Rea</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Mischief rule</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Monarchy</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Obiter dictum</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Oligarchy</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Overruling</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Parliamentary Privilege</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Persuasive precedent</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Plaintiff</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Pleadings</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Preferential Voting</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Presumption of innocence</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Private Member’s Bill</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Proportional representation</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Ratio decidendi</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Referendum</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Remand</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Remedies</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Representative democracy</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Responsible Government</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Restitution</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Reversing</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Royal Assent</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Rule of Law</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Rules of Evidence</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Secret ballot</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Senate</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Separation of Powers</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Simple offence</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Sovereignty</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Specific performance</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Standard of proof</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Standing committees</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Standing Orders</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Stare decisis</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Statute</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Statutory interpretation</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Subpoena</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Suffrage</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Supreme Court of WA</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Terra nullius</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Tort</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Trial</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Unicameral Parliament</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Warrant</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err="1">
                <a:ln>
                  <a:noFill/>
                </a:ln>
                <a:solidFill>
                  <a:sysClr val="windowText" lastClr="000000"/>
                </a:solidFill>
                <a:effectLst/>
                <a:uLnTx/>
                <a:uFillTx/>
                <a:latin typeface="Times New Roman"/>
                <a:ea typeface="+mn-ea"/>
                <a:cs typeface="Times New Roman"/>
              </a:rPr>
              <a:t>Washminster</a:t>
            </a: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 Hybrid</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Westminster conventions</a:t>
            </a:r>
          </a:p>
          <a:p>
            <a:pPr marL="40005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800" b="0" i="0" u="none" strike="noStrike" kern="1200" cap="none" spc="0" normalizeH="0" baseline="0" noProof="0" dirty="0">
                <a:ln>
                  <a:noFill/>
                </a:ln>
                <a:solidFill>
                  <a:sysClr val="windowText" lastClr="000000"/>
                </a:solidFill>
                <a:effectLst/>
                <a:uLnTx/>
                <a:uFillTx/>
                <a:latin typeface="Times New Roman"/>
                <a:ea typeface="+mn-ea"/>
                <a:cs typeface="Times New Roman"/>
              </a:rPr>
              <a:t>Writ</a:t>
            </a:r>
          </a:p>
        </p:txBody>
      </p:sp>
    </p:spTree>
    <p:extLst>
      <p:ext uri="{BB962C8B-B14F-4D97-AF65-F5344CB8AC3E}">
        <p14:creationId xmlns:p14="http://schemas.microsoft.com/office/powerpoint/2010/main" val="402589110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37055"/>
            <a:ext cx="8229600" cy="1143000"/>
          </a:xfrm>
        </p:spPr>
        <p:style>
          <a:lnRef idx="2">
            <a:schemeClr val="dk1"/>
          </a:lnRef>
          <a:fillRef idx="1">
            <a:schemeClr val="lt1"/>
          </a:fillRef>
          <a:effectRef idx="0">
            <a:schemeClr val="dk1"/>
          </a:effectRef>
          <a:fontRef idx="minor">
            <a:schemeClr val="dk1"/>
          </a:fontRef>
        </p:style>
        <p:txBody>
          <a:bodyPr>
            <a:normAutofit/>
          </a:bodyPr>
          <a:lstStyle/>
          <a:p>
            <a:r>
              <a:rPr lang="en-US" dirty="0">
                <a:cs typeface="Times New Roman"/>
              </a:rPr>
              <a:t>Constitutional Sections</a:t>
            </a:r>
            <a:endParaRPr lang="en-US" sz="3600" dirty="0">
              <a:cs typeface="Times New Roman"/>
            </a:endParaRPr>
          </a:p>
        </p:txBody>
      </p:sp>
      <p:sp>
        <p:nvSpPr>
          <p:cNvPr id="3" name="Content Placeholder 2"/>
          <p:cNvSpPr>
            <a:spLocks noGrp="1"/>
          </p:cNvSpPr>
          <p:nvPr>
            <p:ph idx="1"/>
          </p:nvPr>
        </p:nvSpPr>
        <p:spPr>
          <a:xfrm>
            <a:off x="1566407" y="1454149"/>
            <a:ext cx="9112195" cy="5403851"/>
          </a:xfrm>
        </p:spPr>
        <p:style>
          <a:lnRef idx="2">
            <a:schemeClr val="dk1"/>
          </a:lnRef>
          <a:fillRef idx="1">
            <a:schemeClr val="lt1"/>
          </a:fillRef>
          <a:effectRef idx="0">
            <a:schemeClr val="dk1"/>
          </a:effectRef>
          <a:fontRef idx="minor">
            <a:schemeClr val="dk1"/>
          </a:fontRef>
        </p:style>
        <p:txBody>
          <a:bodyPr numCol="3">
            <a:noAutofit/>
          </a:bodyPr>
          <a:lstStyle/>
          <a:p>
            <a:pPr marL="400050"/>
            <a:r>
              <a:rPr lang="en-US" sz="1800" b="1" dirty="0">
                <a:latin typeface="Times New Roman"/>
                <a:cs typeface="Times New Roman"/>
              </a:rPr>
              <a:t>Specified Constitutional rights</a:t>
            </a:r>
          </a:p>
          <a:p>
            <a:pPr marL="800100" lvl="1"/>
            <a:r>
              <a:rPr lang="en-US" sz="1400" dirty="0">
                <a:latin typeface="Times New Roman"/>
                <a:cs typeface="Times New Roman"/>
              </a:rPr>
              <a:t>41</a:t>
            </a:r>
          </a:p>
          <a:p>
            <a:pPr marL="800100" lvl="1"/>
            <a:r>
              <a:rPr lang="en-US" sz="1400" dirty="0">
                <a:latin typeface="Times New Roman"/>
                <a:cs typeface="Times New Roman"/>
              </a:rPr>
              <a:t>51(xxxi)</a:t>
            </a:r>
          </a:p>
          <a:p>
            <a:pPr marL="800100" lvl="1"/>
            <a:r>
              <a:rPr lang="en-US" sz="1400" dirty="0">
                <a:latin typeface="Times New Roman"/>
                <a:cs typeface="Times New Roman"/>
              </a:rPr>
              <a:t>80</a:t>
            </a:r>
          </a:p>
          <a:p>
            <a:pPr marL="800100" lvl="1"/>
            <a:r>
              <a:rPr lang="en-US" sz="1400" dirty="0">
                <a:latin typeface="Times New Roman"/>
                <a:cs typeface="Times New Roman"/>
              </a:rPr>
              <a:t>92</a:t>
            </a:r>
          </a:p>
          <a:p>
            <a:pPr marL="800100" lvl="1"/>
            <a:r>
              <a:rPr lang="en-US" sz="1400" dirty="0">
                <a:latin typeface="Times New Roman"/>
                <a:cs typeface="Times New Roman"/>
              </a:rPr>
              <a:t>116</a:t>
            </a:r>
          </a:p>
          <a:p>
            <a:pPr marL="800100" lvl="1"/>
            <a:r>
              <a:rPr lang="en-US" sz="1400" dirty="0">
                <a:latin typeface="Times New Roman"/>
                <a:cs typeface="Times New Roman"/>
              </a:rPr>
              <a:t>117</a:t>
            </a:r>
          </a:p>
          <a:p>
            <a:pPr marL="400050"/>
            <a:r>
              <a:rPr lang="en-US" sz="1800" b="1" dirty="0">
                <a:latin typeface="Times New Roman"/>
                <a:cs typeface="Times New Roman"/>
              </a:rPr>
              <a:t>Division of Powers</a:t>
            </a:r>
          </a:p>
          <a:p>
            <a:pPr marL="800100" lvl="1"/>
            <a:r>
              <a:rPr lang="en-US" sz="1400" dirty="0">
                <a:latin typeface="Times New Roman"/>
                <a:cs typeface="Times New Roman"/>
              </a:rPr>
              <a:t>Exclusive</a:t>
            </a:r>
          </a:p>
          <a:p>
            <a:pPr marL="1200150" lvl="2"/>
            <a:r>
              <a:rPr lang="en-US" sz="1400" dirty="0">
                <a:latin typeface="Times New Roman"/>
                <a:cs typeface="Times New Roman"/>
              </a:rPr>
              <a:t>51(by nature); 52; 90; 115</a:t>
            </a:r>
          </a:p>
          <a:p>
            <a:pPr marL="800100" lvl="1"/>
            <a:r>
              <a:rPr lang="en-US" sz="1400" dirty="0">
                <a:latin typeface="Times New Roman"/>
                <a:cs typeface="Times New Roman"/>
              </a:rPr>
              <a:t>Exclusive/Concurrent</a:t>
            </a:r>
          </a:p>
          <a:p>
            <a:pPr marL="1200150" lvl="2"/>
            <a:r>
              <a:rPr lang="en-US" sz="1400" dirty="0">
                <a:latin typeface="Times New Roman"/>
                <a:cs typeface="Times New Roman"/>
              </a:rPr>
              <a:t>51; 92</a:t>
            </a:r>
          </a:p>
          <a:p>
            <a:pPr marL="800100" lvl="1"/>
            <a:r>
              <a:rPr lang="en-US" sz="1400" dirty="0">
                <a:latin typeface="Times New Roman"/>
                <a:cs typeface="Times New Roman"/>
              </a:rPr>
              <a:t>Residual</a:t>
            </a:r>
          </a:p>
          <a:p>
            <a:pPr marL="1200150" lvl="2"/>
            <a:r>
              <a:rPr lang="en-US" sz="1400" dirty="0">
                <a:latin typeface="Times New Roman"/>
                <a:cs typeface="Times New Roman"/>
              </a:rPr>
              <a:t>106; 107; 108</a:t>
            </a:r>
          </a:p>
          <a:p>
            <a:pPr marL="400050"/>
            <a:r>
              <a:rPr lang="en-US" sz="1800" b="1" dirty="0">
                <a:latin typeface="Times New Roman"/>
                <a:cs typeface="Times New Roman"/>
              </a:rPr>
              <a:t>Legislative/</a:t>
            </a:r>
          </a:p>
          <a:p>
            <a:pPr marL="800100" lvl="1"/>
            <a:r>
              <a:rPr lang="en-US" sz="1400" dirty="0">
                <a:latin typeface="Times New Roman"/>
                <a:cs typeface="Times New Roman"/>
              </a:rPr>
              <a:t>1</a:t>
            </a:r>
          </a:p>
          <a:p>
            <a:pPr marL="800100" lvl="1"/>
            <a:r>
              <a:rPr lang="en-US" sz="1400" dirty="0">
                <a:latin typeface="Times New Roman"/>
                <a:cs typeface="Times New Roman"/>
              </a:rPr>
              <a:t>2</a:t>
            </a:r>
          </a:p>
          <a:p>
            <a:pPr marL="800100" lvl="1"/>
            <a:r>
              <a:rPr lang="en-US" sz="1400" dirty="0">
                <a:latin typeface="Times New Roman"/>
                <a:cs typeface="Times New Roman"/>
              </a:rPr>
              <a:t>7</a:t>
            </a:r>
          </a:p>
          <a:p>
            <a:pPr marL="800100" lvl="1"/>
            <a:r>
              <a:rPr lang="en-US" sz="1400" dirty="0">
                <a:latin typeface="Times New Roman"/>
                <a:cs typeface="Times New Roman"/>
              </a:rPr>
              <a:t>24</a:t>
            </a:r>
          </a:p>
          <a:p>
            <a:pPr marL="800100" lvl="1"/>
            <a:r>
              <a:rPr lang="en-US" sz="1400" dirty="0">
                <a:latin typeface="Times New Roman"/>
                <a:cs typeface="Times New Roman"/>
              </a:rPr>
              <a:t>44</a:t>
            </a:r>
          </a:p>
          <a:p>
            <a:pPr marL="800100" lvl="1"/>
            <a:r>
              <a:rPr lang="en-US" sz="1400" dirty="0">
                <a:latin typeface="Times New Roman"/>
                <a:cs typeface="Times New Roman"/>
              </a:rPr>
              <a:t>51</a:t>
            </a:r>
          </a:p>
          <a:p>
            <a:pPr marL="800100" lvl="1"/>
            <a:r>
              <a:rPr lang="en-US" sz="1400" dirty="0">
                <a:latin typeface="Times New Roman"/>
                <a:cs typeface="Times New Roman"/>
              </a:rPr>
              <a:t>52</a:t>
            </a:r>
          </a:p>
          <a:p>
            <a:pPr marL="800100" lvl="1"/>
            <a:r>
              <a:rPr lang="en-US" sz="1400" dirty="0">
                <a:latin typeface="Times New Roman"/>
                <a:cs typeface="Times New Roman"/>
              </a:rPr>
              <a:t>53</a:t>
            </a:r>
          </a:p>
          <a:p>
            <a:pPr marL="800100" lvl="1"/>
            <a:r>
              <a:rPr lang="en-US" sz="1400" dirty="0">
                <a:latin typeface="Times New Roman"/>
                <a:cs typeface="Times New Roman"/>
              </a:rPr>
              <a:t>58</a:t>
            </a:r>
          </a:p>
          <a:p>
            <a:pPr marL="400050"/>
            <a:r>
              <a:rPr lang="en-US" sz="1800" b="1" dirty="0">
                <a:latin typeface="Times New Roman"/>
                <a:cs typeface="Times New Roman"/>
              </a:rPr>
              <a:t>Executive</a:t>
            </a:r>
          </a:p>
          <a:p>
            <a:pPr marL="857250" lvl="1"/>
            <a:r>
              <a:rPr lang="en-US" sz="1400" dirty="0">
                <a:latin typeface="Times New Roman"/>
                <a:cs typeface="Times New Roman"/>
              </a:rPr>
              <a:t>61</a:t>
            </a:r>
          </a:p>
          <a:p>
            <a:pPr marL="857250" lvl="1"/>
            <a:r>
              <a:rPr lang="en-US" sz="1400" dirty="0">
                <a:latin typeface="Times New Roman"/>
                <a:cs typeface="Times New Roman"/>
              </a:rPr>
              <a:t>64</a:t>
            </a:r>
          </a:p>
          <a:p>
            <a:pPr marL="628650" lvl="1" indent="0">
              <a:buNone/>
            </a:pPr>
            <a:endParaRPr lang="en-US" sz="1400" dirty="0">
              <a:latin typeface="Times New Roman"/>
              <a:cs typeface="Times New Roman"/>
            </a:endParaRPr>
          </a:p>
          <a:p>
            <a:pPr marL="628650" lvl="1" indent="0">
              <a:buNone/>
            </a:pPr>
            <a:endParaRPr lang="en-US" sz="1400" dirty="0">
              <a:latin typeface="Times New Roman"/>
              <a:cs typeface="Times New Roman"/>
            </a:endParaRPr>
          </a:p>
          <a:p>
            <a:pPr marL="628650" lvl="1" indent="0">
              <a:buNone/>
            </a:pPr>
            <a:endParaRPr lang="en-US" sz="1400" dirty="0">
              <a:latin typeface="Times New Roman"/>
              <a:cs typeface="Times New Roman"/>
            </a:endParaRPr>
          </a:p>
          <a:p>
            <a:pPr marL="400050"/>
            <a:r>
              <a:rPr lang="en-US" sz="1800" b="1" dirty="0">
                <a:latin typeface="Times New Roman"/>
                <a:cs typeface="Times New Roman"/>
              </a:rPr>
              <a:t>Judiciary</a:t>
            </a:r>
          </a:p>
          <a:p>
            <a:pPr marL="800100" lvl="1"/>
            <a:r>
              <a:rPr lang="en-US" sz="1400" dirty="0">
                <a:latin typeface="Times New Roman"/>
                <a:cs typeface="Times New Roman"/>
              </a:rPr>
              <a:t>71</a:t>
            </a:r>
          </a:p>
          <a:p>
            <a:pPr marL="800100" lvl="1"/>
            <a:r>
              <a:rPr lang="en-US" sz="1400" dirty="0">
                <a:latin typeface="Times New Roman"/>
                <a:cs typeface="Times New Roman"/>
              </a:rPr>
              <a:t>80</a:t>
            </a:r>
          </a:p>
          <a:p>
            <a:pPr marL="800100" lvl="1"/>
            <a:endParaRPr lang="en-US" sz="1400" dirty="0">
              <a:latin typeface="Times New Roman"/>
              <a:cs typeface="Times New Roman"/>
            </a:endParaRPr>
          </a:p>
          <a:p>
            <a:pPr marL="571500" lvl="1" indent="0">
              <a:buNone/>
            </a:pPr>
            <a:endParaRPr lang="en-US" sz="1400" dirty="0">
              <a:latin typeface="Times New Roman"/>
              <a:cs typeface="Times New Roman"/>
            </a:endParaRPr>
          </a:p>
          <a:p>
            <a:pPr marL="800100" lvl="1"/>
            <a:r>
              <a:rPr lang="en-US" sz="1400" dirty="0">
                <a:latin typeface="Times New Roman"/>
                <a:cs typeface="Times New Roman"/>
              </a:rPr>
              <a:t>109</a:t>
            </a:r>
          </a:p>
          <a:p>
            <a:pPr marL="628650" lvl="1" indent="0">
              <a:buNone/>
            </a:pPr>
            <a:endParaRPr lang="en-US" sz="1400" dirty="0">
              <a:latin typeface="Times New Roman"/>
              <a:cs typeface="Times New Roman"/>
            </a:endParaRPr>
          </a:p>
          <a:p>
            <a:pPr marL="400050"/>
            <a:r>
              <a:rPr lang="en-US" sz="1800" b="1" dirty="0">
                <a:latin typeface="Times New Roman"/>
                <a:cs typeface="Times New Roman"/>
              </a:rPr>
              <a:t>Constitutional change</a:t>
            </a:r>
          </a:p>
          <a:p>
            <a:pPr marL="800100" lvl="1"/>
            <a:r>
              <a:rPr lang="en-US" sz="1400" dirty="0">
                <a:latin typeface="Times New Roman"/>
                <a:cs typeface="Times New Roman"/>
              </a:rPr>
              <a:t>128</a:t>
            </a:r>
            <a:endParaRPr lang="en-US" sz="1600" dirty="0">
              <a:latin typeface="Times New Roman"/>
              <a:cs typeface="Times New Roman"/>
            </a:endParaRPr>
          </a:p>
        </p:txBody>
      </p:sp>
    </p:spTree>
    <p:extLst>
      <p:ext uri="{BB962C8B-B14F-4D97-AF65-F5344CB8AC3E}">
        <p14:creationId xmlns:p14="http://schemas.microsoft.com/office/powerpoint/2010/main" val="237920764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5D072-FE14-4A7D-9F19-740FAFE34AE2}"/>
              </a:ext>
            </a:extLst>
          </p:cNvPr>
          <p:cNvSpPr>
            <a:spLocks noGrp="1"/>
          </p:cNvSpPr>
          <p:nvPr>
            <p:ph type="title"/>
          </p:nvPr>
        </p:nvSpPr>
        <p:spPr/>
        <p:txBody>
          <a:bodyPr/>
          <a:lstStyle/>
          <a:p>
            <a:endParaRPr lang="en-AU"/>
          </a:p>
        </p:txBody>
      </p:sp>
      <p:pic>
        <p:nvPicPr>
          <p:cNvPr id="5" name="Content Placeholder 4">
            <a:extLst>
              <a:ext uri="{FF2B5EF4-FFF2-40B4-BE49-F238E27FC236}">
                <a16:creationId xmlns:a16="http://schemas.microsoft.com/office/drawing/2014/main" id="{FC77F692-AE43-434C-B8E5-92BA7C604B08}"/>
              </a:ext>
            </a:extLst>
          </p:cNvPr>
          <p:cNvPicPr>
            <a:picLocks noGrp="1" noChangeAspect="1"/>
          </p:cNvPicPr>
          <p:nvPr>
            <p:ph idx="1"/>
          </p:nvPr>
        </p:nvPicPr>
        <p:blipFill>
          <a:blip r:embed="rId2">
            <a:extLst>
              <a:ext uri="{837473B0-CC2E-450A-ABE3-18F120FF3D39}">
                <a1611:picAttrSrcUrl xmlns:a1611="http://schemas.microsoft.com/office/drawing/2016/11/main" r:id="rId3"/>
              </a:ext>
            </a:extLst>
          </a:blip>
          <a:stretch>
            <a:fillRect/>
          </a:stretch>
        </p:blipFill>
        <p:spPr>
          <a:xfrm>
            <a:off x="1126982" y="343424"/>
            <a:ext cx="10338978" cy="5831183"/>
          </a:xfrm>
        </p:spPr>
      </p:pic>
    </p:spTree>
    <p:extLst>
      <p:ext uri="{BB962C8B-B14F-4D97-AF65-F5344CB8AC3E}">
        <p14:creationId xmlns:p14="http://schemas.microsoft.com/office/powerpoint/2010/main" val="1667158493"/>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fontScheme name="Gallery">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1098</TotalTime>
  <Words>5777</Words>
  <Application>Microsoft Office PowerPoint</Application>
  <PresentationFormat>Widescreen</PresentationFormat>
  <Paragraphs>779</Paragraphs>
  <Slides>90</Slides>
  <Notes>1</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90</vt:i4>
      </vt:variant>
    </vt:vector>
  </HeadingPairs>
  <TitlesOfParts>
    <vt:vector size="100" baseType="lpstr">
      <vt:lpstr>Arial</vt:lpstr>
      <vt:lpstr>Calibri</vt:lpstr>
      <vt:lpstr>Gill Sans MT</vt:lpstr>
      <vt:lpstr>Lato</vt:lpstr>
      <vt:lpstr>Rockwell</vt:lpstr>
      <vt:lpstr>Times New Roman</vt:lpstr>
      <vt:lpstr>Wingdings</vt:lpstr>
      <vt:lpstr>Gallery</vt:lpstr>
      <vt:lpstr>Office Theme</vt:lpstr>
      <vt:lpstr>Acrobat Document</vt:lpstr>
      <vt:lpstr>Year 11  pal exam revision</vt:lpstr>
      <vt:lpstr>UNIT 1: Democracy and the rule of law</vt:lpstr>
      <vt:lpstr>UNIT 1 SYLLABUS</vt:lpstr>
      <vt:lpstr>Liberal Democracy</vt:lpstr>
      <vt:lpstr>KEY DEMOCRATIC TERMS </vt:lpstr>
      <vt:lpstr>Rule of law</vt:lpstr>
      <vt:lpstr>SEPERATION OF POWERS</vt:lpstr>
      <vt:lpstr>Division of powers</vt:lpstr>
      <vt:lpstr>Representative Democracy  </vt:lpstr>
      <vt:lpstr>RESPONSIBLE GOVERNMENT</vt:lpstr>
      <vt:lpstr>PowerPoint Presentation</vt:lpstr>
      <vt:lpstr>CONSTITUTIONAL MONARCHY</vt:lpstr>
      <vt:lpstr>CONSTITUTIONALISM </vt:lpstr>
      <vt:lpstr>FEDERALISM</vt:lpstr>
      <vt:lpstr>JUDICIAL INDEPENDENCE </vt:lpstr>
      <vt:lpstr>UNIT 1 SYLLABUS</vt:lpstr>
      <vt:lpstr>DOT POINT 1: CHAPTER 1</vt:lpstr>
      <vt:lpstr>PowerPoint Presentation</vt:lpstr>
      <vt:lpstr>PowerPoint Presentation</vt:lpstr>
      <vt:lpstr>PowerPoint Presentation</vt:lpstr>
      <vt:lpstr>UNIT 1 SYLLABUS</vt:lpstr>
      <vt:lpstr>DOT POINT 2 : CHAPTER 2</vt:lpstr>
      <vt:lpstr>DIVISION OF POWERS</vt:lpstr>
      <vt:lpstr>Specific Powers</vt:lpstr>
      <vt:lpstr>Residual Powers</vt:lpstr>
      <vt:lpstr>PowerPoint Presentation</vt:lpstr>
      <vt:lpstr>PowerPoint Presentation</vt:lpstr>
      <vt:lpstr>PowerPoint Presentation</vt:lpstr>
      <vt:lpstr>UNIT 1 SYLLABUS</vt:lpstr>
      <vt:lpstr>DOT POINT 3 : CHAPTER 2</vt:lpstr>
      <vt:lpstr>LEGISLATIVE BRANCH</vt:lpstr>
      <vt:lpstr>PowerPoint Presentation</vt:lpstr>
      <vt:lpstr>PowerPoint Presentation</vt:lpstr>
      <vt:lpstr>PowerPoint Presentation</vt:lpstr>
      <vt:lpstr>UNIT 1 SYLLABUS</vt:lpstr>
      <vt:lpstr>DOT POINT 4 : CHAPTER 3</vt:lpstr>
      <vt:lpstr>Westminster system of government</vt:lpstr>
      <vt:lpstr>AMERICAN FEDERALISM</vt:lpstr>
      <vt:lpstr>CANADIAN SYSTEM</vt:lpstr>
      <vt:lpstr>SWISS REFERENDUM</vt:lpstr>
      <vt:lpstr>UNIT 1 SYLLABUS</vt:lpstr>
      <vt:lpstr>DOT POINT 5: CHAPTER 4</vt:lpstr>
      <vt:lpstr>1. THE PARTY (CCP)</vt:lpstr>
      <vt:lpstr>How to join CCP</vt:lpstr>
      <vt:lpstr>NPC (National Party Congress)</vt:lpstr>
      <vt:lpstr>Structure of communist party</vt:lpstr>
      <vt:lpstr>DOT POINT 5 CHAPTER 4</vt:lpstr>
      <vt:lpstr>2. THE STATE </vt:lpstr>
      <vt:lpstr>The State President (Govt)</vt:lpstr>
      <vt:lpstr>The State Council (Govt)</vt:lpstr>
      <vt:lpstr>National People’s Congress (Govt)</vt:lpstr>
      <vt:lpstr>National People’s Congress (Govt)</vt:lpstr>
      <vt:lpstr>DOT POINT 5 CHAPTER 4</vt:lpstr>
      <vt:lpstr>The Judiciary </vt:lpstr>
      <vt:lpstr>Principals of Supreme Court?</vt:lpstr>
      <vt:lpstr>PowerPoint Presentation</vt:lpstr>
      <vt:lpstr>EVALUATION OF NON-DEMOCRATIC SYSTEM</vt:lpstr>
      <vt:lpstr>UNIT 1 SYLLABUS</vt:lpstr>
      <vt:lpstr>DOT POINT 6: CHAPTER 5</vt:lpstr>
      <vt:lpstr>UNIT 1 SYLLABUS</vt:lpstr>
      <vt:lpstr>DOT POINT 7: CHAPTER 5</vt:lpstr>
      <vt:lpstr>UNIT 1 SYLLABUS</vt:lpstr>
      <vt:lpstr>DOT POINT 8: CHAPTER 6</vt:lpstr>
      <vt:lpstr>DOT POINT 8: CHAPTER 6</vt:lpstr>
      <vt:lpstr>DOT POINT 8: CHAPTER 6</vt:lpstr>
      <vt:lpstr>Stare decisis</vt:lpstr>
      <vt:lpstr>Ratio decidendi </vt:lpstr>
      <vt:lpstr>Obiter dicta </vt:lpstr>
      <vt:lpstr>SUMMARY OF KEY TERMS</vt:lpstr>
      <vt:lpstr>PowerPoint Presentation</vt:lpstr>
      <vt:lpstr>UNIT 1 SYLLABUS</vt:lpstr>
      <vt:lpstr>DOT POINT 9: CHAPTER 7</vt:lpstr>
      <vt:lpstr>CIVIL TRIAL PROCEDURE (PRE, TRIAL, POST)</vt:lpstr>
      <vt:lpstr>CRIMINAL TRIAL PROCEDURE (PRE, TRIAL, POST)</vt:lpstr>
      <vt:lpstr>UNIT 1 SYLLABUS</vt:lpstr>
      <vt:lpstr>UNIT 2 SYLLABUS</vt:lpstr>
      <vt:lpstr>Natural Justice</vt:lpstr>
      <vt:lpstr>Adversarial vs. Inquisitorial</vt:lpstr>
      <vt:lpstr>Adversarial Court Process</vt:lpstr>
      <vt:lpstr>Adversarial Court Process</vt:lpstr>
      <vt:lpstr>Adversarial Court Process</vt:lpstr>
      <vt:lpstr>Inquisitorial Court Process</vt:lpstr>
      <vt:lpstr>Inquisitorial Court Process</vt:lpstr>
      <vt:lpstr>Inquisitorial Court Process</vt:lpstr>
      <vt:lpstr>Indonesian System of Trial</vt:lpstr>
      <vt:lpstr>ADR</vt:lpstr>
      <vt:lpstr>TOPICS</vt:lpstr>
      <vt:lpstr>Terminology &amp; Abbreviations [Requirement: explanation &amp; example]</vt:lpstr>
      <vt:lpstr>Constitutional Sections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Year 11  pal exam revision</dc:title>
  <dc:creator>Morgan Ball (John XXIII College)</dc:creator>
  <cp:lastModifiedBy>Morgan Ball (John XXIII College - Mount Claremont)</cp:lastModifiedBy>
  <cp:revision>4</cp:revision>
  <dcterms:created xsi:type="dcterms:W3CDTF">2018-10-16T03:31:34Z</dcterms:created>
  <dcterms:modified xsi:type="dcterms:W3CDTF">2023-10-19T06:11:04Z</dcterms:modified>
</cp:coreProperties>
</file>